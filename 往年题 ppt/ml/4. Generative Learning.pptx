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5"/>
  </p:notesMasterIdLst>
  <p:handoutMasterIdLst>
    <p:handoutMasterId r:id="rId46"/>
  </p:handoutMasterIdLst>
  <p:sldIdLst>
    <p:sldId id="395" r:id="rId2"/>
    <p:sldId id="717" r:id="rId3"/>
    <p:sldId id="828" r:id="rId4"/>
    <p:sldId id="877" r:id="rId5"/>
    <p:sldId id="878" r:id="rId6"/>
    <p:sldId id="879" r:id="rId7"/>
    <p:sldId id="831" r:id="rId8"/>
    <p:sldId id="832" r:id="rId9"/>
    <p:sldId id="833" r:id="rId10"/>
    <p:sldId id="834" r:id="rId11"/>
    <p:sldId id="841" r:id="rId12"/>
    <p:sldId id="842" r:id="rId13"/>
    <p:sldId id="843" r:id="rId14"/>
    <p:sldId id="844" r:id="rId15"/>
    <p:sldId id="845" r:id="rId16"/>
    <p:sldId id="846" r:id="rId17"/>
    <p:sldId id="847" r:id="rId18"/>
    <p:sldId id="849" r:id="rId19"/>
    <p:sldId id="850" r:id="rId20"/>
    <p:sldId id="835" r:id="rId21"/>
    <p:sldId id="865" r:id="rId22"/>
    <p:sldId id="866" r:id="rId23"/>
    <p:sldId id="867" r:id="rId24"/>
    <p:sldId id="868" r:id="rId25"/>
    <p:sldId id="836" r:id="rId26"/>
    <p:sldId id="838" r:id="rId27"/>
    <p:sldId id="869" r:id="rId28"/>
    <p:sldId id="839" r:id="rId29"/>
    <p:sldId id="840" r:id="rId30"/>
    <p:sldId id="851" r:id="rId31"/>
    <p:sldId id="852" r:id="rId32"/>
    <p:sldId id="853" r:id="rId33"/>
    <p:sldId id="854" r:id="rId34"/>
    <p:sldId id="855" r:id="rId35"/>
    <p:sldId id="870" r:id="rId36"/>
    <p:sldId id="876" r:id="rId37"/>
    <p:sldId id="875" r:id="rId38"/>
    <p:sldId id="856" r:id="rId39"/>
    <p:sldId id="857" r:id="rId40"/>
    <p:sldId id="862" r:id="rId41"/>
    <p:sldId id="858" r:id="rId42"/>
    <p:sldId id="863" r:id="rId43"/>
    <p:sldId id="859" r:id="rId44"/>
  </p:sldIdLst>
  <p:sldSz cx="9144000" cy="6858000" type="screen4x3"/>
  <p:notesSz cx="6797675" cy="9928225"/>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39">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6B6B6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78"/>
    <p:restoredTop sz="75113" autoAdjust="0"/>
  </p:normalViewPr>
  <p:slideViewPr>
    <p:cSldViewPr showGuides="1">
      <p:cViewPr varScale="1">
        <p:scale>
          <a:sx n="69" d="100"/>
          <a:sy n="69" d="100"/>
        </p:scale>
        <p:origin x="68" y="180"/>
      </p:cViewPr>
      <p:guideLst>
        <p:guide orient="horz" pos="2139"/>
        <p:guide pos="2880"/>
      </p:guideLst>
    </p:cSldViewPr>
  </p:slideViewPr>
  <p:notesTextViewPr>
    <p:cViewPr>
      <p:scale>
        <a:sx n="1" d="1"/>
        <a:sy n="1" d="1"/>
      </p:scale>
      <p:origin x="0" y="0"/>
    </p:cViewPr>
  </p:notesTextViewPr>
  <p:sorterViewPr showFormatting="0">
    <p:cViewPr>
      <p:scale>
        <a:sx n="100" d="100"/>
        <a:sy n="100" d="100"/>
      </p:scale>
      <p:origin x="0" y="2652"/>
    </p:cViewPr>
  </p:sorter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emf"/><Relationship Id="rId1" Type="http://schemas.openxmlformats.org/officeDocument/2006/relationships/image" Target="../media/image15.emf"/><Relationship Id="rId5" Type="http://schemas.openxmlformats.org/officeDocument/2006/relationships/image" Target="../media/image19.emf"/><Relationship Id="rId4" Type="http://schemas.openxmlformats.org/officeDocument/2006/relationships/image" Target="../media/image18.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3.emf"/><Relationship Id="rId7" Type="http://schemas.openxmlformats.org/officeDocument/2006/relationships/image" Target="../media/image27.emf"/><Relationship Id="rId2" Type="http://schemas.openxmlformats.org/officeDocument/2006/relationships/image" Target="../media/image22.emf"/><Relationship Id="rId1" Type="http://schemas.openxmlformats.org/officeDocument/2006/relationships/image" Target="../media/image21.emf"/><Relationship Id="rId6" Type="http://schemas.openxmlformats.org/officeDocument/2006/relationships/image" Target="../media/image26.emf"/><Relationship Id="rId5" Type="http://schemas.openxmlformats.org/officeDocument/2006/relationships/image" Target="../media/image25.emf"/><Relationship Id="rId4"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7.emf"/><Relationship Id="rId3" Type="http://schemas.openxmlformats.org/officeDocument/2006/relationships/image" Target="../media/image32.emf"/><Relationship Id="rId7" Type="http://schemas.openxmlformats.org/officeDocument/2006/relationships/image" Target="../media/image36.emf"/><Relationship Id="rId2" Type="http://schemas.openxmlformats.org/officeDocument/2006/relationships/image" Target="../media/image31.emf"/><Relationship Id="rId1" Type="http://schemas.openxmlformats.org/officeDocument/2006/relationships/image" Target="../media/image30.emf"/><Relationship Id="rId6" Type="http://schemas.openxmlformats.org/officeDocument/2006/relationships/image" Target="../media/image35.emf"/><Relationship Id="rId5" Type="http://schemas.openxmlformats.org/officeDocument/2006/relationships/image" Target="../media/image34.wmf"/><Relationship Id="rId4" Type="http://schemas.openxmlformats.org/officeDocument/2006/relationships/image" Target="../media/image33.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image" Target="../media/image3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image" Target="../media/image4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image" Target="../media/image53.wmf"/><Relationship Id="rId4" Type="http://schemas.openxmlformats.org/officeDocument/2006/relationships/image" Target="../media/image56.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image" Target="../media/image58.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4.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5.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6.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79.emf"/><Relationship Id="rId1" Type="http://schemas.openxmlformats.org/officeDocument/2006/relationships/image" Target="../media/image78.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image" Target="../media/image83.emf"/><Relationship Id="rId1" Type="http://schemas.openxmlformats.org/officeDocument/2006/relationships/image" Target="../media/image82.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image" Target="../media/image87.emf"/><Relationship Id="rId1" Type="http://schemas.openxmlformats.org/officeDocument/2006/relationships/image" Target="../media/image86.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image" Target="../media/image90.emf"/><Relationship Id="rId1" Type="http://schemas.openxmlformats.org/officeDocument/2006/relationships/image" Target="../media/image89.emf"/><Relationship Id="rId4" Type="http://schemas.openxmlformats.org/officeDocument/2006/relationships/image" Target="../media/image92.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image" Target="../media/image94.emf"/><Relationship Id="rId1" Type="http://schemas.openxmlformats.org/officeDocument/2006/relationships/image" Target="../media/image93.emf"/><Relationship Id="rId6" Type="http://schemas.openxmlformats.org/officeDocument/2006/relationships/image" Target="../media/image98.emf"/><Relationship Id="rId5" Type="http://schemas.openxmlformats.org/officeDocument/2006/relationships/image" Target="../media/image97.emf"/><Relationship Id="rId4" Type="http://schemas.openxmlformats.org/officeDocument/2006/relationships/image" Target="../media/image96.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99.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00.e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03.emf"/><Relationship Id="rId2" Type="http://schemas.openxmlformats.org/officeDocument/2006/relationships/image" Target="../media/image102.emf"/><Relationship Id="rId1" Type="http://schemas.openxmlformats.org/officeDocument/2006/relationships/image" Target="../media/image101.emf"/><Relationship Id="rId6" Type="http://schemas.openxmlformats.org/officeDocument/2006/relationships/image" Target="../media/image106.emf"/><Relationship Id="rId5" Type="http://schemas.openxmlformats.org/officeDocument/2006/relationships/image" Target="../media/image105.emf"/><Relationship Id="rId4" Type="http://schemas.openxmlformats.org/officeDocument/2006/relationships/image" Target="../media/image104.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07.e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image" Target="../media/image112.emf"/><Relationship Id="rId1" Type="http://schemas.openxmlformats.org/officeDocument/2006/relationships/image" Target="../media/image111.emf"/><Relationship Id="rId4" Type="http://schemas.openxmlformats.org/officeDocument/2006/relationships/image" Target="../media/image114.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15.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16.e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19.emf"/><Relationship Id="rId2" Type="http://schemas.openxmlformats.org/officeDocument/2006/relationships/image" Target="../media/image118.emf"/><Relationship Id="rId1" Type="http://schemas.openxmlformats.org/officeDocument/2006/relationships/image" Target="../media/image117.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21.emf"/><Relationship Id="rId1" Type="http://schemas.openxmlformats.org/officeDocument/2006/relationships/image" Target="../media/image120.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2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6065" cy="495872"/>
          </a:xfrm>
          <a:prstGeom prst="rect">
            <a:avLst/>
          </a:prstGeom>
        </p:spPr>
        <p:txBody>
          <a:bodyPr vert="horz" lIns="88212" tIns="44106" rIns="88212" bIns="44106" rtlCol="0"/>
          <a:lstStyle>
            <a:lvl1pPr algn="l">
              <a:defRPr sz="1200" smtClean="0"/>
            </a:lvl1pPr>
          </a:lstStyle>
          <a:p>
            <a:pPr defTabSz="882122" eaLnBrk="0" hangingPunct="0">
              <a:defRPr/>
            </a:pPr>
            <a:endParaRPr lang="zh-CN" altLang="en-US"/>
          </a:p>
        </p:txBody>
      </p:sp>
      <p:sp>
        <p:nvSpPr>
          <p:cNvPr id="3" name="日期占位符 2"/>
          <p:cNvSpPr>
            <a:spLocks noGrp="1"/>
          </p:cNvSpPr>
          <p:nvPr>
            <p:ph type="dt" sz="quarter" idx="1"/>
          </p:nvPr>
        </p:nvSpPr>
        <p:spPr>
          <a:xfrm>
            <a:off x="3850092" y="1"/>
            <a:ext cx="2946065" cy="495872"/>
          </a:xfrm>
          <a:prstGeom prst="rect">
            <a:avLst/>
          </a:prstGeom>
        </p:spPr>
        <p:txBody>
          <a:bodyPr vert="horz" lIns="88212" tIns="44106" rIns="88212" bIns="44106" rtlCol="0"/>
          <a:lstStyle>
            <a:lvl1pPr algn="r">
              <a:defRPr sz="1200" smtClean="0"/>
            </a:lvl1pPr>
          </a:lstStyle>
          <a:p>
            <a:pPr defTabSz="882122" eaLnBrk="0" hangingPunct="0">
              <a:defRPr/>
            </a:pPr>
            <a:fld id="{4BB3C76A-5825-4231-B0D3-9E855FBDE640}" type="datetimeFigureOut">
              <a:rPr lang="zh-CN" altLang="en-US"/>
              <a:pPr defTabSz="882122" eaLnBrk="0" hangingPunct="0">
                <a:defRPr/>
              </a:pPr>
              <a:t>2021/10/25</a:t>
            </a:fld>
            <a:endParaRPr lang="zh-CN" altLang="en-US"/>
          </a:p>
        </p:txBody>
      </p:sp>
      <p:sp>
        <p:nvSpPr>
          <p:cNvPr id="4" name="页脚占位符 3"/>
          <p:cNvSpPr>
            <a:spLocks noGrp="1"/>
          </p:cNvSpPr>
          <p:nvPr>
            <p:ph type="ftr" sz="quarter" idx="2"/>
          </p:nvPr>
        </p:nvSpPr>
        <p:spPr>
          <a:xfrm>
            <a:off x="0" y="9430813"/>
            <a:ext cx="2946065" cy="495872"/>
          </a:xfrm>
          <a:prstGeom prst="rect">
            <a:avLst/>
          </a:prstGeom>
        </p:spPr>
        <p:txBody>
          <a:bodyPr vert="horz" lIns="88212" tIns="44106" rIns="88212" bIns="44106" rtlCol="0" anchor="b"/>
          <a:lstStyle>
            <a:lvl1pPr algn="l">
              <a:defRPr sz="1200" smtClean="0"/>
            </a:lvl1pPr>
          </a:lstStyle>
          <a:p>
            <a:pPr defTabSz="882122" eaLnBrk="0" hangingPunct="0">
              <a:defRPr/>
            </a:pPr>
            <a:endParaRPr lang="zh-CN" altLang="en-US"/>
          </a:p>
        </p:txBody>
      </p:sp>
      <p:sp>
        <p:nvSpPr>
          <p:cNvPr id="5" name="灯片编号占位符 4"/>
          <p:cNvSpPr>
            <a:spLocks noGrp="1"/>
          </p:cNvSpPr>
          <p:nvPr>
            <p:ph type="sldNum" sz="quarter" idx="3"/>
          </p:nvPr>
        </p:nvSpPr>
        <p:spPr>
          <a:xfrm>
            <a:off x="3850092" y="9430813"/>
            <a:ext cx="2946065" cy="495872"/>
          </a:xfrm>
          <a:prstGeom prst="rect">
            <a:avLst/>
          </a:prstGeom>
        </p:spPr>
        <p:txBody>
          <a:bodyPr vert="horz" lIns="88212" tIns="44106" rIns="88212" bIns="44106" rtlCol="0" anchor="b"/>
          <a:lstStyle/>
          <a:p>
            <a:pPr lvl="0" algn="r" fontAlgn="base">
              <a:buNone/>
            </a:pPr>
            <a:fld id="{9A0DB2DC-4C9A-4742-B13C-FB6460FD3503}" type="slidenum">
              <a:rPr lang="zh-CN" altLang="en-US" sz="1200" noProof="1" dirty="0"/>
              <a:t>‹#›</a:t>
            </a:fld>
            <a:endParaRPr lang="zh-CN" altLang="en-US" sz="1200"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6065" cy="495872"/>
          </a:xfrm>
          <a:prstGeom prst="rect">
            <a:avLst/>
          </a:prstGeom>
        </p:spPr>
        <p:txBody>
          <a:bodyPr vert="horz" lIns="95569" tIns="47784" rIns="95569" bIns="47784" rtlCol="0"/>
          <a:lstStyle>
            <a:lvl1pPr algn="l" eaLnBrk="1" hangingPunct="1">
              <a:defRPr sz="1300">
                <a:latin typeface="Arial" panose="020B0604020202020204" pitchFamily="34" charset="0"/>
              </a:defRPr>
            </a:lvl1pPr>
          </a:lstStyle>
          <a:p>
            <a:pPr defTabSz="882122">
              <a:defRPr/>
            </a:pPr>
            <a:endParaRPr lang="zh-CN" altLang="en-US"/>
          </a:p>
        </p:txBody>
      </p:sp>
      <p:sp>
        <p:nvSpPr>
          <p:cNvPr id="3" name="日期占位符 2"/>
          <p:cNvSpPr>
            <a:spLocks noGrp="1"/>
          </p:cNvSpPr>
          <p:nvPr>
            <p:ph type="dt" idx="1"/>
          </p:nvPr>
        </p:nvSpPr>
        <p:spPr>
          <a:xfrm>
            <a:off x="3850092" y="1"/>
            <a:ext cx="2946065" cy="495872"/>
          </a:xfrm>
          <a:prstGeom prst="rect">
            <a:avLst/>
          </a:prstGeom>
        </p:spPr>
        <p:txBody>
          <a:bodyPr vert="horz" lIns="95569" tIns="47784" rIns="95569" bIns="47784" rtlCol="0"/>
          <a:lstStyle>
            <a:lvl1pPr algn="r" eaLnBrk="1" hangingPunct="1">
              <a:defRPr sz="1300">
                <a:latin typeface="Arial" panose="020B0604020202020204" pitchFamily="34" charset="0"/>
              </a:defRPr>
            </a:lvl1pPr>
          </a:lstStyle>
          <a:p>
            <a:pPr defTabSz="882122">
              <a:defRPr/>
            </a:pPr>
            <a:fld id="{43AE81DF-FBE5-4EB3-A463-0AC46A2C5CCC}" type="datetimeFigureOut">
              <a:rPr lang="zh-CN" altLang="en-US" smtClean="0"/>
              <a:pPr defTabSz="882122">
                <a:defRPr/>
              </a:pPr>
              <a:t>2021/10/25</a:t>
            </a:fld>
            <a:endParaRPr lang="zh-CN" altLang="en-US"/>
          </a:p>
        </p:txBody>
      </p:sp>
      <p:sp>
        <p:nvSpPr>
          <p:cNvPr id="4" name="幻灯片图像占位符 3"/>
          <p:cNvSpPr>
            <a:spLocks noGrp="1" noRot="1" noChangeAspect="1"/>
          </p:cNvSpPr>
          <p:nvPr>
            <p:ph type="sldImg" idx="2"/>
          </p:nvPr>
        </p:nvSpPr>
        <p:spPr>
          <a:xfrm>
            <a:off x="919163" y="746125"/>
            <a:ext cx="4959350" cy="3721100"/>
          </a:xfrm>
          <a:prstGeom prst="rect">
            <a:avLst/>
          </a:prstGeom>
          <a:noFill/>
          <a:ln w="12700">
            <a:solidFill>
              <a:prstClr val="black"/>
            </a:solidFill>
          </a:ln>
        </p:spPr>
        <p:txBody>
          <a:bodyPr vert="horz" lIns="95569" tIns="47784" rIns="95569" bIns="47784" rtlCol="0" anchor="ctr"/>
          <a:lstStyle/>
          <a:p>
            <a:pPr marL="0" marR="0" lvl="0" indent="0" algn="l" defTabSz="882122"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79160" y="4715406"/>
            <a:ext cx="5439355" cy="4467471"/>
          </a:xfrm>
          <a:prstGeom prst="rect">
            <a:avLst/>
          </a:prstGeom>
        </p:spPr>
        <p:txBody>
          <a:bodyPr vert="horz" lIns="95569" tIns="47784" rIns="95569" bIns="47784" rtlCol="0"/>
          <a:lstStyle/>
          <a:p>
            <a:pPr marL="0" marR="0" lvl="0" indent="0" algn="l" defTabSz="882122"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41061" marR="0" lvl="1" indent="0" algn="l" defTabSz="882122"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882122" marR="0" lvl="2" indent="0" algn="l" defTabSz="882122"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23183" marR="0" lvl="3" indent="0" algn="l" defTabSz="882122"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764243" marR="0" lvl="4" indent="0" algn="l" defTabSz="882122"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9430813"/>
            <a:ext cx="2946065" cy="495872"/>
          </a:xfrm>
          <a:prstGeom prst="rect">
            <a:avLst/>
          </a:prstGeom>
        </p:spPr>
        <p:txBody>
          <a:bodyPr vert="horz" lIns="95569" tIns="47784" rIns="95569" bIns="47784" rtlCol="0" anchor="b"/>
          <a:lstStyle>
            <a:lvl1pPr algn="l" eaLnBrk="1" hangingPunct="1">
              <a:defRPr sz="1300">
                <a:latin typeface="Arial" panose="020B0604020202020204" pitchFamily="34" charset="0"/>
              </a:defRPr>
            </a:lvl1pPr>
          </a:lstStyle>
          <a:p>
            <a:pPr defTabSz="882122">
              <a:defRPr/>
            </a:pPr>
            <a:endParaRPr lang="zh-CN" altLang="en-US"/>
          </a:p>
        </p:txBody>
      </p:sp>
      <p:sp>
        <p:nvSpPr>
          <p:cNvPr id="7" name="灯片编号占位符 6"/>
          <p:cNvSpPr>
            <a:spLocks noGrp="1"/>
          </p:cNvSpPr>
          <p:nvPr>
            <p:ph type="sldNum" sz="quarter" idx="5"/>
          </p:nvPr>
        </p:nvSpPr>
        <p:spPr>
          <a:xfrm>
            <a:off x="3850092" y="9430813"/>
            <a:ext cx="2946065" cy="495872"/>
          </a:xfrm>
          <a:prstGeom prst="rect">
            <a:avLst/>
          </a:prstGeom>
        </p:spPr>
        <p:txBody>
          <a:bodyPr vert="horz" wrap="square" lIns="95569" tIns="47784" rIns="95569" bIns="47784" numCol="1" anchor="b" anchorCtr="0" compatLnSpc="1"/>
          <a:lstStyle/>
          <a:p>
            <a:pPr lvl="0" algn="r" eaLnBrk="1" fontAlgn="base" hangingPunct="1">
              <a:buNone/>
            </a:pPr>
            <a:fld id="{9A0DB2DC-4C9A-4742-B13C-FB6460FD3503}" type="slidenum">
              <a:rPr lang="zh-CN" altLang="en-US" sz="1300" strike="noStrike" noProof="1" dirty="0">
                <a:latin typeface="Arial" panose="020B0604020202020204" pitchFamily="34" charset="0"/>
                <a:ea typeface="宋体" panose="02010600030101010101" pitchFamily="2" charset="-122"/>
                <a:cs typeface="+mn-cs"/>
              </a:rPr>
              <a:t>‹#›</a:t>
            </a:fld>
            <a:endParaRPr lang="zh-CN" altLang="en-US" sz="13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slide" Target="../slides/slide9.xml"/><Relationship Id="rId7" Type="http://schemas.openxmlformats.org/officeDocument/2006/relationships/image" Target="../media/image39.emf"/><Relationship Id="rId2" Type="http://schemas.openxmlformats.org/officeDocument/2006/relationships/notesMaster" Target="../notesMasters/notesMaster1.xml"/><Relationship Id="rId1" Type="http://schemas.openxmlformats.org/officeDocument/2006/relationships/vmlDrawing" Target="../drawings/vmlDrawing6.vml"/><Relationship Id="rId6" Type="http://schemas.openxmlformats.org/officeDocument/2006/relationships/oleObject" Target="../embeddings/oleObject26.bin"/><Relationship Id="rId5" Type="http://schemas.openxmlformats.org/officeDocument/2006/relationships/image" Target="../media/image38.emf"/><Relationship Id="rId4" Type="http://schemas.openxmlformats.org/officeDocument/2006/relationships/oleObject" Target="../embeddings/oleObject25.bin"/><Relationship Id="rId9" Type="http://schemas.openxmlformats.org/officeDocument/2006/relationships/image" Target="../media/image40.emf"/></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vmlDrawing" Target="../drawings/vmlDrawing16.vml"/><Relationship Id="rId5" Type="http://schemas.openxmlformats.org/officeDocument/2006/relationships/image" Target="../media/image65.emf"/><Relationship Id="rId4" Type="http://schemas.openxmlformats.org/officeDocument/2006/relationships/oleObject" Target="../embeddings/oleObject45.bin"/></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vmlDrawing" Target="../drawings/vmlDrawing19.vml"/><Relationship Id="rId5" Type="http://schemas.openxmlformats.org/officeDocument/2006/relationships/image" Target="../media/image76.emf"/><Relationship Id="rId4" Type="http://schemas.openxmlformats.org/officeDocument/2006/relationships/oleObject" Target="../embeddings/oleObject48.bin"/></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vmlDrawing" Target="../drawings/vmlDrawing25.vml"/><Relationship Id="rId5" Type="http://schemas.openxmlformats.org/officeDocument/2006/relationships/image" Target="../media/image99.emf"/><Relationship Id="rId4" Type="http://schemas.openxmlformats.org/officeDocument/2006/relationships/oleObject" Target="../embeddings/oleObject68.bin"/></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幻灯片图像占位符 1"/>
          <p:cNvSpPr>
            <a:spLocks noGrp="1" noRot="1" noChangeAspect="1" noTextEdit="1"/>
          </p:cNvSpPr>
          <p:nvPr>
            <p:ph type="sldImg"/>
          </p:nvPr>
        </p:nvSpPr>
        <p:spPr>
          <a:ln>
            <a:solidFill>
              <a:srgbClr val="000000"/>
            </a:solidFill>
            <a:miter/>
          </a:ln>
        </p:spPr>
      </p:sp>
      <p:sp>
        <p:nvSpPr>
          <p:cNvPr id="12290" name="备注占位符 2"/>
          <p:cNvSpPr>
            <a:spLocks noGrp="1"/>
          </p:cNvSpPr>
          <p:nvPr>
            <p:ph type="body"/>
          </p:nvPr>
        </p:nvSpPr>
        <p:spPr>
          <a:noFill/>
          <a:ln>
            <a:noFill/>
          </a:ln>
        </p:spPr>
        <p:txBody>
          <a:bodyPr wrap="square" lIns="95569" tIns="47784" rIns="95569" bIns="47784" anchor="t" anchorCtr="0"/>
          <a:lstStyle/>
          <a:p>
            <a:pPr lvl="0" eaLnBrk="1" hangingPunct="1"/>
            <a:endParaRPr lang="zh-CN" altLang="en-US" dirty="0"/>
          </a:p>
        </p:txBody>
      </p:sp>
      <p:sp>
        <p:nvSpPr>
          <p:cNvPr id="12291" name="灯片编号占位符 3"/>
          <p:cNvSpPr txBox="1">
            <a:spLocks noGrp="1"/>
          </p:cNvSpPr>
          <p:nvPr>
            <p:ph type="sldNum" sz="quarter"/>
          </p:nvPr>
        </p:nvSpPr>
        <p:spPr>
          <a:xfrm>
            <a:off x="3850092" y="9430813"/>
            <a:ext cx="2946065" cy="495872"/>
          </a:xfrm>
          <a:prstGeom prst="rect">
            <a:avLst/>
          </a:prstGeom>
          <a:noFill/>
          <a:ln w="9525">
            <a:noFill/>
          </a:ln>
        </p:spPr>
        <p:txBody>
          <a:bodyPr vert="horz" wrap="square" lIns="95569" tIns="47784" rIns="95569" bIns="47784" anchor="b" anchorCtr="0"/>
          <a:lstStyle/>
          <a:p>
            <a:pPr lvl="0" algn="r" eaLnBrk="1" hangingPunct="1"/>
            <a:fld id="{9A0DB2DC-4C9A-4742-B13C-FB6460FD3503}" type="slidenum">
              <a:rPr lang="zh-CN" altLang="en-US" sz="1300" dirty="0"/>
              <a:t>1</a:t>
            </a:fld>
            <a:endParaRPr lang="zh-CN" altLang="en-US" sz="13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53610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2932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知其然，也知其所以然</a:t>
            </a:r>
            <a:endParaRPr lang="zh-CN" altLang="en-US" dirty="0"/>
          </a:p>
        </p:txBody>
      </p:sp>
    </p:spTree>
    <p:extLst>
      <p:ext uri="{BB962C8B-B14F-4D97-AF65-F5344CB8AC3E}">
        <p14:creationId xmlns:p14="http://schemas.microsoft.com/office/powerpoint/2010/main" val="19275932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7572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graphicFrame>
        <p:nvGraphicFramePr>
          <p:cNvPr id="4" name="对象 3">
            <a:extLst>
              <a:ext uri="{FF2B5EF4-FFF2-40B4-BE49-F238E27FC236}">
                <a16:creationId xmlns:a16="http://schemas.microsoft.com/office/drawing/2014/main" id="{4F1E9C3E-BA66-4B36-8198-9D2946AC8B24}"/>
              </a:ext>
            </a:extLst>
          </p:cNvPr>
          <p:cNvGraphicFramePr>
            <a:graphicFrameLocks noChangeAspect="1"/>
          </p:cNvGraphicFramePr>
          <p:nvPr>
            <p:extLst>
              <p:ext uri="{D42A27DB-BD31-4B8C-83A1-F6EECF244321}">
                <p14:modId xmlns:p14="http://schemas.microsoft.com/office/powerpoint/2010/main" val="3013944568"/>
              </p:ext>
            </p:extLst>
          </p:nvPr>
        </p:nvGraphicFramePr>
        <p:xfrm>
          <a:off x="3018995" y="4827825"/>
          <a:ext cx="758167" cy="269495"/>
        </p:xfrm>
        <a:graphic>
          <a:graphicData uri="http://schemas.openxmlformats.org/presentationml/2006/ole">
            <mc:AlternateContent xmlns:mc="http://schemas.openxmlformats.org/markup-compatibility/2006">
              <mc:Choice xmlns:v="urn:schemas-microsoft-com:vml" Requires="v">
                <p:oleObj spid="_x0000_s25665" name="Equation" r:id="rId4" imgW="792779" imgH="277570" progId="Equation.DSMT4">
                  <p:embed/>
                </p:oleObj>
              </mc:Choice>
              <mc:Fallback>
                <p:oleObj name="Equation" r:id="rId4" imgW="792779" imgH="277570" progId="Equation.DSMT4">
                  <p:embed/>
                  <p:pic>
                    <p:nvPicPr>
                      <p:cNvPr id="0" name=""/>
                      <p:cNvPicPr/>
                      <p:nvPr/>
                    </p:nvPicPr>
                    <p:blipFill>
                      <a:blip r:embed="rId5"/>
                      <a:stretch>
                        <a:fillRect/>
                      </a:stretch>
                    </p:blipFill>
                    <p:spPr>
                      <a:xfrm>
                        <a:off x="3018995" y="4827825"/>
                        <a:ext cx="758167" cy="269495"/>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EE503B5D-0E66-40BB-BB0D-E0A9DC23F488}"/>
              </a:ext>
            </a:extLst>
          </p:cNvPr>
          <p:cNvGraphicFramePr>
            <a:graphicFrameLocks noChangeAspect="1"/>
          </p:cNvGraphicFramePr>
          <p:nvPr>
            <p:extLst>
              <p:ext uri="{D42A27DB-BD31-4B8C-83A1-F6EECF244321}">
                <p14:modId xmlns:p14="http://schemas.microsoft.com/office/powerpoint/2010/main" val="2770823421"/>
              </p:ext>
            </p:extLst>
          </p:nvPr>
        </p:nvGraphicFramePr>
        <p:xfrm>
          <a:off x="3018995" y="4827825"/>
          <a:ext cx="758167" cy="269495"/>
        </p:xfrm>
        <a:graphic>
          <a:graphicData uri="http://schemas.openxmlformats.org/presentationml/2006/ole">
            <mc:AlternateContent xmlns:mc="http://schemas.openxmlformats.org/markup-compatibility/2006">
              <mc:Choice xmlns:v="urn:schemas-microsoft-com:vml" Requires="v">
                <p:oleObj spid="_x0000_s25666" name="Equation" r:id="rId6" imgW="792779" imgH="277570" progId="Equation.DSMT4">
                  <p:embed/>
                </p:oleObj>
              </mc:Choice>
              <mc:Fallback>
                <p:oleObj name="Equation" r:id="rId6" imgW="792779" imgH="277570" progId="Equation.DSMT4">
                  <p:embed/>
                  <p:pic>
                    <p:nvPicPr>
                      <p:cNvPr id="0" name=""/>
                      <p:cNvPicPr/>
                      <p:nvPr/>
                    </p:nvPicPr>
                    <p:blipFill>
                      <a:blip r:embed="rId7"/>
                      <a:stretch>
                        <a:fillRect/>
                      </a:stretch>
                    </p:blipFill>
                    <p:spPr>
                      <a:xfrm>
                        <a:off x="3018995" y="4827825"/>
                        <a:ext cx="758167" cy="269495"/>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64F93BAB-7A08-4121-A904-AAFBF68FC6F4}"/>
              </a:ext>
            </a:extLst>
          </p:cNvPr>
          <p:cNvGraphicFramePr>
            <a:graphicFrameLocks noChangeAspect="1"/>
          </p:cNvGraphicFramePr>
          <p:nvPr>
            <p:extLst>
              <p:ext uri="{D42A27DB-BD31-4B8C-83A1-F6EECF244321}">
                <p14:modId xmlns:p14="http://schemas.microsoft.com/office/powerpoint/2010/main" val="2784299536"/>
              </p:ext>
            </p:extLst>
          </p:nvPr>
        </p:nvGraphicFramePr>
        <p:xfrm>
          <a:off x="3018995" y="4827825"/>
          <a:ext cx="758167" cy="269495"/>
        </p:xfrm>
        <a:graphic>
          <a:graphicData uri="http://schemas.openxmlformats.org/presentationml/2006/ole">
            <mc:AlternateContent xmlns:mc="http://schemas.openxmlformats.org/markup-compatibility/2006">
              <mc:Choice xmlns:v="urn:schemas-microsoft-com:vml" Requires="v">
                <p:oleObj spid="_x0000_s25667" name="Equation" r:id="rId8" imgW="792779" imgH="277570" progId="Equation.DSMT4">
                  <p:embed/>
                </p:oleObj>
              </mc:Choice>
              <mc:Fallback>
                <p:oleObj name="Equation" r:id="rId8" imgW="792779" imgH="277570" progId="Equation.DSMT4">
                  <p:embed/>
                  <p:pic>
                    <p:nvPicPr>
                      <p:cNvPr id="0" name=""/>
                      <p:cNvPicPr/>
                      <p:nvPr/>
                    </p:nvPicPr>
                    <p:blipFill>
                      <a:blip r:embed="rId9"/>
                      <a:stretch>
                        <a:fillRect/>
                      </a:stretch>
                    </p:blipFill>
                    <p:spPr>
                      <a:xfrm>
                        <a:off x="3018995" y="4827825"/>
                        <a:ext cx="758167" cy="269495"/>
                      </a:xfrm>
                      <a:prstGeom prst="rect">
                        <a:avLst/>
                      </a:prstGeom>
                    </p:spPr>
                  </p:pic>
                </p:oleObj>
              </mc:Fallback>
            </mc:AlternateContent>
          </a:graphicData>
        </a:graphic>
      </p:graphicFrame>
    </p:spTree>
    <p:extLst>
      <p:ext uri="{BB962C8B-B14F-4D97-AF65-F5344CB8AC3E}">
        <p14:creationId xmlns:p14="http://schemas.microsoft.com/office/powerpoint/2010/main" val="2667159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47001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812905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636282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738952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977330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graphicFrame>
        <p:nvGraphicFramePr>
          <p:cNvPr id="4" name="对象 3">
            <a:extLst>
              <a:ext uri="{FF2B5EF4-FFF2-40B4-BE49-F238E27FC236}">
                <a16:creationId xmlns:a16="http://schemas.microsoft.com/office/drawing/2014/main" id="{7290F969-0825-4751-8F2D-7B7651DA1EF4}"/>
              </a:ext>
            </a:extLst>
          </p:cNvPr>
          <p:cNvGraphicFramePr>
            <a:graphicFrameLocks noChangeAspect="1"/>
          </p:cNvGraphicFramePr>
          <p:nvPr>
            <p:extLst>
              <p:ext uri="{D42A27DB-BD31-4B8C-83A1-F6EECF244321}">
                <p14:modId xmlns:p14="http://schemas.microsoft.com/office/powerpoint/2010/main" val="2393829851"/>
              </p:ext>
            </p:extLst>
          </p:nvPr>
        </p:nvGraphicFramePr>
        <p:xfrm>
          <a:off x="1292987" y="2992174"/>
          <a:ext cx="4211702" cy="3942338"/>
        </p:xfrm>
        <a:graphic>
          <a:graphicData uri="http://schemas.openxmlformats.org/presentationml/2006/ole">
            <mc:AlternateContent xmlns:mc="http://schemas.openxmlformats.org/markup-compatibility/2006">
              <mc:Choice xmlns:v="urn:schemas-microsoft-com:vml" Requires="v">
                <p:oleObj spid="_x0000_s13343" name="Equation" r:id="rId4" imgW="4399888" imgH="4064546" progId="Equation.DSMT4">
                  <p:embed/>
                </p:oleObj>
              </mc:Choice>
              <mc:Fallback>
                <p:oleObj name="Equation" r:id="rId4" imgW="4399888" imgH="4064546" progId="Equation.DSMT4">
                  <p:embed/>
                  <p:pic>
                    <p:nvPicPr>
                      <p:cNvPr id="0" name=""/>
                      <p:cNvPicPr/>
                      <p:nvPr/>
                    </p:nvPicPr>
                    <p:blipFill>
                      <a:blip r:embed="rId5"/>
                      <a:stretch>
                        <a:fillRect/>
                      </a:stretch>
                    </p:blipFill>
                    <p:spPr>
                      <a:xfrm>
                        <a:off x="1292987" y="2992174"/>
                        <a:ext cx="4211702" cy="3942338"/>
                      </a:xfrm>
                      <a:prstGeom prst="rect">
                        <a:avLst/>
                      </a:prstGeom>
                    </p:spPr>
                  </p:pic>
                </p:oleObj>
              </mc:Fallback>
            </mc:AlternateContent>
          </a:graphicData>
        </a:graphic>
      </p:graphicFrame>
    </p:spTree>
    <p:extLst>
      <p:ext uri="{BB962C8B-B14F-4D97-AF65-F5344CB8AC3E}">
        <p14:creationId xmlns:p14="http://schemas.microsoft.com/office/powerpoint/2010/main" val="324125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69435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graphicFrame>
        <p:nvGraphicFramePr>
          <p:cNvPr id="4" name="对象 3">
            <a:extLst>
              <a:ext uri="{FF2B5EF4-FFF2-40B4-BE49-F238E27FC236}">
                <a16:creationId xmlns:a16="http://schemas.microsoft.com/office/drawing/2014/main" id="{EB1F3DE0-603E-43E3-B694-719F2C63DDD5}"/>
              </a:ext>
            </a:extLst>
          </p:cNvPr>
          <p:cNvGraphicFramePr>
            <a:graphicFrameLocks noChangeAspect="1"/>
          </p:cNvGraphicFramePr>
          <p:nvPr>
            <p:extLst>
              <p:ext uri="{D42A27DB-BD31-4B8C-83A1-F6EECF244321}">
                <p14:modId xmlns:p14="http://schemas.microsoft.com/office/powerpoint/2010/main" val="2774851869"/>
              </p:ext>
            </p:extLst>
          </p:nvPr>
        </p:nvGraphicFramePr>
        <p:xfrm>
          <a:off x="2578377" y="4675367"/>
          <a:ext cx="1639403" cy="575951"/>
        </p:xfrm>
        <a:graphic>
          <a:graphicData uri="http://schemas.openxmlformats.org/presentationml/2006/ole">
            <mc:AlternateContent xmlns:mc="http://schemas.openxmlformats.org/markup-compatibility/2006">
              <mc:Choice xmlns:v="urn:schemas-microsoft-com:vml" Requires="v">
                <p:oleObj spid="_x0000_s29713" name="Equation" r:id="rId4" imgW="1713008" imgH="594381" progId="Equation.DSMT4">
                  <p:embed/>
                </p:oleObj>
              </mc:Choice>
              <mc:Fallback>
                <p:oleObj name="Equation" r:id="rId4" imgW="1713008" imgH="594381" progId="Equation.DSMT4">
                  <p:embed/>
                  <p:pic>
                    <p:nvPicPr>
                      <p:cNvPr id="0" name=""/>
                      <p:cNvPicPr/>
                      <p:nvPr/>
                    </p:nvPicPr>
                    <p:blipFill>
                      <a:blip r:embed="rId5"/>
                      <a:stretch>
                        <a:fillRect/>
                      </a:stretch>
                    </p:blipFill>
                    <p:spPr>
                      <a:xfrm>
                        <a:off x="2578377" y="4675367"/>
                        <a:ext cx="1639403" cy="575951"/>
                      </a:xfrm>
                      <a:prstGeom prst="rect">
                        <a:avLst/>
                      </a:prstGeom>
                    </p:spPr>
                  </p:pic>
                </p:oleObj>
              </mc:Fallback>
            </mc:AlternateContent>
          </a:graphicData>
        </a:graphic>
      </p:graphicFrame>
    </p:spTree>
    <p:extLst>
      <p:ext uri="{BB962C8B-B14F-4D97-AF65-F5344CB8AC3E}">
        <p14:creationId xmlns:p14="http://schemas.microsoft.com/office/powerpoint/2010/main" val="17818355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78489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500" b="1"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81341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580596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211086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149974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graphicFrame>
        <p:nvGraphicFramePr>
          <p:cNvPr id="4" name="对象 3">
            <a:extLst>
              <a:ext uri="{FF2B5EF4-FFF2-40B4-BE49-F238E27FC236}">
                <a16:creationId xmlns:a16="http://schemas.microsoft.com/office/drawing/2014/main" id="{3C384713-EDDE-4937-8D3D-460AADC4E874}"/>
              </a:ext>
            </a:extLst>
          </p:cNvPr>
          <p:cNvGraphicFramePr>
            <a:graphicFrameLocks noChangeAspect="1"/>
          </p:cNvGraphicFramePr>
          <p:nvPr>
            <p:extLst>
              <p:ext uri="{D42A27DB-BD31-4B8C-83A1-F6EECF244321}">
                <p14:modId xmlns:p14="http://schemas.microsoft.com/office/powerpoint/2010/main" val="2136139249"/>
              </p:ext>
            </p:extLst>
          </p:nvPr>
        </p:nvGraphicFramePr>
        <p:xfrm>
          <a:off x="3131428" y="4750826"/>
          <a:ext cx="534819" cy="423493"/>
        </p:xfrm>
        <a:graphic>
          <a:graphicData uri="http://schemas.openxmlformats.org/presentationml/2006/ole">
            <mc:AlternateContent xmlns:mc="http://schemas.openxmlformats.org/markup-compatibility/2006">
              <mc:Choice xmlns:v="urn:schemas-microsoft-com:vml" Requires="v">
                <p:oleObj spid="_x0000_s18458" name="Equation" r:id="rId4" imgW="558042" imgH="435976" progId="Equation.DSMT4">
                  <p:embed/>
                </p:oleObj>
              </mc:Choice>
              <mc:Fallback>
                <p:oleObj name="Equation" r:id="rId4" imgW="558042" imgH="435976" progId="Equation.DSMT4">
                  <p:embed/>
                  <p:pic>
                    <p:nvPicPr>
                      <p:cNvPr id="0" name=""/>
                      <p:cNvPicPr/>
                      <p:nvPr/>
                    </p:nvPicPr>
                    <p:blipFill>
                      <a:blip r:embed="rId5"/>
                      <a:stretch>
                        <a:fillRect/>
                      </a:stretch>
                    </p:blipFill>
                    <p:spPr>
                      <a:xfrm>
                        <a:off x="3131428" y="4750826"/>
                        <a:ext cx="534819" cy="423493"/>
                      </a:xfrm>
                      <a:prstGeom prst="rect">
                        <a:avLst/>
                      </a:prstGeom>
                    </p:spPr>
                  </p:pic>
                </p:oleObj>
              </mc:Fallback>
            </mc:AlternateContent>
          </a:graphicData>
        </a:graphic>
      </p:graphicFrame>
    </p:spTree>
    <p:extLst>
      <p:ext uri="{BB962C8B-B14F-4D97-AF65-F5344CB8AC3E}">
        <p14:creationId xmlns:p14="http://schemas.microsoft.com/office/powerpoint/2010/main" val="325324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781037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879527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698647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851925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389552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567148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15272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pPr fontAlgn="base"/>
            <a:r>
              <a:rPr lang="en-US" altLang="zh-HK" strike="noStrike" noProof="1"/>
              <a:t>Click to edit Master title style</a:t>
            </a:r>
            <a:endParaRPr lang="zh-HK" altLang="en-US" strike="noStrike"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en-US" altLang="zh-HK" strike="noStrike" noProof="1"/>
              <a:t>Click to edit Master subtitle style</a:t>
            </a:r>
            <a:endParaRPr lang="zh-HK" altLang="en-US" strike="noStrike" noProof="1"/>
          </a:p>
        </p:txBody>
      </p:sp>
      <p:sp>
        <p:nvSpPr>
          <p:cNvPr id="9" name="Date Placeholder 3"/>
          <p:cNvSpPr>
            <a:spLocks noGrp="1"/>
          </p:cNvSpPr>
          <p:nvPr>
            <p:ph type="dt" sz="half" idx="2"/>
          </p:nvPr>
        </p:nvSpPr>
        <p:spPr>
          <a:xfrm>
            <a:off x="628650" y="6356350"/>
            <a:ext cx="1135063" cy="365125"/>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0" name="Footer Placeholder 4"/>
          <p:cNvSpPr>
            <a:spLocks noGrp="1"/>
          </p:cNvSpPr>
          <p:nvPr>
            <p:ph type="ftr" sz="quarter" idx="3"/>
          </p:nvPr>
        </p:nvSpPr>
        <p:spPr>
          <a:xfrm>
            <a:off x="1979613" y="6356350"/>
            <a:ext cx="5400675" cy="365125"/>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Slide Number Placeholder 5"/>
          <p:cNvSpPr>
            <a:spLocks noGrp="1"/>
          </p:cNvSpPr>
          <p:nvPr>
            <p:ph type="sldNum" sz="quarter" idx="4"/>
          </p:nvPr>
        </p:nvSpPr>
        <p:spPr>
          <a:xfrm>
            <a:off x="8101013" y="6356350"/>
            <a:ext cx="919163" cy="365125"/>
          </a:xfrm>
          <a:prstGeom prst="rect">
            <a:avLst/>
          </a:prstGeom>
        </p:spPr>
        <p:txBody>
          <a:bodyPr vert="horz" wrap="square" lIns="91440" tIns="45720" rIns="91440" bIns="45720" numCol="1" anchor="ctr" anchorCtr="0" compatLnSpc="1"/>
          <a:lstStyle/>
          <a:p>
            <a:pPr algn="r" eaLnBrk="1" fontAlgn="base" hangingPunct="1">
              <a:buNone/>
            </a:pPr>
            <a:fld id="{9A0DB2DC-4C9A-4742-B13C-FB6460FD3503}" type="slidenum">
              <a:rPr lang="zh-CN" altLang="zh-CN" strike="noStrike" noProof="1" dirty="0">
                <a:latin typeface="Arial" panose="020B0604020202020204" pitchFamily="34" charset="0"/>
                <a:ea typeface="宋体" panose="02010600030101010101" pitchFamily="2" charset="-122"/>
                <a:cs typeface="+mn-cs"/>
              </a:rPr>
              <a:t>‹#›</a:t>
            </a:fld>
            <a:endParaRPr lang="zh-CN" altLang="zh-CN" strike="noStrike" noProof="1"/>
          </a:p>
        </p:txBody>
      </p:sp>
    </p:spTree>
  </p:cSld>
  <p:clrMapOvr>
    <a:masterClrMapping/>
  </p:clrMapOvr>
  <p:transition/>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altLang="zh-HK" strike="noStrike" noProof="1"/>
              <a:t>Click to edit Master title style</a:t>
            </a:r>
            <a:endParaRPr lang="zh-HK" altLang="en-US" strike="noStrike" noProof="1"/>
          </a:p>
        </p:txBody>
      </p:sp>
      <p:sp>
        <p:nvSpPr>
          <p:cNvPr id="3" name="Content Placeholder 2"/>
          <p:cNvSpPr>
            <a:spLocks noGrp="1"/>
          </p:cNvSpPr>
          <p:nvPr>
            <p:ph idx="1"/>
          </p:nvPr>
        </p:nvSpPr>
        <p:spPr/>
        <p:txBody>
          <a:bodyPr/>
          <a:lstStyle>
            <a:lvl1pPr marL="171450" indent="-171450">
              <a:defRPr lang="en-US" altLang="zh-HK" sz="2000" b="1" kern="1200" dirty="0" smtClean="0">
                <a:solidFill>
                  <a:schemeClr val="tx1"/>
                </a:solidFill>
                <a:latin typeface="Segoe UI Light" panose="020B0502040204020203" pitchFamily="34" charset="0"/>
                <a:ea typeface="+mn-ea"/>
                <a:cs typeface="Segoe UI Light" panose="020B0502040204020203" pitchFamily="34" charset="0"/>
              </a:defRPr>
            </a:lvl1pPr>
            <a:lvl2pPr>
              <a:defRPr lang="en-US" altLang="zh-HK" sz="1800" b="1" kern="1200" dirty="0" smtClean="0">
                <a:solidFill>
                  <a:schemeClr val="tx1"/>
                </a:solidFill>
                <a:latin typeface="Segoe UI Light" panose="020B0502040204020203" pitchFamily="34" charset="0"/>
                <a:ea typeface="+mn-ea"/>
                <a:cs typeface="Segoe UI Light" panose="020B0502040204020203" pitchFamily="34" charset="0"/>
              </a:defRPr>
            </a:lvl2pPr>
            <a:lvl3pPr>
              <a:defRPr lang="en-US" altLang="zh-HK" sz="1600" b="1" kern="1200" dirty="0" smtClean="0">
                <a:solidFill>
                  <a:schemeClr val="tx1"/>
                </a:solidFill>
                <a:latin typeface="Segoe UI Light" panose="020B0502040204020203" pitchFamily="34" charset="0"/>
                <a:ea typeface="+mn-ea"/>
                <a:cs typeface="Segoe UI Light" panose="020B0502040204020203" pitchFamily="34" charset="0"/>
              </a:defRPr>
            </a:lvl3pPr>
            <a:lvl4pPr>
              <a:defRPr lang="en-US" altLang="zh-HK" sz="1400" kern="1200" dirty="0" smtClean="0">
                <a:solidFill>
                  <a:schemeClr val="tx1"/>
                </a:solidFill>
                <a:latin typeface="Segoe UI Light" panose="020B0502040204020203" pitchFamily="34" charset="0"/>
                <a:ea typeface="+mn-ea"/>
                <a:cs typeface="Segoe UI Light" panose="020B0502040204020203" pitchFamily="34" charset="0"/>
              </a:defRPr>
            </a:lvl4pPr>
            <a:lvl5pPr>
              <a:defRPr lang="zh-HK" altLang="en-US" sz="1200" kern="1200" dirty="0">
                <a:solidFill>
                  <a:schemeClr val="tx1"/>
                </a:solidFill>
                <a:latin typeface="Segoe UI Light" panose="020B0502040204020203" pitchFamily="34" charset="0"/>
                <a:ea typeface="+mn-ea"/>
                <a:cs typeface="Segoe UI Light" panose="020B0502040204020203" pitchFamily="34" charset="0"/>
              </a:defRPr>
            </a:lvl5pPr>
          </a:lstStyle>
          <a:p>
            <a:pPr lvl="0" fontAlgn="base"/>
            <a:r>
              <a:rPr lang="en-US" altLang="zh-HK" strike="noStrike" noProof="1"/>
              <a:t>Click to edit Master text styles</a:t>
            </a:r>
          </a:p>
          <a:p>
            <a:pPr lvl="1" fontAlgn="base"/>
            <a:r>
              <a:rPr lang="en-US" altLang="zh-HK" strike="noStrike" noProof="1"/>
              <a:t>Second level</a:t>
            </a:r>
          </a:p>
          <a:p>
            <a:pPr lvl="2" fontAlgn="base"/>
            <a:r>
              <a:rPr lang="en-US" altLang="zh-HK" strike="noStrike" noProof="1"/>
              <a:t>Third level</a:t>
            </a:r>
          </a:p>
          <a:p>
            <a:pPr lvl="3" fontAlgn="base"/>
            <a:r>
              <a:rPr lang="en-US" altLang="zh-HK" strike="noStrike" noProof="1"/>
              <a:t>Fourth level</a:t>
            </a:r>
          </a:p>
          <a:p>
            <a:pPr lvl="4" fontAlgn="base"/>
            <a:r>
              <a:rPr lang="en-US" altLang="zh-HK" strike="noStrike" noProof="1"/>
              <a:t>Fifth level</a:t>
            </a:r>
            <a:endParaRPr lang="zh-HK"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zh-CN" altLang="zh-CN" strike="noStrike" noProof="1" dirty="0">
                <a:latin typeface="Arial" panose="020B0604020202020204" pitchFamily="34" charset="0"/>
                <a:ea typeface="宋体" panose="02010600030101010101" pitchFamily="2" charset="-122"/>
                <a:cs typeface="+mn-cs"/>
              </a:rPr>
              <a:t>‹#›</a:t>
            </a:fld>
            <a:endParaRPr lang="zh-CN" altLang="zh-CN" strike="noStrike" noProof="1">
              <a:latin typeface="Arial" panose="020B0604020202020204" pitchFamily="34" charset="0"/>
            </a:endParaRPr>
          </a:p>
        </p:txBody>
      </p:sp>
    </p:spTree>
  </p:cSld>
  <p:clrMapOvr>
    <a:masterClrMapping/>
  </p:clrMapOvr>
  <p:transition/>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pPr fontAlgn="base"/>
            <a:r>
              <a:rPr lang="en-US" altLang="zh-HK" strike="noStrike" noProof="1"/>
              <a:t>Click to edit Master title style</a:t>
            </a:r>
            <a:endParaRPr lang="zh-HK" altLang="en-US" strike="noStrike" noProof="1"/>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en-US" altLang="zh-HK" strike="noStrike" noProof="1"/>
              <a:t>Click to edit Master text styles</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zh-CN" altLang="zh-CN" strike="noStrike" noProof="1" dirty="0">
                <a:latin typeface="Arial" panose="020B0604020202020204" pitchFamily="34" charset="0"/>
                <a:ea typeface="宋体" panose="02010600030101010101" pitchFamily="2" charset="-122"/>
                <a:cs typeface="+mn-cs"/>
              </a:rPr>
              <a:t>‹#›</a:t>
            </a:fld>
            <a:endParaRPr lang="zh-CN" altLang="zh-CN" strike="noStrike" noProof="1">
              <a:latin typeface="Arial" panose="020B0604020202020204" pitchFamily="34" charset="0"/>
            </a:endParaRPr>
          </a:p>
        </p:txBody>
      </p:sp>
    </p:spTree>
  </p:cSld>
  <p:clrMapOvr>
    <a:masterClrMapping/>
  </p:clrMapOvr>
  <p:transition/>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altLang="zh-HK" strike="noStrike" noProof="1"/>
              <a:t>Click to edit Master title style</a:t>
            </a:r>
            <a:endParaRPr lang="zh-HK" altLang="en-US" strike="noStrike" noProof="1"/>
          </a:p>
        </p:txBody>
      </p:sp>
      <p:sp>
        <p:nvSpPr>
          <p:cNvPr id="3" name="Content Placeholder 2"/>
          <p:cNvSpPr>
            <a:spLocks noGrp="1"/>
          </p:cNvSpPr>
          <p:nvPr>
            <p:ph sz="half" idx="1"/>
          </p:nvPr>
        </p:nvSpPr>
        <p:spPr>
          <a:xfrm>
            <a:off x="628650" y="1825625"/>
            <a:ext cx="3886200" cy="4351338"/>
          </a:xfrm>
        </p:spPr>
        <p:txBody>
          <a:bodyPr/>
          <a:lstStyle/>
          <a:p>
            <a:pPr lvl="0" fontAlgn="base"/>
            <a:r>
              <a:rPr lang="en-US" altLang="zh-HK" strike="noStrike" noProof="1"/>
              <a:t>Click to edit Master text styles</a:t>
            </a:r>
          </a:p>
          <a:p>
            <a:pPr lvl="1" fontAlgn="base"/>
            <a:r>
              <a:rPr lang="en-US" altLang="zh-HK" strike="noStrike" noProof="1"/>
              <a:t>Second level</a:t>
            </a:r>
          </a:p>
          <a:p>
            <a:pPr lvl="2" fontAlgn="base"/>
            <a:r>
              <a:rPr lang="en-US" altLang="zh-HK" strike="noStrike" noProof="1"/>
              <a:t>Third level</a:t>
            </a:r>
          </a:p>
          <a:p>
            <a:pPr lvl="3" fontAlgn="base"/>
            <a:r>
              <a:rPr lang="en-US" altLang="zh-HK" strike="noStrike" noProof="1"/>
              <a:t>Fourth level</a:t>
            </a:r>
          </a:p>
          <a:p>
            <a:pPr lvl="4" fontAlgn="base"/>
            <a:r>
              <a:rPr lang="en-US" altLang="zh-HK" strike="noStrike" noProof="1"/>
              <a:t>Fifth level</a:t>
            </a:r>
            <a:endParaRPr lang="zh-HK" altLang="en-US" strike="noStrike" noProof="1"/>
          </a:p>
        </p:txBody>
      </p:sp>
      <p:sp>
        <p:nvSpPr>
          <p:cNvPr id="4" name="Content Placeholder 3"/>
          <p:cNvSpPr>
            <a:spLocks noGrp="1"/>
          </p:cNvSpPr>
          <p:nvPr>
            <p:ph sz="half" idx="2"/>
          </p:nvPr>
        </p:nvSpPr>
        <p:spPr>
          <a:xfrm>
            <a:off x="4629150" y="1825625"/>
            <a:ext cx="3886200" cy="4351338"/>
          </a:xfrm>
        </p:spPr>
        <p:txBody>
          <a:bodyPr/>
          <a:lstStyle/>
          <a:p>
            <a:pPr lvl="0" fontAlgn="base"/>
            <a:r>
              <a:rPr lang="en-US" altLang="zh-HK" strike="noStrike" noProof="1"/>
              <a:t>Click to edit Master text styles</a:t>
            </a:r>
          </a:p>
          <a:p>
            <a:pPr lvl="1" fontAlgn="base"/>
            <a:r>
              <a:rPr lang="en-US" altLang="zh-HK" strike="noStrike" noProof="1"/>
              <a:t>Second level</a:t>
            </a:r>
          </a:p>
          <a:p>
            <a:pPr lvl="2" fontAlgn="base"/>
            <a:r>
              <a:rPr lang="en-US" altLang="zh-HK" strike="noStrike" noProof="1"/>
              <a:t>Third level</a:t>
            </a:r>
          </a:p>
          <a:p>
            <a:pPr lvl="3" fontAlgn="base"/>
            <a:r>
              <a:rPr lang="en-US" altLang="zh-HK" strike="noStrike" noProof="1"/>
              <a:t>Fourth level</a:t>
            </a:r>
          </a:p>
          <a:p>
            <a:pPr lvl="4" fontAlgn="base"/>
            <a:r>
              <a:rPr lang="en-US" altLang="zh-HK" strike="noStrike" noProof="1"/>
              <a:t>Fifth level</a:t>
            </a:r>
            <a:endParaRPr lang="zh-HK"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zh-CN" altLang="zh-CN" strike="noStrike" noProof="1" dirty="0">
                <a:latin typeface="Arial" panose="020B0604020202020204" pitchFamily="34" charset="0"/>
                <a:ea typeface="宋体" panose="02010600030101010101" pitchFamily="2" charset="-122"/>
                <a:cs typeface="+mn-cs"/>
              </a:rPr>
              <a:t>‹#›</a:t>
            </a:fld>
            <a:endParaRPr lang="zh-CN" altLang="zh-CN" strike="noStrike" noProof="1">
              <a:latin typeface="Arial" panose="020B0604020202020204" pitchFamily="34" charset="0"/>
            </a:endParaRPr>
          </a:p>
        </p:txBody>
      </p:sp>
    </p:spTree>
  </p:cSld>
  <p:clrMapOvr>
    <a:masterClrMapping/>
  </p:clrMapOvr>
  <p:transition/>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pPr fontAlgn="base"/>
            <a:r>
              <a:rPr lang="en-US" altLang="zh-HK" strike="noStrike" noProof="1"/>
              <a:t>Click to edit Master title style</a:t>
            </a:r>
            <a:endParaRPr lang="zh-HK" altLang="en-US" strike="noStrike" noProof="1"/>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altLang="zh-HK" strike="noStrike" noProof="1"/>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fontAlgn="base"/>
            <a:r>
              <a:rPr lang="en-US" altLang="zh-HK" strike="noStrike" noProof="1"/>
              <a:t>Click to edit Master text styles</a:t>
            </a:r>
          </a:p>
          <a:p>
            <a:pPr lvl="1" fontAlgn="base"/>
            <a:r>
              <a:rPr lang="en-US" altLang="zh-HK" strike="noStrike" noProof="1"/>
              <a:t>Second level</a:t>
            </a:r>
          </a:p>
          <a:p>
            <a:pPr lvl="2" fontAlgn="base"/>
            <a:r>
              <a:rPr lang="en-US" altLang="zh-HK" strike="noStrike" noProof="1"/>
              <a:t>Third level</a:t>
            </a:r>
          </a:p>
          <a:p>
            <a:pPr lvl="3" fontAlgn="base"/>
            <a:r>
              <a:rPr lang="en-US" altLang="zh-HK" strike="noStrike" noProof="1"/>
              <a:t>Fourth level</a:t>
            </a:r>
          </a:p>
          <a:p>
            <a:pPr lvl="4" fontAlgn="base"/>
            <a:r>
              <a:rPr lang="en-US" altLang="zh-HK" strike="noStrike" noProof="1"/>
              <a:t>Fifth level</a:t>
            </a:r>
            <a:endParaRPr lang="zh-HK" altLang="en-US" strike="noStrike"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altLang="zh-HK" strike="noStrike" noProof="1"/>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fontAlgn="base"/>
            <a:r>
              <a:rPr lang="en-US" altLang="zh-HK" strike="noStrike" noProof="1"/>
              <a:t>Click to edit Master text styles</a:t>
            </a:r>
          </a:p>
          <a:p>
            <a:pPr lvl="1" fontAlgn="base"/>
            <a:r>
              <a:rPr lang="en-US" altLang="zh-HK" strike="noStrike" noProof="1"/>
              <a:t>Second level</a:t>
            </a:r>
          </a:p>
          <a:p>
            <a:pPr lvl="2" fontAlgn="base"/>
            <a:r>
              <a:rPr lang="en-US" altLang="zh-HK" strike="noStrike" noProof="1"/>
              <a:t>Third level</a:t>
            </a:r>
          </a:p>
          <a:p>
            <a:pPr lvl="3" fontAlgn="base"/>
            <a:r>
              <a:rPr lang="en-US" altLang="zh-HK" strike="noStrike" noProof="1"/>
              <a:t>Fourth level</a:t>
            </a:r>
          </a:p>
          <a:p>
            <a:pPr lvl="4" fontAlgn="base"/>
            <a:r>
              <a:rPr lang="en-US" altLang="zh-HK" strike="noStrike" noProof="1"/>
              <a:t>Fifth level</a:t>
            </a:r>
            <a:endParaRPr lang="zh-HK"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fontAlgn="base" hangingPunct="1">
              <a:buNone/>
            </a:pPr>
            <a:fld id="{9A0DB2DC-4C9A-4742-B13C-FB6460FD3503}" type="slidenum">
              <a:rPr lang="zh-CN" altLang="zh-CN" strike="noStrike" noProof="1" dirty="0">
                <a:latin typeface="Arial" panose="020B0604020202020204" pitchFamily="34" charset="0"/>
                <a:ea typeface="宋体" panose="02010600030101010101" pitchFamily="2" charset="-122"/>
                <a:cs typeface="+mn-cs"/>
              </a:rPr>
              <a:t>‹#›</a:t>
            </a:fld>
            <a:endParaRPr lang="zh-CN" altLang="zh-CN" strike="noStrike" noProof="1">
              <a:latin typeface="Arial" panose="020B0604020202020204" pitchFamily="34" charset="0"/>
            </a:endParaRPr>
          </a:p>
        </p:txBody>
      </p:sp>
    </p:spTree>
  </p:cSld>
  <p:clrMapOvr>
    <a:masterClrMapping/>
  </p:clrMapOvr>
  <p:transition/>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altLang="zh-HK" strike="noStrike" noProof="1"/>
              <a:t>Click to edit Master title style</a:t>
            </a:r>
            <a:endParaRPr lang="zh-HK"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fontAlgn="base" hangingPunct="1">
              <a:buNone/>
            </a:pPr>
            <a:fld id="{9A0DB2DC-4C9A-4742-B13C-FB6460FD3503}" type="slidenum">
              <a:rPr lang="zh-CN" altLang="zh-CN" strike="noStrike" noProof="1" dirty="0">
                <a:latin typeface="Arial" panose="020B0604020202020204" pitchFamily="34" charset="0"/>
                <a:ea typeface="宋体" panose="02010600030101010101" pitchFamily="2" charset="-122"/>
                <a:cs typeface="+mn-cs"/>
              </a:rPr>
              <a:t>‹#›</a:t>
            </a:fld>
            <a:endParaRPr lang="zh-CN" altLang="zh-CN" strike="noStrike" noProof="1">
              <a:latin typeface="Arial" panose="020B0604020202020204" pitchFamily="34" charset="0"/>
            </a:endParaRPr>
          </a:p>
        </p:txBody>
      </p:sp>
    </p:spTree>
  </p:cSld>
  <p:clrMapOvr>
    <a:masterClrMapping/>
  </p:clrMapOvr>
  <p:transition/>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9" name="Date Placeholder 1"/>
          <p:cNvSpPr>
            <a:spLocks noGrp="1"/>
          </p:cNvSpPr>
          <p:nvPr>
            <p:ph type="dt" sz="half" idx="2"/>
          </p:nvPr>
        </p:nvSpPr>
        <p:spPr>
          <a:xfrm>
            <a:off x="628650" y="6356350"/>
            <a:ext cx="1135063" cy="365125"/>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0" name="Footer Placeholder 2"/>
          <p:cNvSpPr>
            <a:spLocks noGrp="1"/>
          </p:cNvSpPr>
          <p:nvPr>
            <p:ph type="ftr" sz="quarter" idx="3"/>
          </p:nvPr>
        </p:nvSpPr>
        <p:spPr>
          <a:xfrm>
            <a:off x="1979613" y="6356350"/>
            <a:ext cx="5400675" cy="365125"/>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Slide Number Placeholder 3"/>
          <p:cNvSpPr>
            <a:spLocks noGrp="1"/>
          </p:cNvSpPr>
          <p:nvPr>
            <p:ph type="sldNum" sz="quarter" idx="4"/>
          </p:nvPr>
        </p:nvSpPr>
        <p:spPr>
          <a:xfrm>
            <a:off x="8101013" y="6356350"/>
            <a:ext cx="919163" cy="365125"/>
          </a:xfrm>
          <a:prstGeom prst="rect">
            <a:avLst/>
          </a:prstGeom>
        </p:spPr>
        <p:txBody>
          <a:bodyPr vert="horz" wrap="square" lIns="91440" tIns="45720" rIns="91440" bIns="45720" numCol="1" anchor="ctr" anchorCtr="0" compatLnSpc="1"/>
          <a:lstStyle/>
          <a:p>
            <a:pPr algn="r" eaLnBrk="1" fontAlgn="base" hangingPunct="1">
              <a:buNone/>
            </a:pPr>
            <a:fld id="{9A0DB2DC-4C9A-4742-B13C-FB6460FD3503}" type="slidenum">
              <a:rPr lang="zh-CN" altLang="zh-CN" strike="noStrike" noProof="1" dirty="0">
                <a:latin typeface="Arial" panose="020B0604020202020204" pitchFamily="34" charset="0"/>
                <a:ea typeface="宋体" panose="02010600030101010101" pitchFamily="2" charset="-122"/>
                <a:cs typeface="+mn-cs"/>
              </a:rPr>
              <a:t>‹#›</a:t>
            </a:fld>
            <a:endParaRPr lang="zh-CN" altLang="zh-CN" strike="noStrike" noProof="1"/>
          </a:p>
        </p:txBody>
      </p:sp>
    </p:spTree>
  </p:cSld>
  <p:clrMapOvr>
    <a:masterClrMapping/>
  </p:clrMapOvr>
  <p:transition/>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altLang="zh-HK" strike="noStrike" noProof="1"/>
              <a:t>Click to edit Master title style</a:t>
            </a:r>
            <a:endParaRPr lang="zh-HK" altLang="en-US" strike="noStrike" noProof="1"/>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en-US" altLang="zh-HK" strike="noStrike" noProof="1"/>
              <a:t>Click to edit Master text styles</a:t>
            </a:r>
          </a:p>
          <a:p>
            <a:pPr lvl="1" fontAlgn="base"/>
            <a:r>
              <a:rPr lang="en-US" altLang="zh-HK" strike="noStrike" noProof="1"/>
              <a:t>Second level</a:t>
            </a:r>
          </a:p>
          <a:p>
            <a:pPr lvl="2" fontAlgn="base"/>
            <a:r>
              <a:rPr lang="en-US" altLang="zh-HK" strike="noStrike" noProof="1"/>
              <a:t>Third level</a:t>
            </a:r>
          </a:p>
          <a:p>
            <a:pPr lvl="3" fontAlgn="base"/>
            <a:r>
              <a:rPr lang="en-US" altLang="zh-HK" strike="noStrike" noProof="1"/>
              <a:t>Fourth level</a:t>
            </a:r>
          </a:p>
          <a:p>
            <a:pPr lvl="4" fontAlgn="base"/>
            <a:r>
              <a:rPr lang="en-US" altLang="zh-HK" strike="noStrike" noProof="1"/>
              <a:t>Fifth level</a:t>
            </a:r>
            <a:endParaRPr lang="zh-HK" alt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altLang="zh-HK" strike="noStrike" noProof="1"/>
              <a:t>Click to edit Master text styles</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zh-CN" altLang="zh-CN" strike="noStrike" noProof="1" dirty="0">
                <a:latin typeface="Arial" panose="020B0604020202020204" pitchFamily="34" charset="0"/>
                <a:ea typeface="宋体" panose="02010600030101010101" pitchFamily="2" charset="-122"/>
                <a:cs typeface="+mn-cs"/>
              </a:rPr>
              <a:t>‹#›</a:t>
            </a:fld>
            <a:endParaRPr lang="zh-CN" altLang="zh-CN" strike="noStrike" noProof="1">
              <a:latin typeface="Arial" panose="020B0604020202020204" pitchFamily="34" charset="0"/>
            </a:endParaRPr>
          </a:p>
        </p:txBody>
      </p:sp>
    </p:spTree>
  </p:cSld>
  <p:clrMapOvr>
    <a:masterClrMapping/>
  </p:clrMapOvr>
  <p:transition/>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altLang="zh-HK" strike="noStrike" noProof="1"/>
              <a:t>Click to edit Master title style</a:t>
            </a:r>
            <a:endParaRPr lang="zh-HK" altLang="en-US" strike="noStrike" noProof="1"/>
          </a:p>
        </p:txBody>
      </p:sp>
      <p:sp>
        <p:nvSpPr>
          <p:cNvPr id="3" name="Picture Placeholder 2"/>
          <p:cNvSpPr>
            <a:spLocks noGrp="1"/>
          </p:cNvSpPr>
          <p:nvPr>
            <p:ph type="pic" idx="1"/>
          </p:nvPr>
        </p:nvSpPr>
        <p:spPr>
          <a:xfrm>
            <a:off x="3887391" y="987426"/>
            <a:ext cx="4629150" cy="4873625"/>
          </a:xfrm>
        </p:spPr>
        <p:txBody>
          <a:bodyPr vert="horz" wrap="square" lIns="91440" tIns="45720" rIns="91440" bIns="45720" numCol="1" rtlCol="0" anchor="t" anchorCtr="0" compatLnSpc="1">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HK" altLang="en-US" sz="2400" b="1" i="0" u="none" strike="noStrike" kern="1200" cap="none" spc="0" normalizeH="0" baseline="0" noProof="0">
              <a:ln>
                <a:noFill/>
              </a:ln>
              <a:solidFill>
                <a:schemeClr val="tx1"/>
              </a:solidFill>
              <a:effectLst/>
              <a:uLnTx/>
              <a:uFillTx/>
              <a:latin typeface="Segoe UI Light" panose="020B0502040204020203" pitchFamily="34" charset="0"/>
              <a:ea typeface="+mn-ea"/>
              <a:cs typeface="Segoe UI Light" panose="020B0502040204020203" pitchFamily="34" charset="0"/>
            </a:endParaRP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altLang="zh-HK" strike="noStrike" noProof="1"/>
              <a:t>Click to edit Master text styles</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fontAlgn="base" hangingPunct="1">
              <a:buNone/>
            </a:pPr>
            <a:fld id="{9A0DB2DC-4C9A-4742-B13C-FB6460FD3503}" type="slidenum">
              <a:rPr lang="zh-CN" altLang="zh-CN" strike="noStrike" noProof="1" dirty="0">
                <a:latin typeface="Arial" panose="020B0604020202020204" pitchFamily="34" charset="0"/>
                <a:ea typeface="宋体" panose="02010600030101010101" pitchFamily="2" charset="-122"/>
                <a:cs typeface="+mn-cs"/>
              </a:rPr>
              <a:t>‹#›</a:t>
            </a:fld>
            <a:endParaRPr lang="zh-CN" altLang="zh-CN" strike="noStrike" noProof="1">
              <a:latin typeface="Arial" panose="020B0604020202020204" pitchFamily="34" charset="0"/>
            </a:endParaRPr>
          </a:p>
        </p:txBody>
      </p:sp>
    </p:spTree>
  </p:cSld>
  <p:clrMapOvr>
    <a:masterClrMapping/>
  </p:clrMapOvr>
  <p:transition/>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altLang="zh-HK" strike="noStrike" noProof="1"/>
              <a:t>Click to edit Master title style</a:t>
            </a:r>
            <a:endParaRPr lang="zh-HK" altLang="en-US" strike="noStrike" noProof="1"/>
          </a:p>
        </p:txBody>
      </p:sp>
      <p:sp>
        <p:nvSpPr>
          <p:cNvPr id="3" name="Vertical Text Placeholder 2"/>
          <p:cNvSpPr>
            <a:spLocks noGrp="1"/>
          </p:cNvSpPr>
          <p:nvPr>
            <p:ph type="body" orient="vert" idx="1"/>
          </p:nvPr>
        </p:nvSpPr>
        <p:spPr/>
        <p:txBody>
          <a:bodyPr vert="eaVert"/>
          <a:lstStyle/>
          <a:p>
            <a:pPr lvl="0" fontAlgn="base"/>
            <a:r>
              <a:rPr lang="en-US" altLang="zh-HK" strike="noStrike" noProof="1"/>
              <a:t>Click to edit Master text styles</a:t>
            </a:r>
          </a:p>
          <a:p>
            <a:pPr lvl="1" fontAlgn="base"/>
            <a:r>
              <a:rPr lang="en-US" altLang="zh-HK" strike="noStrike" noProof="1"/>
              <a:t>Second level</a:t>
            </a:r>
          </a:p>
          <a:p>
            <a:pPr lvl="2" fontAlgn="base"/>
            <a:r>
              <a:rPr lang="en-US" altLang="zh-HK" strike="noStrike" noProof="1"/>
              <a:t>Third level</a:t>
            </a:r>
          </a:p>
          <a:p>
            <a:pPr lvl="3" fontAlgn="base"/>
            <a:r>
              <a:rPr lang="en-US" altLang="zh-HK" strike="noStrike" noProof="1"/>
              <a:t>Fourth level</a:t>
            </a:r>
          </a:p>
          <a:p>
            <a:pPr lvl="4" fontAlgn="base"/>
            <a:r>
              <a:rPr lang="en-US" altLang="zh-HK" strike="noStrike" noProof="1"/>
              <a:t>Fifth level</a:t>
            </a:r>
            <a:endParaRPr lang="zh-HK"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zh-CN" altLang="zh-CN" strike="noStrike" noProof="1" dirty="0">
                <a:latin typeface="Arial" panose="020B0604020202020204" pitchFamily="34" charset="0"/>
                <a:ea typeface="宋体" panose="02010600030101010101" pitchFamily="2" charset="-122"/>
                <a:cs typeface="+mn-cs"/>
              </a:rPr>
              <a:t>‹#›</a:t>
            </a:fld>
            <a:endParaRPr lang="zh-CN" altLang="zh-CN" strike="noStrike" noProof="1">
              <a:latin typeface="Arial" panose="020B0604020202020204" pitchFamily="34" charset="0"/>
            </a:endParaRPr>
          </a:p>
        </p:txBody>
      </p:sp>
    </p:spTree>
  </p:cSld>
  <p:clrMapOvr>
    <a:masterClrMapping/>
  </p:clrMapOvr>
  <p:transition/>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pPr fontAlgn="base"/>
            <a:r>
              <a:rPr lang="en-US" altLang="zh-HK" strike="noStrike" noProof="1"/>
              <a:t>Click to edit Master title style</a:t>
            </a:r>
            <a:endParaRPr lang="zh-HK" altLang="en-US" strike="noStrike" noProof="1"/>
          </a:p>
        </p:txBody>
      </p:sp>
      <p:sp>
        <p:nvSpPr>
          <p:cNvPr id="3" name="Vertical Text Placeholder 2"/>
          <p:cNvSpPr>
            <a:spLocks noGrp="1"/>
          </p:cNvSpPr>
          <p:nvPr>
            <p:ph type="body" orient="vert" idx="1"/>
          </p:nvPr>
        </p:nvSpPr>
        <p:spPr>
          <a:xfrm>
            <a:off x="628650" y="365125"/>
            <a:ext cx="5800725" cy="5811838"/>
          </a:xfrm>
        </p:spPr>
        <p:txBody>
          <a:bodyPr vert="eaVert"/>
          <a:lstStyle/>
          <a:p>
            <a:pPr lvl="0" fontAlgn="base"/>
            <a:r>
              <a:rPr lang="en-US" altLang="zh-HK" strike="noStrike" noProof="1"/>
              <a:t>Click to edit Master text styles</a:t>
            </a:r>
          </a:p>
          <a:p>
            <a:pPr lvl="1" fontAlgn="base"/>
            <a:r>
              <a:rPr lang="en-US" altLang="zh-HK" strike="noStrike" noProof="1"/>
              <a:t>Second level</a:t>
            </a:r>
          </a:p>
          <a:p>
            <a:pPr lvl="2" fontAlgn="base"/>
            <a:r>
              <a:rPr lang="en-US" altLang="zh-HK" strike="noStrike" noProof="1"/>
              <a:t>Third level</a:t>
            </a:r>
          </a:p>
          <a:p>
            <a:pPr lvl="3" fontAlgn="base"/>
            <a:r>
              <a:rPr lang="en-US" altLang="zh-HK" strike="noStrike" noProof="1"/>
              <a:t>Fourth level</a:t>
            </a:r>
          </a:p>
          <a:p>
            <a:pPr lvl="4" fontAlgn="base"/>
            <a:r>
              <a:rPr lang="en-US" altLang="zh-HK" strike="noStrike" noProof="1"/>
              <a:t>Fifth level</a:t>
            </a:r>
            <a:endParaRPr lang="zh-HK"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fontAlgn="base" hangingPunct="1">
              <a:buNone/>
            </a:pPr>
            <a:fld id="{9A0DB2DC-4C9A-4742-B13C-FB6460FD3503}" type="slidenum">
              <a:rPr lang="zh-CN" altLang="zh-CN" strike="noStrike" noProof="1" dirty="0">
                <a:latin typeface="Arial" panose="020B0604020202020204" pitchFamily="34" charset="0"/>
                <a:ea typeface="宋体" panose="02010600030101010101" pitchFamily="2" charset="-122"/>
                <a:cs typeface="+mn-cs"/>
              </a:rPr>
              <a:t>‹#›</a:t>
            </a:fld>
            <a:endParaRPr lang="zh-CN" altLang="zh-CN" strike="noStrike" noProof="1">
              <a:latin typeface="Arial" panose="020B0604020202020204" pitchFamily="34" charset="0"/>
            </a:endParaRPr>
          </a:p>
        </p:txBody>
      </p:sp>
    </p:spTree>
  </p:cSld>
  <p:clrMapOvr>
    <a:masterClrMapping/>
  </p:clrMapOvr>
  <p:transition/>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bg>
      <p:bgPr>
        <a:solidFill>
          <a:schemeClr val="bg1"/>
        </a:solidFill>
        <a:effectLst/>
      </p:bgPr>
    </p:bg>
    <p:spTree>
      <p:nvGrpSpPr>
        <p:cNvPr id="1" name=""/>
        <p:cNvGrpSpPr/>
        <p:nvPr/>
      </p:nvGrpSpPr>
      <p:grpSpPr>
        <a:xfrm>
          <a:off x="0" y="0"/>
          <a:ext cx="0" cy="0"/>
          <a:chOff x="0" y="0"/>
          <a:chExt cx="0" cy="0"/>
        </a:xfrm>
      </p:grpSpPr>
      <p:pic>
        <p:nvPicPr>
          <p:cNvPr id="5123" name="图片 8"/>
          <p:cNvPicPr>
            <a:picLocks noChangeAspect="1"/>
          </p:cNvPicPr>
          <p:nvPr userDrawn="1"/>
        </p:nvPicPr>
        <p:blipFill>
          <a:blip r:embed="rId2"/>
          <a:stretch>
            <a:fillRect/>
          </a:stretch>
        </p:blipFill>
        <p:spPr>
          <a:xfrm>
            <a:off x="1263650" y="692150"/>
            <a:ext cx="7880350" cy="30163"/>
          </a:xfrm>
          <a:prstGeom prst="rect">
            <a:avLst/>
          </a:prstGeom>
          <a:noFill/>
          <a:ln w="9525">
            <a:noFill/>
          </a:ln>
        </p:spPr>
      </p:pic>
      <p:sp>
        <p:nvSpPr>
          <p:cNvPr id="2" name="日期占位符 1"/>
          <p:cNvSpPr>
            <a:spLocks noGrp="1"/>
          </p:cNvSpPr>
          <p:nvPr>
            <p:ph type="dt" sz="half" idx="10"/>
          </p:nvPr>
        </p:nvSpPr>
        <p:spPr>
          <a:xfrm>
            <a:off x="628650" y="6356350"/>
            <a:ext cx="1135063" cy="365125"/>
          </a:xfrm>
          <a:prstGeom prst="rect">
            <a:avLst/>
          </a:prstGeom>
        </p:spPr>
        <p:txBody>
          <a:bodyPr vert="horz" lIns="91440" tIns="45720" rIns="91440" bIns="45720" rtlCol="0" anchor="ct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1979613" y="6356350"/>
            <a:ext cx="5400675" cy="365125"/>
          </a:xfrm>
          <a:prstGeom prst="rect">
            <a:avLst/>
          </a:prstGeom>
        </p:spPr>
        <p:txBody>
          <a:bodyPr vert="horz" lIns="91440" tIns="45720" rIns="91440" bIns="45720"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a:xfrm>
            <a:off x="8056563" y="6356350"/>
            <a:ext cx="917575" cy="365125"/>
          </a:xfrm>
          <a:prstGeom prst="rect">
            <a:avLst/>
          </a:prstGeom>
        </p:spPr>
        <p:txBody>
          <a:bodyPr vert="horz" wrap="square" lIns="91440" tIns="45720" rIns="91440" bIns="45720" numCol="1" anchor="ctr" anchorCtr="0" compatLnSpc="1"/>
          <a:lstStyle/>
          <a:p>
            <a:pPr lvl="0" eaLnBrk="1" fontAlgn="base" hangingPunct="1">
              <a:buNone/>
            </a:pPr>
            <a:fld id="{9A0DB2DC-4C9A-4742-B13C-FB6460FD3503}" type="slidenum">
              <a:rPr lang="zh-CN" altLang="zh-CN" strike="noStrike" noProof="1" dirty="0">
                <a:latin typeface="Arial" panose="020B0604020202020204" pitchFamily="34" charset="0"/>
                <a:ea typeface="宋体" panose="02010600030101010101" pitchFamily="2" charset="-122"/>
                <a:cs typeface="+mn-cs"/>
              </a:rPr>
              <a:t>‹#›</a:t>
            </a:fld>
            <a:endParaRPr lang="zh-CN" altLang="zh-CN" strike="noStrike" noProof="1">
              <a:latin typeface="Arial" panose="020B0604020202020204" pitchFamily="34" charset="0"/>
            </a:endParaRPr>
          </a:p>
        </p:txBody>
      </p:sp>
    </p:spTree>
  </p:cSld>
  <p:clrMapOvr>
    <a:masterClrMapping/>
  </p:clrMapOvr>
  <p:transition/>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28650" y="365125"/>
            <a:ext cx="7886700" cy="976313"/>
          </a:xfrm>
          <a:prstGeom prst="rect">
            <a:avLst/>
          </a:prstGeom>
          <a:noFill/>
          <a:ln w="9525">
            <a:noFill/>
          </a:ln>
        </p:spPr>
        <p:txBody>
          <a:bodyPr anchor="ctr" anchorCtr="0"/>
          <a:lstStyle/>
          <a:p>
            <a:pPr lvl="0"/>
            <a:r>
              <a:rPr lang="en-US" altLang="zh-HK" dirty="0"/>
              <a:t>Click to edit Master title style</a:t>
            </a:r>
            <a:endParaRPr lang="zh-HK" altLang="en-US" dirty="0"/>
          </a:p>
        </p:txBody>
      </p:sp>
      <p:sp>
        <p:nvSpPr>
          <p:cNvPr id="1027" name="Text Placeholder 2"/>
          <p:cNvSpPr>
            <a:spLocks noGrp="1"/>
          </p:cNvSpPr>
          <p:nvPr>
            <p:ph type="body"/>
          </p:nvPr>
        </p:nvSpPr>
        <p:spPr>
          <a:xfrm>
            <a:off x="628650" y="1557338"/>
            <a:ext cx="7886700" cy="4619625"/>
          </a:xfrm>
          <a:prstGeom prst="rect">
            <a:avLst/>
          </a:prstGeom>
          <a:noFill/>
          <a:ln w="9525">
            <a:noFill/>
          </a:ln>
        </p:spPr>
        <p:txBody>
          <a:bodyPr anchor="t" anchorCtr="0"/>
          <a:lstStyle/>
          <a:p>
            <a:pPr lvl="0"/>
            <a:r>
              <a:rPr lang="en-US" altLang="zh-HK" dirty="0"/>
              <a:t>Click to edit Master text styles</a:t>
            </a:r>
          </a:p>
          <a:p>
            <a:pPr lvl="1"/>
            <a:r>
              <a:rPr lang="en-US" altLang="zh-HK" dirty="0"/>
              <a:t>Second level</a:t>
            </a:r>
          </a:p>
          <a:p>
            <a:pPr lvl="2"/>
            <a:r>
              <a:rPr lang="en-US" altLang="zh-HK" dirty="0"/>
              <a:t>Third level</a:t>
            </a:r>
          </a:p>
          <a:p>
            <a:pPr lvl="3"/>
            <a:r>
              <a:rPr lang="en-US" altLang="zh-HK" dirty="0"/>
              <a:t>Fourth level</a:t>
            </a:r>
          </a:p>
          <a:p>
            <a:pPr lvl="4"/>
            <a:r>
              <a:rPr lang="en-US" altLang="zh-HK" dirty="0"/>
              <a:t>Fifth level</a:t>
            </a:r>
            <a:endParaRPr lang="zh-HK" altLang="en-US" dirty="0"/>
          </a:p>
        </p:txBody>
      </p:sp>
      <p:sp>
        <p:nvSpPr>
          <p:cNvPr id="4" name="Date Placeholder 3"/>
          <p:cNvSpPr>
            <a:spLocks noGrp="1"/>
          </p:cNvSpPr>
          <p:nvPr>
            <p:ph type="dt" sz="half" idx="2"/>
          </p:nvPr>
        </p:nvSpPr>
        <p:spPr>
          <a:xfrm>
            <a:off x="628650" y="6356350"/>
            <a:ext cx="1135063" cy="365125"/>
          </a:xfrm>
          <a:prstGeom prst="rect">
            <a:avLst/>
          </a:prstGeom>
        </p:spPr>
        <p:txBody>
          <a:bodyPr vert="horz" lIns="91440" tIns="45720" rIns="91440" bIns="45720" rtlCol="0" anchor="ctr"/>
          <a:lstStyle>
            <a:lvl1pPr algn="l" eaLnBrk="1" hangingPunct="1">
              <a:defRPr sz="900">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1979613" y="6356350"/>
            <a:ext cx="5400675" cy="365125"/>
          </a:xfrm>
          <a:prstGeom prst="rect">
            <a:avLst/>
          </a:prstGeom>
        </p:spPr>
        <p:txBody>
          <a:bodyPr vert="horz" lIns="91440" tIns="45720" rIns="91440" bIns="45720" rtlCol="0" anchor="ctr"/>
          <a:lstStyle>
            <a:lvl1pPr algn="ctr" eaLnBrk="1" hangingPunct="1">
              <a:defRPr sz="900">
                <a:solidFill>
                  <a:schemeClr val="tx1">
                    <a:tint val="75000"/>
                  </a:schemeClr>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8056563" y="6356350"/>
            <a:ext cx="917575" cy="365125"/>
          </a:xfrm>
          <a:prstGeom prst="rect">
            <a:avLst/>
          </a:prstGeom>
        </p:spPr>
        <p:txBody>
          <a:bodyPr vert="horz" wrap="square" lIns="91440" tIns="45720" rIns="91440" bIns="45720" numCol="1" anchor="ctr" anchorCtr="0" compatLnSpc="1"/>
          <a:lstStyle>
            <a:lvl1pPr algn="r">
              <a:defRPr sz="900">
                <a:solidFill>
                  <a:srgbClr val="898989"/>
                </a:solidFill>
              </a:defRPr>
            </a:lvl1pPr>
          </a:lstStyle>
          <a:p>
            <a:pPr lvl="0" eaLnBrk="1" fontAlgn="base" hangingPunct="1">
              <a:buNone/>
            </a:pPr>
            <a:fld id="{9A0DB2DC-4C9A-4742-B13C-FB6460FD3503}" type="slidenum">
              <a:rPr lang="zh-CN" altLang="zh-CN" strike="noStrike" noProof="1" dirty="0">
                <a:latin typeface="Arial" panose="020B0604020202020204" pitchFamily="34" charset="0"/>
                <a:ea typeface="宋体" panose="02010600030101010101" pitchFamily="2" charset="-122"/>
                <a:cs typeface="+mn-cs"/>
              </a:rPr>
              <a:t>‹#›</a:t>
            </a:fld>
            <a:endParaRPr lang="zh-CN" altLang="zh-CN" strike="noStrike" noProof="1">
              <a:latin typeface="Arial" panose="020B0604020202020204" pitchFamily="34" charset="0"/>
            </a:endParaRPr>
          </a:p>
        </p:txBody>
      </p:sp>
      <p:cxnSp>
        <p:nvCxnSpPr>
          <p:cNvPr id="8" name="Straight Connector 7"/>
          <p:cNvCxnSpPr/>
          <p:nvPr/>
        </p:nvCxnSpPr>
        <p:spPr>
          <a:xfrm flipV="1">
            <a:off x="395288" y="40481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hf sldNum="0" hdr="0" ftr="0"/>
  <p:txStyles>
    <p:titleStyle>
      <a:lvl1pPr algn="l" defTabSz="685800" rtl="0" eaLnBrk="0" fontAlgn="base" hangingPunct="0">
        <a:lnSpc>
          <a:spcPct val="90000"/>
        </a:lnSpc>
        <a:spcBef>
          <a:spcPct val="0"/>
        </a:spcBef>
        <a:spcAft>
          <a:spcPct val="0"/>
        </a:spcAft>
        <a:defRPr sz="3300" kern="1200">
          <a:solidFill>
            <a:schemeClr val="tx1"/>
          </a:solidFill>
          <a:latin typeface="Segoe UI Symbol" panose="020B0502040204020203" pitchFamily="34" charset="0"/>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Segoe UI Symbol" panose="020B0502040204020203"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Segoe UI Symbol" panose="020B0502040204020203"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Segoe UI Symbol" panose="020B0502040204020203"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Segoe UI Symbol" panose="020B0502040204020203"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Segoe UI Symbol" panose="020B0502040204020203"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Segoe UI Symbol" panose="020B0502040204020203"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Segoe UI Symbol" panose="020B0502040204020203"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Segoe UI Symbol" panose="020B0502040204020203"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lang="en-US" altLang="zh-HK" sz="2400" b="1" kern="1200" dirty="0">
          <a:solidFill>
            <a:schemeClr val="tx1"/>
          </a:solidFill>
          <a:latin typeface="Segoe UI Light" panose="020B0502040204020203" pitchFamily="34" charset="0"/>
          <a:ea typeface="+mn-ea"/>
          <a:cs typeface="Segoe UI Light" panose="020B0502040204020203" pitchFamily="3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lang="en-US" altLang="zh-HK" sz="2000" b="1" kern="1200" dirty="0">
          <a:solidFill>
            <a:schemeClr val="tx1"/>
          </a:solidFill>
          <a:latin typeface="Segoe UI Light" panose="020B0502040204020203" pitchFamily="34" charset="0"/>
          <a:ea typeface="+mn-ea"/>
          <a:cs typeface="Segoe UI Light" panose="020B0502040204020203" pitchFamily="3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lang="en-US" altLang="zh-HK" b="1" kern="1200" dirty="0">
          <a:solidFill>
            <a:schemeClr val="tx1"/>
          </a:solidFill>
          <a:latin typeface="Segoe UI Light" panose="020B0502040204020203" pitchFamily="34" charset="0"/>
          <a:ea typeface="+mn-ea"/>
          <a:cs typeface="Segoe UI Light" panose="020B0502040204020203" pitchFamily="3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lang="en-US" altLang="zh-HK" sz="1600" kern="1200" dirty="0">
          <a:solidFill>
            <a:schemeClr val="tx1"/>
          </a:solidFill>
          <a:latin typeface="Segoe UI Light" panose="020B0502040204020203" pitchFamily="34" charset="0"/>
          <a:ea typeface="+mn-ea"/>
          <a:cs typeface="Segoe UI Light" panose="020B0502040204020203" pitchFamily="3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lang="zh-HK" altLang="en-US" sz="1400" kern="1200" dirty="0">
          <a:solidFill>
            <a:schemeClr val="tx1"/>
          </a:solidFill>
          <a:latin typeface="Segoe UI Light" panose="020B0502040204020203" pitchFamily="34" charset="0"/>
          <a:ea typeface="+mn-ea"/>
          <a:cs typeface="Segoe UI Light" panose="020B050204020402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H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11.png"/><Relationship Id="rId7" Type="http://schemas.openxmlformats.org/officeDocument/2006/relationships/image" Target="../media/image9.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8.emf"/><Relationship Id="rId4" Type="http://schemas.openxmlformats.org/officeDocument/2006/relationships/oleObject" Target="../embeddings/oleObject1.bin"/><Relationship Id="rId9" Type="http://schemas.openxmlformats.org/officeDocument/2006/relationships/image" Target="../media/image10.emf"/></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6.emf"/><Relationship Id="rId13" Type="http://schemas.openxmlformats.org/officeDocument/2006/relationships/oleObject" Target="../embeddings/oleObject8.bin"/><Relationship Id="rId3" Type="http://schemas.openxmlformats.org/officeDocument/2006/relationships/notesSlide" Target="../notesSlides/notesSlide4.xml"/><Relationship Id="rId7" Type="http://schemas.openxmlformats.org/officeDocument/2006/relationships/oleObject" Target="../embeddings/oleObject5.bin"/><Relationship Id="rId12" Type="http://schemas.openxmlformats.org/officeDocument/2006/relationships/image" Target="../media/image18.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5.e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17.wmf"/><Relationship Id="rId4" Type="http://schemas.openxmlformats.org/officeDocument/2006/relationships/image" Target="../media/image20.png"/><Relationship Id="rId9" Type="http://schemas.openxmlformats.org/officeDocument/2006/relationships/oleObject" Target="../embeddings/oleObject6.bin"/><Relationship Id="rId14" Type="http://schemas.openxmlformats.org/officeDocument/2006/relationships/image" Target="../media/image19.emf"/></Relationships>
</file>

<file path=ppt/slides/_rels/slide7.xml.rels><?xml version="1.0" encoding="UTF-8" standalone="yes"?>
<Relationships xmlns="http://schemas.openxmlformats.org/package/2006/relationships"><Relationship Id="rId8" Type="http://schemas.openxmlformats.org/officeDocument/2006/relationships/image" Target="../media/image22.emf"/><Relationship Id="rId13" Type="http://schemas.openxmlformats.org/officeDocument/2006/relationships/oleObject" Target="../embeddings/oleObject13.bin"/><Relationship Id="rId18" Type="http://schemas.openxmlformats.org/officeDocument/2006/relationships/image" Target="../media/image27.emf"/><Relationship Id="rId3" Type="http://schemas.openxmlformats.org/officeDocument/2006/relationships/notesSlide" Target="../notesSlides/notesSlide5.xml"/><Relationship Id="rId7" Type="http://schemas.openxmlformats.org/officeDocument/2006/relationships/oleObject" Target="../embeddings/oleObject10.bin"/><Relationship Id="rId12" Type="http://schemas.openxmlformats.org/officeDocument/2006/relationships/image" Target="../media/image24.wmf"/><Relationship Id="rId17" Type="http://schemas.openxmlformats.org/officeDocument/2006/relationships/oleObject" Target="../embeddings/oleObject15.bin"/><Relationship Id="rId2" Type="http://schemas.openxmlformats.org/officeDocument/2006/relationships/slideLayout" Target="../slideLayouts/slideLayout2.xml"/><Relationship Id="rId16" Type="http://schemas.openxmlformats.org/officeDocument/2006/relationships/image" Target="../media/image26.emf"/><Relationship Id="rId1" Type="http://schemas.openxmlformats.org/officeDocument/2006/relationships/vmlDrawing" Target="../drawings/vmlDrawing3.vml"/><Relationship Id="rId6" Type="http://schemas.openxmlformats.org/officeDocument/2006/relationships/image" Target="../media/image21.emf"/><Relationship Id="rId11" Type="http://schemas.openxmlformats.org/officeDocument/2006/relationships/oleObject" Target="../embeddings/oleObject12.bin"/><Relationship Id="rId5" Type="http://schemas.openxmlformats.org/officeDocument/2006/relationships/oleObject" Target="../embeddings/oleObject9.bin"/><Relationship Id="rId15" Type="http://schemas.openxmlformats.org/officeDocument/2006/relationships/oleObject" Target="../embeddings/oleObject14.bin"/><Relationship Id="rId10" Type="http://schemas.openxmlformats.org/officeDocument/2006/relationships/image" Target="../media/image23.emf"/><Relationship Id="rId4" Type="http://schemas.openxmlformats.org/officeDocument/2006/relationships/image" Target="../media/image28.png"/><Relationship Id="rId9" Type="http://schemas.openxmlformats.org/officeDocument/2006/relationships/oleObject" Target="../embeddings/oleObject11.bin"/><Relationship Id="rId14" Type="http://schemas.openxmlformats.org/officeDocument/2006/relationships/image" Target="../media/image25.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9.e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34.wmf"/><Relationship Id="rId18" Type="http://schemas.openxmlformats.org/officeDocument/2006/relationships/oleObject" Target="../embeddings/oleObject24.bin"/><Relationship Id="rId3" Type="http://schemas.openxmlformats.org/officeDocument/2006/relationships/notesSlide" Target="../notesSlides/notesSlide6.xml"/><Relationship Id="rId7" Type="http://schemas.openxmlformats.org/officeDocument/2006/relationships/image" Target="../media/image31.emf"/><Relationship Id="rId12" Type="http://schemas.openxmlformats.org/officeDocument/2006/relationships/oleObject" Target="../embeddings/oleObject21.bin"/><Relationship Id="rId17" Type="http://schemas.openxmlformats.org/officeDocument/2006/relationships/image" Target="../media/image36.emf"/><Relationship Id="rId2" Type="http://schemas.openxmlformats.org/officeDocument/2006/relationships/slideLayout" Target="../slideLayouts/slideLayout2.xml"/><Relationship Id="rId16" Type="http://schemas.openxmlformats.org/officeDocument/2006/relationships/oleObject" Target="../embeddings/oleObject23.bin"/><Relationship Id="rId1" Type="http://schemas.openxmlformats.org/officeDocument/2006/relationships/vmlDrawing" Target="../drawings/vmlDrawing5.vml"/><Relationship Id="rId6" Type="http://schemas.openxmlformats.org/officeDocument/2006/relationships/oleObject" Target="../embeddings/oleObject18.bin"/><Relationship Id="rId11" Type="http://schemas.openxmlformats.org/officeDocument/2006/relationships/image" Target="../media/image33.emf"/><Relationship Id="rId5" Type="http://schemas.openxmlformats.org/officeDocument/2006/relationships/image" Target="../media/image30.emf"/><Relationship Id="rId15" Type="http://schemas.openxmlformats.org/officeDocument/2006/relationships/image" Target="../media/image35.emf"/><Relationship Id="rId10" Type="http://schemas.openxmlformats.org/officeDocument/2006/relationships/oleObject" Target="../embeddings/oleObject20.bin"/><Relationship Id="rId19" Type="http://schemas.openxmlformats.org/officeDocument/2006/relationships/image" Target="../media/image37.emf"/><Relationship Id="rId4" Type="http://schemas.openxmlformats.org/officeDocument/2006/relationships/oleObject" Target="../embeddings/oleObject17.bin"/><Relationship Id="rId9" Type="http://schemas.openxmlformats.org/officeDocument/2006/relationships/image" Target="../media/image32.emf"/><Relationship Id="rId14" Type="http://schemas.openxmlformats.org/officeDocument/2006/relationships/oleObject" Target="../embeddings/oleObject22.bin"/></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41.wmf"/><Relationship Id="rId4" Type="http://schemas.openxmlformats.org/officeDocument/2006/relationships/oleObject" Target="../embeddings/oleObject28.bin"/></Relationships>
</file>

<file path=ppt/slides/_rels/slide11.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43.wmf"/><Relationship Id="rId4" Type="http://schemas.openxmlformats.org/officeDocument/2006/relationships/oleObject" Target="../embeddings/oleObject29.bin"/></Relationships>
</file>

<file path=ppt/slides/_rels/slide12.xml.rels><?xml version="1.0" encoding="UTF-8" standalone="yes"?>
<Relationships xmlns="http://schemas.openxmlformats.org/package/2006/relationships"><Relationship Id="rId8" Type="http://schemas.openxmlformats.org/officeDocument/2006/relationships/image" Target="../media/image46.emf"/><Relationship Id="rId3" Type="http://schemas.openxmlformats.org/officeDocument/2006/relationships/notesSlide" Target="../notesSlides/notesSlide7.xml"/><Relationship Id="rId7"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45.wmf"/><Relationship Id="rId5" Type="http://schemas.openxmlformats.org/officeDocument/2006/relationships/oleObject" Target="../embeddings/oleObject30.bin"/><Relationship Id="rId4" Type="http://schemas.openxmlformats.org/officeDocument/2006/relationships/image" Target="../media/image47.w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48.wmf"/><Relationship Id="rId5" Type="http://schemas.openxmlformats.org/officeDocument/2006/relationships/oleObject" Target="../embeddings/oleObject32.bin"/><Relationship Id="rId4" Type="http://schemas.openxmlformats.org/officeDocument/2006/relationships/image" Target="../media/image49.wmf"/></Relationships>
</file>

<file path=ppt/slides/_rels/slide14.x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51.wmf"/><Relationship Id="rId5" Type="http://schemas.openxmlformats.org/officeDocument/2006/relationships/oleObject" Target="../embeddings/oleObject33.bin"/><Relationship Id="rId4" Type="http://schemas.openxmlformats.org/officeDocument/2006/relationships/image" Target="../media/image52.png"/></Relationships>
</file>

<file path=ppt/slides/_rels/slide16.xml.rels><?xml version="1.0" encoding="UTF-8" standalone="yes"?>
<Relationships xmlns="http://schemas.openxmlformats.org/package/2006/relationships"><Relationship Id="rId8" Type="http://schemas.openxmlformats.org/officeDocument/2006/relationships/image" Target="../media/image54.emf"/><Relationship Id="rId3" Type="http://schemas.openxmlformats.org/officeDocument/2006/relationships/notesSlide" Target="../notesSlides/notesSlide10.xml"/><Relationship Id="rId7" Type="http://schemas.openxmlformats.org/officeDocument/2006/relationships/oleObject" Target="../embeddings/oleObject35.bin"/><Relationship Id="rId12" Type="http://schemas.openxmlformats.org/officeDocument/2006/relationships/image" Target="../media/image56.e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53.wmf"/><Relationship Id="rId11" Type="http://schemas.openxmlformats.org/officeDocument/2006/relationships/oleObject" Target="../embeddings/oleObject37.bin"/><Relationship Id="rId5" Type="http://schemas.openxmlformats.org/officeDocument/2006/relationships/oleObject" Target="../embeddings/oleObject34.bin"/><Relationship Id="rId10" Type="http://schemas.openxmlformats.org/officeDocument/2006/relationships/image" Target="../media/image55.emf"/><Relationship Id="rId4" Type="http://schemas.openxmlformats.org/officeDocument/2006/relationships/image" Target="../media/image57.wmf"/><Relationship Id="rId9" Type="http://schemas.openxmlformats.org/officeDocument/2006/relationships/oleObject" Target="../embeddings/oleObject36.bin"/></Relationships>
</file>

<file path=ppt/slides/_rels/slide17.xml.rels><?xml version="1.0" encoding="UTF-8" standalone="yes"?>
<Relationships xmlns="http://schemas.openxmlformats.org/package/2006/relationships"><Relationship Id="rId8" Type="http://schemas.openxmlformats.org/officeDocument/2006/relationships/image" Target="../media/image60.e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59.emf"/><Relationship Id="rId5" Type="http://schemas.openxmlformats.org/officeDocument/2006/relationships/oleObject" Target="../embeddings/oleObject39.bin"/><Relationship Id="rId4" Type="http://schemas.openxmlformats.org/officeDocument/2006/relationships/image" Target="../media/image58.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notesSlide" Target="../notesSlides/notesSlide11.xml"/><Relationship Id="rId7" Type="http://schemas.openxmlformats.org/officeDocument/2006/relationships/image" Target="../media/image62.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42.bin"/><Relationship Id="rId5" Type="http://schemas.openxmlformats.org/officeDocument/2006/relationships/image" Target="../media/image61.wmf"/><Relationship Id="rId4" Type="http://schemas.openxmlformats.org/officeDocument/2006/relationships/oleObject" Target="../embeddings/oleObject41.bin"/><Relationship Id="rId9" Type="http://schemas.openxmlformats.org/officeDocument/2006/relationships/image" Target="../media/image63.w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64.emf"/><Relationship Id="rId4" Type="http://schemas.openxmlformats.org/officeDocument/2006/relationships/oleObject" Target="../embeddings/oleObject44.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66.emf"/><Relationship Id="rId5" Type="http://schemas.openxmlformats.org/officeDocument/2006/relationships/oleObject" Target="../embeddings/oleObject46.bin"/><Relationship Id="rId4" Type="http://schemas.openxmlformats.org/officeDocument/2006/relationships/image" Target="../media/image67.wmf"/></Relationships>
</file>

<file path=ppt/slides/_rels/slide2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2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73.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47.bin"/><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51.bin"/><Relationship Id="rId3" Type="http://schemas.openxmlformats.org/officeDocument/2006/relationships/image" Target="../media/image81.png"/><Relationship Id="rId7" Type="http://schemas.openxmlformats.org/officeDocument/2006/relationships/image" Target="../media/image79.emf"/><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oleObject" Target="../embeddings/oleObject50.bin"/><Relationship Id="rId5" Type="http://schemas.openxmlformats.org/officeDocument/2006/relationships/image" Target="../media/image78.emf"/><Relationship Id="rId4" Type="http://schemas.openxmlformats.org/officeDocument/2006/relationships/oleObject" Target="../embeddings/oleObject49.bin"/><Relationship Id="rId9" Type="http://schemas.openxmlformats.org/officeDocument/2006/relationships/image" Target="../media/image80.e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notesSlide" Target="../notesSlides/notesSlide16.xml"/><Relationship Id="rId7" Type="http://schemas.openxmlformats.org/officeDocument/2006/relationships/image" Target="../media/image83.emf"/><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oleObject" Target="../embeddings/oleObject53.bin"/><Relationship Id="rId5" Type="http://schemas.openxmlformats.org/officeDocument/2006/relationships/image" Target="../media/image82.emf"/><Relationship Id="rId4" Type="http://schemas.openxmlformats.org/officeDocument/2006/relationships/oleObject" Target="../embeddings/oleObject52.bin"/><Relationship Id="rId9" Type="http://schemas.openxmlformats.org/officeDocument/2006/relationships/image" Target="../media/image84.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57.bin"/><Relationship Id="rId3" Type="http://schemas.openxmlformats.org/officeDocument/2006/relationships/notesSlide" Target="../notesSlides/notesSlide18.xml"/><Relationship Id="rId7" Type="http://schemas.openxmlformats.org/officeDocument/2006/relationships/image" Target="../media/image87.e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56.bin"/><Relationship Id="rId5" Type="http://schemas.openxmlformats.org/officeDocument/2006/relationships/image" Target="../media/image86.emf"/><Relationship Id="rId4" Type="http://schemas.openxmlformats.org/officeDocument/2006/relationships/oleObject" Target="../embeddings/oleObject55.bin"/><Relationship Id="rId9" Type="http://schemas.openxmlformats.org/officeDocument/2006/relationships/image" Target="../media/image88.e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notesSlide" Target="../notesSlides/notesSlide19.xml"/><Relationship Id="rId7" Type="http://schemas.openxmlformats.org/officeDocument/2006/relationships/image" Target="../media/image90.emf"/><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59.bin"/><Relationship Id="rId11" Type="http://schemas.openxmlformats.org/officeDocument/2006/relationships/image" Target="../media/image92.emf"/><Relationship Id="rId5" Type="http://schemas.openxmlformats.org/officeDocument/2006/relationships/image" Target="../media/image89.emf"/><Relationship Id="rId10" Type="http://schemas.openxmlformats.org/officeDocument/2006/relationships/oleObject" Target="../embeddings/oleObject61.bin"/><Relationship Id="rId4" Type="http://schemas.openxmlformats.org/officeDocument/2006/relationships/oleObject" Target="../embeddings/oleObject58.bin"/><Relationship Id="rId9" Type="http://schemas.openxmlformats.org/officeDocument/2006/relationships/image" Target="../media/image91.e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64.bin"/><Relationship Id="rId13" Type="http://schemas.openxmlformats.org/officeDocument/2006/relationships/image" Target="../media/image97.emf"/><Relationship Id="rId3" Type="http://schemas.openxmlformats.org/officeDocument/2006/relationships/notesSlide" Target="../notesSlides/notesSlide20.xml"/><Relationship Id="rId7" Type="http://schemas.openxmlformats.org/officeDocument/2006/relationships/image" Target="../media/image94.emf"/><Relationship Id="rId12" Type="http://schemas.openxmlformats.org/officeDocument/2006/relationships/oleObject" Target="../embeddings/oleObject66.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oleObject" Target="../embeddings/oleObject63.bin"/><Relationship Id="rId11" Type="http://schemas.openxmlformats.org/officeDocument/2006/relationships/image" Target="../media/image96.emf"/><Relationship Id="rId5" Type="http://schemas.openxmlformats.org/officeDocument/2006/relationships/image" Target="../media/image93.emf"/><Relationship Id="rId15" Type="http://schemas.openxmlformats.org/officeDocument/2006/relationships/image" Target="../media/image98.emf"/><Relationship Id="rId10" Type="http://schemas.openxmlformats.org/officeDocument/2006/relationships/oleObject" Target="../embeddings/oleObject65.bin"/><Relationship Id="rId4" Type="http://schemas.openxmlformats.org/officeDocument/2006/relationships/oleObject" Target="../embeddings/oleObject62.bin"/><Relationship Id="rId9" Type="http://schemas.openxmlformats.org/officeDocument/2006/relationships/image" Target="../media/image95.emf"/><Relationship Id="rId14" Type="http://schemas.openxmlformats.org/officeDocument/2006/relationships/oleObject" Target="../embeddings/oleObject67.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26.vml"/><Relationship Id="rId5" Type="http://schemas.openxmlformats.org/officeDocument/2006/relationships/image" Target="../media/image100.emf"/><Relationship Id="rId4" Type="http://schemas.openxmlformats.org/officeDocument/2006/relationships/oleObject" Target="../embeddings/oleObject69.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72.bin"/><Relationship Id="rId13" Type="http://schemas.openxmlformats.org/officeDocument/2006/relationships/image" Target="../media/image105.emf"/><Relationship Id="rId3" Type="http://schemas.openxmlformats.org/officeDocument/2006/relationships/notesSlide" Target="../notesSlides/notesSlide22.xml"/><Relationship Id="rId7" Type="http://schemas.openxmlformats.org/officeDocument/2006/relationships/image" Target="../media/image102.emf"/><Relationship Id="rId12" Type="http://schemas.openxmlformats.org/officeDocument/2006/relationships/oleObject" Target="../embeddings/oleObject74.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oleObject" Target="../embeddings/oleObject71.bin"/><Relationship Id="rId11" Type="http://schemas.openxmlformats.org/officeDocument/2006/relationships/image" Target="../media/image104.emf"/><Relationship Id="rId5" Type="http://schemas.openxmlformats.org/officeDocument/2006/relationships/image" Target="../media/image101.emf"/><Relationship Id="rId15" Type="http://schemas.openxmlformats.org/officeDocument/2006/relationships/image" Target="../media/image106.emf"/><Relationship Id="rId10" Type="http://schemas.openxmlformats.org/officeDocument/2006/relationships/oleObject" Target="../embeddings/oleObject73.bin"/><Relationship Id="rId4" Type="http://schemas.openxmlformats.org/officeDocument/2006/relationships/oleObject" Target="../embeddings/oleObject70.bin"/><Relationship Id="rId9" Type="http://schemas.openxmlformats.org/officeDocument/2006/relationships/image" Target="../media/image103.emf"/><Relationship Id="rId14" Type="http://schemas.openxmlformats.org/officeDocument/2006/relationships/oleObject" Target="../embeddings/oleObject75.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107.emf"/></Relationships>
</file>

<file path=ppt/slides/_rels/slide3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notesSlide" Target="../notesSlides/notesSlide24.xml"/><Relationship Id="rId7" Type="http://schemas.openxmlformats.org/officeDocument/2006/relationships/image" Target="../media/image112.emf"/><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oleObject" Target="../embeddings/oleObject78.bin"/><Relationship Id="rId11" Type="http://schemas.openxmlformats.org/officeDocument/2006/relationships/image" Target="../media/image114.emf"/><Relationship Id="rId5" Type="http://schemas.openxmlformats.org/officeDocument/2006/relationships/image" Target="../media/image111.emf"/><Relationship Id="rId10" Type="http://schemas.openxmlformats.org/officeDocument/2006/relationships/oleObject" Target="../embeddings/oleObject80.bin"/><Relationship Id="rId4" Type="http://schemas.openxmlformats.org/officeDocument/2006/relationships/oleObject" Target="../embeddings/oleObject77.bin"/><Relationship Id="rId9" Type="http://schemas.openxmlformats.org/officeDocument/2006/relationships/image" Target="../media/image113.wmf"/></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30.vml"/><Relationship Id="rId5" Type="http://schemas.openxmlformats.org/officeDocument/2006/relationships/image" Target="../media/image115.emf"/><Relationship Id="rId4" Type="http://schemas.openxmlformats.org/officeDocument/2006/relationships/oleObject" Target="../embeddings/oleObject81.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2.xml"/><Relationship Id="rId1" Type="http://schemas.openxmlformats.org/officeDocument/2006/relationships/vmlDrawing" Target="../drawings/vmlDrawing31.vml"/><Relationship Id="rId4" Type="http://schemas.openxmlformats.org/officeDocument/2006/relationships/image" Target="../media/image116.emf"/></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85.bin"/><Relationship Id="rId3" Type="http://schemas.openxmlformats.org/officeDocument/2006/relationships/notesSlide" Target="../notesSlides/notesSlide26.xml"/><Relationship Id="rId7" Type="http://schemas.openxmlformats.org/officeDocument/2006/relationships/image" Target="../media/image118.emf"/><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oleObject" Target="../embeddings/oleObject84.bin"/><Relationship Id="rId5" Type="http://schemas.openxmlformats.org/officeDocument/2006/relationships/image" Target="../media/image117.wmf"/><Relationship Id="rId4" Type="http://schemas.openxmlformats.org/officeDocument/2006/relationships/oleObject" Target="../embeddings/oleObject83.bin"/><Relationship Id="rId9" Type="http://schemas.openxmlformats.org/officeDocument/2006/relationships/image" Target="../media/image119.emf"/></Relationships>
</file>

<file path=ppt/slides/_rels/slide42.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notesSlide" Target="../notesSlides/notesSlide27.xml"/><Relationship Id="rId7" Type="http://schemas.openxmlformats.org/officeDocument/2006/relationships/image" Target="../media/image121.emf"/><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oleObject" Target="../embeddings/oleObject87.bin"/><Relationship Id="rId5" Type="http://schemas.openxmlformats.org/officeDocument/2006/relationships/image" Target="../media/image120.wmf"/><Relationship Id="rId4" Type="http://schemas.openxmlformats.org/officeDocument/2006/relationships/oleObject" Target="../embeddings/oleObject86.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2.xml"/><Relationship Id="rId1" Type="http://schemas.openxmlformats.org/officeDocument/2006/relationships/vmlDrawing" Target="../drawings/vmlDrawing34.vml"/><Relationship Id="rId4" Type="http://schemas.openxmlformats.org/officeDocument/2006/relationships/image" Target="../media/image12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1187623" y="1844824"/>
            <a:ext cx="7632849" cy="1368425"/>
          </a:xfrm>
          <a:prstGeom prst="rect">
            <a:avLst/>
          </a:prstGeom>
          <a:noFill/>
          <a:ln w="9525">
            <a:noFill/>
            <a:miter lim="800000"/>
          </a:ln>
        </p:spPr>
        <p:txBody>
          <a:bodyPr anchor="b"/>
          <a:lstStyle/>
          <a:p>
            <a:pPr marR="0" algn="ctr" defTabSz="914400">
              <a:spcBef>
                <a:spcPct val="20000"/>
              </a:spcBef>
              <a:buClrTx/>
              <a:buSzTx/>
              <a:buFontTx/>
              <a:buNone/>
              <a:defRPr/>
            </a:pPr>
            <a:br>
              <a:rPr kumimoji="0" lang="en-US" altLang="zh-CN" sz="2800" b="1" kern="0" cap="none" spc="0" normalizeH="0" baseline="0" noProof="0" dirty="0">
                <a:solidFill>
                  <a:srgbClr val="3C230A"/>
                </a:solidFill>
                <a:latin typeface="黑体" panose="02010609060101010101" pitchFamily="49" charset="-122"/>
                <a:ea typeface="黑体" panose="02010609060101010101" pitchFamily="49" charset="-122"/>
                <a:cs typeface="+mj-cs"/>
              </a:rPr>
            </a:br>
            <a:r>
              <a:rPr kumimoji="0" lang="zh-CN" altLang="en-US" sz="4400" b="1" kern="0" cap="none" spc="0" normalizeH="0" baseline="0" noProof="0" dirty="0">
                <a:gradFill>
                  <a:gsLst>
                    <a:gs pos="0">
                      <a:srgbClr val="B95C00">
                        <a:shade val="20000"/>
                        <a:satMod val="200000"/>
                      </a:srgbClr>
                    </a:gs>
                    <a:gs pos="78000">
                      <a:srgbClr val="B95C00">
                        <a:tint val="90000"/>
                        <a:shade val="89000"/>
                        <a:satMod val="220000"/>
                      </a:srgbClr>
                    </a:gs>
                    <a:gs pos="100000">
                      <a:srgbClr val="B95C00">
                        <a:tint val="12000"/>
                        <a:satMod val="255000"/>
                      </a:srgbClr>
                    </a:gs>
                  </a:gsLst>
                  <a:lin ang="5400000"/>
                </a:gradFill>
                <a:effectLst>
                  <a:innerShdw blurRad="69850" dist="43180" dir="5400000">
                    <a:srgbClr val="000000">
                      <a:alpha val="65000"/>
                    </a:srgbClr>
                  </a:innerShdw>
                </a:effectLst>
                <a:latin typeface="黑体" panose="02010609060101010101" pitchFamily="49" charset="-122"/>
                <a:ea typeface="黑体" panose="02010609060101010101" pitchFamily="49" charset="-122"/>
                <a:cs typeface="+mn-cs"/>
              </a:rPr>
              <a:t>Machine Learning</a:t>
            </a:r>
            <a:br>
              <a:rPr kumimoji="0" lang="zh-CN" altLang="en-US" sz="4400" b="1" kern="0" cap="none" spc="0" normalizeH="0" baseline="0" noProof="0" dirty="0">
                <a:gradFill>
                  <a:gsLst>
                    <a:gs pos="0">
                      <a:srgbClr val="B95C00">
                        <a:shade val="20000"/>
                        <a:satMod val="200000"/>
                      </a:srgbClr>
                    </a:gs>
                    <a:gs pos="78000">
                      <a:srgbClr val="B95C00">
                        <a:tint val="90000"/>
                        <a:shade val="89000"/>
                        <a:satMod val="220000"/>
                      </a:srgbClr>
                    </a:gs>
                    <a:gs pos="100000">
                      <a:srgbClr val="B95C00">
                        <a:tint val="12000"/>
                        <a:satMod val="255000"/>
                      </a:srgbClr>
                    </a:gs>
                  </a:gsLst>
                  <a:lin ang="5400000"/>
                </a:gradFill>
                <a:effectLst>
                  <a:innerShdw blurRad="69850" dist="43180" dir="5400000">
                    <a:srgbClr val="000000">
                      <a:alpha val="65000"/>
                    </a:srgbClr>
                  </a:innerShdw>
                </a:effectLst>
                <a:latin typeface="黑体" panose="02010609060101010101" pitchFamily="49" charset="-122"/>
                <a:ea typeface="黑体" panose="02010609060101010101" pitchFamily="49" charset="-122"/>
              </a:rPr>
            </a:br>
            <a:r>
              <a:rPr kumimoji="0" lang="zh-CN" altLang="en-US" sz="4400" b="1" kern="0" cap="none" spc="0" normalizeH="0" baseline="0" noProof="0" dirty="0">
                <a:gradFill>
                  <a:gsLst>
                    <a:gs pos="0">
                      <a:srgbClr val="B95C00">
                        <a:shade val="20000"/>
                        <a:satMod val="200000"/>
                      </a:srgbClr>
                    </a:gs>
                    <a:gs pos="78000">
                      <a:srgbClr val="B95C00">
                        <a:tint val="90000"/>
                        <a:shade val="89000"/>
                        <a:satMod val="220000"/>
                      </a:srgbClr>
                    </a:gs>
                    <a:gs pos="100000">
                      <a:srgbClr val="B95C00">
                        <a:tint val="12000"/>
                        <a:satMod val="255000"/>
                      </a:srgbClr>
                    </a:gs>
                  </a:gsLst>
                  <a:lin ang="5400000"/>
                </a:gradFill>
                <a:effectLst>
                  <a:innerShdw blurRad="69850" dist="43180" dir="5400000">
                    <a:srgbClr val="000000">
                      <a:alpha val="65000"/>
                    </a:srgbClr>
                  </a:innerShdw>
                </a:effectLst>
                <a:latin typeface="黑体" panose="02010609060101010101" pitchFamily="49" charset="-122"/>
                <a:ea typeface="黑体" panose="02010609060101010101" pitchFamily="49" charset="-122"/>
                <a:cs typeface="+mn-cs"/>
              </a:rPr>
              <a:t>(机器学习)</a:t>
            </a:r>
            <a:r>
              <a:rPr kumimoji="0" lang="en-US" altLang="zh-CN" sz="4400" b="1" kern="0" cap="none" spc="0" normalizeH="0" baseline="0" noProof="0" dirty="0">
                <a:gradFill>
                  <a:gsLst>
                    <a:gs pos="0">
                      <a:srgbClr val="B95C00">
                        <a:shade val="20000"/>
                        <a:satMod val="200000"/>
                      </a:srgbClr>
                    </a:gs>
                    <a:gs pos="78000">
                      <a:srgbClr val="B95C00">
                        <a:tint val="90000"/>
                        <a:shade val="89000"/>
                        <a:satMod val="220000"/>
                      </a:srgbClr>
                    </a:gs>
                    <a:gs pos="100000">
                      <a:srgbClr val="B95C00">
                        <a:tint val="12000"/>
                        <a:satMod val="255000"/>
                      </a:srgbClr>
                    </a:gs>
                  </a:gsLst>
                  <a:lin ang="5400000"/>
                </a:gradFill>
                <a:effectLst>
                  <a:innerShdw blurRad="69850" dist="43180" dir="5400000">
                    <a:srgbClr val="000000">
                      <a:alpha val="65000"/>
                    </a:srgbClr>
                  </a:innerShdw>
                </a:effectLst>
                <a:latin typeface="黑体" panose="02010609060101010101" pitchFamily="49" charset="-122"/>
                <a:ea typeface="黑体" panose="02010609060101010101" pitchFamily="49" charset="-122"/>
                <a:cs typeface="+mn-cs"/>
              </a:rPr>
              <a:t>-Regression</a:t>
            </a:r>
            <a:endParaRPr kumimoji="0" lang="zh-CN" altLang="en-US" sz="4400" b="1" kern="0" cap="none" spc="0" normalizeH="0" baseline="0" noProof="0" dirty="0">
              <a:gradFill>
                <a:gsLst>
                  <a:gs pos="0">
                    <a:srgbClr val="B95C00">
                      <a:shade val="20000"/>
                      <a:satMod val="200000"/>
                    </a:srgbClr>
                  </a:gs>
                  <a:gs pos="78000">
                    <a:srgbClr val="B95C00">
                      <a:tint val="90000"/>
                      <a:shade val="89000"/>
                      <a:satMod val="220000"/>
                    </a:srgbClr>
                  </a:gs>
                  <a:gs pos="100000">
                    <a:srgbClr val="B95C00">
                      <a:tint val="12000"/>
                      <a:satMod val="255000"/>
                    </a:srgbClr>
                  </a:gs>
                </a:gsLst>
                <a:lin ang="5400000"/>
              </a:gradFill>
              <a:effectLst>
                <a:innerShdw blurRad="69850" dist="43180" dir="5400000">
                  <a:srgbClr val="000000">
                    <a:alpha val="65000"/>
                  </a:srgbClr>
                </a:innerShdw>
              </a:effectLst>
              <a:latin typeface="黑体" panose="02010609060101010101" pitchFamily="49" charset="-122"/>
              <a:ea typeface="黑体" panose="02010609060101010101" pitchFamily="49" charset="-122"/>
              <a:cs typeface="+mn-cs"/>
            </a:endParaRPr>
          </a:p>
        </p:txBody>
      </p:sp>
      <p:sp>
        <p:nvSpPr>
          <p:cNvPr id="11266" name="文本框 1"/>
          <p:cNvSpPr txBox="1"/>
          <p:nvPr/>
        </p:nvSpPr>
        <p:spPr>
          <a:xfrm>
            <a:off x="1331913" y="3932238"/>
            <a:ext cx="3624262" cy="1846262"/>
          </a:xfrm>
          <a:prstGeom prst="rect">
            <a:avLst/>
          </a:prstGeom>
          <a:noFill/>
          <a:ln w="9525">
            <a:noFill/>
          </a:ln>
        </p:spPr>
        <p:txBody>
          <a:bodyPr wrap="none" anchor="ctr" anchorCtr="0">
            <a:spAutoFit/>
          </a:bodyPr>
          <a:lstStyle/>
          <a:p>
            <a:pPr>
              <a:buSzPct val="75000"/>
            </a:pPr>
            <a:endParaRPr lang="en-US" altLang="zh-CN" sz="2400" dirty="0">
              <a:latin typeface="Arial" panose="020B0604020202020204" pitchFamily="34" charset="0"/>
              <a:ea typeface="宋体" panose="02010600030101010101" pitchFamily="2" charset="-122"/>
              <a:sym typeface="宋体" panose="02010600030101010101" pitchFamily="2" charset="-122"/>
            </a:endParaRPr>
          </a:p>
          <a:p>
            <a:pPr>
              <a:lnSpc>
                <a:spcPct val="150000"/>
              </a:lnSpc>
              <a:buSzPct val="75000"/>
            </a:pPr>
            <a:r>
              <a:rPr lang="en-US" altLang="zh-CN" sz="2400" b="1" dirty="0">
                <a:latin typeface="Arial" panose="020B0604020202020204" pitchFamily="34" charset="0"/>
                <a:ea typeface="宋体" panose="02010600030101010101" pitchFamily="2" charset="-122"/>
                <a:sym typeface="宋体" panose="02010600030101010101" pitchFamily="2" charset="-122"/>
              </a:rPr>
              <a:t>Pr</a:t>
            </a:r>
            <a:r>
              <a:rPr lang="en-US" altLang="zh-CN" b="1" dirty="0">
                <a:latin typeface="Arial" panose="020B0604020202020204" pitchFamily="34" charset="0"/>
                <a:ea typeface="宋体" panose="02010600030101010101" pitchFamily="2" charset="-122"/>
                <a:sym typeface="宋体" panose="02010600030101010101" pitchFamily="2" charset="-122"/>
              </a:rPr>
              <a:t>of.Shuyuan Yang, Zhixi Feng</a:t>
            </a:r>
            <a:endParaRPr lang="en-US" altLang="zh-CN" b="1" dirty="0">
              <a:latin typeface="Calibri" panose="020F0502020204030204" charset="0"/>
              <a:ea typeface="宋体" panose="02010600030101010101" pitchFamily="2" charset="-122"/>
            </a:endParaRPr>
          </a:p>
          <a:p>
            <a:pPr>
              <a:lnSpc>
                <a:spcPct val="150000"/>
              </a:lnSpc>
              <a:buSzPct val="75000"/>
            </a:pPr>
            <a:r>
              <a:rPr lang="en-US" altLang="zh-CN" b="1" dirty="0" err="1">
                <a:latin typeface="Arial" panose="020B0604020202020204" pitchFamily="34" charset="0"/>
                <a:ea typeface="宋体" panose="02010600030101010101" pitchFamily="2" charset="-122"/>
                <a:sym typeface="宋体" panose="02010600030101010101" pitchFamily="2" charset="-122"/>
              </a:rPr>
              <a:t>E-mail</a:t>
            </a:r>
            <a:r>
              <a:rPr lang="zh-CN" altLang="en-US" b="1" dirty="0" err="1">
                <a:latin typeface="Arial" panose="020B0604020202020204" pitchFamily="34" charset="0"/>
                <a:ea typeface="宋体" panose="02010600030101010101" pitchFamily="2" charset="-122"/>
                <a:sym typeface="宋体" panose="02010600030101010101" pitchFamily="2" charset="-122"/>
              </a:rPr>
              <a:t>：</a:t>
            </a:r>
            <a:r>
              <a:rPr lang="en-US" altLang="zh-CN" b="1" dirty="0" err="1">
                <a:latin typeface="Arial" panose="020B0604020202020204" pitchFamily="34" charset="0"/>
                <a:ea typeface="宋体" panose="02010600030101010101" pitchFamily="2" charset="-122"/>
                <a:sym typeface="宋体" panose="02010600030101010101" pitchFamily="2" charset="-122"/>
              </a:rPr>
              <a:t> syyang@xidianedu.cn</a:t>
            </a:r>
          </a:p>
          <a:p>
            <a:pPr>
              <a:lnSpc>
                <a:spcPct val="150000"/>
              </a:lnSpc>
              <a:buSzPct val="75000"/>
            </a:pPr>
            <a:r>
              <a:rPr lang="en-US" altLang="zh-CN" b="1" dirty="0" err="1">
                <a:latin typeface="Arial" panose="020B0604020202020204" pitchFamily="34" charset="0"/>
                <a:ea typeface="宋体" panose="02010600030101010101" pitchFamily="2" charset="-122"/>
                <a:sym typeface="宋体" panose="02010600030101010101" pitchFamily="2" charset="-122"/>
              </a:rPr>
              <a:t>                zxfeng@xidian.edu.cn</a:t>
            </a:r>
            <a:endParaRPr lang="en-US" altLang="zh-CN" b="1" dirty="0" err="1">
              <a:latin typeface="黑体" panose="02010609060101010101" pitchFamily="49" charset="-122"/>
              <a:ea typeface="黑体" panose="02010609060101010101" pitchFamily="49" charset="-122"/>
              <a:sym typeface="宋体" panose="02010600030101010101" pitchFamily="2" charset="-122"/>
            </a:endParaRPr>
          </a:p>
        </p:txBody>
      </p:sp>
      <p:sp>
        <p:nvSpPr>
          <p:cNvPr id="6" name="矩形 5"/>
          <p:cNvSpPr/>
          <p:nvPr/>
        </p:nvSpPr>
        <p:spPr>
          <a:xfrm>
            <a:off x="1331913" y="3286125"/>
            <a:ext cx="7056438" cy="46038"/>
          </a:xfrm>
          <a:prstGeom prst="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黑体" panose="02010609060101010101" pitchFamily="49" charset="-122"/>
              <a:ea typeface="黑体" panose="02010609060101010101" pitchFamily="49" charset="-122"/>
              <a:cs typeface="+mn-cs"/>
            </a:endParaRPr>
          </a:p>
        </p:txBody>
      </p:sp>
      <p:pic>
        <p:nvPicPr>
          <p:cNvPr id="11268" name="图片 8"/>
          <p:cNvPicPr>
            <a:picLocks noChangeAspect="1"/>
          </p:cNvPicPr>
          <p:nvPr/>
        </p:nvPicPr>
        <p:blipFill>
          <a:blip r:embed="rId3"/>
          <a:srcRect t="33493" r="2518"/>
          <a:stretch>
            <a:fillRect/>
          </a:stretch>
        </p:blipFill>
        <p:spPr>
          <a:xfrm>
            <a:off x="5940425" y="4437063"/>
            <a:ext cx="2600325" cy="1854200"/>
          </a:xfrm>
          <a:prstGeom prst="rect">
            <a:avLst/>
          </a:prstGeom>
          <a:noFill/>
          <a:ln w="9525">
            <a:noFill/>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p:cNvSpPr>
          <p:nvPr>
            <p:ph type="title"/>
          </p:nvPr>
        </p:nvSpPr>
        <p:spPr>
          <a:ln/>
        </p:spPr>
        <p:txBody>
          <a:bodyPr anchor="ctr" anchorCtr="0"/>
          <a:lstStyle/>
          <a:p>
            <a:r>
              <a:rPr lang="zh-CN" altLang="en-US"/>
              <a:t>Contents</a:t>
            </a:r>
          </a:p>
        </p:txBody>
      </p:sp>
      <p:sp>
        <p:nvSpPr>
          <p:cNvPr id="3" name="内容占位符 2"/>
          <p:cNvSpPr>
            <a:spLocks noGrp="1"/>
          </p:cNvSpPr>
          <p:nvPr>
            <p:ph idx="1"/>
          </p:nvPr>
        </p:nvSpPr>
        <p:spPr>
          <a:xfrm>
            <a:off x="596766" y="1553681"/>
            <a:ext cx="7886700" cy="4619625"/>
          </a:xfrm>
        </p:spPr>
        <p:txBody>
          <a:bodyPr/>
          <a:lstStyle/>
          <a:p>
            <a:pPr lvl="2">
              <a:lnSpc>
                <a:spcPct val="200000"/>
              </a:lnSpc>
            </a:pPr>
            <a:r>
              <a:rPr lang="en-US" altLang="zh-CN" sz="2800" noProof="1">
                <a:gradFill>
                  <a:gsLst>
                    <a:gs pos="0">
                      <a:srgbClr val="012D86"/>
                    </a:gs>
                    <a:gs pos="100000">
                      <a:srgbClr val="0E2557"/>
                    </a:gs>
                  </a:gsLst>
                  <a:lin scaled="0"/>
                </a:gradFill>
              </a:rPr>
              <a:t>From Linear to Logistic Regression</a:t>
            </a:r>
            <a:endParaRPr lang="zh-CN" altLang="en-US" sz="2800" strike="noStrike" noProof="1">
              <a:gradFill>
                <a:gsLst>
                  <a:gs pos="0">
                    <a:srgbClr val="012D86"/>
                  </a:gs>
                  <a:gs pos="100000">
                    <a:srgbClr val="0E2557"/>
                  </a:gs>
                </a:gsLst>
                <a:lin scaled="0"/>
              </a:gradFill>
            </a:endParaRPr>
          </a:p>
          <a:p>
            <a:pPr lvl="2">
              <a:lnSpc>
                <a:spcPct val="200000"/>
              </a:lnSpc>
            </a:pPr>
            <a:r>
              <a:rPr lang="en-US" altLang="zh-CN" sz="2800" noProof="1">
                <a:gradFill>
                  <a:gsLst>
                    <a:gs pos="0">
                      <a:srgbClr val="012D86"/>
                    </a:gs>
                    <a:gs pos="100000">
                      <a:srgbClr val="0E2557"/>
                    </a:gs>
                  </a:gsLst>
                  <a:lin scaled="0"/>
                </a:gradFill>
              </a:rPr>
              <a:t>Generative Learning</a:t>
            </a:r>
          </a:p>
          <a:p>
            <a:pPr lvl="2">
              <a:lnSpc>
                <a:spcPct val="200000"/>
              </a:lnSpc>
            </a:pPr>
            <a:r>
              <a:rPr lang="en-US" altLang="zh-CN" sz="2800" strike="noStrike" noProof="1">
                <a:gradFill>
                  <a:gsLst>
                    <a:gs pos="0">
                      <a:srgbClr val="012D86"/>
                    </a:gs>
                    <a:gs pos="100000">
                      <a:srgbClr val="0E2557"/>
                    </a:gs>
                  </a:gsLst>
                  <a:lin scaled="0"/>
                </a:gradFill>
              </a:rPr>
              <a:t>Naïve Bayes Classifier</a:t>
            </a:r>
            <a:endParaRPr lang="zh-CN" altLang="en-US" sz="2800" strike="noStrike" noProof="1">
              <a:gradFill>
                <a:gsLst>
                  <a:gs pos="0">
                    <a:srgbClr val="012D86"/>
                  </a:gs>
                  <a:gs pos="100000">
                    <a:srgbClr val="0E2557"/>
                  </a:gs>
                </a:gsLst>
                <a:lin scaled="0"/>
              </a:gradFill>
            </a:endParaRPr>
          </a:p>
        </p:txBody>
      </p:sp>
      <p:sp>
        <p:nvSpPr>
          <p:cNvPr id="4" name="日期占位符 3"/>
          <p:cNvSpPr>
            <a:spLocks noGrp="1"/>
          </p:cNvSpPr>
          <p:nvPr>
            <p:ph type="dt" sz="half" idx="10"/>
          </p:nvPr>
        </p:nvSpPr>
        <p:spPr/>
        <p:txBody>
          <a:bodyPr vert="horz" lIns="91440" tIns="45720" rIns="91440" bIns="45720" rtlCol="0" anchor="ct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From Linear to Logistic Regression</a:t>
            </a:r>
            <a:endParaRPr lang="zh-CN" altLang="en-US" dirty="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矩形 6">
            <a:extLst>
              <a:ext uri="{FF2B5EF4-FFF2-40B4-BE49-F238E27FC236}">
                <a16:creationId xmlns:a16="http://schemas.microsoft.com/office/drawing/2014/main" id="{DCBAC1FD-40FE-49F5-84E1-A10C9C5EAEA7}"/>
              </a:ext>
            </a:extLst>
          </p:cNvPr>
          <p:cNvSpPr/>
          <p:nvPr/>
        </p:nvSpPr>
        <p:spPr>
          <a:xfrm>
            <a:off x="412061" y="1644546"/>
            <a:ext cx="3390672" cy="369332"/>
          </a:xfrm>
          <a:prstGeom prst="rect">
            <a:avLst/>
          </a:prstGeom>
        </p:spPr>
        <p:txBody>
          <a:bodyPr wrap="none">
            <a:spAutoFit/>
          </a:bodyPr>
          <a:lstStyle/>
          <a:p>
            <a:r>
              <a:rPr lang="en-US" altLang="zh-CN" dirty="0"/>
              <a:t>Geometry of Linear Regression</a:t>
            </a:r>
            <a:endParaRPr lang="zh-CN" altLang="en-US" dirty="0"/>
          </a:p>
        </p:txBody>
      </p:sp>
      <p:sp>
        <p:nvSpPr>
          <p:cNvPr id="8" name="矩形 7">
            <a:extLst>
              <a:ext uri="{FF2B5EF4-FFF2-40B4-BE49-F238E27FC236}">
                <a16:creationId xmlns:a16="http://schemas.microsoft.com/office/drawing/2014/main" id="{B85B0D21-16CB-4564-B868-D88C7DC955AE}"/>
              </a:ext>
            </a:extLst>
          </p:cNvPr>
          <p:cNvSpPr/>
          <p:nvPr/>
        </p:nvSpPr>
        <p:spPr>
          <a:xfrm>
            <a:off x="4419620" y="1644546"/>
            <a:ext cx="3608680" cy="369332"/>
          </a:xfrm>
          <a:prstGeom prst="rect">
            <a:avLst/>
          </a:prstGeom>
        </p:spPr>
        <p:txBody>
          <a:bodyPr wrap="none">
            <a:spAutoFit/>
          </a:bodyPr>
          <a:lstStyle/>
          <a:p>
            <a:r>
              <a:rPr lang="en-US" altLang="zh-CN" dirty="0"/>
              <a:t>Geometry of Logistic Regression</a:t>
            </a:r>
            <a:endParaRPr lang="zh-CN" altLang="en-US" dirty="0"/>
          </a:p>
        </p:txBody>
      </p:sp>
      <p:pic>
        <p:nvPicPr>
          <p:cNvPr id="5" name="图片 4">
            <a:extLst>
              <a:ext uri="{FF2B5EF4-FFF2-40B4-BE49-F238E27FC236}">
                <a16:creationId xmlns:a16="http://schemas.microsoft.com/office/drawing/2014/main" id="{5AC06C3D-D38C-473B-83BB-EA36F732417E}"/>
              </a:ext>
            </a:extLst>
          </p:cNvPr>
          <p:cNvPicPr>
            <a:picLocks noChangeAspect="1"/>
          </p:cNvPicPr>
          <p:nvPr/>
        </p:nvPicPr>
        <p:blipFill>
          <a:blip r:embed="rId3"/>
          <a:stretch>
            <a:fillRect/>
          </a:stretch>
        </p:blipFill>
        <p:spPr>
          <a:xfrm>
            <a:off x="107628" y="2780946"/>
            <a:ext cx="4278570" cy="2432508"/>
          </a:xfrm>
          <a:prstGeom prst="rect">
            <a:avLst/>
          </a:prstGeom>
        </p:spPr>
      </p:pic>
      <p:pic>
        <p:nvPicPr>
          <p:cNvPr id="9" name="图片 8">
            <a:extLst>
              <a:ext uri="{FF2B5EF4-FFF2-40B4-BE49-F238E27FC236}">
                <a16:creationId xmlns:a16="http://schemas.microsoft.com/office/drawing/2014/main" id="{1B4B8543-DBCA-4C13-A682-BD94706AEE0D}"/>
              </a:ext>
            </a:extLst>
          </p:cNvPr>
          <p:cNvPicPr>
            <a:picLocks noChangeAspect="1"/>
          </p:cNvPicPr>
          <p:nvPr/>
        </p:nvPicPr>
        <p:blipFill>
          <a:blip r:embed="rId4"/>
          <a:stretch>
            <a:fillRect/>
          </a:stretch>
        </p:blipFill>
        <p:spPr>
          <a:xfrm>
            <a:off x="4539077" y="2785297"/>
            <a:ext cx="3976273" cy="2419876"/>
          </a:xfrm>
          <a:prstGeom prst="rect">
            <a:avLst/>
          </a:prstGeom>
        </p:spPr>
      </p:pic>
      <p:sp>
        <p:nvSpPr>
          <p:cNvPr id="10" name="矩形 9">
            <a:extLst>
              <a:ext uri="{FF2B5EF4-FFF2-40B4-BE49-F238E27FC236}">
                <a16:creationId xmlns:a16="http://schemas.microsoft.com/office/drawing/2014/main" id="{D60F9EF2-4BE6-42A0-B642-9919E8BE41EA}"/>
              </a:ext>
            </a:extLst>
          </p:cNvPr>
          <p:cNvSpPr/>
          <p:nvPr/>
        </p:nvSpPr>
        <p:spPr>
          <a:xfrm>
            <a:off x="7020204" y="2492922"/>
            <a:ext cx="1377300" cy="369332"/>
          </a:xfrm>
          <a:prstGeom prst="rect">
            <a:avLst/>
          </a:prstGeom>
        </p:spPr>
        <p:txBody>
          <a:bodyPr wrap="none">
            <a:spAutoFit/>
          </a:bodyPr>
          <a:lstStyle/>
          <a:p>
            <a:r>
              <a:rPr lang="en-US" altLang="zh-CN" dirty="0"/>
              <a:t>soft-version</a:t>
            </a:r>
            <a:endParaRPr lang="zh-CN" altLang="en-US" dirty="0"/>
          </a:p>
        </p:txBody>
      </p:sp>
      <p:pic>
        <p:nvPicPr>
          <p:cNvPr id="13" name="图片 12">
            <a:extLst>
              <a:ext uri="{FF2B5EF4-FFF2-40B4-BE49-F238E27FC236}">
                <a16:creationId xmlns:a16="http://schemas.microsoft.com/office/drawing/2014/main" id="{D464FF8F-5862-4D77-930E-E83E4D5A9738}"/>
              </a:ext>
            </a:extLst>
          </p:cNvPr>
          <p:cNvPicPr>
            <a:picLocks noChangeAspect="1"/>
          </p:cNvPicPr>
          <p:nvPr/>
        </p:nvPicPr>
        <p:blipFill>
          <a:blip r:embed="rId5"/>
          <a:stretch>
            <a:fillRect/>
          </a:stretch>
        </p:blipFill>
        <p:spPr>
          <a:xfrm>
            <a:off x="827688" y="5226315"/>
            <a:ext cx="2426578" cy="754207"/>
          </a:xfrm>
          <a:prstGeom prst="rect">
            <a:avLst/>
          </a:prstGeom>
        </p:spPr>
      </p:pic>
      <p:pic>
        <p:nvPicPr>
          <p:cNvPr id="14" name="图片 13">
            <a:extLst>
              <a:ext uri="{FF2B5EF4-FFF2-40B4-BE49-F238E27FC236}">
                <a16:creationId xmlns:a16="http://schemas.microsoft.com/office/drawing/2014/main" id="{950C8EE8-4AF5-4659-9484-97251D5409CA}"/>
              </a:ext>
            </a:extLst>
          </p:cNvPr>
          <p:cNvPicPr>
            <a:picLocks noChangeAspect="1"/>
          </p:cNvPicPr>
          <p:nvPr/>
        </p:nvPicPr>
        <p:blipFill>
          <a:blip r:embed="rId6"/>
          <a:stretch>
            <a:fillRect/>
          </a:stretch>
        </p:blipFill>
        <p:spPr>
          <a:xfrm>
            <a:off x="4601043" y="5266940"/>
            <a:ext cx="3696545" cy="1089410"/>
          </a:xfrm>
          <a:prstGeom prst="rect">
            <a:avLst/>
          </a:prstGeom>
        </p:spPr>
      </p:pic>
      <p:pic>
        <p:nvPicPr>
          <p:cNvPr id="16" name="图片 15">
            <a:extLst>
              <a:ext uri="{FF2B5EF4-FFF2-40B4-BE49-F238E27FC236}">
                <a16:creationId xmlns:a16="http://schemas.microsoft.com/office/drawing/2014/main" id="{D0DB6D07-7FCD-4B07-BE7D-BE5AE80AEDB0}"/>
              </a:ext>
            </a:extLst>
          </p:cNvPr>
          <p:cNvPicPr>
            <a:picLocks noChangeAspect="1"/>
          </p:cNvPicPr>
          <p:nvPr/>
        </p:nvPicPr>
        <p:blipFill>
          <a:blip r:embed="rId7"/>
          <a:stretch>
            <a:fillRect/>
          </a:stretch>
        </p:blipFill>
        <p:spPr>
          <a:xfrm>
            <a:off x="1294039" y="5861050"/>
            <a:ext cx="1755744" cy="631825"/>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36A49A-5006-433C-B65E-A623CDCF7DAD}"/>
              </a:ext>
            </a:extLst>
          </p:cNvPr>
          <p:cNvSpPr>
            <a:spLocks noGrp="1"/>
          </p:cNvSpPr>
          <p:nvPr>
            <p:ph type="title"/>
          </p:nvPr>
        </p:nvSpPr>
        <p:spPr/>
        <p:txBody>
          <a:bodyPr/>
          <a:lstStyle/>
          <a:p>
            <a:r>
              <a:rPr lang="en-US" altLang="zh-CN" kern="0" dirty="0"/>
              <a:t>Classification</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24006F00-0EF7-4C15-9F18-A0ED2292D620}"/>
                  </a:ext>
                </a:extLst>
              </p:cNvPr>
              <p:cNvSpPr>
                <a:spLocks noGrp="1"/>
              </p:cNvSpPr>
              <p:nvPr>
                <p:ph idx="1"/>
              </p:nvPr>
            </p:nvSpPr>
            <p:spPr>
              <a:xfrm>
                <a:off x="628650" y="1557338"/>
                <a:ext cx="8191704" cy="4619625"/>
              </a:xfrm>
            </p:spPr>
            <p:txBody>
              <a:bodyPr/>
              <a:lstStyle/>
              <a:p>
                <a:r>
                  <a:rPr lang="en-US" altLang="zh-CN" dirty="0"/>
                  <a:t>Model: the conditional distribution of </a:t>
                </a:r>
                <a14:m>
                  <m:oMath xmlns:m="http://schemas.openxmlformats.org/officeDocument/2006/math">
                    <m:r>
                      <a:rPr lang="en-US" altLang="zh-CN" i="1" dirty="0" smtClean="0">
                        <a:latin typeface="Cambria Math" panose="02040503050406030204" pitchFamily="18" charset="0"/>
                      </a:rPr>
                      <m:t>𝑦</m:t>
                    </m:r>
                  </m:oMath>
                </a14:m>
                <a:r>
                  <a:rPr lang="en-US" altLang="zh-CN" dirty="0"/>
                  <a:t> given </a:t>
                </a:r>
                <a14:m>
                  <m:oMath xmlns:m="http://schemas.openxmlformats.org/officeDocument/2006/math">
                    <m:r>
                      <a:rPr lang="en-US" altLang="zh-CN" i="1" dirty="0" smtClean="0">
                        <a:latin typeface="Cambria Math" panose="02040503050406030204" pitchFamily="18" charset="0"/>
                      </a:rPr>
                      <m:t>𝑥</m:t>
                    </m:r>
                  </m:oMath>
                </a14:m>
                <a:r>
                  <a:rPr lang="en-US" altLang="zh-CN" dirty="0"/>
                  <a:t>.</a:t>
                </a:r>
              </a:p>
              <a:p>
                <a:endParaRPr lang="en-US" altLang="zh-CN" dirty="0"/>
              </a:p>
              <a:p>
                <a:endParaRPr lang="en-US" altLang="zh-CN" dirty="0"/>
              </a:p>
              <a:p>
                <a:r>
                  <a:rPr lang="en-US" altLang="zh-CN" dirty="0"/>
                  <a:t>Logistic regression:</a:t>
                </a:r>
                <a:r>
                  <a:rPr lang="en-US" altLang="zh-CN" dirty="0">
                    <a:sym typeface="Wingdings" panose="05000000000000000000" pitchFamily="2" charset="2"/>
                  </a:rPr>
                  <a:t></a:t>
                </a:r>
              </a:p>
              <a:p>
                <a:endParaRPr lang="en-US" altLang="zh-CN" dirty="0">
                  <a:sym typeface="Wingdings" panose="05000000000000000000" pitchFamily="2" charset="2"/>
                </a:endParaRPr>
              </a:p>
              <a:p>
                <a:endParaRPr lang="en-US" altLang="zh-CN" dirty="0">
                  <a:sym typeface="Wingdings" panose="05000000000000000000" pitchFamily="2" charset="2"/>
                </a:endParaRPr>
              </a:p>
              <a:p>
                <a:r>
                  <a:rPr lang="en-US" altLang="zh-CN" dirty="0">
                    <a:sym typeface="Wingdings" panose="05000000000000000000" pitchFamily="2" charset="2"/>
                  </a:rPr>
                  <a:t>Another way??</a:t>
                </a:r>
              </a:p>
              <a:p>
                <a:endParaRPr lang="en-US" altLang="zh-CN" dirty="0">
                  <a:sym typeface="Wingdings" panose="05000000000000000000" pitchFamily="2" charset="2"/>
                </a:endParaRPr>
              </a:p>
              <a:p>
                <a:r>
                  <a:rPr lang="en-US" altLang="zh-CN" dirty="0"/>
                  <a:t>Consider a classification problem in which we want to learn to distinguish between elephants (</a:t>
                </a:r>
                <a14:m>
                  <m:oMath xmlns:m="http://schemas.openxmlformats.org/officeDocument/2006/math">
                    <m:r>
                      <a:rPr lang="en-US" altLang="zh-CN" i="1" dirty="0" smtClean="0">
                        <a:latin typeface="Cambria Math" panose="02040503050406030204" pitchFamily="18" charset="0"/>
                      </a:rPr>
                      <m:t>𝑦</m:t>
                    </m:r>
                    <m:r>
                      <a:rPr lang="en-US" altLang="zh-CN" i="1" dirty="0" smtClean="0">
                        <a:latin typeface="Cambria Math" panose="02040503050406030204" pitchFamily="18" charset="0"/>
                      </a:rPr>
                      <m:t>=1</m:t>
                    </m:r>
                  </m:oMath>
                </a14:m>
                <a:r>
                  <a:rPr lang="en-US" altLang="zh-CN" dirty="0"/>
                  <a:t>) and dogs (</a:t>
                </a:r>
                <a14:m>
                  <m:oMath xmlns:m="http://schemas.openxmlformats.org/officeDocument/2006/math">
                    <m:r>
                      <a:rPr lang="en-US" altLang="zh-CN" i="1" dirty="0" smtClean="0">
                        <a:latin typeface="Cambria Math" panose="02040503050406030204" pitchFamily="18" charset="0"/>
                      </a:rPr>
                      <m:t>𝑦</m:t>
                    </m:r>
                    <m:r>
                      <a:rPr lang="en-US" altLang="zh-CN" i="1" dirty="0" smtClean="0">
                        <a:latin typeface="Cambria Math" panose="02040503050406030204" pitchFamily="18" charset="0"/>
                      </a:rPr>
                      <m:t>=0</m:t>
                    </m:r>
                  </m:oMath>
                </a14:m>
                <a:r>
                  <a:rPr lang="en-US" altLang="zh-CN" dirty="0"/>
                  <a:t>), based on some features of an animal. </a:t>
                </a:r>
                <a:endParaRPr lang="zh-CN" altLang="en-US" dirty="0"/>
              </a:p>
            </p:txBody>
          </p:sp>
        </mc:Choice>
        <mc:Fallback>
          <p:sp>
            <p:nvSpPr>
              <p:cNvPr id="3" name="内容占位符 2">
                <a:extLst>
                  <a:ext uri="{FF2B5EF4-FFF2-40B4-BE49-F238E27FC236}">
                    <a16:creationId xmlns:a16="http://schemas.microsoft.com/office/drawing/2014/main" id="{24006F00-0EF7-4C15-9F18-A0ED2292D620}"/>
                  </a:ext>
                </a:extLst>
              </p:cNvPr>
              <p:cNvSpPr>
                <a:spLocks noGrp="1" noRot="1" noChangeAspect="1" noMove="1" noResize="1" noEditPoints="1" noAdjustHandles="1" noChangeArrowheads="1" noChangeShapeType="1" noTextEdit="1"/>
              </p:cNvSpPr>
              <p:nvPr>
                <p:ph idx="1"/>
              </p:nvPr>
            </p:nvSpPr>
            <p:spPr>
              <a:xfrm>
                <a:off x="628650" y="1557338"/>
                <a:ext cx="8191704" cy="4619625"/>
              </a:xfrm>
              <a:blipFill>
                <a:blip r:embed="rId3"/>
                <a:stretch>
                  <a:fillRect l="-670" t="-1187" r="-446"/>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0C6F5CD2-BD2A-495F-A5CE-B87EDF815012}"/>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602D474C-2A55-4FA2-BB63-EA3B015C884E}"/>
              </a:ext>
            </a:extLst>
          </p:cNvPr>
          <p:cNvGraphicFramePr>
            <a:graphicFrameLocks noChangeAspect="1"/>
          </p:cNvGraphicFramePr>
          <p:nvPr>
            <p:extLst>
              <p:ext uri="{D42A27DB-BD31-4B8C-83A1-F6EECF244321}">
                <p14:modId xmlns:p14="http://schemas.microsoft.com/office/powerpoint/2010/main" val="1903246248"/>
              </p:ext>
            </p:extLst>
          </p:nvPr>
        </p:nvGraphicFramePr>
        <p:xfrm>
          <a:off x="1907778" y="1988880"/>
          <a:ext cx="1008063" cy="422275"/>
        </p:xfrm>
        <a:graphic>
          <a:graphicData uri="http://schemas.openxmlformats.org/presentationml/2006/ole">
            <mc:AlternateContent xmlns:mc="http://schemas.openxmlformats.org/markup-compatibility/2006">
              <mc:Choice xmlns:v="urn:schemas-microsoft-com:vml" Requires="v">
                <p:oleObj spid="_x0000_s33815" name="Equation" r:id="rId4" imgW="1007355" imgH="422295" progId="Equation.DSMT4">
                  <p:embed/>
                </p:oleObj>
              </mc:Choice>
              <mc:Fallback>
                <p:oleObj name="Equation" r:id="rId4" imgW="1007355" imgH="422295" progId="Equation.DSMT4">
                  <p:embed/>
                  <p:pic>
                    <p:nvPicPr>
                      <p:cNvPr id="0" name=""/>
                      <p:cNvPicPr/>
                      <p:nvPr/>
                    </p:nvPicPr>
                    <p:blipFill>
                      <a:blip r:embed="rId5"/>
                      <a:stretch>
                        <a:fillRect/>
                      </a:stretch>
                    </p:blipFill>
                    <p:spPr>
                      <a:xfrm>
                        <a:off x="1907778" y="1988880"/>
                        <a:ext cx="1008063" cy="422275"/>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FF01EE34-2144-42EE-A065-3CAD23CF0E95}"/>
              </a:ext>
            </a:extLst>
          </p:cNvPr>
          <p:cNvGraphicFramePr>
            <a:graphicFrameLocks noChangeAspect="1"/>
          </p:cNvGraphicFramePr>
          <p:nvPr>
            <p:extLst>
              <p:ext uri="{D42A27DB-BD31-4B8C-83A1-F6EECF244321}">
                <p14:modId xmlns:p14="http://schemas.microsoft.com/office/powerpoint/2010/main" val="295381309"/>
              </p:ext>
            </p:extLst>
          </p:nvPr>
        </p:nvGraphicFramePr>
        <p:xfrm>
          <a:off x="3275892" y="2636934"/>
          <a:ext cx="1079500" cy="447675"/>
        </p:xfrm>
        <a:graphic>
          <a:graphicData uri="http://schemas.openxmlformats.org/presentationml/2006/ole">
            <mc:AlternateContent xmlns:mc="http://schemas.openxmlformats.org/markup-compatibility/2006">
              <mc:Choice xmlns:v="urn:schemas-microsoft-com:vml" Requires="v">
                <p:oleObj spid="_x0000_s33816" name="Equation" r:id="rId6" imgW="1079000" imgH="448216" progId="Equation.DSMT4">
                  <p:embed/>
                </p:oleObj>
              </mc:Choice>
              <mc:Fallback>
                <p:oleObj name="Equation" r:id="rId6" imgW="1079000" imgH="448216" progId="Equation.DSMT4">
                  <p:embed/>
                  <p:pic>
                    <p:nvPicPr>
                      <p:cNvPr id="0" name=""/>
                      <p:cNvPicPr/>
                      <p:nvPr/>
                    </p:nvPicPr>
                    <p:blipFill>
                      <a:blip r:embed="rId7"/>
                      <a:stretch>
                        <a:fillRect/>
                      </a:stretch>
                    </p:blipFill>
                    <p:spPr>
                      <a:xfrm>
                        <a:off x="3275892" y="2636934"/>
                        <a:ext cx="1079500" cy="447675"/>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959C4B57-652B-41B7-A52D-14E0026F2449}"/>
              </a:ext>
            </a:extLst>
          </p:cNvPr>
          <p:cNvGraphicFramePr>
            <a:graphicFrameLocks noChangeAspect="1"/>
          </p:cNvGraphicFramePr>
          <p:nvPr>
            <p:extLst>
              <p:ext uri="{D42A27DB-BD31-4B8C-83A1-F6EECF244321}">
                <p14:modId xmlns:p14="http://schemas.microsoft.com/office/powerpoint/2010/main" val="3980004044"/>
              </p:ext>
            </p:extLst>
          </p:nvPr>
        </p:nvGraphicFramePr>
        <p:xfrm>
          <a:off x="4788610" y="2636933"/>
          <a:ext cx="1725237" cy="447675"/>
        </p:xfrm>
        <a:graphic>
          <a:graphicData uri="http://schemas.openxmlformats.org/presentationml/2006/ole">
            <mc:AlternateContent xmlns:mc="http://schemas.openxmlformats.org/markup-compatibility/2006">
              <mc:Choice xmlns:v="urn:schemas-microsoft-com:vml" Requires="v">
                <p:oleObj spid="_x0000_s33817" name="Equation" r:id="rId8" imgW="1297177" imgH="336972" progId="Equation.DSMT4">
                  <p:embed/>
                </p:oleObj>
              </mc:Choice>
              <mc:Fallback>
                <p:oleObj name="Equation" r:id="rId8" imgW="1297177" imgH="336972" progId="Equation.DSMT4">
                  <p:embed/>
                  <p:pic>
                    <p:nvPicPr>
                      <p:cNvPr id="0" name=""/>
                      <p:cNvPicPr/>
                      <p:nvPr/>
                    </p:nvPicPr>
                    <p:blipFill>
                      <a:blip r:embed="rId9"/>
                      <a:stretch>
                        <a:fillRect/>
                      </a:stretch>
                    </p:blipFill>
                    <p:spPr>
                      <a:xfrm>
                        <a:off x="4788610" y="2636933"/>
                        <a:ext cx="1725237" cy="447675"/>
                      </a:xfrm>
                      <a:prstGeom prst="rect">
                        <a:avLst/>
                      </a:prstGeom>
                    </p:spPr>
                  </p:pic>
                </p:oleObj>
              </mc:Fallback>
            </mc:AlternateContent>
          </a:graphicData>
        </a:graphic>
      </p:graphicFrame>
    </p:spTree>
    <p:extLst>
      <p:ext uri="{BB962C8B-B14F-4D97-AF65-F5344CB8AC3E}">
        <p14:creationId xmlns:p14="http://schemas.microsoft.com/office/powerpoint/2010/main" val="374560389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6A94ED-DFF5-4349-BF90-89CC0F361EB1}"/>
              </a:ext>
            </a:extLst>
          </p:cNvPr>
          <p:cNvSpPr>
            <a:spLocks noGrp="1"/>
          </p:cNvSpPr>
          <p:nvPr>
            <p:ph type="title"/>
          </p:nvPr>
        </p:nvSpPr>
        <p:spPr/>
        <p:txBody>
          <a:bodyPr/>
          <a:lstStyle/>
          <a:p>
            <a:r>
              <a:rPr lang="en-US" altLang="zh-CN" kern="0" dirty="0"/>
              <a:t>Classification</a:t>
            </a:r>
            <a:endParaRPr lang="zh-CN" altLang="en-US" dirty="0"/>
          </a:p>
        </p:txBody>
      </p:sp>
      <p:sp>
        <p:nvSpPr>
          <p:cNvPr id="3" name="内容占位符 2">
            <a:extLst>
              <a:ext uri="{FF2B5EF4-FFF2-40B4-BE49-F238E27FC236}">
                <a16:creationId xmlns:a16="http://schemas.microsoft.com/office/drawing/2014/main" id="{036E2563-E04F-48FD-BE70-E976D26B48FE}"/>
              </a:ext>
            </a:extLst>
          </p:cNvPr>
          <p:cNvSpPr>
            <a:spLocks noGrp="1"/>
          </p:cNvSpPr>
          <p:nvPr>
            <p:ph idx="1"/>
          </p:nvPr>
        </p:nvSpPr>
        <p:spPr>
          <a:xfrm>
            <a:off x="628650" y="1557338"/>
            <a:ext cx="7886700" cy="4619625"/>
          </a:xfrm>
        </p:spPr>
        <p:txBody>
          <a:bodyPr/>
          <a:lstStyle/>
          <a:p>
            <a:r>
              <a:rPr lang="en-US" altLang="zh-CN" dirty="0"/>
              <a:t>Here's a different approach. </a:t>
            </a:r>
          </a:p>
          <a:p>
            <a:r>
              <a:rPr lang="en-US" altLang="zh-CN" dirty="0"/>
              <a:t>First, looking at elephants, we can build a model of </a:t>
            </a:r>
          </a:p>
          <a:p>
            <a:r>
              <a:rPr lang="en-US" altLang="zh-CN" dirty="0"/>
              <a:t>what elephants look like. </a:t>
            </a:r>
          </a:p>
          <a:p>
            <a:endParaRPr lang="en-US" altLang="zh-CN" dirty="0"/>
          </a:p>
          <a:p>
            <a:endParaRPr lang="en-US" altLang="zh-CN" dirty="0"/>
          </a:p>
          <a:p>
            <a:r>
              <a:rPr lang="en-US" altLang="zh-CN" dirty="0"/>
              <a:t>Then, looking at dogs, we can build a separate </a:t>
            </a:r>
          </a:p>
          <a:p>
            <a:r>
              <a:rPr lang="en-US" altLang="zh-CN" dirty="0"/>
              <a:t>model of what dogs look like. </a:t>
            </a:r>
          </a:p>
          <a:p>
            <a:endParaRPr lang="en-US" altLang="zh-CN" dirty="0"/>
          </a:p>
          <a:p>
            <a:endParaRPr lang="en-US" altLang="zh-CN" dirty="0"/>
          </a:p>
          <a:p>
            <a:r>
              <a:rPr lang="en-US" altLang="zh-CN" dirty="0"/>
              <a:t>Finally, to classify a new animal, we can </a:t>
            </a:r>
            <a:r>
              <a:rPr lang="en-US" altLang="zh-CN" dirty="0">
                <a:solidFill>
                  <a:srgbClr val="C00000"/>
                </a:solidFill>
              </a:rPr>
              <a:t>match</a:t>
            </a:r>
            <a:r>
              <a:rPr lang="en-US" altLang="zh-CN" dirty="0"/>
              <a:t> the new animal against the elephant model, and match it against the dog model, to see whether the new animal looks more like the elephants or more like the dogs we had seen in the training set.</a:t>
            </a:r>
          </a:p>
          <a:p>
            <a:endParaRPr lang="zh-CN" altLang="en-US" dirty="0"/>
          </a:p>
        </p:txBody>
      </p:sp>
      <p:sp>
        <p:nvSpPr>
          <p:cNvPr id="4" name="日期占位符 3">
            <a:extLst>
              <a:ext uri="{FF2B5EF4-FFF2-40B4-BE49-F238E27FC236}">
                <a16:creationId xmlns:a16="http://schemas.microsoft.com/office/drawing/2014/main" id="{B3C245FF-EFDB-4520-BEA1-E87F79F78075}"/>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6" name="图片 5">
            <a:extLst>
              <a:ext uri="{FF2B5EF4-FFF2-40B4-BE49-F238E27FC236}">
                <a16:creationId xmlns:a16="http://schemas.microsoft.com/office/drawing/2014/main" id="{7D8B6662-37C0-4384-A619-14EFC78A7FC3}"/>
              </a:ext>
            </a:extLst>
          </p:cNvPr>
          <p:cNvPicPr>
            <a:picLocks noChangeAspect="1"/>
          </p:cNvPicPr>
          <p:nvPr/>
        </p:nvPicPr>
        <p:blipFill>
          <a:blip r:embed="rId3"/>
          <a:stretch>
            <a:fillRect/>
          </a:stretch>
        </p:blipFill>
        <p:spPr>
          <a:xfrm>
            <a:off x="6058370" y="3016105"/>
            <a:ext cx="1675213" cy="936645"/>
          </a:xfrm>
          <a:prstGeom prst="rect">
            <a:avLst/>
          </a:prstGeom>
        </p:spPr>
      </p:pic>
      <p:pic>
        <p:nvPicPr>
          <p:cNvPr id="7" name="图片 6">
            <a:extLst>
              <a:ext uri="{FF2B5EF4-FFF2-40B4-BE49-F238E27FC236}">
                <a16:creationId xmlns:a16="http://schemas.microsoft.com/office/drawing/2014/main" id="{A043799A-3052-4FC5-B44E-1DE34CAB2601}"/>
              </a:ext>
            </a:extLst>
          </p:cNvPr>
          <p:cNvPicPr>
            <a:picLocks noChangeAspect="1"/>
          </p:cNvPicPr>
          <p:nvPr/>
        </p:nvPicPr>
        <p:blipFill>
          <a:blip r:embed="rId4"/>
          <a:stretch>
            <a:fillRect/>
          </a:stretch>
        </p:blipFill>
        <p:spPr>
          <a:xfrm>
            <a:off x="7733583" y="2985190"/>
            <a:ext cx="1220483" cy="1763919"/>
          </a:xfrm>
          <a:prstGeom prst="rect">
            <a:avLst/>
          </a:prstGeom>
        </p:spPr>
      </p:pic>
      <p:pic>
        <p:nvPicPr>
          <p:cNvPr id="34818" name="Picture 2" descr="See the source image">
            <a:extLst>
              <a:ext uri="{FF2B5EF4-FFF2-40B4-BE49-F238E27FC236}">
                <a16:creationId xmlns:a16="http://schemas.microsoft.com/office/drawing/2014/main" id="{8BC2057C-BFD9-4427-8CDC-E020133CC8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5414" y="1327896"/>
            <a:ext cx="2138652" cy="1200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432214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6E21D8-31F6-410F-B838-01AF82D37209}"/>
              </a:ext>
            </a:extLst>
          </p:cNvPr>
          <p:cNvSpPr>
            <a:spLocks noGrp="1"/>
          </p:cNvSpPr>
          <p:nvPr>
            <p:ph type="title"/>
          </p:nvPr>
        </p:nvSpPr>
        <p:spPr/>
        <p:txBody>
          <a:bodyPr/>
          <a:lstStyle/>
          <a:p>
            <a:r>
              <a:rPr lang="en-US" altLang="zh-CN" dirty="0"/>
              <a:t>Generative Learning algorithms</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46277FCB-F675-4728-8A60-D0645CBA604C}"/>
                  </a:ext>
                </a:extLst>
              </p:cNvPr>
              <p:cNvSpPr>
                <a:spLocks noGrp="1"/>
              </p:cNvSpPr>
              <p:nvPr>
                <p:ph idx="1"/>
              </p:nvPr>
            </p:nvSpPr>
            <p:spPr/>
            <p:txBody>
              <a:bodyPr/>
              <a:lstStyle/>
              <a:p>
                <a:r>
                  <a:rPr lang="en-US" altLang="zh-CN" dirty="0"/>
                  <a:t>Discriminative learning algorithms. </a:t>
                </a:r>
              </a:p>
              <a:p>
                <a:pPr lvl="1">
                  <a:spcBef>
                    <a:spcPts val="1200"/>
                  </a:spcBef>
                </a:pPr>
                <a:r>
                  <a:rPr lang="en-US" altLang="zh-CN" dirty="0"/>
                  <a:t>learn               directly </a:t>
                </a:r>
              </a:p>
              <a:p>
                <a:pPr lvl="1">
                  <a:spcBef>
                    <a:spcPts val="1200"/>
                  </a:spcBef>
                </a:pPr>
                <a:r>
                  <a:rPr lang="en-US" altLang="zh-CN" dirty="0"/>
                  <a:t>learn mappings directly from the space of inputs  </a:t>
                </a:r>
                <a14:m>
                  <m:oMath xmlns:m="http://schemas.openxmlformats.org/officeDocument/2006/math">
                    <m:r>
                      <a:rPr lang="en-US" altLang="zh-CN" i="1" dirty="0" smtClean="0">
                        <a:latin typeface="Cambria Math" panose="02040503050406030204" pitchFamily="18" charset="0"/>
                      </a:rPr>
                      <m:t>𝑥</m:t>
                    </m:r>
                  </m:oMath>
                </a14:m>
                <a:r>
                  <a:rPr lang="en-US" altLang="zh-CN" dirty="0"/>
                  <a:t> to the labels </a:t>
                </a:r>
                <a14:m>
                  <m:oMath xmlns:m="http://schemas.openxmlformats.org/officeDocument/2006/math">
                    <m:d>
                      <m:dPr>
                        <m:begChr m:val="{"/>
                        <m:endChr m:val="}"/>
                        <m:ctrlPr>
                          <a:rPr lang="en-US" altLang="zh-CN" i="1" dirty="0" smtClean="0">
                            <a:latin typeface="Cambria Math" panose="02040503050406030204" pitchFamily="18" charset="0"/>
                          </a:rPr>
                        </m:ctrlPr>
                      </m:dPr>
                      <m:e>
                        <m:r>
                          <a:rPr lang="en-US" altLang="zh-CN" b="1" i="1" dirty="0" smtClean="0">
                            <a:latin typeface="Cambria Math" panose="02040503050406030204" pitchFamily="18" charset="0"/>
                          </a:rPr>
                          <m:t>𝟎</m:t>
                        </m:r>
                        <m:r>
                          <a:rPr lang="zh-CN" altLang="en-US" i="1" dirty="0">
                            <a:latin typeface="Cambria Math" panose="02040503050406030204" pitchFamily="18" charset="0"/>
                          </a:rPr>
                          <m:t>，</m:t>
                        </m:r>
                        <m:r>
                          <a:rPr lang="en-US" altLang="zh-CN" b="1" i="1" dirty="0" smtClean="0">
                            <a:latin typeface="Cambria Math" panose="02040503050406030204" pitchFamily="18" charset="0"/>
                          </a:rPr>
                          <m:t>𝟏</m:t>
                        </m:r>
                      </m:e>
                    </m:d>
                  </m:oMath>
                </a14:m>
                <a:endParaRPr lang="en-US" altLang="zh-CN" dirty="0"/>
              </a:p>
              <a:p>
                <a:endParaRPr lang="en-US" altLang="zh-CN" dirty="0"/>
              </a:p>
              <a:p>
                <a:endParaRPr lang="en-US" altLang="zh-CN" dirty="0"/>
              </a:p>
              <a:p>
                <a:endParaRPr lang="en-US" altLang="zh-CN" dirty="0"/>
              </a:p>
              <a:p>
                <a:r>
                  <a:rPr lang="en-US" altLang="zh-CN" sz="2400" dirty="0"/>
                  <a:t>Generative learning algorithms</a:t>
                </a:r>
              </a:p>
              <a:p>
                <a:pPr lvl="1"/>
                <a:r>
                  <a:rPr lang="en-US" altLang="zh-CN" sz="2200" dirty="0"/>
                  <a:t>Model</a:t>
                </a:r>
                <a:r>
                  <a:rPr lang="zh-CN" altLang="en-US" sz="2200" dirty="0"/>
                  <a:t>：         </a:t>
                </a:r>
                <a:r>
                  <a:rPr lang="en-US" altLang="zh-CN" sz="2200" dirty="0"/>
                  <a:t>and  </a:t>
                </a:r>
                <a:endParaRPr lang="zh-CN" altLang="en-US" sz="2200" dirty="0"/>
              </a:p>
            </p:txBody>
          </p:sp>
        </mc:Choice>
        <mc:Fallback>
          <p:sp>
            <p:nvSpPr>
              <p:cNvPr id="3" name="内容占位符 2">
                <a:extLst>
                  <a:ext uri="{FF2B5EF4-FFF2-40B4-BE49-F238E27FC236}">
                    <a16:creationId xmlns:a16="http://schemas.microsoft.com/office/drawing/2014/main" id="{46277FCB-F675-4728-8A60-D0645CBA604C}"/>
                  </a:ext>
                </a:extLst>
              </p:cNvPr>
              <p:cNvSpPr>
                <a:spLocks noGrp="1" noRot="1" noChangeAspect="1" noMove="1" noResize="1" noEditPoints="1" noAdjustHandles="1" noChangeArrowheads="1" noChangeShapeType="1" noTextEdit="1"/>
              </p:cNvSpPr>
              <p:nvPr>
                <p:ph idx="1"/>
              </p:nvPr>
            </p:nvSpPr>
            <p:spPr>
              <a:blipFill>
                <a:blip r:embed="rId4"/>
                <a:stretch>
                  <a:fillRect l="-1005" t="-1187"/>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528F6669-6BE5-42F5-BF44-DF2D03D4B172}"/>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436A2469-15D2-4F8A-B4E1-A441172992F5}"/>
              </a:ext>
            </a:extLst>
          </p:cNvPr>
          <p:cNvGraphicFramePr>
            <a:graphicFrameLocks noChangeAspect="1"/>
          </p:cNvGraphicFramePr>
          <p:nvPr>
            <p:extLst>
              <p:ext uri="{D42A27DB-BD31-4B8C-83A1-F6EECF244321}">
                <p14:modId xmlns:p14="http://schemas.microsoft.com/office/powerpoint/2010/main" val="3454119964"/>
              </p:ext>
            </p:extLst>
          </p:nvPr>
        </p:nvGraphicFramePr>
        <p:xfrm>
          <a:off x="1758770" y="1941121"/>
          <a:ext cx="792163" cy="428625"/>
        </p:xfrm>
        <a:graphic>
          <a:graphicData uri="http://schemas.openxmlformats.org/presentationml/2006/ole">
            <mc:AlternateContent xmlns:mc="http://schemas.openxmlformats.org/markup-compatibility/2006">
              <mc:Choice xmlns:v="urn:schemas-microsoft-com:vml" Requires="v">
                <p:oleObj spid="_x0000_s36892" name="Equation" r:id="rId5" imgW="792779" imgH="428415" progId="Equation.DSMT4">
                  <p:embed/>
                </p:oleObj>
              </mc:Choice>
              <mc:Fallback>
                <p:oleObj name="Equation" r:id="rId5" imgW="792779" imgH="428415" progId="Equation.DSMT4">
                  <p:embed/>
                  <p:pic>
                    <p:nvPicPr>
                      <p:cNvPr id="0" name=""/>
                      <p:cNvPicPr/>
                      <p:nvPr/>
                    </p:nvPicPr>
                    <p:blipFill>
                      <a:blip r:embed="rId6"/>
                      <a:stretch>
                        <a:fillRect/>
                      </a:stretch>
                    </p:blipFill>
                    <p:spPr>
                      <a:xfrm>
                        <a:off x="1758770" y="1941121"/>
                        <a:ext cx="792163" cy="428625"/>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58CCE27D-C370-4607-8DA9-692BFF8029D6}"/>
              </a:ext>
            </a:extLst>
          </p:cNvPr>
          <p:cNvGraphicFramePr>
            <a:graphicFrameLocks noChangeAspect="1"/>
          </p:cNvGraphicFramePr>
          <p:nvPr>
            <p:extLst>
              <p:ext uri="{D42A27DB-BD31-4B8C-83A1-F6EECF244321}">
                <p14:modId xmlns:p14="http://schemas.microsoft.com/office/powerpoint/2010/main" val="920880326"/>
              </p:ext>
            </p:extLst>
          </p:nvPr>
        </p:nvGraphicFramePr>
        <p:xfrm>
          <a:off x="2191833" y="4273711"/>
          <a:ext cx="580017" cy="314176"/>
        </p:xfrm>
        <a:graphic>
          <a:graphicData uri="http://schemas.openxmlformats.org/presentationml/2006/ole">
            <mc:AlternateContent xmlns:mc="http://schemas.openxmlformats.org/markup-compatibility/2006">
              <mc:Choice xmlns:v="urn:schemas-microsoft-com:vml" Requires="v">
                <p:oleObj spid="_x0000_s36893" name="Equation" r:id="rId7" imgW="647688" imgH="350653" progId="Equation.DSMT4">
                  <p:embed/>
                </p:oleObj>
              </mc:Choice>
              <mc:Fallback>
                <p:oleObj name="Equation" r:id="rId7" imgW="647688" imgH="350653" progId="Equation.DSMT4">
                  <p:embed/>
                  <p:pic>
                    <p:nvPicPr>
                      <p:cNvPr id="0" name=""/>
                      <p:cNvPicPr/>
                      <p:nvPr/>
                    </p:nvPicPr>
                    <p:blipFill>
                      <a:blip r:embed="rId8"/>
                      <a:stretch>
                        <a:fillRect/>
                      </a:stretch>
                    </p:blipFill>
                    <p:spPr>
                      <a:xfrm>
                        <a:off x="2191833" y="4273711"/>
                        <a:ext cx="580017" cy="314176"/>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35C74490-ABF4-4828-9C75-7E23872009E4}"/>
              </a:ext>
            </a:extLst>
          </p:cNvPr>
          <p:cNvGraphicFramePr>
            <a:graphicFrameLocks noChangeAspect="1"/>
          </p:cNvGraphicFramePr>
          <p:nvPr>
            <p:extLst>
              <p:ext uri="{D42A27DB-BD31-4B8C-83A1-F6EECF244321}">
                <p14:modId xmlns:p14="http://schemas.microsoft.com/office/powerpoint/2010/main" val="2260284138"/>
              </p:ext>
            </p:extLst>
          </p:nvPr>
        </p:nvGraphicFramePr>
        <p:xfrm>
          <a:off x="3563916" y="4329199"/>
          <a:ext cx="342900" cy="203200"/>
        </p:xfrm>
        <a:graphic>
          <a:graphicData uri="http://schemas.openxmlformats.org/presentationml/2006/ole">
            <mc:AlternateContent xmlns:mc="http://schemas.openxmlformats.org/markup-compatibility/2006">
              <mc:Choice xmlns:v="urn:schemas-microsoft-com:vml" Requires="v">
                <p:oleObj spid="_x0000_s36894" name="Equation" r:id="rId9" imgW="342720" imgH="203040" progId="Equation.DSMT4">
                  <p:embed/>
                </p:oleObj>
              </mc:Choice>
              <mc:Fallback>
                <p:oleObj name="Equation" r:id="rId9" imgW="342720" imgH="203040" progId="Equation.DSMT4">
                  <p:embed/>
                  <p:pic>
                    <p:nvPicPr>
                      <p:cNvPr id="0" name=""/>
                      <p:cNvPicPr/>
                      <p:nvPr/>
                    </p:nvPicPr>
                    <p:blipFill>
                      <a:blip r:embed="rId10"/>
                      <a:stretch>
                        <a:fillRect/>
                      </a:stretch>
                    </p:blipFill>
                    <p:spPr>
                      <a:xfrm>
                        <a:off x="3563916" y="4329199"/>
                        <a:ext cx="342900" cy="2032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6BF74156-2A43-4086-BA5E-11B69BC681DB}"/>
              </a:ext>
            </a:extLst>
          </p:cNvPr>
          <p:cNvGraphicFramePr>
            <a:graphicFrameLocks noChangeAspect="1"/>
          </p:cNvGraphicFramePr>
          <p:nvPr>
            <p:extLst>
              <p:ext uri="{D42A27DB-BD31-4B8C-83A1-F6EECF244321}">
                <p14:modId xmlns:p14="http://schemas.microsoft.com/office/powerpoint/2010/main" val="2560966799"/>
              </p:ext>
            </p:extLst>
          </p:nvPr>
        </p:nvGraphicFramePr>
        <p:xfrm>
          <a:off x="1614307" y="4767274"/>
          <a:ext cx="1081087" cy="398463"/>
        </p:xfrm>
        <a:graphic>
          <a:graphicData uri="http://schemas.openxmlformats.org/presentationml/2006/ole">
            <mc:AlternateContent xmlns:mc="http://schemas.openxmlformats.org/markup-compatibility/2006">
              <mc:Choice xmlns:v="urn:schemas-microsoft-com:vml" Requires="v">
                <p:oleObj spid="_x0000_s36895" name="Equation" r:id="rId11" imgW="1080801" imgH="399254" progId="Equation.DSMT4">
                  <p:embed/>
                </p:oleObj>
              </mc:Choice>
              <mc:Fallback>
                <p:oleObj name="Equation" r:id="rId11" imgW="1080801" imgH="399254" progId="Equation.DSMT4">
                  <p:embed/>
                  <p:pic>
                    <p:nvPicPr>
                      <p:cNvPr id="0" name=""/>
                      <p:cNvPicPr/>
                      <p:nvPr/>
                    </p:nvPicPr>
                    <p:blipFill>
                      <a:blip r:embed="rId12"/>
                      <a:stretch>
                        <a:fillRect/>
                      </a:stretch>
                    </p:blipFill>
                    <p:spPr>
                      <a:xfrm>
                        <a:off x="1614307" y="4767274"/>
                        <a:ext cx="1081087" cy="398463"/>
                      </a:xfrm>
                      <a:prstGeom prst="rect">
                        <a:avLst/>
                      </a:prstGeom>
                    </p:spPr>
                  </p:pic>
                </p:oleObj>
              </mc:Fallback>
            </mc:AlternateContent>
          </a:graphicData>
        </a:graphic>
      </p:graphicFrame>
      <p:sp>
        <p:nvSpPr>
          <p:cNvPr id="9" name="矩形 8">
            <a:extLst>
              <a:ext uri="{FF2B5EF4-FFF2-40B4-BE49-F238E27FC236}">
                <a16:creationId xmlns:a16="http://schemas.microsoft.com/office/drawing/2014/main" id="{CB5DBD1D-78DE-480A-B05D-B74B703A358D}"/>
              </a:ext>
            </a:extLst>
          </p:cNvPr>
          <p:cNvSpPr/>
          <p:nvPr/>
        </p:nvSpPr>
        <p:spPr>
          <a:xfrm>
            <a:off x="2771850" y="4760145"/>
            <a:ext cx="5889717" cy="369332"/>
          </a:xfrm>
          <a:prstGeom prst="rect">
            <a:avLst/>
          </a:prstGeom>
        </p:spPr>
        <p:txBody>
          <a:bodyPr wrap="square">
            <a:spAutoFit/>
          </a:bodyPr>
          <a:lstStyle/>
          <a:p>
            <a:r>
              <a:rPr lang="en-US" altLang="zh-CN" dirty="0">
                <a:latin typeface="Candara" panose="020E0502030303020204" pitchFamily="34" charset="0"/>
              </a:rPr>
              <a:t>models the distribution of dogs‘ features, </a:t>
            </a:r>
            <a:endParaRPr lang="zh-CN" altLang="en-US" dirty="0">
              <a:latin typeface="Candara" panose="020E0502030303020204" pitchFamily="34" charset="0"/>
            </a:endParaRPr>
          </a:p>
        </p:txBody>
      </p:sp>
      <p:graphicFrame>
        <p:nvGraphicFramePr>
          <p:cNvPr id="10" name="对象 9">
            <a:extLst>
              <a:ext uri="{FF2B5EF4-FFF2-40B4-BE49-F238E27FC236}">
                <a16:creationId xmlns:a16="http://schemas.microsoft.com/office/drawing/2014/main" id="{970F216E-6AC3-4AFE-9CCF-6D9D1C524EA0}"/>
              </a:ext>
            </a:extLst>
          </p:cNvPr>
          <p:cNvGraphicFramePr>
            <a:graphicFrameLocks noChangeAspect="1"/>
          </p:cNvGraphicFramePr>
          <p:nvPr>
            <p:extLst>
              <p:ext uri="{D42A27DB-BD31-4B8C-83A1-F6EECF244321}">
                <p14:modId xmlns:p14="http://schemas.microsoft.com/office/powerpoint/2010/main" val="3436379324"/>
              </p:ext>
            </p:extLst>
          </p:nvPr>
        </p:nvGraphicFramePr>
        <p:xfrm>
          <a:off x="1614307" y="5169675"/>
          <a:ext cx="1079500" cy="415925"/>
        </p:xfrm>
        <a:graphic>
          <a:graphicData uri="http://schemas.openxmlformats.org/presentationml/2006/ole">
            <mc:AlternateContent xmlns:mc="http://schemas.openxmlformats.org/markup-compatibility/2006">
              <mc:Choice xmlns:v="urn:schemas-microsoft-com:vml" Requires="v">
                <p:oleObj spid="_x0000_s36896" name="Equation" r:id="rId13" imgW="1079000" imgH="416175" progId="Equation.DSMT4">
                  <p:embed/>
                </p:oleObj>
              </mc:Choice>
              <mc:Fallback>
                <p:oleObj name="Equation" r:id="rId13" imgW="1079000" imgH="416175" progId="Equation.DSMT4">
                  <p:embed/>
                  <p:pic>
                    <p:nvPicPr>
                      <p:cNvPr id="0" name=""/>
                      <p:cNvPicPr/>
                      <p:nvPr/>
                    </p:nvPicPr>
                    <p:blipFill>
                      <a:blip r:embed="rId14"/>
                      <a:stretch>
                        <a:fillRect/>
                      </a:stretch>
                    </p:blipFill>
                    <p:spPr>
                      <a:xfrm>
                        <a:off x="1614307" y="5169675"/>
                        <a:ext cx="1079500" cy="415925"/>
                      </a:xfrm>
                      <a:prstGeom prst="rect">
                        <a:avLst/>
                      </a:prstGeom>
                    </p:spPr>
                  </p:pic>
                </p:oleObj>
              </mc:Fallback>
            </mc:AlternateContent>
          </a:graphicData>
        </a:graphic>
      </p:graphicFrame>
      <p:sp>
        <p:nvSpPr>
          <p:cNvPr id="11" name="矩形 10">
            <a:extLst>
              <a:ext uri="{FF2B5EF4-FFF2-40B4-BE49-F238E27FC236}">
                <a16:creationId xmlns:a16="http://schemas.microsoft.com/office/drawing/2014/main" id="{EEF06DA4-0C99-4876-A7D1-4264EA601C07}"/>
              </a:ext>
            </a:extLst>
          </p:cNvPr>
          <p:cNvSpPr/>
          <p:nvPr/>
        </p:nvSpPr>
        <p:spPr>
          <a:xfrm>
            <a:off x="2794198" y="5183884"/>
            <a:ext cx="5889717" cy="369332"/>
          </a:xfrm>
          <a:prstGeom prst="rect">
            <a:avLst/>
          </a:prstGeom>
        </p:spPr>
        <p:txBody>
          <a:bodyPr wrap="square">
            <a:spAutoFit/>
          </a:bodyPr>
          <a:lstStyle/>
          <a:p>
            <a:r>
              <a:rPr lang="en-US" altLang="zh-CN" dirty="0">
                <a:latin typeface="Candara" panose="020E0502030303020204" pitchFamily="34" charset="0"/>
              </a:rPr>
              <a:t>models the distribution of elephants' features</a:t>
            </a:r>
            <a:r>
              <a:rPr lang="en-US" altLang="zh-CN" dirty="0">
                <a:latin typeface="Comic Sans MS" panose="030F0702030302020204" pitchFamily="66" charset="0"/>
              </a:rPr>
              <a:t>.</a:t>
            </a:r>
            <a:endParaRPr lang="zh-CN" altLang="en-US" dirty="0">
              <a:latin typeface="Candara" panose="020E0502030303020204" pitchFamily="34" charset="0"/>
            </a:endParaRPr>
          </a:p>
        </p:txBody>
      </p:sp>
    </p:spTree>
    <p:extLst>
      <p:ext uri="{BB962C8B-B14F-4D97-AF65-F5344CB8AC3E}">
        <p14:creationId xmlns:p14="http://schemas.microsoft.com/office/powerpoint/2010/main" val="417859569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84A928-E606-40F2-933D-C6C84A92D946}"/>
              </a:ext>
            </a:extLst>
          </p:cNvPr>
          <p:cNvSpPr>
            <a:spLocks noGrp="1"/>
          </p:cNvSpPr>
          <p:nvPr>
            <p:ph type="title"/>
          </p:nvPr>
        </p:nvSpPr>
        <p:spPr/>
        <p:txBody>
          <a:bodyPr/>
          <a:lstStyle/>
          <a:p>
            <a:r>
              <a:rPr lang="en-US" altLang="zh-CN" dirty="0"/>
              <a:t>Generative Learning algorithms</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B25F2CE-3C42-44C3-9599-07075EA2DE79}"/>
                  </a:ext>
                </a:extLst>
              </p:cNvPr>
              <p:cNvSpPr>
                <a:spLocks noGrp="1"/>
              </p:cNvSpPr>
              <p:nvPr>
                <p:ph idx="1"/>
              </p:nvPr>
            </p:nvSpPr>
            <p:spPr/>
            <p:txBody>
              <a:bodyPr/>
              <a:lstStyle/>
              <a:p>
                <a:r>
                  <a:rPr lang="en-US" altLang="zh-CN" dirty="0"/>
                  <a:t>After modeling        (called the class priors) and           , our algorithm</a:t>
                </a:r>
              </a:p>
              <a:p>
                <a:r>
                  <a:rPr lang="en-US" altLang="zh-CN" dirty="0"/>
                  <a:t>can then use Bayes rule to derive the posterior distribution on </a:t>
                </a:r>
                <a14:m>
                  <m:oMath xmlns:m="http://schemas.openxmlformats.org/officeDocument/2006/math">
                    <m:r>
                      <a:rPr lang="en-US" altLang="zh-CN" i="1" dirty="0" smtClean="0">
                        <a:latin typeface="Cambria Math" panose="02040503050406030204" pitchFamily="18" charset="0"/>
                      </a:rPr>
                      <m:t>𝑦</m:t>
                    </m:r>
                    <m:r>
                      <a:rPr lang="en-US" altLang="zh-CN" i="1" dirty="0" smtClean="0">
                        <a:latin typeface="Cambria Math" panose="02040503050406030204" pitchFamily="18" charset="0"/>
                      </a:rPr>
                      <m:t> </m:t>
                    </m:r>
                  </m:oMath>
                </a14:m>
                <a:r>
                  <a:rPr lang="en-US" altLang="zh-CN" dirty="0"/>
                  <a:t>given </a:t>
                </a:r>
                <a14:m>
                  <m:oMath xmlns:m="http://schemas.openxmlformats.org/officeDocument/2006/math">
                    <m:r>
                      <a:rPr lang="en-US" altLang="zh-CN" i="1" dirty="0" smtClean="0">
                        <a:latin typeface="Cambria Math" panose="02040503050406030204" pitchFamily="18" charset="0"/>
                      </a:rPr>
                      <m:t>𝑥</m:t>
                    </m:r>
                  </m:oMath>
                </a14:m>
                <a:r>
                  <a:rPr lang="en-US" altLang="zh-CN" dirty="0"/>
                  <a:t>:</a:t>
                </a:r>
              </a:p>
              <a:p>
                <a:endParaRPr lang="en-US" altLang="zh-CN" dirty="0"/>
              </a:p>
              <a:p>
                <a:endParaRPr lang="en-US" altLang="zh-CN" dirty="0"/>
              </a:p>
              <a:p>
                <a:endParaRPr lang="en-US" altLang="zh-CN" dirty="0"/>
              </a:p>
              <a:p>
                <a:r>
                  <a:rPr lang="en-US" altLang="zh-CN" dirty="0">
                    <a:solidFill>
                      <a:schemeClr val="hlink"/>
                    </a:solidFill>
                  </a:rPr>
                  <a:t>Here, the denominator is given by                                                            , and thus can also be expressed in terms of the Quantities             and </a:t>
                </a:r>
                <a14:m>
                  <m:oMath xmlns:m="http://schemas.openxmlformats.org/officeDocument/2006/math">
                    <m:r>
                      <a:rPr lang="en-US" altLang="zh-CN" i="1" dirty="0" smtClean="0">
                        <a:latin typeface="Cambria Math" panose="02040503050406030204" pitchFamily="18" charset="0"/>
                      </a:rPr>
                      <m:t>𝑝</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𝑦</m:t>
                    </m:r>
                    <m:r>
                      <a:rPr lang="en-US" altLang="zh-CN" i="1" dirty="0" smtClean="0">
                        <a:latin typeface="Cambria Math" panose="02040503050406030204" pitchFamily="18" charset="0"/>
                      </a:rPr>
                      <m:t>) </m:t>
                    </m:r>
                  </m:oMath>
                </a14:m>
                <a:r>
                  <a:rPr lang="en-US" altLang="zh-CN" dirty="0">
                    <a:solidFill>
                      <a:schemeClr val="hlink"/>
                    </a:solidFill>
                  </a:rPr>
                  <a:t>that we've learned. Actually, if were calculating             in order to make a prediction, then we don't actually need to calculate the denominator, since</a:t>
                </a:r>
                <a:endParaRPr lang="zh-CN" altLang="en-US" dirty="0">
                  <a:solidFill>
                    <a:schemeClr val="hlink"/>
                  </a:solidFill>
                </a:endParaRPr>
              </a:p>
              <a:p>
                <a:endParaRPr lang="zh-CN" altLang="en-US" dirty="0"/>
              </a:p>
            </p:txBody>
          </p:sp>
        </mc:Choice>
        <mc:Fallback>
          <p:sp>
            <p:nvSpPr>
              <p:cNvPr id="3" name="内容占位符 2">
                <a:extLst>
                  <a:ext uri="{FF2B5EF4-FFF2-40B4-BE49-F238E27FC236}">
                    <a16:creationId xmlns:a16="http://schemas.microsoft.com/office/drawing/2014/main" id="{3B25F2CE-3C42-44C3-9599-07075EA2DE79}"/>
                  </a:ext>
                </a:extLst>
              </p:cNvPr>
              <p:cNvSpPr>
                <a:spLocks noGrp="1" noRot="1" noChangeAspect="1" noMove="1" noResize="1" noEditPoints="1" noAdjustHandles="1" noChangeArrowheads="1" noChangeShapeType="1" noTextEdit="1"/>
              </p:cNvSpPr>
              <p:nvPr>
                <p:ph idx="1"/>
              </p:nvPr>
            </p:nvSpPr>
            <p:spPr>
              <a:blipFill>
                <a:blip r:embed="rId4"/>
                <a:stretch>
                  <a:fillRect l="-696" t="-1187" r="-4482"/>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A1996E15-A8CE-4D3A-9D99-9FA7851665F0}"/>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4922A067-B556-4381-9D5F-69D95D5FF125}"/>
              </a:ext>
            </a:extLst>
          </p:cNvPr>
          <p:cNvGraphicFramePr>
            <a:graphicFrameLocks noChangeAspect="1"/>
          </p:cNvGraphicFramePr>
          <p:nvPr>
            <p:extLst>
              <p:ext uri="{D42A27DB-BD31-4B8C-83A1-F6EECF244321}">
                <p14:modId xmlns:p14="http://schemas.microsoft.com/office/powerpoint/2010/main" val="458388038"/>
              </p:ext>
            </p:extLst>
          </p:nvPr>
        </p:nvGraphicFramePr>
        <p:xfrm>
          <a:off x="2875523" y="2524002"/>
          <a:ext cx="2306637" cy="755650"/>
        </p:xfrm>
        <a:graphic>
          <a:graphicData uri="http://schemas.openxmlformats.org/presentationml/2006/ole">
            <mc:AlternateContent xmlns:mc="http://schemas.openxmlformats.org/markup-compatibility/2006">
              <mc:Choice xmlns:v="urn:schemas-microsoft-com:vml" Requires="v">
                <p:oleObj spid="_x0000_s1121" name="Equation" r:id="rId5" imgW="2305972" imgH="756027" progId="Equation.DSMT4">
                  <p:embed/>
                </p:oleObj>
              </mc:Choice>
              <mc:Fallback>
                <p:oleObj name="Equation" r:id="rId5" imgW="2305972" imgH="756027" progId="Equation.DSMT4">
                  <p:embed/>
                  <p:pic>
                    <p:nvPicPr>
                      <p:cNvPr id="0" name=""/>
                      <p:cNvPicPr/>
                      <p:nvPr/>
                    </p:nvPicPr>
                    <p:blipFill>
                      <a:blip r:embed="rId6"/>
                      <a:stretch>
                        <a:fillRect/>
                      </a:stretch>
                    </p:blipFill>
                    <p:spPr>
                      <a:xfrm>
                        <a:off x="2875523" y="2524002"/>
                        <a:ext cx="2306637" cy="75565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8BACD2CD-E2A9-4BAD-8FB9-B0216B089747}"/>
              </a:ext>
            </a:extLst>
          </p:cNvPr>
          <p:cNvGraphicFramePr>
            <a:graphicFrameLocks noChangeAspect="1"/>
          </p:cNvGraphicFramePr>
          <p:nvPr>
            <p:extLst>
              <p:ext uri="{D42A27DB-BD31-4B8C-83A1-F6EECF244321}">
                <p14:modId xmlns:p14="http://schemas.microsoft.com/office/powerpoint/2010/main" val="592431334"/>
              </p:ext>
            </p:extLst>
          </p:nvPr>
        </p:nvGraphicFramePr>
        <p:xfrm>
          <a:off x="2865910" y="5268913"/>
          <a:ext cx="3895725" cy="1123950"/>
        </p:xfrm>
        <a:graphic>
          <a:graphicData uri="http://schemas.openxmlformats.org/presentationml/2006/ole">
            <mc:AlternateContent xmlns:mc="http://schemas.openxmlformats.org/markup-compatibility/2006">
              <mc:Choice xmlns:v="urn:schemas-microsoft-com:vml" Requires="v">
                <p:oleObj spid="_x0000_s1122" name="Equation" r:id="rId7" imgW="3895491" imgH="1124680" progId="Equation.DSMT4">
                  <p:embed/>
                </p:oleObj>
              </mc:Choice>
              <mc:Fallback>
                <p:oleObj name="Equation" r:id="rId7" imgW="3895491" imgH="1124680" progId="Equation.DSMT4">
                  <p:embed/>
                  <p:pic>
                    <p:nvPicPr>
                      <p:cNvPr id="0" name=""/>
                      <p:cNvPicPr/>
                      <p:nvPr/>
                    </p:nvPicPr>
                    <p:blipFill>
                      <a:blip r:embed="rId8"/>
                      <a:stretch>
                        <a:fillRect/>
                      </a:stretch>
                    </p:blipFill>
                    <p:spPr>
                      <a:xfrm>
                        <a:off x="2865910" y="5268913"/>
                        <a:ext cx="3895725" cy="112395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90CD335C-FC92-4B85-89BB-AC20345F1163}"/>
              </a:ext>
            </a:extLst>
          </p:cNvPr>
          <p:cNvGraphicFramePr>
            <a:graphicFrameLocks noChangeAspect="1"/>
          </p:cNvGraphicFramePr>
          <p:nvPr>
            <p:extLst>
              <p:ext uri="{D42A27DB-BD31-4B8C-83A1-F6EECF244321}">
                <p14:modId xmlns:p14="http://schemas.microsoft.com/office/powerpoint/2010/main" val="3625635408"/>
              </p:ext>
            </p:extLst>
          </p:nvPr>
        </p:nvGraphicFramePr>
        <p:xfrm>
          <a:off x="2555832" y="1628850"/>
          <a:ext cx="434975" cy="257175"/>
        </p:xfrm>
        <a:graphic>
          <a:graphicData uri="http://schemas.openxmlformats.org/presentationml/2006/ole">
            <mc:AlternateContent xmlns:mc="http://schemas.openxmlformats.org/markup-compatibility/2006">
              <mc:Choice xmlns:v="urn:schemas-microsoft-com:vml" Requires="v">
                <p:oleObj spid="_x0000_s1123" name="Equation" r:id="rId9" imgW="434552" imgH="257769" progId="Equation.DSMT4">
                  <p:embed/>
                </p:oleObj>
              </mc:Choice>
              <mc:Fallback>
                <p:oleObj name="Equation" r:id="rId9" imgW="434552" imgH="257769" progId="Equation.DSMT4">
                  <p:embed/>
                  <p:pic>
                    <p:nvPicPr>
                      <p:cNvPr id="0" name=""/>
                      <p:cNvPicPr/>
                      <p:nvPr/>
                    </p:nvPicPr>
                    <p:blipFill>
                      <a:blip r:embed="rId10"/>
                      <a:stretch>
                        <a:fillRect/>
                      </a:stretch>
                    </p:blipFill>
                    <p:spPr>
                      <a:xfrm>
                        <a:off x="2555832" y="1628850"/>
                        <a:ext cx="434975" cy="257175"/>
                      </a:xfrm>
                      <a:prstGeom prst="rect">
                        <a:avLst/>
                      </a:prstGeom>
                    </p:spPr>
                  </p:pic>
                </p:oleObj>
              </mc:Fallback>
            </mc:AlternateContent>
          </a:graphicData>
        </a:graphic>
      </p:graphicFrame>
      <p:graphicFrame>
        <p:nvGraphicFramePr>
          <p:cNvPr id="8" name="Object 8">
            <a:extLst>
              <a:ext uri="{FF2B5EF4-FFF2-40B4-BE49-F238E27FC236}">
                <a16:creationId xmlns:a16="http://schemas.microsoft.com/office/drawing/2014/main" id="{8A3EBD79-489C-4125-B77C-53D84A9B6EC2}"/>
              </a:ext>
            </a:extLst>
          </p:cNvPr>
          <p:cNvGraphicFramePr>
            <a:graphicFrameLocks noChangeAspect="1"/>
          </p:cNvGraphicFramePr>
          <p:nvPr>
            <p:extLst>
              <p:ext uri="{D42A27DB-BD31-4B8C-83A1-F6EECF244321}">
                <p14:modId xmlns:p14="http://schemas.microsoft.com/office/powerpoint/2010/main" val="3592833389"/>
              </p:ext>
            </p:extLst>
          </p:nvPr>
        </p:nvGraphicFramePr>
        <p:xfrm>
          <a:off x="6012120" y="1606784"/>
          <a:ext cx="647700" cy="350838"/>
        </p:xfrm>
        <a:graphic>
          <a:graphicData uri="http://schemas.openxmlformats.org/presentationml/2006/ole">
            <mc:AlternateContent xmlns:mc="http://schemas.openxmlformats.org/markup-compatibility/2006">
              <mc:Choice xmlns:v="urn:schemas-microsoft-com:vml" Requires="v">
                <p:oleObj spid="_x0000_s1124" name="Equation" r:id="rId11" imgW="469696" imgH="253890" progId="Equation.DSMT4">
                  <p:embed/>
                </p:oleObj>
              </mc:Choice>
              <mc:Fallback>
                <p:oleObj name="Equation" r:id="rId11" imgW="469696" imgH="253890" progId="Equation.DSMT4">
                  <p:embed/>
                  <p:pic>
                    <p:nvPicPr>
                      <p:cNvPr id="79876" name="Object 8">
                        <a:extLst>
                          <a:ext uri="{FF2B5EF4-FFF2-40B4-BE49-F238E27FC236}">
                            <a16:creationId xmlns:a16="http://schemas.microsoft.com/office/drawing/2014/main" id="{37F08E3F-72BE-40EE-BF6B-95054BE3506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12120" y="1606784"/>
                        <a:ext cx="647700" cy="35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对象 8">
            <a:extLst>
              <a:ext uri="{FF2B5EF4-FFF2-40B4-BE49-F238E27FC236}">
                <a16:creationId xmlns:a16="http://schemas.microsoft.com/office/drawing/2014/main" id="{5968B071-87A8-44A0-9D24-FEAB129DE4A3}"/>
              </a:ext>
            </a:extLst>
          </p:cNvPr>
          <p:cNvGraphicFramePr>
            <a:graphicFrameLocks noChangeAspect="1"/>
          </p:cNvGraphicFramePr>
          <p:nvPr>
            <p:extLst>
              <p:ext uri="{D42A27DB-BD31-4B8C-83A1-F6EECF244321}">
                <p14:modId xmlns:p14="http://schemas.microsoft.com/office/powerpoint/2010/main" val="2966484806"/>
              </p:ext>
            </p:extLst>
          </p:nvPr>
        </p:nvGraphicFramePr>
        <p:xfrm>
          <a:off x="4699000" y="3752974"/>
          <a:ext cx="3816350" cy="333375"/>
        </p:xfrm>
        <a:graphic>
          <a:graphicData uri="http://schemas.openxmlformats.org/presentationml/2006/ole">
            <mc:AlternateContent xmlns:mc="http://schemas.openxmlformats.org/markup-compatibility/2006">
              <mc:Choice xmlns:v="urn:schemas-microsoft-com:vml" Requires="v">
                <p:oleObj spid="_x0000_s1125" name="Equation" r:id="rId13" imgW="3816285" imgH="333732" progId="Equation.DSMT4">
                  <p:embed/>
                </p:oleObj>
              </mc:Choice>
              <mc:Fallback>
                <p:oleObj name="Equation" r:id="rId13" imgW="3816285" imgH="333732" progId="Equation.DSMT4">
                  <p:embed/>
                  <p:pic>
                    <p:nvPicPr>
                      <p:cNvPr id="0" name=""/>
                      <p:cNvPicPr/>
                      <p:nvPr/>
                    </p:nvPicPr>
                    <p:blipFill>
                      <a:blip r:embed="rId14"/>
                      <a:stretch>
                        <a:fillRect/>
                      </a:stretch>
                    </p:blipFill>
                    <p:spPr>
                      <a:xfrm>
                        <a:off x="4699000" y="3752974"/>
                        <a:ext cx="3816350" cy="33337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243C9126-3FBA-40D8-A8BA-AE940AE7C853}"/>
              </a:ext>
            </a:extLst>
          </p:cNvPr>
          <p:cNvGraphicFramePr>
            <a:graphicFrameLocks noChangeAspect="1"/>
          </p:cNvGraphicFramePr>
          <p:nvPr>
            <p:extLst>
              <p:ext uri="{D42A27DB-BD31-4B8C-83A1-F6EECF244321}">
                <p14:modId xmlns:p14="http://schemas.microsoft.com/office/powerpoint/2010/main" val="1143687771"/>
              </p:ext>
            </p:extLst>
          </p:nvPr>
        </p:nvGraphicFramePr>
        <p:xfrm>
          <a:off x="7236222" y="3981574"/>
          <a:ext cx="720725" cy="388937"/>
        </p:xfrm>
        <a:graphic>
          <a:graphicData uri="http://schemas.openxmlformats.org/presentationml/2006/ole">
            <mc:AlternateContent xmlns:mc="http://schemas.openxmlformats.org/markup-compatibility/2006">
              <mc:Choice xmlns:v="urn:schemas-microsoft-com:vml" Requires="v">
                <p:oleObj spid="_x0000_s1126" name="Equation" r:id="rId15" imgW="721134" imgH="388814" progId="Equation.DSMT4">
                  <p:embed/>
                </p:oleObj>
              </mc:Choice>
              <mc:Fallback>
                <p:oleObj name="Equation" r:id="rId15" imgW="721134" imgH="388814" progId="Equation.DSMT4">
                  <p:embed/>
                  <p:pic>
                    <p:nvPicPr>
                      <p:cNvPr id="0" name=""/>
                      <p:cNvPicPr/>
                      <p:nvPr/>
                    </p:nvPicPr>
                    <p:blipFill>
                      <a:blip r:embed="rId16"/>
                      <a:stretch>
                        <a:fillRect/>
                      </a:stretch>
                    </p:blipFill>
                    <p:spPr>
                      <a:xfrm>
                        <a:off x="7236222" y="3981574"/>
                        <a:ext cx="720725" cy="388937"/>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1A500E4B-DA2E-4392-BF0D-C15E5374D177}"/>
              </a:ext>
            </a:extLst>
          </p:cNvPr>
          <p:cNvGraphicFramePr>
            <a:graphicFrameLocks noChangeAspect="1"/>
          </p:cNvGraphicFramePr>
          <p:nvPr>
            <p:extLst>
              <p:ext uri="{D42A27DB-BD31-4B8C-83A1-F6EECF244321}">
                <p14:modId xmlns:p14="http://schemas.microsoft.com/office/powerpoint/2010/main" val="1944645735"/>
              </p:ext>
            </p:extLst>
          </p:nvPr>
        </p:nvGraphicFramePr>
        <p:xfrm>
          <a:off x="6455609" y="4302249"/>
          <a:ext cx="720725" cy="391416"/>
        </p:xfrm>
        <a:graphic>
          <a:graphicData uri="http://schemas.openxmlformats.org/presentationml/2006/ole">
            <mc:AlternateContent xmlns:mc="http://schemas.openxmlformats.org/markup-compatibility/2006">
              <mc:Choice xmlns:v="urn:schemas-microsoft-com:vml" Requires="v">
                <p:oleObj spid="_x0000_s1127" name="Equation" r:id="rId17" imgW="792779" imgH="429855" progId="Equation.DSMT4">
                  <p:embed/>
                </p:oleObj>
              </mc:Choice>
              <mc:Fallback>
                <p:oleObj name="Equation" r:id="rId17" imgW="792779" imgH="429855" progId="Equation.DSMT4">
                  <p:embed/>
                  <p:pic>
                    <p:nvPicPr>
                      <p:cNvPr id="0" name=""/>
                      <p:cNvPicPr/>
                      <p:nvPr/>
                    </p:nvPicPr>
                    <p:blipFill>
                      <a:blip r:embed="rId18"/>
                      <a:stretch>
                        <a:fillRect/>
                      </a:stretch>
                    </p:blipFill>
                    <p:spPr>
                      <a:xfrm>
                        <a:off x="6455609" y="4302249"/>
                        <a:ext cx="720725" cy="391416"/>
                      </a:xfrm>
                      <a:prstGeom prst="rect">
                        <a:avLst/>
                      </a:prstGeom>
                    </p:spPr>
                  </p:pic>
                </p:oleObj>
              </mc:Fallback>
            </mc:AlternateContent>
          </a:graphicData>
        </a:graphic>
      </p:graphicFrame>
    </p:spTree>
    <p:extLst>
      <p:ext uri="{BB962C8B-B14F-4D97-AF65-F5344CB8AC3E}">
        <p14:creationId xmlns:p14="http://schemas.microsoft.com/office/powerpoint/2010/main" val="348684529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48EEAF-FA1C-44B9-AE80-127266D8B436}"/>
              </a:ext>
            </a:extLst>
          </p:cNvPr>
          <p:cNvSpPr>
            <a:spLocks noGrp="1"/>
          </p:cNvSpPr>
          <p:nvPr>
            <p:ph type="title"/>
          </p:nvPr>
        </p:nvSpPr>
        <p:spPr/>
        <p:txBody>
          <a:bodyPr/>
          <a:lstStyle/>
          <a:p>
            <a:r>
              <a:rPr lang="en-US" altLang="zh-CN" dirty="0"/>
              <a:t>Gaussian discriminant analysis</a:t>
            </a:r>
            <a:endParaRPr lang="zh-CN" altLang="en-US" dirty="0"/>
          </a:p>
        </p:txBody>
      </p:sp>
      <p:sp>
        <p:nvSpPr>
          <p:cNvPr id="3" name="内容占位符 2">
            <a:extLst>
              <a:ext uri="{FF2B5EF4-FFF2-40B4-BE49-F238E27FC236}">
                <a16:creationId xmlns:a16="http://schemas.microsoft.com/office/drawing/2014/main" id="{3731B98F-328F-4912-ACFF-4D2C3131BF84}"/>
              </a:ext>
            </a:extLst>
          </p:cNvPr>
          <p:cNvSpPr>
            <a:spLocks noGrp="1"/>
          </p:cNvSpPr>
          <p:nvPr>
            <p:ph idx="1"/>
          </p:nvPr>
        </p:nvSpPr>
        <p:spPr/>
        <p:txBody>
          <a:bodyPr/>
          <a:lstStyle/>
          <a:p>
            <a:pPr algn="just">
              <a:lnSpc>
                <a:spcPct val="150000"/>
              </a:lnSpc>
            </a:pPr>
            <a:r>
              <a:rPr lang="en-US" altLang="zh-CN" b="0" dirty="0">
                <a:latin typeface="Candara" panose="020E0502030303020204" pitchFamily="34" charset="0"/>
              </a:rPr>
              <a:t>The first generative learning algorithm that we'll look at </a:t>
            </a:r>
            <a:r>
              <a:rPr lang="en-US" altLang="zh-CN" dirty="0">
                <a:solidFill>
                  <a:srgbClr val="C00000"/>
                </a:solidFill>
                <a:latin typeface="Candara" panose="020E0502030303020204" pitchFamily="34" charset="0"/>
              </a:rPr>
              <a:t>is Gaussian discriminant analysis (GDA)</a:t>
            </a:r>
            <a:r>
              <a:rPr lang="en-US" altLang="zh-CN" b="0" dirty="0">
                <a:latin typeface="Candara" panose="020E0502030303020204" pitchFamily="34" charset="0"/>
              </a:rPr>
              <a:t>. </a:t>
            </a:r>
          </a:p>
          <a:p>
            <a:pPr algn="just">
              <a:lnSpc>
                <a:spcPct val="150000"/>
              </a:lnSpc>
            </a:pPr>
            <a:endParaRPr lang="en-US" altLang="zh-CN" b="0" dirty="0">
              <a:latin typeface="Candara" panose="020E0502030303020204" pitchFamily="34" charset="0"/>
            </a:endParaRPr>
          </a:p>
          <a:p>
            <a:pPr algn="just">
              <a:lnSpc>
                <a:spcPct val="150000"/>
              </a:lnSpc>
            </a:pPr>
            <a:r>
              <a:rPr lang="en-US" altLang="zh-CN" b="0" dirty="0">
                <a:latin typeface="Candara" panose="020E0502030303020204" pitchFamily="34" charset="0"/>
              </a:rPr>
              <a:t>In this model, we'll assume that             is distributed according to a </a:t>
            </a:r>
            <a:r>
              <a:rPr lang="en-US" altLang="zh-CN" b="0" dirty="0">
                <a:solidFill>
                  <a:srgbClr val="C00000"/>
                </a:solidFill>
                <a:latin typeface="Candara" panose="020E0502030303020204" pitchFamily="34" charset="0"/>
              </a:rPr>
              <a:t>multivariate normal distribution</a:t>
            </a:r>
            <a:r>
              <a:rPr lang="en-US" altLang="zh-CN" b="0" dirty="0">
                <a:latin typeface="Candara" panose="020E0502030303020204" pitchFamily="34" charset="0"/>
              </a:rPr>
              <a:t>. Lets talk briefly about the properties of multivariate normal distributions before moving on to the GDA model itself.</a:t>
            </a:r>
          </a:p>
          <a:p>
            <a:endParaRPr lang="zh-CN" altLang="en-US" dirty="0"/>
          </a:p>
        </p:txBody>
      </p:sp>
      <p:sp>
        <p:nvSpPr>
          <p:cNvPr id="4" name="日期占位符 3">
            <a:extLst>
              <a:ext uri="{FF2B5EF4-FFF2-40B4-BE49-F238E27FC236}">
                <a16:creationId xmlns:a16="http://schemas.microsoft.com/office/drawing/2014/main" id="{1920115B-4739-474F-96C8-D8CB768FFF63}"/>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B0293349-1B9A-4138-8FE2-153C3826F733}"/>
              </a:ext>
            </a:extLst>
          </p:cNvPr>
          <p:cNvGraphicFramePr>
            <a:graphicFrameLocks noChangeAspect="1"/>
          </p:cNvGraphicFramePr>
          <p:nvPr>
            <p:extLst>
              <p:ext uri="{D42A27DB-BD31-4B8C-83A1-F6EECF244321}">
                <p14:modId xmlns:p14="http://schemas.microsoft.com/office/powerpoint/2010/main" val="2717554310"/>
              </p:ext>
            </p:extLst>
          </p:nvPr>
        </p:nvGraphicFramePr>
        <p:xfrm>
          <a:off x="4546367" y="3234083"/>
          <a:ext cx="720060" cy="389834"/>
        </p:xfrm>
        <a:graphic>
          <a:graphicData uri="http://schemas.openxmlformats.org/presentationml/2006/ole">
            <mc:AlternateContent xmlns:mc="http://schemas.openxmlformats.org/markup-compatibility/2006">
              <mc:Choice xmlns:v="urn:schemas-microsoft-com:vml" Requires="v">
                <p:oleObj spid="_x0000_s37894" name="Equation" r:id="rId3" imgW="958752" imgH="518419" progId="Equation.DSMT4">
                  <p:embed/>
                </p:oleObj>
              </mc:Choice>
              <mc:Fallback>
                <p:oleObj name="Equation" r:id="rId3" imgW="958752" imgH="518419" progId="Equation.DSMT4">
                  <p:embed/>
                  <p:pic>
                    <p:nvPicPr>
                      <p:cNvPr id="0" name=""/>
                      <p:cNvPicPr/>
                      <p:nvPr/>
                    </p:nvPicPr>
                    <p:blipFill>
                      <a:blip r:embed="rId4"/>
                      <a:stretch>
                        <a:fillRect/>
                      </a:stretch>
                    </p:blipFill>
                    <p:spPr>
                      <a:xfrm>
                        <a:off x="4546367" y="3234083"/>
                        <a:ext cx="720060" cy="389834"/>
                      </a:xfrm>
                      <a:prstGeom prst="rect">
                        <a:avLst/>
                      </a:prstGeom>
                    </p:spPr>
                  </p:pic>
                </p:oleObj>
              </mc:Fallback>
            </mc:AlternateContent>
          </a:graphicData>
        </a:graphic>
      </p:graphicFrame>
    </p:spTree>
    <p:extLst>
      <p:ext uri="{BB962C8B-B14F-4D97-AF65-F5344CB8AC3E}">
        <p14:creationId xmlns:p14="http://schemas.microsoft.com/office/powerpoint/2010/main" val="197109750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2F2A71-DF09-499B-A3F7-DC3CDBC9CC33}"/>
              </a:ext>
            </a:extLst>
          </p:cNvPr>
          <p:cNvSpPr>
            <a:spLocks noGrp="1"/>
          </p:cNvSpPr>
          <p:nvPr>
            <p:ph type="title"/>
          </p:nvPr>
        </p:nvSpPr>
        <p:spPr/>
        <p:txBody>
          <a:bodyPr/>
          <a:lstStyle/>
          <a:p>
            <a:r>
              <a:rPr lang="en-US" altLang="zh-CN" dirty="0"/>
              <a:t>Multivariate normal distribution </a:t>
            </a:r>
            <a:r>
              <a:rPr lang="zh-CN" altLang="en-US" sz="2000" b="1" dirty="0"/>
              <a:t>多元正态分布</a:t>
            </a:r>
            <a:endParaRPr lang="zh-CN" altLang="en-US" b="1" dirty="0"/>
          </a:p>
        </p:txBody>
      </p:sp>
      <p:sp>
        <p:nvSpPr>
          <p:cNvPr id="3" name="内容占位符 2">
            <a:extLst>
              <a:ext uri="{FF2B5EF4-FFF2-40B4-BE49-F238E27FC236}">
                <a16:creationId xmlns:a16="http://schemas.microsoft.com/office/drawing/2014/main" id="{3C87DE58-76CA-4F26-9268-A61124575799}"/>
              </a:ext>
            </a:extLst>
          </p:cNvPr>
          <p:cNvSpPr>
            <a:spLocks noGrp="1"/>
          </p:cNvSpPr>
          <p:nvPr>
            <p:ph idx="1"/>
          </p:nvPr>
        </p:nvSpPr>
        <p:spPr>
          <a:xfrm>
            <a:off x="628650" y="1539081"/>
            <a:ext cx="7886700" cy="4619625"/>
          </a:xfrm>
        </p:spPr>
        <p:txBody>
          <a:bodyPr/>
          <a:lstStyle/>
          <a:p>
            <a:pPr algn="just">
              <a:lnSpc>
                <a:spcPct val="150000"/>
              </a:lnSpc>
            </a:pPr>
            <a:r>
              <a:rPr lang="en-US" altLang="zh-CN" dirty="0"/>
              <a:t>The </a:t>
            </a:r>
            <a:r>
              <a:rPr lang="en-US" altLang="zh-CN" dirty="0">
                <a:solidFill>
                  <a:srgbClr val="C00000"/>
                </a:solidFill>
              </a:rPr>
              <a:t>multivariate normal distribution </a:t>
            </a:r>
            <a:r>
              <a:rPr lang="en-US" altLang="zh-CN" dirty="0"/>
              <a:t>in n-dimensions, also called the </a:t>
            </a:r>
            <a:r>
              <a:rPr lang="en-US" altLang="zh-CN" dirty="0">
                <a:solidFill>
                  <a:srgbClr val="C00000"/>
                </a:solidFill>
              </a:rPr>
              <a:t>multivariate Gaussian distribution</a:t>
            </a:r>
            <a:r>
              <a:rPr lang="en-US" altLang="zh-CN" dirty="0"/>
              <a:t>, is parameterized by a </a:t>
            </a:r>
          </a:p>
          <a:p>
            <a:pPr algn="just">
              <a:lnSpc>
                <a:spcPct val="150000"/>
              </a:lnSpc>
            </a:pPr>
            <a:r>
              <a:rPr lang="en-US" altLang="zh-CN" dirty="0">
                <a:solidFill>
                  <a:srgbClr val="0000FF"/>
                </a:solidFill>
              </a:rPr>
              <a:t>mean vector</a:t>
            </a:r>
            <a:r>
              <a:rPr lang="en-US" altLang="zh-CN" dirty="0"/>
              <a:t>                               </a:t>
            </a:r>
          </a:p>
          <a:p>
            <a:pPr algn="just">
              <a:lnSpc>
                <a:spcPct val="150000"/>
              </a:lnSpc>
            </a:pPr>
            <a:r>
              <a:rPr lang="en-US" altLang="zh-CN" dirty="0"/>
              <a:t>and a </a:t>
            </a:r>
            <a:r>
              <a:rPr lang="en-US" altLang="zh-CN" dirty="0">
                <a:solidFill>
                  <a:srgbClr val="0000FF"/>
                </a:solidFill>
              </a:rPr>
              <a:t>covariance matrix</a:t>
            </a:r>
            <a:r>
              <a:rPr lang="en-US" altLang="zh-CN" dirty="0"/>
              <a:t>             .where          is symmetric and positive semi-definite. Also written              its density is given by:</a:t>
            </a:r>
            <a:endParaRPr lang="zh-CN" altLang="en-US" dirty="0"/>
          </a:p>
          <a:p>
            <a:endParaRPr lang="zh-CN" altLang="en-US" dirty="0"/>
          </a:p>
        </p:txBody>
      </p:sp>
      <p:sp>
        <p:nvSpPr>
          <p:cNvPr id="4" name="日期占位符 3">
            <a:extLst>
              <a:ext uri="{FF2B5EF4-FFF2-40B4-BE49-F238E27FC236}">
                <a16:creationId xmlns:a16="http://schemas.microsoft.com/office/drawing/2014/main" id="{7C473610-259B-4FE0-A3DC-AFBDD7EACD70}"/>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E0C568B8-CC64-4A40-B57C-923B25D4F408}"/>
              </a:ext>
            </a:extLst>
          </p:cNvPr>
          <p:cNvGraphicFramePr>
            <a:graphicFrameLocks noChangeAspect="1"/>
          </p:cNvGraphicFramePr>
          <p:nvPr>
            <p:extLst>
              <p:ext uri="{D42A27DB-BD31-4B8C-83A1-F6EECF244321}">
                <p14:modId xmlns:p14="http://schemas.microsoft.com/office/powerpoint/2010/main" val="3117392313"/>
              </p:ext>
            </p:extLst>
          </p:nvPr>
        </p:nvGraphicFramePr>
        <p:xfrm>
          <a:off x="2160533" y="4240817"/>
          <a:ext cx="4280126" cy="641289"/>
        </p:xfrm>
        <a:graphic>
          <a:graphicData uri="http://schemas.openxmlformats.org/presentationml/2006/ole">
            <mc:AlternateContent xmlns:mc="http://schemas.openxmlformats.org/markup-compatibility/2006">
              <mc:Choice xmlns:v="urn:schemas-microsoft-com:vml" Requires="v">
                <p:oleObj spid="_x0000_s2220" name="Equation" r:id="rId4" imgW="6050251" imgH="906873" progId="Equation.DSMT4">
                  <p:embed/>
                </p:oleObj>
              </mc:Choice>
              <mc:Fallback>
                <p:oleObj name="Equation" r:id="rId4" imgW="6050251" imgH="906873" progId="Equation.DSMT4">
                  <p:embed/>
                  <p:pic>
                    <p:nvPicPr>
                      <p:cNvPr id="0" name=""/>
                      <p:cNvPicPr/>
                      <p:nvPr/>
                    </p:nvPicPr>
                    <p:blipFill>
                      <a:blip r:embed="rId5"/>
                      <a:stretch>
                        <a:fillRect/>
                      </a:stretch>
                    </p:blipFill>
                    <p:spPr>
                      <a:xfrm>
                        <a:off x="2160533" y="4240817"/>
                        <a:ext cx="4280126" cy="641289"/>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D91F6D09-A031-4347-9A89-FF25DCC2B163}"/>
              </a:ext>
            </a:extLst>
          </p:cNvPr>
          <p:cNvGraphicFramePr>
            <a:graphicFrameLocks noChangeAspect="1"/>
          </p:cNvGraphicFramePr>
          <p:nvPr>
            <p:extLst>
              <p:ext uri="{D42A27DB-BD31-4B8C-83A1-F6EECF244321}">
                <p14:modId xmlns:p14="http://schemas.microsoft.com/office/powerpoint/2010/main" val="2659148520"/>
              </p:ext>
            </p:extLst>
          </p:nvPr>
        </p:nvGraphicFramePr>
        <p:xfrm>
          <a:off x="2339814" y="2708940"/>
          <a:ext cx="720060" cy="362018"/>
        </p:xfrm>
        <a:graphic>
          <a:graphicData uri="http://schemas.openxmlformats.org/presentationml/2006/ole">
            <mc:AlternateContent xmlns:mc="http://schemas.openxmlformats.org/markup-compatibility/2006">
              <mc:Choice xmlns:v="urn:schemas-microsoft-com:vml" Requires="v">
                <p:oleObj spid="_x0000_s2221" name="Equation" r:id="rId6" imgW="862624" imgH="433096" progId="Equation.DSMT4">
                  <p:embed/>
                </p:oleObj>
              </mc:Choice>
              <mc:Fallback>
                <p:oleObj name="Equation" r:id="rId6" imgW="862624" imgH="433096" progId="Equation.DSMT4">
                  <p:embed/>
                  <p:pic>
                    <p:nvPicPr>
                      <p:cNvPr id="0" name=""/>
                      <p:cNvPicPr/>
                      <p:nvPr/>
                    </p:nvPicPr>
                    <p:blipFill>
                      <a:blip r:embed="rId7"/>
                      <a:stretch>
                        <a:fillRect/>
                      </a:stretch>
                    </p:blipFill>
                    <p:spPr>
                      <a:xfrm>
                        <a:off x="2339814" y="2708940"/>
                        <a:ext cx="720060" cy="362018"/>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4C659BEC-6ABA-4AC1-BE89-4D16A6C88243}"/>
              </a:ext>
            </a:extLst>
          </p:cNvPr>
          <p:cNvGraphicFramePr>
            <a:graphicFrameLocks noChangeAspect="1"/>
          </p:cNvGraphicFramePr>
          <p:nvPr>
            <p:extLst>
              <p:ext uri="{D42A27DB-BD31-4B8C-83A1-F6EECF244321}">
                <p14:modId xmlns:p14="http://schemas.microsoft.com/office/powerpoint/2010/main" val="3380732403"/>
              </p:ext>
            </p:extLst>
          </p:nvPr>
        </p:nvGraphicFramePr>
        <p:xfrm>
          <a:off x="3436524" y="3263470"/>
          <a:ext cx="864072" cy="303032"/>
        </p:xfrm>
        <a:graphic>
          <a:graphicData uri="http://schemas.openxmlformats.org/presentationml/2006/ole">
            <mc:AlternateContent xmlns:mc="http://schemas.openxmlformats.org/markup-compatibility/2006">
              <mc:Choice xmlns:v="urn:schemas-microsoft-com:vml" Requires="v">
                <p:oleObj spid="_x0000_s2222" name="Equation" r:id="rId8" imgW="792779" imgH="277570" progId="Equation.DSMT4">
                  <p:embed/>
                </p:oleObj>
              </mc:Choice>
              <mc:Fallback>
                <p:oleObj name="Equation" r:id="rId8" imgW="792779" imgH="277570" progId="Equation.DSMT4">
                  <p:embed/>
                  <p:pic>
                    <p:nvPicPr>
                      <p:cNvPr id="0" name=""/>
                      <p:cNvPicPr/>
                      <p:nvPr/>
                    </p:nvPicPr>
                    <p:blipFill>
                      <a:blip r:embed="rId9"/>
                      <a:stretch>
                        <a:fillRect/>
                      </a:stretch>
                    </p:blipFill>
                    <p:spPr>
                      <a:xfrm>
                        <a:off x="3436524" y="3263470"/>
                        <a:ext cx="864072" cy="303032"/>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0BCD7AAF-A96F-4F4C-8FF4-4DDEE1CBEE24}"/>
              </a:ext>
            </a:extLst>
          </p:cNvPr>
          <p:cNvGraphicFramePr>
            <a:graphicFrameLocks noChangeAspect="1"/>
          </p:cNvGraphicFramePr>
          <p:nvPr>
            <p:extLst>
              <p:ext uri="{D42A27DB-BD31-4B8C-83A1-F6EECF244321}">
                <p14:modId xmlns:p14="http://schemas.microsoft.com/office/powerpoint/2010/main" val="249898785"/>
              </p:ext>
            </p:extLst>
          </p:nvPr>
        </p:nvGraphicFramePr>
        <p:xfrm>
          <a:off x="5148048" y="3277484"/>
          <a:ext cx="602076" cy="303032"/>
        </p:xfrm>
        <a:graphic>
          <a:graphicData uri="http://schemas.openxmlformats.org/presentationml/2006/ole">
            <mc:AlternateContent xmlns:mc="http://schemas.openxmlformats.org/markup-compatibility/2006">
              <mc:Choice xmlns:v="urn:schemas-microsoft-com:vml" Requires="v">
                <p:oleObj spid="_x0000_s2223" name="Equation" r:id="rId10" imgW="719334" imgH="361453" progId="Equation.DSMT4">
                  <p:embed/>
                </p:oleObj>
              </mc:Choice>
              <mc:Fallback>
                <p:oleObj name="Equation" r:id="rId10" imgW="719334" imgH="361453" progId="Equation.DSMT4">
                  <p:embed/>
                  <p:pic>
                    <p:nvPicPr>
                      <p:cNvPr id="0" name=""/>
                      <p:cNvPicPr/>
                      <p:nvPr/>
                    </p:nvPicPr>
                    <p:blipFill>
                      <a:blip r:embed="rId11"/>
                      <a:stretch>
                        <a:fillRect/>
                      </a:stretch>
                    </p:blipFill>
                    <p:spPr>
                      <a:xfrm>
                        <a:off x="5148048" y="3277484"/>
                        <a:ext cx="602076" cy="303032"/>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F2973E4D-63E8-4A4D-A99F-41E7C3A9C8BD}"/>
              </a:ext>
            </a:extLst>
          </p:cNvPr>
          <p:cNvGraphicFramePr>
            <a:graphicFrameLocks noChangeAspect="1"/>
          </p:cNvGraphicFramePr>
          <p:nvPr>
            <p:extLst>
              <p:ext uri="{D42A27DB-BD31-4B8C-83A1-F6EECF244321}">
                <p14:modId xmlns:p14="http://schemas.microsoft.com/office/powerpoint/2010/main" val="3881993629"/>
              </p:ext>
            </p:extLst>
          </p:nvPr>
        </p:nvGraphicFramePr>
        <p:xfrm>
          <a:off x="3707458" y="3764145"/>
          <a:ext cx="593138" cy="225820"/>
        </p:xfrm>
        <a:graphic>
          <a:graphicData uri="http://schemas.openxmlformats.org/presentationml/2006/ole">
            <mc:AlternateContent xmlns:mc="http://schemas.openxmlformats.org/markup-compatibility/2006">
              <mc:Choice xmlns:v="urn:schemas-microsoft-com:vml" Requires="v">
                <p:oleObj spid="_x0000_s2224" name="Equation" r:id="rId12" imgW="533160" imgH="203040" progId="Equation.DSMT4">
                  <p:embed/>
                </p:oleObj>
              </mc:Choice>
              <mc:Fallback>
                <p:oleObj name="Equation" r:id="rId12" imgW="533160" imgH="203040" progId="Equation.DSMT4">
                  <p:embed/>
                  <p:pic>
                    <p:nvPicPr>
                      <p:cNvPr id="0" name=""/>
                      <p:cNvPicPr/>
                      <p:nvPr/>
                    </p:nvPicPr>
                    <p:blipFill>
                      <a:blip r:embed="rId13"/>
                      <a:stretch>
                        <a:fillRect/>
                      </a:stretch>
                    </p:blipFill>
                    <p:spPr>
                      <a:xfrm>
                        <a:off x="3707458" y="3764145"/>
                        <a:ext cx="593138" cy="22582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38676862-E425-4633-AE00-2D28D63E9E67}"/>
              </a:ext>
            </a:extLst>
          </p:cNvPr>
          <p:cNvGraphicFramePr>
            <a:graphicFrameLocks noChangeAspect="1"/>
          </p:cNvGraphicFramePr>
          <p:nvPr>
            <p:extLst>
              <p:ext uri="{D42A27DB-BD31-4B8C-83A1-F6EECF244321}">
                <p14:modId xmlns:p14="http://schemas.microsoft.com/office/powerpoint/2010/main" val="3975143289"/>
              </p:ext>
            </p:extLst>
          </p:nvPr>
        </p:nvGraphicFramePr>
        <p:xfrm>
          <a:off x="1277513" y="5063018"/>
          <a:ext cx="2591047" cy="447375"/>
        </p:xfrm>
        <a:graphic>
          <a:graphicData uri="http://schemas.openxmlformats.org/presentationml/2006/ole">
            <mc:AlternateContent xmlns:mc="http://schemas.openxmlformats.org/markup-compatibility/2006">
              <mc:Choice xmlns:v="urn:schemas-microsoft-com:vml" Requires="v">
                <p:oleObj spid="_x0000_s2225" name="Equation" r:id="rId14" imgW="3310087" imgH="571701" progId="Equation.DSMT4">
                  <p:embed/>
                </p:oleObj>
              </mc:Choice>
              <mc:Fallback>
                <p:oleObj name="Equation" r:id="rId14" imgW="3310087" imgH="571701" progId="Equation.DSMT4">
                  <p:embed/>
                  <p:pic>
                    <p:nvPicPr>
                      <p:cNvPr id="0" name=""/>
                      <p:cNvPicPr/>
                      <p:nvPr/>
                    </p:nvPicPr>
                    <p:blipFill>
                      <a:blip r:embed="rId15"/>
                      <a:stretch>
                        <a:fillRect/>
                      </a:stretch>
                    </p:blipFill>
                    <p:spPr>
                      <a:xfrm>
                        <a:off x="1277513" y="5063018"/>
                        <a:ext cx="2591047" cy="447375"/>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21B72E3A-A578-4767-8563-DAB02624551D}"/>
              </a:ext>
            </a:extLst>
          </p:cNvPr>
          <p:cNvGraphicFramePr>
            <a:graphicFrameLocks noChangeAspect="1"/>
          </p:cNvGraphicFramePr>
          <p:nvPr>
            <p:extLst>
              <p:ext uri="{D42A27DB-BD31-4B8C-83A1-F6EECF244321}">
                <p14:modId xmlns:p14="http://schemas.microsoft.com/office/powerpoint/2010/main" val="3593864512"/>
              </p:ext>
            </p:extLst>
          </p:nvPr>
        </p:nvGraphicFramePr>
        <p:xfrm>
          <a:off x="1188101" y="5787752"/>
          <a:ext cx="3309937" cy="496380"/>
        </p:xfrm>
        <a:graphic>
          <a:graphicData uri="http://schemas.openxmlformats.org/presentationml/2006/ole">
            <mc:AlternateContent xmlns:mc="http://schemas.openxmlformats.org/markup-compatibility/2006">
              <mc:Choice xmlns:v="urn:schemas-microsoft-com:vml" Requires="v">
                <p:oleObj spid="_x0000_s2226" name="Equation" r:id="rId16" imgW="4753435" imgH="713546" progId="Equation.DSMT4">
                  <p:embed/>
                </p:oleObj>
              </mc:Choice>
              <mc:Fallback>
                <p:oleObj name="Equation" r:id="rId16" imgW="4753435" imgH="713546" progId="Equation.DSMT4">
                  <p:embed/>
                  <p:pic>
                    <p:nvPicPr>
                      <p:cNvPr id="0" name=""/>
                      <p:cNvPicPr/>
                      <p:nvPr/>
                    </p:nvPicPr>
                    <p:blipFill>
                      <a:blip r:embed="rId17"/>
                      <a:stretch>
                        <a:fillRect/>
                      </a:stretch>
                    </p:blipFill>
                    <p:spPr>
                      <a:xfrm>
                        <a:off x="1188101" y="5787752"/>
                        <a:ext cx="3309937" cy="496380"/>
                      </a:xfrm>
                      <a:prstGeom prst="rect">
                        <a:avLst/>
                      </a:prstGeom>
                      <a:solidFill>
                        <a:schemeClr val="accent4">
                          <a:lumMod val="40000"/>
                          <a:lumOff val="60000"/>
                        </a:schemeClr>
                      </a:solidFill>
                    </p:spPr>
                  </p:pic>
                </p:oleObj>
              </mc:Fallback>
            </mc:AlternateContent>
          </a:graphicData>
        </a:graphic>
      </p:graphicFrame>
      <p:graphicFrame>
        <p:nvGraphicFramePr>
          <p:cNvPr id="12" name="对象 11">
            <a:extLst>
              <a:ext uri="{FF2B5EF4-FFF2-40B4-BE49-F238E27FC236}">
                <a16:creationId xmlns:a16="http://schemas.microsoft.com/office/drawing/2014/main" id="{321C2EA3-2DBF-4E9F-9DEC-894ADAE81F66}"/>
              </a:ext>
            </a:extLst>
          </p:cNvPr>
          <p:cNvGraphicFramePr>
            <a:graphicFrameLocks noChangeAspect="1"/>
          </p:cNvGraphicFramePr>
          <p:nvPr>
            <p:extLst>
              <p:ext uri="{D42A27DB-BD31-4B8C-83A1-F6EECF244321}">
                <p14:modId xmlns:p14="http://schemas.microsoft.com/office/powerpoint/2010/main" val="841402198"/>
              </p:ext>
            </p:extLst>
          </p:nvPr>
        </p:nvGraphicFramePr>
        <p:xfrm>
          <a:off x="4309771" y="5114490"/>
          <a:ext cx="1313710" cy="344430"/>
        </p:xfrm>
        <a:graphic>
          <a:graphicData uri="http://schemas.openxmlformats.org/presentationml/2006/ole">
            <mc:AlternateContent xmlns:mc="http://schemas.openxmlformats.org/markup-compatibility/2006">
              <mc:Choice xmlns:v="urn:schemas-microsoft-com:vml" Requires="v">
                <p:oleObj spid="_x0000_s2227" name="Equation" r:id="rId18" imgW="2737284" imgH="717866" progId="Equation.DSMT4">
                  <p:embed/>
                </p:oleObj>
              </mc:Choice>
              <mc:Fallback>
                <p:oleObj name="Equation" r:id="rId18" imgW="2737284" imgH="717866" progId="Equation.DSMT4">
                  <p:embed/>
                  <p:pic>
                    <p:nvPicPr>
                      <p:cNvPr id="0" name=""/>
                      <p:cNvPicPr/>
                      <p:nvPr/>
                    </p:nvPicPr>
                    <p:blipFill>
                      <a:blip r:embed="rId19"/>
                      <a:stretch>
                        <a:fillRect/>
                      </a:stretch>
                    </p:blipFill>
                    <p:spPr>
                      <a:xfrm>
                        <a:off x="4309771" y="5114490"/>
                        <a:ext cx="1313710" cy="344430"/>
                      </a:xfrm>
                      <a:prstGeom prst="rect">
                        <a:avLst/>
                      </a:prstGeom>
                    </p:spPr>
                  </p:pic>
                </p:oleObj>
              </mc:Fallback>
            </mc:AlternateContent>
          </a:graphicData>
        </a:graphic>
      </p:graphicFrame>
      <p:sp>
        <p:nvSpPr>
          <p:cNvPr id="13" name="矩形 12">
            <a:extLst>
              <a:ext uri="{FF2B5EF4-FFF2-40B4-BE49-F238E27FC236}">
                <a16:creationId xmlns:a16="http://schemas.microsoft.com/office/drawing/2014/main" id="{A0A65185-05D4-4183-A8FD-1BA22E68325E}"/>
              </a:ext>
            </a:extLst>
          </p:cNvPr>
          <p:cNvSpPr/>
          <p:nvPr/>
        </p:nvSpPr>
        <p:spPr>
          <a:xfrm>
            <a:off x="323646" y="6187072"/>
            <a:ext cx="5038848" cy="338554"/>
          </a:xfrm>
          <a:prstGeom prst="rect">
            <a:avLst/>
          </a:prstGeom>
        </p:spPr>
        <p:txBody>
          <a:bodyPr wrap="square">
            <a:spAutoFit/>
          </a:bodyPr>
          <a:lstStyle/>
          <a:p>
            <a:r>
              <a:rPr lang="en-US" altLang="zh-CN" sz="1600" dirty="0">
                <a:latin typeface="Candara" panose="020E0502030303020204" pitchFamily="34" charset="0"/>
              </a:rPr>
              <a:t>The covariance of a vector-valued random variable Z </a:t>
            </a:r>
            <a:endParaRPr lang="zh-CN" altLang="en-US" sz="1600" dirty="0">
              <a:latin typeface="Candara" panose="020E0502030303020204" pitchFamily="34" charset="0"/>
            </a:endParaRPr>
          </a:p>
        </p:txBody>
      </p:sp>
    </p:spTree>
    <p:extLst>
      <p:ext uri="{BB962C8B-B14F-4D97-AF65-F5344CB8AC3E}">
        <p14:creationId xmlns:p14="http://schemas.microsoft.com/office/powerpoint/2010/main" val="230150506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4FA098-B844-4F0B-A4A7-1E06218591A3}"/>
              </a:ext>
            </a:extLst>
          </p:cNvPr>
          <p:cNvSpPr>
            <a:spLocks noGrp="1"/>
          </p:cNvSpPr>
          <p:nvPr>
            <p:ph type="title"/>
          </p:nvPr>
        </p:nvSpPr>
        <p:spPr/>
        <p:txBody>
          <a:bodyPr/>
          <a:lstStyle/>
          <a:p>
            <a:r>
              <a:rPr lang="en-US" altLang="zh-CN" sz="3200" dirty="0">
                <a:solidFill>
                  <a:srgbClr val="FF3300"/>
                </a:solidFill>
              </a:rPr>
              <a:t>Some examples of Gaussian distribution</a:t>
            </a:r>
            <a:endParaRPr lang="zh-CN" altLang="en-US" dirty="0"/>
          </a:p>
        </p:txBody>
      </p:sp>
      <p:sp>
        <p:nvSpPr>
          <p:cNvPr id="3" name="内容占位符 2">
            <a:extLst>
              <a:ext uri="{FF2B5EF4-FFF2-40B4-BE49-F238E27FC236}">
                <a16:creationId xmlns:a16="http://schemas.microsoft.com/office/drawing/2014/main" id="{554122E6-FD7F-44EC-8FFF-E2FD372BD370}"/>
              </a:ext>
            </a:extLst>
          </p:cNvPr>
          <p:cNvSpPr>
            <a:spLocks noGrp="1"/>
          </p:cNvSpPr>
          <p:nvPr>
            <p:ph idx="1"/>
          </p:nvPr>
        </p:nvSpPr>
        <p:spPr/>
        <p:txBody>
          <a:bodyPr/>
          <a:lstStyle/>
          <a:p>
            <a:endParaRPr lang="zh-CN" altLang="en-US"/>
          </a:p>
        </p:txBody>
      </p:sp>
      <p:sp>
        <p:nvSpPr>
          <p:cNvPr id="4" name="日期占位符 3">
            <a:extLst>
              <a:ext uri="{FF2B5EF4-FFF2-40B4-BE49-F238E27FC236}">
                <a16:creationId xmlns:a16="http://schemas.microsoft.com/office/drawing/2014/main" id="{716B5CB6-50B4-4224-A29A-6B36C99C8958}"/>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5" name="Picture 4">
            <a:extLst>
              <a:ext uri="{FF2B5EF4-FFF2-40B4-BE49-F238E27FC236}">
                <a16:creationId xmlns:a16="http://schemas.microsoft.com/office/drawing/2014/main" id="{7CA97104-6871-4D6E-9A16-D7E8351984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1628850"/>
            <a:ext cx="5113337" cy="3779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Object 5">
            <a:extLst>
              <a:ext uri="{FF2B5EF4-FFF2-40B4-BE49-F238E27FC236}">
                <a16:creationId xmlns:a16="http://schemas.microsoft.com/office/drawing/2014/main" id="{71891A9D-676C-4D98-A932-A1C1AEDED65F}"/>
              </a:ext>
            </a:extLst>
          </p:cNvPr>
          <p:cNvGraphicFramePr>
            <a:graphicFrameLocks noChangeAspect="1"/>
          </p:cNvGraphicFramePr>
          <p:nvPr>
            <p:extLst>
              <p:ext uri="{D42A27DB-BD31-4B8C-83A1-F6EECF244321}">
                <p14:modId xmlns:p14="http://schemas.microsoft.com/office/powerpoint/2010/main" val="3851392232"/>
              </p:ext>
            </p:extLst>
          </p:nvPr>
        </p:nvGraphicFramePr>
        <p:xfrm>
          <a:off x="6516162" y="2708940"/>
          <a:ext cx="1109651" cy="1440120"/>
        </p:xfrm>
        <a:graphic>
          <a:graphicData uri="http://schemas.openxmlformats.org/presentationml/2006/ole">
            <mc:AlternateContent xmlns:mc="http://schemas.openxmlformats.org/markup-compatibility/2006">
              <mc:Choice xmlns:v="urn:schemas-microsoft-com:vml" Requires="v">
                <p:oleObj spid="_x0000_s3086" name="Equation" r:id="rId4" imgW="723586" imgH="939392" progId="Equation.DSMT4">
                  <p:embed/>
                </p:oleObj>
              </mc:Choice>
              <mc:Fallback>
                <p:oleObj name="Equation" r:id="rId4" imgW="723586" imgH="939392" progId="Equation.DSMT4">
                  <p:embed/>
                  <p:pic>
                    <p:nvPicPr>
                      <p:cNvPr id="84996" name="Object 5">
                        <a:extLst>
                          <a:ext uri="{FF2B5EF4-FFF2-40B4-BE49-F238E27FC236}">
                            <a16:creationId xmlns:a16="http://schemas.microsoft.com/office/drawing/2014/main" id="{2263C17F-9826-4983-8D11-49961EA8D7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6162" y="2708940"/>
                        <a:ext cx="1109651" cy="1440120"/>
                      </a:xfrm>
                      <a:prstGeom prst="rect">
                        <a:avLst/>
                      </a:prstGeom>
                      <a:noFill/>
                      <a:ln>
                        <a:noFill/>
                      </a:ln>
                      <a:effectLst/>
                    </p:spPr>
                  </p:pic>
                </p:oleObj>
              </mc:Fallback>
            </mc:AlternateContent>
          </a:graphicData>
        </a:graphic>
      </p:graphicFrame>
      <p:sp>
        <p:nvSpPr>
          <p:cNvPr id="7" name="Rectangle 7">
            <a:extLst>
              <a:ext uri="{FF2B5EF4-FFF2-40B4-BE49-F238E27FC236}">
                <a16:creationId xmlns:a16="http://schemas.microsoft.com/office/drawing/2014/main" id="{685B2022-7D12-4E74-94A5-62F1E07826EB}"/>
              </a:ext>
            </a:extLst>
          </p:cNvPr>
          <p:cNvSpPr>
            <a:spLocks noChangeArrowheads="1"/>
          </p:cNvSpPr>
          <p:nvPr/>
        </p:nvSpPr>
        <p:spPr bwMode="auto">
          <a:xfrm>
            <a:off x="2341144" y="5713237"/>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400" b="1">
                <a:solidFill>
                  <a:srgbClr val="0000FF"/>
                </a:solidFill>
              </a:rPr>
              <a:t>standard normal distribution</a:t>
            </a:r>
            <a:endParaRPr lang="zh-CN" altLang="en-US" sz="2400" b="1">
              <a:solidFill>
                <a:srgbClr val="0000FF"/>
              </a:solidFill>
            </a:endParaRPr>
          </a:p>
        </p:txBody>
      </p:sp>
    </p:spTree>
    <p:extLst>
      <p:ext uri="{BB962C8B-B14F-4D97-AF65-F5344CB8AC3E}">
        <p14:creationId xmlns:p14="http://schemas.microsoft.com/office/powerpoint/2010/main" val="217739884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AC2E70-07BF-47AB-AFCA-5C527908D249}"/>
              </a:ext>
            </a:extLst>
          </p:cNvPr>
          <p:cNvSpPr>
            <a:spLocks noGrp="1"/>
          </p:cNvSpPr>
          <p:nvPr>
            <p:ph type="title"/>
          </p:nvPr>
        </p:nvSpPr>
        <p:spPr/>
        <p:txBody>
          <a:bodyPr/>
          <a:lstStyle/>
          <a:p>
            <a:r>
              <a:rPr lang="en-US" altLang="zh-CN" sz="3200" dirty="0">
                <a:solidFill>
                  <a:srgbClr val="FF3300"/>
                </a:solidFill>
              </a:rPr>
              <a:t>Some examples of Gaussian distribution</a:t>
            </a:r>
            <a:endParaRPr lang="zh-CN" altLang="en-US" dirty="0"/>
          </a:p>
        </p:txBody>
      </p:sp>
      <p:sp>
        <p:nvSpPr>
          <p:cNvPr id="3" name="内容占位符 2">
            <a:extLst>
              <a:ext uri="{FF2B5EF4-FFF2-40B4-BE49-F238E27FC236}">
                <a16:creationId xmlns:a16="http://schemas.microsoft.com/office/drawing/2014/main" id="{B2C65273-F705-4AF3-8FF3-C45281D43131}"/>
              </a:ext>
            </a:extLst>
          </p:cNvPr>
          <p:cNvSpPr>
            <a:spLocks noGrp="1"/>
          </p:cNvSpPr>
          <p:nvPr>
            <p:ph idx="1"/>
          </p:nvPr>
        </p:nvSpPr>
        <p:spPr/>
        <p:txBody>
          <a:bodyPr/>
          <a:lstStyle/>
          <a:p>
            <a:endParaRPr lang="zh-CN" altLang="en-US" dirty="0"/>
          </a:p>
        </p:txBody>
      </p:sp>
      <p:sp>
        <p:nvSpPr>
          <p:cNvPr id="4" name="日期占位符 3">
            <a:extLst>
              <a:ext uri="{FF2B5EF4-FFF2-40B4-BE49-F238E27FC236}">
                <a16:creationId xmlns:a16="http://schemas.microsoft.com/office/drawing/2014/main" id="{48B2D0F9-F70D-4058-BABC-31D4924D185D}"/>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5" name="Picture 4">
            <a:extLst>
              <a:ext uri="{FF2B5EF4-FFF2-40B4-BE49-F238E27FC236}">
                <a16:creationId xmlns:a16="http://schemas.microsoft.com/office/drawing/2014/main" id="{A2EC18E3-D5B3-4C87-956B-70D5A31333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1557338"/>
            <a:ext cx="5211762" cy="3951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Object 5">
            <a:extLst>
              <a:ext uri="{FF2B5EF4-FFF2-40B4-BE49-F238E27FC236}">
                <a16:creationId xmlns:a16="http://schemas.microsoft.com/office/drawing/2014/main" id="{670CC27B-7A41-4953-967B-946AC3F0BD4B}"/>
              </a:ext>
            </a:extLst>
          </p:cNvPr>
          <p:cNvGraphicFramePr>
            <a:graphicFrameLocks noChangeAspect="1"/>
          </p:cNvGraphicFramePr>
          <p:nvPr>
            <p:extLst>
              <p:ext uri="{D42A27DB-BD31-4B8C-83A1-F6EECF244321}">
                <p14:modId xmlns:p14="http://schemas.microsoft.com/office/powerpoint/2010/main" val="4097269075"/>
              </p:ext>
            </p:extLst>
          </p:nvPr>
        </p:nvGraphicFramePr>
        <p:xfrm>
          <a:off x="6588168" y="2204898"/>
          <a:ext cx="1555750" cy="1535112"/>
        </p:xfrm>
        <a:graphic>
          <a:graphicData uri="http://schemas.openxmlformats.org/presentationml/2006/ole">
            <mc:AlternateContent xmlns:mc="http://schemas.openxmlformats.org/markup-compatibility/2006">
              <mc:Choice xmlns:v="urn:schemas-microsoft-com:vml" Requires="v">
                <p:oleObj spid="_x0000_s4110" name="Equation" r:id="rId4" imgW="952087" imgH="939392" progId="Equation.DSMT4">
                  <p:embed/>
                </p:oleObj>
              </mc:Choice>
              <mc:Fallback>
                <p:oleObj name="Equation" r:id="rId4" imgW="952087" imgH="939392" progId="Equation.DSMT4">
                  <p:embed/>
                  <p:pic>
                    <p:nvPicPr>
                      <p:cNvPr id="86019" name="Object 5">
                        <a:extLst>
                          <a:ext uri="{FF2B5EF4-FFF2-40B4-BE49-F238E27FC236}">
                            <a16:creationId xmlns:a16="http://schemas.microsoft.com/office/drawing/2014/main" id="{B746F080-17D0-4F7B-9C36-980C720CFE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88168" y="2204898"/>
                        <a:ext cx="1555750" cy="1535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296826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4E3DA-04D8-4B2C-B12D-DD31DAB42FC3}"/>
              </a:ext>
            </a:extLst>
          </p:cNvPr>
          <p:cNvSpPr>
            <a:spLocks noGrp="1"/>
          </p:cNvSpPr>
          <p:nvPr>
            <p:ph type="title"/>
          </p:nvPr>
        </p:nvSpPr>
        <p:spPr/>
        <p:txBody>
          <a:bodyPr/>
          <a:lstStyle/>
          <a:p>
            <a:r>
              <a:rPr lang="en-US" altLang="zh-CN" sz="3200" dirty="0">
                <a:solidFill>
                  <a:srgbClr val="FF3300"/>
                </a:solidFill>
              </a:rPr>
              <a:t>Some examples of Gaussian distribution</a:t>
            </a:r>
            <a:endParaRPr lang="zh-CN" altLang="en-US" dirty="0"/>
          </a:p>
        </p:txBody>
      </p:sp>
      <p:sp>
        <p:nvSpPr>
          <p:cNvPr id="3" name="内容占位符 2">
            <a:extLst>
              <a:ext uri="{FF2B5EF4-FFF2-40B4-BE49-F238E27FC236}">
                <a16:creationId xmlns:a16="http://schemas.microsoft.com/office/drawing/2014/main" id="{312DD2DC-A8CB-482B-93B8-8E54A461E64F}"/>
              </a:ext>
            </a:extLst>
          </p:cNvPr>
          <p:cNvSpPr>
            <a:spLocks noGrp="1"/>
          </p:cNvSpPr>
          <p:nvPr>
            <p:ph idx="1"/>
          </p:nvPr>
        </p:nvSpPr>
        <p:spPr/>
        <p:txBody>
          <a:bodyPr/>
          <a:lstStyle/>
          <a:p>
            <a:endParaRPr lang="zh-CN" altLang="en-US"/>
          </a:p>
        </p:txBody>
      </p:sp>
      <p:sp>
        <p:nvSpPr>
          <p:cNvPr id="4" name="日期占位符 3">
            <a:extLst>
              <a:ext uri="{FF2B5EF4-FFF2-40B4-BE49-F238E27FC236}">
                <a16:creationId xmlns:a16="http://schemas.microsoft.com/office/drawing/2014/main" id="{B8E89610-E06B-4EAB-A0AA-1AD393D1A15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5" name="Picture 4">
            <a:extLst>
              <a:ext uri="{FF2B5EF4-FFF2-40B4-BE49-F238E27FC236}">
                <a16:creationId xmlns:a16="http://schemas.microsoft.com/office/drawing/2014/main" id="{0B07BB56-510B-4846-8FD1-D1C446997F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0" y="1575898"/>
            <a:ext cx="5322888" cy="373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7" name="Object 12">
            <a:extLst>
              <a:ext uri="{FF2B5EF4-FFF2-40B4-BE49-F238E27FC236}">
                <a16:creationId xmlns:a16="http://schemas.microsoft.com/office/drawing/2014/main" id="{D4F70030-D18B-4526-BB16-57723D1BABC3}"/>
              </a:ext>
            </a:extLst>
          </p:cNvPr>
          <p:cNvGraphicFramePr>
            <a:graphicFrameLocks noChangeAspect="1"/>
          </p:cNvGraphicFramePr>
          <p:nvPr>
            <p:extLst>
              <p:ext uri="{D42A27DB-BD31-4B8C-83A1-F6EECF244321}">
                <p14:modId xmlns:p14="http://schemas.microsoft.com/office/powerpoint/2010/main" val="1720659648"/>
              </p:ext>
            </p:extLst>
          </p:nvPr>
        </p:nvGraphicFramePr>
        <p:xfrm>
          <a:off x="6604318" y="2427287"/>
          <a:ext cx="1108075" cy="1439863"/>
        </p:xfrm>
        <a:graphic>
          <a:graphicData uri="http://schemas.openxmlformats.org/presentationml/2006/ole">
            <mc:AlternateContent xmlns:mc="http://schemas.openxmlformats.org/markup-compatibility/2006">
              <mc:Choice xmlns:v="urn:schemas-microsoft-com:vml" Requires="v">
                <p:oleObj spid="_x0000_s5161" name="Equation" r:id="rId5" imgW="723586" imgH="939392" progId="Equation.DSMT4">
                  <p:embed/>
                </p:oleObj>
              </mc:Choice>
              <mc:Fallback>
                <p:oleObj name="Equation" r:id="rId5" imgW="723586" imgH="939392" progId="Equation.DSMT4">
                  <p:embed/>
                  <p:pic>
                    <p:nvPicPr>
                      <p:cNvPr id="87046" name="Object 12">
                        <a:extLst>
                          <a:ext uri="{FF2B5EF4-FFF2-40B4-BE49-F238E27FC236}">
                            <a16:creationId xmlns:a16="http://schemas.microsoft.com/office/drawing/2014/main" id="{2B03E4D2-38CB-4CF6-B494-53F61166B7A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04318" y="2427287"/>
                        <a:ext cx="1108075" cy="1439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 name="组合 8">
            <a:extLst>
              <a:ext uri="{FF2B5EF4-FFF2-40B4-BE49-F238E27FC236}">
                <a16:creationId xmlns:a16="http://schemas.microsoft.com/office/drawing/2014/main" id="{B8BFB3F7-D06E-4C34-BDFD-0FD2DADCBE54}"/>
              </a:ext>
            </a:extLst>
          </p:cNvPr>
          <p:cNvGrpSpPr/>
          <p:nvPr/>
        </p:nvGrpSpPr>
        <p:grpSpPr>
          <a:xfrm>
            <a:off x="755682" y="5396502"/>
            <a:ext cx="7632635" cy="646331"/>
            <a:chOff x="467658" y="5229225"/>
            <a:chExt cx="7632635" cy="646331"/>
          </a:xfrm>
        </p:grpSpPr>
        <p:sp>
          <p:nvSpPr>
            <p:cNvPr id="6" name="Rectangle 8">
              <a:extLst>
                <a:ext uri="{FF2B5EF4-FFF2-40B4-BE49-F238E27FC236}">
                  <a16:creationId xmlns:a16="http://schemas.microsoft.com/office/drawing/2014/main" id="{BE20711F-92E9-442F-941C-1D8456F55857}"/>
                </a:ext>
              </a:extLst>
            </p:cNvPr>
            <p:cNvSpPr>
              <a:spLocks noChangeArrowheads="1"/>
            </p:cNvSpPr>
            <p:nvPr/>
          </p:nvSpPr>
          <p:spPr bwMode="auto">
            <a:xfrm>
              <a:off x="467658" y="5229225"/>
              <a:ext cx="763263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dirty="0">
                  <a:solidFill>
                    <a:srgbClr val="0000FF"/>
                  </a:solidFill>
                </a:rPr>
                <a:t>As      becomes larger, the Gaussian becomes more “spread-out,“ and as it becomes smaller, the distribution becomes more “compressed."</a:t>
              </a:r>
              <a:endParaRPr lang="zh-CN" altLang="en-US" sz="1800" dirty="0">
                <a:solidFill>
                  <a:srgbClr val="0000FF"/>
                </a:solidFill>
              </a:endParaRPr>
            </a:p>
          </p:txBody>
        </p:sp>
        <p:graphicFrame>
          <p:nvGraphicFramePr>
            <p:cNvPr id="8" name="对象 7">
              <a:extLst>
                <a:ext uri="{FF2B5EF4-FFF2-40B4-BE49-F238E27FC236}">
                  <a16:creationId xmlns:a16="http://schemas.microsoft.com/office/drawing/2014/main" id="{6838108E-F458-4C43-87B7-0284C0371A02}"/>
                </a:ext>
              </a:extLst>
            </p:cNvPr>
            <p:cNvGraphicFramePr>
              <a:graphicFrameLocks noChangeAspect="1"/>
            </p:cNvGraphicFramePr>
            <p:nvPr>
              <p:extLst>
                <p:ext uri="{D42A27DB-BD31-4B8C-83A1-F6EECF244321}">
                  <p14:modId xmlns:p14="http://schemas.microsoft.com/office/powerpoint/2010/main" val="1353529997"/>
                </p:ext>
              </p:extLst>
            </p:nvPr>
          </p:nvGraphicFramePr>
          <p:xfrm>
            <a:off x="899318" y="5275262"/>
            <a:ext cx="271463" cy="296863"/>
          </p:xfrm>
          <a:graphic>
            <a:graphicData uri="http://schemas.openxmlformats.org/presentationml/2006/ole">
              <mc:AlternateContent xmlns:mc="http://schemas.openxmlformats.org/markup-compatibility/2006">
                <mc:Choice xmlns:v="urn:schemas-microsoft-com:vml" Requires="v">
                  <p:oleObj spid="_x0000_s5162" name="Equation" r:id="rId7" imgW="271460" imgH="297371" progId="Equation.DSMT4">
                    <p:embed/>
                  </p:oleObj>
                </mc:Choice>
                <mc:Fallback>
                  <p:oleObj name="Equation" r:id="rId7" imgW="271460" imgH="297371" progId="Equation.DSMT4">
                    <p:embed/>
                    <p:pic>
                      <p:nvPicPr>
                        <p:cNvPr id="0" name=""/>
                        <p:cNvPicPr/>
                        <p:nvPr/>
                      </p:nvPicPr>
                      <p:blipFill>
                        <a:blip r:embed="rId8"/>
                        <a:stretch>
                          <a:fillRect/>
                        </a:stretch>
                      </p:blipFill>
                      <p:spPr>
                        <a:xfrm>
                          <a:off x="899318" y="5275262"/>
                          <a:ext cx="271463" cy="296863"/>
                        </a:xfrm>
                        <a:prstGeom prst="rect">
                          <a:avLst/>
                        </a:prstGeom>
                      </p:spPr>
                    </p:pic>
                  </p:oleObj>
                </mc:Fallback>
              </mc:AlternateContent>
            </a:graphicData>
          </a:graphic>
        </p:graphicFrame>
      </p:grpSp>
    </p:spTree>
    <p:extLst>
      <p:ext uri="{BB962C8B-B14F-4D97-AF65-F5344CB8AC3E}">
        <p14:creationId xmlns:p14="http://schemas.microsoft.com/office/powerpoint/2010/main" val="272002084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70674-6E37-479A-94E3-FCF0D2F52C0F}"/>
              </a:ext>
            </a:extLst>
          </p:cNvPr>
          <p:cNvSpPr>
            <a:spLocks noGrp="1"/>
          </p:cNvSpPr>
          <p:nvPr>
            <p:ph type="title"/>
          </p:nvPr>
        </p:nvSpPr>
        <p:spPr/>
        <p:txBody>
          <a:bodyPr/>
          <a:lstStyle/>
          <a:p>
            <a:r>
              <a:rPr lang="en-US" altLang="zh-CN" sz="3200" dirty="0">
                <a:solidFill>
                  <a:srgbClr val="FF3300"/>
                </a:solidFill>
              </a:rPr>
              <a:t>Some examples of Gaussian distribution</a:t>
            </a:r>
            <a:endParaRPr lang="zh-CN" altLang="en-US" dirty="0"/>
          </a:p>
        </p:txBody>
      </p:sp>
      <p:sp>
        <p:nvSpPr>
          <p:cNvPr id="3" name="内容占位符 2">
            <a:extLst>
              <a:ext uri="{FF2B5EF4-FFF2-40B4-BE49-F238E27FC236}">
                <a16:creationId xmlns:a16="http://schemas.microsoft.com/office/drawing/2014/main" id="{CDD7F5D4-B064-4F46-8906-71C2F7E398D6}"/>
              </a:ext>
            </a:extLst>
          </p:cNvPr>
          <p:cNvSpPr>
            <a:spLocks noGrp="1"/>
          </p:cNvSpPr>
          <p:nvPr>
            <p:ph idx="1"/>
          </p:nvPr>
        </p:nvSpPr>
        <p:spPr/>
        <p:txBody>
          <a:bodyPr/>
          <a:lstStyle/>
          <a:p>
            <a:endParaRPr lang="zh-CN" altLang="en-US" dirty="0"/>
          </a:p>
        </p:txBody>
      </p:sp>
      <p:sp>
        <p:nvSpPr>
          <p:cNvPr id="4" name="日期占位符 3">
            <a:extLst>
              <a:ext uri="{FF2B5EF4-FFF2-40B4-BE49-F238E27FC236}">
                <a16:creationId xmlns:a16="http://schemas.microsoft.com/office/drawing/2014/main" id="{1E39F2E9-355A-4179-A22B-274DB25BAEF4}"/>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5" name="Picture 5">
            <a:extLst>
              <a:ext uri="{FF2B5EF4-FFF2-40B4-BE49-F238E27FC236}">
                <a16:creationId xmlns:a16="http://schemas.microsoft.com/office/drawing/2014/main" id="{09A418E6-8FC5-4548-80CF-182A1F635E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1" y="1557338"/>
            <a:ext cx="7831674" cy="2062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6">
            <a:extLst>
              <a:ext uri="{FF2B5EF4-FFF2-40B4-BE49-F238E27FC236}">
                <a16:creationId xmlns:a16="http://schemas.microsoft.com/office/drawing/2014/main" id="{6F643ED5-2994-4188-96F0-4D9BB35553A9}"/>
              </a:ext>
            </a:extLst>
          </p:cNvPr>
          <p:cNvSpPr>
            <a:spLocks noChangeArrowheads="1"/>
          </p:cNvSpPr>
          <p:nvPr/>
        </p:nvSpPr>
        <p:spPr bwMode="auto">
          <a:xfrm>
            <a:off x="755682" y="3867622"/>
            <a:ext cx="80645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dirty="0"/>
              <a:t>The figures above show Gaussians with mean 0, and with covariance matrices respectively</a:t>
            </a:r>
            <a:endParaRPr lang="zh-CN" altLang="en-US" sz="1800" dirty="0"/>
          </a:p>
        </p:txBody>
      </p:sp>
      <p:graphicFrame>
        <p:nvGraphicFramePr>
          <p:cNvPr id="7" name="Object 7">
            <a:extLst>
              <a:ext uri="{FF2B5EF4-FFF2-40B4-BE49-F238E27FC236}">
                <a16:creationId xmlns:a16="http://schemas.microsoft.com/office/drawing/2014/main" id="{434D427B-9132-4BA3-B1B9-2C59059FACD7}"/>
              </a:ext>
            </a:extLst>
          </p:cNvPr>
          <p:cNvGraphicFramePr>
            <a:graphicFrameLocks noChangeAspect="1"/>
          </p:cNvGraphicFramePr>
          <p:nvPr>
            <p:extLst>
              <p:ext uri="{D42A27DB-BD31-4B8C-83A1-F6EECF244321}">
                <p14:modId xmlns:p14="http://schemas.microsoft.com/office/powerpoint/2010/main" val="1182304667"/>
              </p:ext>
            </p:extLst>
          </p:nvPr>
        </p:nvGraphicFramePr>
        <p:xfrm>
          <a:off x="1403736" y="4890657"/>
          <a:ext cx="6096000" cy="1039812"/>
        </p:xfrm>
        <a:graphic>
          <a:graphicData uri="http://schemas.openxmlformats.org/presentationml/2006/ole">
            <mc:AlternateContent xmlns:mc="http://schemas.openxmlformats.org/markup-compatibility/2006">
              <mc:Choice xmlns:v="urn:schemas-microsoft-com:vml" Requires="v">
                <p:oleObj spid="_x0000_s6166" name="Equation" r:id="rId5" imgW="2679700" imgH="457200" progId="Equation.DSMT4">
                  <p:embed/>
                </p:oleObj>
              </mc:Choice>
              <mc:Fallback>
                <p:oleObj name="Equation" r:id="rId5" imgW="2679700" imgH="457200" progId="Equation.DSMT4">
                  <p:embed/>
                  <p:pic>
                    <p:nvPicPr>
                      <p:cNvPr id="88068" name="Object 7">
                        <a:extLst>
                          <a:ext uri="{FF2B5EF4-FFF2-40B4-BE49-F238E27FC236}">
                            <a16:creationId xmlns:a16="http://schemas.microsoft.com/office/drawing/2014/main" id="{37436525-5878-493D-9AFF-8956DB7127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736" y="4890657"/>
                        <a:ext cx="6096000" cy="1039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39400153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2A7B7-2CE7-4848-ABB1-0FFCEDF56822}"/>
              </a:ext>
            </a:extLst>
          </p:cNvPr>
          <p:cNvSpPr>
            <a:spLocks noGrp="1"/>
          </p:cNvSpPr>
          <p:nvPr>
            <p:ph type="title"/>
          </p:nvPr>
        </p:nvSpPr>
        <p:spPr/>
        <p:txBody>
          <a:bodyPr/>
          <a:lstStyle/>
          <a:p>
            <a:r>
              <a:rPr lang="en-US" altLang="zh-CN" sz="3200" dirty="0">
                <a:solidFill>
                  <a:srgbClr val="FF3300"/>
                </a:solidFill>
              </a:rPr>
              <a:t>Some examples of Gaussian distribution</a:t>
            </a:r>
            <a:endParaRPr lang="zh-CN" altLang="en-US" dirty="0"/>
          </a:p>
        </p:txBody>
      </p:sp>
      <p:sp>
        <p:nvSpPr>
          <p:cNvPr id="3" name="内容占位符 2">
            <a:extLst>
              <a:ext uri="{FF2B5EF4-FFF2-40B4-BE49-F238E27FC236}">
                <a16:creationId xmlns:a16="http://schemas.microsoft.com/office/drawing/2014/main" id="{2F017C8C-7D54-4CE6-8E94-74A13CE0B987}"/>
              </a:ext>
            </a:extLst>
          </p:cNvPr>
          <p:cNvSpPr>
            <a:spLocks noGrp="1"/>
          </p:cNvSpPr>
          <p:nvPr>
            <p:ph idx="1"/>
          </p:nvPr>
        </p:nvSpPr>
        <p:spPr/>
        <p:txBody>
          <a:bodyPr/>
          <a:lstStyle/>
          <a:p>
            <a:r>
              <a:rPr lang="en-US" altLang="zh-CN" dirty="0"/>
              <a:t>We see that as we increase the o-diagonal entry in , the density becomes more “compressed" towards the 45 line (given by x1 = x2). We can see this more clearly when we look at the contours of the same three densities:</a:t>
            </a:r>
          </a:p>
          <a:p>
            <a:endParaRPr lang="zh-CN" altLang="en-US" dirty="0"/>
          </a:p>
        </p:txBody>
      </p:sp>
      <p:sp>
        <p:nvSpPr>
          <p:cNvPr id="4" name="日期占位符 3">
            <a:extLst>
              <a:ext uri="{FF2B5EF4-FFF2-40B4-BE49-F238E27FC236}">
                <a16:creationId xmlns:a16="http://schemas.microsoft.com/office/drawing/2014/main" id="{F146B632-6D4B-4B2C-8886-7DEC0C64CD9B}"/>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5" name="Picture 4">
            <a:extLst>
              <a:ext uri="{FF2B5EF4-FFF2-40B4-BE49-F238E27FC236}">
                <a16:creationId xmlns:a16="http://schemas.microsoft.com/office/drawing/2014/main" id="{4F6E7B97-4D36-44A9-A63C-FE7B471A74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996" y="3105220"/>
            <a:ext cx="7924346" cy="2231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982961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2ADB4F-D268-4BE2-A6C9-C52D460CEF43}"/>
              </a:ext>
            </a:extLst>
          </p:cNvPr>
          <p:cNvSpPr>
            <a:spLocks noGrp="1"/>
          </p:cNvSpPr>
          <p:nvPr>
            <p:ph type="title"/>
          </p:nvPr>
        </p:nvSpPr>
        <p:spPr/>
        <p:txBody>
          <a:bodyPr/>
          <a:lstStyle/>
          <a:p>
            <a:r>
              <a:rPr lang="en-US" altLang="zh-CN" sz="3200" dirty="0">
                <a:solidFill>
                  <a:srgbClr val="FF3300"/>
                </a:solidFill>
              </a:rPr>
              <a:t>Some examples of Gaussian distribution</a:t>
            </a:r>
            <a:endParaRPr lang="zh-CN" altLang="en-US" dirty="0"/>
          </a:p>
        </p:txBody>
      </p:sp>
      <p:sp>
        <p:nvSpPr>
          <p:cNvPr id="3" name="内容占位符 2">
            <a:extLst>
              <a:ext uri="{FF2B5EF4-FFF2-40B4-BE49-F238E27FC236}">
                <a16:creationId xmlns:a16="http://schemas.microsoft.com/office/drawing/2014/main" id="{E3F23C17-03EB-4739-85AA-601D5700837F}"/>
              </a:ext>
            </a:extLst>
          </p:cNvPr>
          <p:cNvSpPr>
            <a:spLocks noGrp="1"/>
          </p:cNvSpPr>
          <p:nvPr>
            <p:ph idx="1"/>
          </p:nvPr>
        </p:nvSpPr>
        <p:spPr/>
        <p:txBody>
          <a:bodyPr/>
          <a:lstStyle/>
          <a:p>
            <a:endParaRPr lang="zh-CN" altLang="en-US" dirty="0"/>
          </a:p>
        </p:txBody>
      </p:sp>
      <p:sp>
        <p:nvSpPr>
          <p:cNvPr id="4" name="日期占位符 3">
            <a:extLst>
              <a:ext uri="{FF2B5EF4-FFF2-40B4-BE49-F238E27FC236}">
                <a16:creationId xmlns:a16="http://schemas.microsoft.com/office/drawing/2014/main" id="{4C1EF822-A83B-4EC6-93FD-B5BCE02F848F}"/>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5" name="Picture 5">
            <a:extLst>
              <a:ext uri="{FF2B5EF4-FFF2-40B4-BE49-F238E27FC236}">
                <a16:creationId xmlns:a16="http://schemas.microsoft.com/office/drawing/2014/main" id="{233911D8-F590-4896-97DD-03D9E6A632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0" y="1570038"/>
            <a:ext cx="7916801" cy="25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6">
            <a:extLst>
              <a:ext uri="{FF2B5EF4-FFF2-40B4-BE49-F238E27FC236}">
                <a16:creationId xmlns:a16="http://schemas.microsoft.com/office/drawing/2014/main" id="{A4C8E1B0-D5F7-45CD-8643-48538AFB92C9}"/>
              </a:ext>
            </a:extLst>
          </p:cNvPr>
          <p:cNvSpPr>
            <a:spLocks noChangeArrowheads="1"/>
          </p:cNvSpPr>
          <p:nvPr/>
        </p:nvSpPr>
        <p:spPr bwMode="auto">
          <a:xfrm>
            <a:off x="664633" y="3929857"/>
            <a:ext cx="3765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dirty="0"/>
              <a:t>The plots above used, respectively,</a:t>
            </a:r>
            <a:endParaRPr lang="zh-CN" altLang="en-US" sz="1800" dirty="0"/>
          </a:p>
        </p:txBody>
      </p:sp>
      <p:graphicFrame>
        <p:nvGraphicFramePr>
          <p:cNvPr id="7" name="Object 7">
            <a:extLst>
              <a:ext uri="{FF2B5EF4-FFF2-40B4-BE49-F238E27FC236}">
                <a16:creationId xmlns:a16="http://schemas.microsoft.com/office/drawing/2014/main" id="{096284EA-3D6D-4D7A-B265-131C21CD1BD0}"/>
              </a:ext>
            </a:extLst>
          </p:cNvPr>
          <p:cNvGraphicFramePr>
            <a:graphicFrameLocks noChangeAspect="1"/>
          </p:cNvGraphicFramePr>
          <p:nvPr>
            <p:extLst>
              <p:ext uri="{D42A27DB-BD31-4B8C-83A1-F6EECF244321}">
                <p14:modId xmlns:p14="http://schemas.microsoft.com/office/powerpoint/2010/main" val="214702603"/>
              </p:ext>
            </p:extLst>
          </p:nvPr>
        </p:nvGraphicFramePr>
        <p:xfrm>
          <a:off x="1704574" y="4399883"/>
          <a:ext cx="5451218" cy="766637"/>
        </p:xfrm>
        <a:graphic>
          <a:graphicData uri="http://schemas.openxmlformats.org/presentationml/2006/ole">
            <mc:AlternateContent xmlns:mc="http://schemas.openxmlformats.org/markup-compatibility/2006">
              <mc:Choice xmlns:v="urn:schemas-microsoft-com:vml" Requires="v">
                <p:oleObj spid="_x0000_s7190" name="Equation" r:id="rId5" imgW="3251200" imgH="457200" progId="Equation.DSMT4">
                  <p:embed/>
                </p:oleObj>
              </mc:Choice>
              <mc:Fallback>
                <p:oleObj name="Equation" r:id="rId5" imgW="3251200" imgH="457200" progId="Equation.DSMT4">
                  <p:embed/>
                  <p:pic>
                    <p:nvPicPr>
                      <p:cNvPr id="90116" name="Object 7">
                        <a:extLst>
                          <a:ext uri="{FF2B5EF4-FFF2-40B4-BE49-F238E27FC236}">
                            <a16:creationId xmlns:a16="http://schemas.microsoft.com/office/drawing/2014/main" id="{9B80E32A-85C9-421C-80BC-F21EB5D518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4574" y="4399883"/>
                        <a:ext cx="5451218" cy="766637"/>
                      </a:xfrm>
                      <a:prstGeom prst="rect">
                        <a:avLst/>
                      </a:prstGeom>
                      <a:noFill/>
                      <a:ln>
                        <a:noFill/>
                      </a:ln>
                      <a:effectLst/>
                    </p:spPr>
                  </p:pic>
                </p:oleObj>
              </mc:Fallback>
            </mc:AlternateContent>
          </a:graphicData>
        </a:graphic>
      </p:graphicFrame>
      <p:sp>
        <p:nvSpPr>
          <p:cNvPr id="8" name="Rectangle 10">
            <a:extLst>
              <a:ext uri="{FF2B5EF4-FFF2-40B4-BE49-F238E27FC236}">
                <a16:creationId xmlns:a16="http://schemas.microsoft.com/office/drawing/2014/main" id="{D8824286-FCE3-4402-B35A-3B72AEB6669C}"/>
              </a:ext>
            </a:extLst>
          </p:cNvPr>
          <p:cNvSpPr>
            <a:spLocks noChangeArrowheads="1"/>
          </p:cNvSpPr>
          <p:nvPr/>
        </p:nvSpPr>
        <p:spPr bwMode="auto">
          <a:xfrm>
            <a:off x="539664" y="5358666"/>
            <a:ext cx="8352041" cy="830997"/>
          </a:xfrm>
          <a:prstGeom prst="rect">
            <a:avLst/>
          </a:prstGeom>
          <a:noFill/>
          <a:ln w="38100" cmpd="dbl">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600" dirty="0"/>
              <a:t>From the leftmost and middle figures, we see that by </a:t>
            </a:r>
            <a:r>
              <a:rPr lang="en-US" altLang="zh-CN" sz="1600" dirty="0">
                <a:solidFill>
                  <a:srgbClr val="0000FF"/>
                </a:solidFill>
              </a:rPr>
              <a:t>decreasing the diagonal elements of the covariance matrix, the density now becomes “compressed“ again, but in the opposite direction</a:t>
            </a:r>
            <a:r>
              <a:rPr lang="en-US" altLang="zh-CN" sz="1600" dirty="0"/>
              <a:t>. Lastly, as we vary the parameters, more generally the contours will form ellipses</a:t>
            </a:r>
            <a:endParaRPr lang="zh-CN" altLang="en-US" sz="1600" dirty="0"/>
          </a:p>
        </p:txBody>
      </p:sp>
    </p:spTree>
    <p:extLst>
      <p:ext uri="{BB962C8B-B14F-4D97-AF65-F5344CB8AC3E}">
        <p14:creationId xmlns:p14="http://schemas.microsoft.com/office/powerpoint/2010/main" val="14628302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0EF496-EC8B-4058-A86E-47630304CAB9}"/>
              </a:ext>
            </a:extLst>
          </p:cNvPr>
          <p:cNvSpPr>
            <a:spLocks noGrp="1"/>
          </p:cNvSpPr>
          <p:nvPr>
            <p:ph type="title"/>
          </p:nvPr>
        </p:nvSpPr>
        <p:spPr/>
        <p:txBody>
          <a:bodyPr/>
          <a:lstStyle/>
          <a:p>
            <a:r>
              <a:rPr lang="en-US" altLang="zh-CN" sz="3200" dirty="0">
                <a:solidFill>
                  <a:srgbClr val="FF3300"/>
                </a:solidFill>
              </a:rPr>
              <a:t>Some examples of Gaussian distribution</a:t>
            </a:r>
            <a:endParaRPr lang="zh-CN" altLang="en-US" dirty="0"/>
          </a:p>
        </p:txBody>
      </p:sp>
      <p:sp>
        <p:nvSpPr>
          <p:cNvPr id="3" name="内容占位符 2">
            <a:extLst>
              <a:ext uri="{FF2B5EF4-FFF2-40B4-BE49-F238E27FC236}">
                <a16:creationId xmlns:a16="http://schemas.microsoft.com/office/drawing/2014/main" id="{B626981E-26E4-4941-AAEA-9F025FFCA349}"/>
              </a:ext>
            </a:extLst>
          </p:cNvPr>
          <p:cNvSpPr>
            <a:spLocks noGrp="1"/>
          </p:cNvSpPr>
          <p:nvPr>
            <p:ph idx="1"/>
          </p:nvPr>
        </p:nvSpPr>
        <p:spPr/>
        <p:txBody>
          <a:bodyPr/>
          <a:lstStyle/>
          <a:p>
            <a:r>
              <a:rPr lang="en-US" altLang="zh-CN" dirty="0"/>
              <a:t>As our last set of examples, fixing              , by varying      , we can also move the mean of the density around.</a:t>
            </a:r>
          </a:p>
          <a:p>
            <a:endParaRPr lang="zh-CN" altLang="en-US" dirty="0"/>
          </a:p>
        </p:txBody>
      </p:sp>
      <p:sp>
        <p:nvSpPr>
          <p:cNvPr id="4" name="日期占位符 3">
            <a:extLst>
              <a:ext uri="{FF2B5EF4-FFF2-40B4-BE49-F238E27FC236}">
                <a16:creationId xmlns:a16="http://schemas.microsoft.com/office/drawing/2014/main" id="{C704FBD5-C0F1-49FC-AD6A-A20393C87881}"/>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Rectangle 12">
            <a:extLst>
              <a:ext uri="{FF2B5EF4-FFF2-40B4-BE49-F238E27FC236}">
                <a16:creationId xmlns:a16="http://schemas.microsoft.com/office/drawing/2014/main" id="{0D2776AF-6017-4E65-9A9E-A6BD6C516F53}"/>
              </a:ext>
            </a:extLst>
          </p:cNvPr>
          <p:cNvSpPr>
            <a:spLocks noChangeArrowheads="1"/>
          </p:cNvSpPr>
          <p:nvPr/>
        </p:nvSpPr>
        <p:spPr bwMode="auto">
          <a:xfrm>
            <a:off x="755650" y="4365625"/>
            <a:ext cx="6940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t>The figures above were generated using              , and respectively</a:t>
            </a:r>
            <a:endParaRPr lang="zh-CN" altLang="en-US" sz="1800"/>
          </a:p>
        </p:txBody>
      </p:sp>
      <p:pic>
        <p:nvPicPr>
          <p:cNvPr id="7" name="Picture 11">
            <a:extLst>
              <a:ext uri="{FF2B5EF4-FFF2-40B4-BE49-F238E27FC236}">
                <a16:creationId xmlns:a16="http://schemas.microsoft.com/office/drawing/2014/main" id="{8B6BB408-4966-4D6B-AA56-80A3DDAA12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346" y="2211762"/>
            <a:ext cx="7272069" cy="215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8" name="Object 16">
            <a:extLst>
              <a:ext uri="{FF2B5EF4-FFF2-40B4-BE49-F238E27FC236}">
                <a16:creationId xmlns:a16="http://schemas.microsoft.com/office/drawing/2014/main" id="{47C83D06-56CD-4B6A-96AA-F8F913D8EDEA}"/>
              </a:ext>
            </a:extLst>
          </p:cNvPr>
          <p:cNvGraphicFramePr>
            <a:graphicFrameLocks noChangeAspect="1"/>
          </p:cNvGraphicFramePr>
          <p:nvPr>
            <p:extLst>
              <p:ext uri="{D42A27DB-BD31-4B8C-83A1-F6EECF244321}">
                <p14:modId xmlns:p14="http://schemas.microsoft.com/office/powerpoint/2010/main" val="2995650153"/>
              </p:ext>
            </p:extLst>
          </p:nvPr>
        </p:nvGraphicFramePr>
        <p:xfrm>
          <a:off x="2332546" y="5020049"/>
          <a:ext cx="4535488" cy="1033462"/>
        </p:xfrm>
        <a:graphic>
          <a:graphicData uri="http://schemas.openxmlformats.org/presentationml/2006/ole">
            <mc:AlternateContent xmlns:mc="http://schemas.openxmlformats.org/markup-compatibility/2006">
              <mc:Choice xmlns:v="urn:schemas-microsoft-com:vml" Requires="v">
                <p:oleObj spid="_x0000_s8259" name="Equation" r:id="rId5" imgW="2006600" imgH="457200" progId="Equation.DSMT4">
                  <p:embed/>
                </p:oleObj>
              </mc:Choice>
              <mc:Fallback>
                <p:oleObj name="Equation" r:id="rId5" imgW="2006600" imgH="457200" progId="Equation.DSMT4">
                  <p:embed/>
                  <p:pic>
                    <p:nvPicPr>
                      <p:cNvPr id="91144" name="Object 16">
                        <a:extLst>
                          <a:ext uri="{FF2B5EF4-FFF2-40B4-BE49-F238E27FC236}">
                            <a16:creationId xmlns:a16="http://schemas.microsoft.com/office/drawing/2014/main" id="{ACF6D268-4210-4B86-86CE-4DAE1D406D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2546" y="5020049"/>
                        <a:ext cx="4535488" cy="1033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对象 8">
            <a:extLst>
              <a:ext uri="{FF2B5EF4-FFF2-40B4-BE49-F238E27FC236}">
                <a16:creationId xmlns:a16="http://schemas.microsoft.com/office/drawing/2014/main" id="{0B5BB884-9B70-4BA8-8541-9CA09C5D60EF}"/>
              </a:ext>
            </a:extLst>
          </p:cNvPr>
          <p:cNvGraphicFramePr>
            <a:graphicFrameLocks noChangeAspect="1"/>
          </p:cNvGraphicFramePr>
          <p:nvPr>
            <p:extLst>
              <p:ext uri="{D42A27DB-BD31-4B8C-83A1-F6EECF244321}">
                <p14:modId xmlns:p14="http://schemas.microsoft.com/office/powerpoint/2010/main" val="791796544"/>
              </p:ext>
            </p:extLst>
          </p:nvPr>
        </p:nvGraphicFramePr>
        <p:xfrm>
          <a:off x="4499994" y="1575595"/>
          <a:ext cx="720725" cy="325437"/>
        </p:xfrm>
        <a:graphic>
          <a:graphicData uri="http://schemas.openxmlformats.org/presentationml/2006/ole">
            <mc:AlternateContent xmlns:mc="http://schemas.openxmlformats.org/markup-compatibility/2006">
              <mc:Choice xmlns:v="urn:schemas-microsoft-com:vml" Requires="v">
                <p:oleObj spid="_x0000_s8260" name="Equation" r:id="rId7" imgW="721134" imgH="324732" progId="Equation.DSMT4">
                  <p:embed/>
                </p:oleObj>
              </mc:Choice>
              <mc:Fallback>
                <p:oleObj name="Equation" r:id="rId7" imgW="721134" imgH="324732" progId="Equation.DSMT4">
                  <p:embed/>
                  <p:pic>
                    <p:nvPicPr>
                      <p:cNvPr id="0" name=""/>
                      <p:cNvPicPr/>
                      <p:nvPr/>
                    </p:nvPicPr>
                    <p:blipFill>
                      <a:blip r:embed="rId8"/>
                      <a:stretch>
                        <a:fillRect/>
                      </a:stretch>
                    </p:blipFill>
                    <p:spPr>
                      <a:xfrm>
                        <a:off x="4499994" y="1575595"/>
                        <a:ext cx="720725" cy="325437"/>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D7FD8145-99C5-47F4-8885-9CA4EBD6897C}"/>
              </a:ext>
            </a:extLst>
          </p:cNvPr>
          <p:cNvGraphicFramePr>
            <a:graphicFrameLocks noChangeAspect="1"/>
          </p:cNvGraphicFramePr>
          <p:nvPr>
            <p:extLst>
              <p:ext uri="{D42A27DB-BD31-4B8C-83A1-F6EECF244321}">
                <p14:modId xmlns:p14="http://schemas.microsoft.com/office/powerpoint/2010/main" val="3664298565"/>
              </p:ext>
            </p:extLst>
          </p:nvPr>
        </p:nvGraphicFramePr>
        <p:xfrm>
          <a:off x="6725953" y="1633913"/>
          <a:ext cx="284163" cy="307975"/>
        </p:xfrm>
        <a:graphic>
          <a:graphicData uri="http://schemas.openxmlformats.org/presentationml/2006/ole">
            <mc:AlternateContent xmlns:mc="http://schemas.openxmlformats.org/markup-compatibility/2006">
              <mc:Choice xmlns:v="urn:schemas-microsoft-com:vml" Requires="v">
                <p:oleObj spid="_x0000_s8261" name="Equation" r:id="rId9" imgW="283701" imgH="307811" progId="Equation.DSMT4">
                  <p:embed/>
                </p:oleObj>
              </mc:Choice>
              <mc:Fallback>
                <p:oleObj name="Equation" r:id="rId9" imgW="283701" imgH="307811" progId="Equation.DSMT4">
                  <p:embed/>
                  <p:pic>
                    <p:nvPicPr>
                      <p:cNvPr id="0" name=""/>
                      <p:cNvPicPr/>
                      <p:nvPr/>
                    </p:nvPicPr>
                    <p:blipFill>
                      <a:blip r:embed="rId10"/>
                      <a:stretch>
                        <a:fillRect/>
                      </a:stretch>
                    </p:blipFill>
                    <p:spPr>
                      <a:xfrm>
                        <a:off x="6725953" y="1633913"/>
                        <a:ext cx="284163" cy="307975"/>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5D22236F-B6CF-4CAE-B6FA-EEAFC530288F}"/>
              </a:ext>
            </a:extLst>
          </p:cNvPr>
          <p:cNvGraphicFramePr>
            <a:graphicFrameLocks noChangeAspect="1"/>
          </p:cNvGraphicFramePr>
          <p:nvPr>
            <p:extLst>
              <p:ext uri="{D42A27DB-BD31-4B8C-83A1-F6EECF244321}">
                <p14:modId xmlns:p14="http://schemas.microsoft.com/office/powerpoint/2010/main" val="735300149"/>
              </p:ext>
            </p:extLst>
          </p:nvPr>
        </p:nvGraphicFramePr>
        <p:xfrm>
          <a:off x="5004036" y="4383772"/>
          <a:ext cx="792163" cy="355600"/>
        </p:xfrm>
        <a:graphic>
          <a:graphicData uri="http://schemas.openxmlformats.org/presentationml/2006/ole">
            <mc:AlternateContent xmlns:mc="http://schemas.openxmlformats.org/markup-compatibility/2006">
              <mc:Choice xmlns:v="urn:schemas-microsoft-com:vml" Requires="v">
                <p:oleObj spid="_x0000_s8262" name="Equation" r:id="rId11" imgW="792779" imgH="355333" progId="Equation.DSMT4">
                  <p:embed/>
                </p:oleObj>
              </mc:Choice>
              <mc:Fallback>
                <p:oleObj name="Equation" r:id="rId11" imgW="792779" imgH="355333" progId="Equation.DSMT4">
                  <p:embed/>
                  <p:pic>
                    <p:nvPicPr>
                      <p:cNvPr id="0" name=""/>
                      <p:cNvPicPr/>
                      <p:nvPr/>
                    </p:nvPicPr>
                    <p:blipFill>
                      <a:blip r:embed="rId12"/>
                      <a:stretch>
                        <a:fillRect/>
                      </a:stretch>
                    </p:blipFill>
                    <p:spPr>
                      <a:xfrm>
                        <a:off x="5004036" y="4383772"/>
                        <a:ext cx="792163" cy="355600"/>
                      </a:xfrm>
                      <a:prstGeom prst="rect">
                        <a:avLst/>
                      </a:prstGeom>
                    </p:spPr>
                  </p:pic>
                </p:oleObj>
              </mc:Fallback>
            </mc:AlternateContent>
          </a:graphicData>
        </a:graphic>
      </p:graphicFrame>
    </p:spTree>
    <p:extLst>
      <p:ext uri="{BB962C8B-B14F-4D97-AF65-F5344CB8AC3E}">
        <p14:creationId xmlns:p14="http://schemas.microsoft.com/office/powerpoint/2010/main" val="338607783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30E42F-6C5E-460F-9B20-BF7C267179F5}"/>
              </a:ext>
            </a:extLst>
          </p:cNvPr>
          <p:cNvSpPr>
            <a:spLocks noGrp="1"/>
          </p:cNvSpPr>
          <p:nvPr>
            <p:ph type="title"/>
          </p:nvPr>
        </p:nvSpPr>
        <p:spPr/>
        <p:txBody>
          <a:bodyPr/>
          <a:lstStyle/>
          <a:p>
            <a:r>
              <a:rPr lang="en-US" altLang="zh-CN" sz="3200" dirty="0">
                <a:solidFill>
                  <a:srgbClr val="FF3300"/>
                </a:solidFill>
              </a:rPr>
              <a:t>Gaussian Discriminant Analysis model</a:t>
            </a:r>
            <a:endParaRPr lang="zh-CN" altLang="en-US" dirty="0"/>
          </a:p>
        </p:txBody>
      </p:sp>
      <p:sp>
        <p:nvSpPr>
          <p:cNvPr id="3" name="内容占位符 2">
            <a:extLst>
              <a:ext uri="{FF2B5EF4-FFF2-40B4-BE49-F238E27FC236}">
                <a16:creationId xmlns:a16="http://schemas.microsoft.com/office/drawing/2014/main" id="{BC91150B-4711-4722-909D-4DCBC0D2D273}"/>
              </a:ext>
            </a:extLst>
          </p:cNvPr>
          <p:cNvSpPr>
            <a:spLocks noGrp="1"/>
          </p:cNvSpPr>
          <p:nvPr>
            <p:ph idx="1"/>
          </p:nvPr>
        </p:nvSpPr>
        <p:spPr/>
        <p:txBody>
          <a:bodyPr/>
          <a:lstStyle/>
          <a:p>
            <a:pPr algn="just"/>
            <a:r>
              <a:rPr lang="en-US" altLang="zh-CN" dirty="0"/>
              <a:t>classification problem: </a:t>
            </a:r>
            <a:r>
              <a:rPr lang="en-US" altLang="zh-CN" dirty="0">
                <a:solidFill>
                  <a:srgbClr val="0000FF"/>
                </a:solidFill>
              </a:rPr>
              <a:t>continuous-valued random variables</a:t>
            </a:r>
            <a:r>
              <a:rPr lang="en-US" altLang="zh-CN" dirty="0"/>
              <a:t> as input.</a:t>
            </a:r>
          </a:p>
          <a:p>
            <a:pPr algn="just"/>
            <a:r>
              <a:rPr lang="en-US" altLang="zh-CN" dirty="0"/>
              <a:t>use GDA model, which models       using a multivariate normal distribution. The model is:</a:t>
            </a:r>
          </a:p>
          <a:p>
            <a:pPr algn="just"/>
            <a:endParaRPr lang="en-US" altLang="zh-CN" dirty="0"/>
          </a:p>
          <a:p>
            <a:pPr algn="just"/>
            <a:endParaRPr lang="en-US" altLang="zh-CN" dirty="0"/>
          </a:p>
          <a:p>
            <a:pPr algn="just"/>
            <a:endParaRPr lang="en-US" altLang="zh-CN" dirty="0"/>
          </a:p>
          <a:p>
            <a:pPr algn="just"/>
            <a:endParaRPr lang="en-US" altLang="zh-CN" dirty="0"/>
          </a:p>
          <a:p>
            <a:pPr algn="just"/>
            <a:r>
              <a:rPr lang="en-US" altLang="zh-CN" dirty="0"/>
              <a:t>Writing out the distributions, this is:</a:t>
            </a:r>
            <a:endParaRPr lang="zh-CN" altLang="en-US" dirty="0"/>
          </a:p>
          <a:p>
            <a:pPr algn="just"/>
            <a:endParaRPr lang="en-US" altLang="zh-CN" dirty="0"/>
          </a:p>
          <a:p>
            <a:endParaRPr lang="zh-CN" altLang="en-US" dirty="0"/>
          </a:p>
        </p:txBody>
      </p:sp>
      <p:sp>
        <p:nvSpPr>
          <p:cNvPr id="4" name="日期占位符 3">
            <a:extLst>
              <a:ext uri="{FF2B5EF4-FFF2-40B4-BE49-F238E27FC236}">
                <a16:creationId xmlns:a16="http://schemas.microsoft.com/office/drawing/2014/main" id="{459C2743-3DFB-4DD2-B5FF-F6AE5EF2F6A3}"/>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183644E3-D297-43D0-9AAE-441C56194A1D}"/>
              </a:ext>
            </a:extLst>
          </p:cNvPr>
          <p:cNvGraphicFramePr>
            <a:graphicFrameLocks noChangeAspect="1"/>
          </p:cNvGraphicFramePr>
          <p:nvPr>
            <p:extLst>
              <p:ext uri="{D42A27DB-BD31-4B8C-83A1-F6EECF244321}">
                <p14:modId xmlns:p14="http://schemas.microsoft.com/office/powerpoint/2010/main" val="3603605544"/>
              </p:ext>
            </p:extLst>
          </p:nvPr>
        </p:nvGraphicFramePr>
        <p:xfrm>
          <a:off x="2987868" y="2650556"/>
          <a:ext cx="1977291" cy="1225061"/>
        </p:xfrm>
        <a:graphic>
          <a:graphicData uri="http://schemas.openxmlformats.org/presentationml/2006/ole">
            <mc:AlternateContent xmlns:mc="http://schemas.openxmlformats.org/markup-compatibility/2006">
              <mc:Choice xmlns:v="urn:schemas-microsoft-com:vml" Requires="v">
                <p:oleObj spid="_x0000_s9254" name="Equation" r:id="rId3" imgW="1168200" imgH="723600" progId="Equation.DSMT4">
                  <p:embed/>
                </p:oleObj>
              </mc:Choice>
              <mc:Fallback>
                <p:oleObj name="Equation" r:id="rId3" imgW="1168200" imgH="723600" progId="Equation.DSMT4">
                  <p:embed/>
                  <p:pic>
                    <p:nvPicPr>
                      <p:cNvPr id="0" name=""/>
                      <p:cNvPicPr/>
                      <p:nvPr/>
                    </p:nvPicPr>
                    <p:blipFill>
                      <a:blip r:embed="rId4"/>
                      <a:stretch>
                        <a:fillRect/>
                      </a:stretch>
                    </p:blipFill>
                    <p:spPr>
                      <a:xfrm>
                        <a:off x="2987868" y="2650556"/>
                        <a:ext cx="1977291" cy="1225061"/>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2643EE8B-8E16-49A3-8BA5-98941F6315E6}"/>
              </a:ext>
            </a:extLst>
          </p:cNvPr>
          <p:cNvGraphicFramePr>
            <a:graphicFrameLocks noChangeAspect="1"/>
          </p:cNvGraphicFramePr>
          <p:nvPr>
            <p:extLst>
              <p:ext uri="{D42A27DB-BD31-4B8C-83A1-F6EECF244321}">
                <p14:modId xmlns:p14="http://schemas.microsoft.com/office/powerpoint/2010/main" val="4246825935"/>
              </p:ext>
            </p:extLst>
          </p:nvPr>
        </p:nvGraphicFramePr>
        <p:xfrm>
          <a:off x="2805638" y="4633560"/>
          <a:ext cx="4104342" cy="1543403"/>
        </p:xfrm>
        <a:graphic>
          <a:graphicData uri="http://schemas.openxmlformats.org/presentationml/2006/ole">
            <mc:AlternateContent xmlns:mc="http://schemas.openxmlformats.org/markup-compatibility/2006">
              <mc:Choice xmlns:v="urn:schemas-microsoft-com:vml" Requires="v">
                <p:oleObj spid="_x0000_s9255" name="Equation" r:id="rId5" imgW="6095975" imgH="2292202" progId="Equation.DSMT4">
                  <p:embed/>
                </p:oleObj>
              </mc:Choice>
              <mc:Fallback>
                <p:oleObj name="Equation" r:id="rId5" imgW="6095975" imgH="2292202" progId="Equation.DSMT4">
                  <p:embed/>
                  <p:pic>
                    <p:nvPicPr>
                      <p:cNvPr id="0" name=""/>
                      <p:cNvPicPr/>
                      <p:nvPr/>
                    </p:nvPicPr>
                    <p:blipFill>
                      <a:blip r:embed="rId6"/>
                      <a:stretch>
                        <a:fillRect/>
                      </a:stretch>
                    </p:blipFill>
                    <p:spPr>
                      <a:xfrm>
                        <a:off x="2805638" y="4633560"/>
                        <a:ext cx="4104342" cy="1543403"/>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CB17FF32-9E88-45DA-8692-8D22F3344C1C}"/>
              </a:ext>
            </a:extLst>
          </p:cNvPr>
          <p:cNvGraphicFramePr>
            <a:graphicFrameLocks noChangeAspect="1"/>
          </p:cNvGraphicFramePr>
          <p:nvPr>
            <p:extLst>
              <p:ext uri="{D42A27DB-BD31-4B8C-83A1-F6EECF244321}">
                <p14:modId xmlns:p14="http://schemas.microsoft.com/office/powerpoint/2010/main" val="1123533077"/>
              </p:ext>
            </p:extLst>
          </p:nvPr>
        </p:nvGraphicFramePr>
        <p:xfrm>
          <a:off x="4498240" y="1949586"/>
          <a:ext cx="719137" cy="390525"/>
        </p:xfrm>
        <a:graphic>
          <a:graphicData uri="http://schemas.openxmlformats.org/presentationml/2006/ole">
            <mc:AlternateContent xmlns:mc="http://schemas.openxmlformats.org/markup-compatibility/2006">
              <mc:Choice xmlns:v="urn:schemas-microsoft-com:vml" Requires="v">
                <p:oleObj spid="_x0000_s9256" name="Equation" r:id="rId7" imgW="719334" imgH="390254" progId="Equation.DSMT4">
                  <p:embed/>
                </p:oleObj>
              </mc:Choice>
              <mc:Fallback>
                <p:oleObj name="Equation" r:id="rId7" imgW="719334" imgH="390254" progId="Equation.DSMT4">
                  <p:embed/>
                  <p:pic>
                    <p:nvPicPr>
                      <p:cNvPr id="0" name=""/>
                      <p:cNvPicPr/>
                      <p:nvPr/>
                    </p:nvPicPr>
                    <p:blipFill>
                      <a:blip r:embed="rId8"/>
                      <a:stretch>
                        <a:fillRect/>
                      </a:stretch>
                    </p:blipFill>
                    <p:spPr>
                      <a:xfrm>
                        <a:off x="4498240" y="1949586"/>
                        <a:ext cx="719137" cy="390525"/>
                      </a:xfrm>
                      <a:prstGeom prst="rect">
                        <a:avLst/>
                      </a:prstGeom>
                    </p:spPr>
                  </p:pic>
                </p:oleObj>
              </mc:Fallback>
            </mc:AlternateContent>
          </a:graphicData>
        </a:graphic>
      </p:graphicFrame>
    </p:spTree>
    <p:extLst>
      <p:ext uri="{BB962C8B-B14F-4D97-AF65-F5344CB8AC3E}">
        <p14:creationId xmlns:p14="http://schemas.microsoft.com/office/powerpoint/2010/main" val="267488451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86C862-EFB3-43BB-A89E-D6AAEE810257}"/>
              </a:ext>
            </a:extLst>
          </p:cNvPr>
          <p:cNvSpPr>
            <a:spLocks noGrp="1"/>
          </p:cNvSpPr>
          <p:nvPr>
            <p:ph type="title"/>
          </p:nvPr>
        </p:nvSpPr>
        <p:spPr/>
        <p:txBody>
          <a:bodyPr/>
          <a:lstStyle/>
          <a:p>
            <a:r>
              <a:rPr lang="en-US" altLang="zh-CN" sz="3200" dirty="0">
                <a:solidFill>
                  <a:srgbClr val="FF3300"/>
                </a:solidFill>
              </a:rPr>
              <a:t>Gaussian Discriminant Analysis model</a:t>
            </a:r>
            <a:endParaRPr lang="zh-CN" altLang="en-US" dirty="0"/>
          </a:p>
        </p:txBody>
      </p:sp>
      <p:sp>
        <p:nvSpPr>
          <p:cNvPr id="3" name="内容占位符 2">
            <a:extLst>
              <a:ext uri="{FF2B5EF4-FFF2-40B4-BE49-F238E27FC236}">
                <a16:creationId xmlns:a16="http://schemas.microsoft.com/office/drawing/2014/main" id="{CBD9876A-AB93-4EC9-B314-180F8A720EE8}"/>
              </a:ext>
            </a:extLst>
          </p:cNvPr>
          <p:cNvSpPr>
            <a:spLocks noGrp="1"/>
          </p:cNvSpPr>
          <p:nvPr>
            <p:ph idx="1"/>
          </p:nvPr>
        </p:nvSpPr>
        <p:spPr/>
        <p:txBody>
          <a:bodyPr/>
          <a:lstStyle/>
          <a:p>
            <a:r>
              <a:rPr lang="en-US" altLang="zh-CN" dirty="0"/>
              <a:t>The l</a:t>
            </a:r>
            <a:r>
              <a:rPr lang="en-US" altLang="zh-CN" dirty="0">
                <a:solidFill>
                  <a:srgbClr val="0000FF"/>
                </a:solidFill>
              </a:rPr>
              <a:t>og-likelihood </a:t>
            </a:r>
            <a:r>
              <a:rPr lang="en-US" altLang="zh-CN" dirty="0"/>
              <a:t>of the data is given by</a:t>
            </a:r>
          </a:p>
          <a:p>
            <a:endParaRPr lang="en-US" altLang="zh-CN" dirty="0"/>
          </a:p>
          <a:p>
            <a:endParaRPr lang="en-US" altLang="zh-CN" dirty="0"/>
          </a:p>
          <a:p>
            <a:endParaRPr lang="en-US" altLang="zh-CN" dirty="0"/>
          </a:p>
          <a:p>
            <a:endParaRPr lang="en-US" altLang="zh-CN" dirty="0"/>
          </a:p>
          <a:p>
            <a:r>
              <a:rPr lang="en-US" altLang="zh-CN" dirty="0"/>
              <a:t>By maximizing function l with respect to the parameters, we find the </a:t>
            </a:r>
            <a:r>
              <a:rPr lang="en-US" altLang="zh-CN" dirty="0">
                <a:solidFill>
                  <a:srgbClr val="0000FF"/>
                </a:solidFill>
              </a:rPr>
              <a:t>maximum likelihood estimate </a:t>
            </a:r>
            <a:r>
              <a:rPr lang="en-US" altLang="zh-CN" dirty="0"/>
              <a:t>of the parameters to be:</a:t>
            </a:r>
          </a:p>
          <a:p>
            <a:endParaRPr lang="en-US" altLang="zh-CN" dirty="0"/>
          </a:p>
          <a:p>
            <a:endParaRPr lang="en-US" altLang="zh-CN" dirty="0"/>
          </a:p>
          <a:p>
            <a:endParaRPr lang="en-US" altLang="zh-CN" dirty="0"/>
          </a:p>
          <a:p>
            <a:endParaRPr lang="en-US" altLang="zh-CN" dirty="0"/>
          </a:p>
          <a:p>
            <a:pPr marL="0" indent="0">
              <a:buNone/>
            </a:pPr>
            <a:endParaRPr lang="en-US" altLang="zh-CN" dirty="0"/>
          </a:p>
          <a:p>
            <a:endParaRPr lang="zh-CN" altLang="en-US" dirty="0"/>
          </a:p>
        </p:txBody>
      </p:sp>
      <p:sp>
        <p:nvSpPr>
          <p:cNvPr id="4" name="日期占位符 3">
            <a:extLst>
              <a:ext uri="{FF2B5EF4-FFF2-40B4-BE49-F238E27FC236}">
                <a16:creationId xmlns:a16="http://schemas.microsoft.com/office/drawing/2014/main" id="{CF248884-8BC3-4F74-A441-6EF94D5054D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Object 5">
            <a:extLst>
              <a:ext uri="{FF2B5EF4-FFF2-40B4-BE49-F238E27FC236}">
                <a16:creationId xmlns:a16="http://schemas.microsoft.com/office/drawing/2014/main" id="{D882865D-C4C1-49E6-94D2-B1FEB5676460}"/>
              </a:ext>
            </a:extLst>
          </p:cNvPr>
          <p:cNvGraphicFramePr>
            <a:graphicFrameLocks noChangeAspect="1"/>
          </p:cNvGraphicFramePr>
          <p:nvPr>
            <p:extLst>
              <p:ext uri="{D42A27DB-BD31-4B8C-83A1-F6EECF244321}">
                <p14:modId xmlns:p14="http://schemas.microsoft.com/office/powerpoint/2010/main" val="558848975"/>
              </p:ext>
            </p:extLst>
          </p:nvPr>
        </p:nvGraphicFramePr>
        <p:xfrm>
          <a:off x="971700" y="2022218"/>
          <a:ext cx="4752396" cy="1341562"/>
        </p:xfrm>
        <a:graphic>
          <a:graphicData uri="http://schemas.openxmlformats.org/presentationml/2006/ole">
            <mc:AlternateContent xmlns:mc="http://schemas.openxmlformats.org/markup-compatibility/2006">
              <mc:Choice xmlns:v="urn:schemas-microsoft-com:vml" Requires="v">
                <p:oleObj spid="_x0000_s11318" name="Equation" r:id="rId4" imgW="3149600" imgH="889000" progId="Equation.DSMT4">
                  <p:embed/>
                </p:oleObj>
              </mc:Choice>
              <mc:Fallback>
                <p:oleObj name="Equation" r:id="rId4" imgW="3149600" imgH="889000" progId="Equation.DSMT4">
                  <p:embed/>
                  <p:pic>
                    <p:nvPicPr>
                      <p:cNvPr id="94211" name="Object 5">
                        <a:extLst>
                          <a:ext uri="{FF2B5EF4-FFF2-40B4-BE49-F238E27FC236}">
                            <a16:creationId xmlns:a16="http://schemas.microsoft.com/office/drawing/2014/main" id="{F35D810F-DAE8-48D4-B60B-D0B42FFE48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700" y="2022218"/>
                        <a:ext cx="4752396" cy="1341562"/>
                      </a:xfrm>
                      <a:prstGeom prst="rect">
                        <a:avLst/>
                      </a:prstGeom>
                      <a:noFill/>
                      <a:ln>
                        <a:noFill/>
                      </a:ln>
                      <a:effectLst/>
                    </p:spPr>
                  </p:pic>
                </p:oleObj>
              </mc:Fallback>
            </mc:AlternateContent>
          </a:graphicData>
        </a:graphic>
      </p:graphicFrame>
      <p:graphicFrame>
        <p:nvGraphicFramePr>
          <p:cNvPr id="6" name="对象 5">
            <a:extLst>
              <a:ext uri="{FF2B5EF4-FFF2-40B4-BE49-F238E27FC236}">
                <a16:creationId xmlns:a16="http://schemas.microsoft.com/office/drawing/2014/main" id="{B4BAB68F-31C5-4FB1-B98E-927112436D4D}"/>
              </a:ext>
            </a:extLst>
          </p:cNvPr>
          <p:cNvGraphicFramePr>
            <a:graphicFrameLocks noChangeAspect="1"/>
          </p:cNvGraphicFramePr>
          <p:nvPr>
            <p:extLst>
              <p:ext uri="{D42A27DB-BD31-4B8C-83A1-F6EECF244321}">
                <p14:modId xmlns:p14="http://schemas.microsoft.com/office/powerpoint/2010/main" val="1882231485"/>
              </p:ext>
            </p:extLst>
          </p:nvPr>
        </p:nvGraphicFramePr>
        <p:xfrm>
          <a:off x="1619754" y="4491732"/>
          <a:ext cx="2016168" cy="1367918"/>
        </p:xfrm>
        <a:graphic>
          <a:graphicData uri="http://schemas.openxmlformats.org/presentationml/2006/ole">
            <mc:AlternateContent xmlns:mc="http://schemas.openxmlformats.org/markup-compatibility/2006">
              <mc:Choice xmlns:v="urn:schemas-microsoft-com:vml" Requires="v">
                <p:oleObj spid="_x0000_s11319" name="Equation" r:id="rId6" imgW="1460160" imgH="990360" progId="Equation.DSMT4">
                  <p:embed/>
                </p:oleObj>
              </mc:Choice>
              <mc:Fallback>
                <p:oleObj name="Equation" r:id="rId6" imgW="1460160" imgH="990360" progId="Equation.DSMT4">
                  <p:embed/>
                  <p:pic>
                    <p:nvPicPr>
                      <p:cNvPr id="0" name=""/>
                      <p:cNvPicPr/>
                      <p:nvPr/>
                    </p:nvPicPr>
                    <p:blipFill>
                      <a:blip r:embed="rId7"/>
                      <a:stretch>
                        <a:fillRect/>
                      </a:stretch>
                    </p:blipFill>
                    <p:spPr>
                      <a:xfrm>
                        <a:off x="1619754" y="4491732"/>
                        <a:ext cx="2016168" cy="136791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CA1DF5D5-1ABD-4F68-B702-1C04D2F36693}"/>
              </a:ext>
            </a:extLst>
          </p:cNvPr>
          <p:cNvGraphicFramePr>
            <a:graphicFrameLocks noChangeAspect="1"/>
          </p:cNvGraphicFramePr>
          <p:nvPr>
            <p:extLst>
              <p:ext uri="{D42A27DB-BD31-4B8C-83A1-F6EECF244321}">
                <p14:modId xmlns:p14="http://schemas.microsoft.com/office/powerpoint/2010/main" val="2747454409"/>
              </p:ext>
            </p:extLst>
          </p:nvPr>
        </p:nvGraphicFramePr>
        <p:xfrm>
          <a:off x="4355982" y="4437084"/>
          <a:ext cx="3024252" cy="1387598"/>
        </p:xfrm>
        <a:graphic>
          <a:graphicData uri="http://schemas.openxmlformats.org/presentationml/2006/ole">
            <mc:AlternateContent xmlns:mc="http://schemas.openxmlformats.org/markup-compatibility/2006">
              <mc:Choice xmlns:v="urn:schemas-microsoft-com:vml" Requires="v">
                <p:oleObj spid="_x0000_s11320" name="Equation" r:id="rId8" imgW="2158920" imgH="990360" progId="Equation.DSMT4">
                  <p:embed/>
                </p:oleObj>
              </mc:Choice>
              <mc:Fallback>
                <p:oleObj name="Equation" r:id="rId8" imgW="2158920" imgH="990360" progId="Equation.DSMT4">
                  <p:embed/>
                  <p:pic>
                    <p:nvPicPr>
                      <p:cNvPr id="0" name=""/>
                      <p:cNvPicPr/>
                      <p:nvPr/>
                    </p:nvPicPr>
                    <p:blipFill>
                      <a:blip r:embed="rId9"/>
                      <a:stretch>
                        <a:fillRect/>
                      </a:stretch>
                    </p:blipFill>
                    <p:spPr>
                      <a:xfrm>
                        <a:off x="4355982" y="4437084"/>
                        <a:ext cx="3024252" cy="1387598"/>
                      </a:xfrm>
                      <a:prstGeom prst="rect">
                        <a:avLst/>
                      </a:prstGeom>
                    </p:spPr>
                  </p:pic>
                </p:oleObj>
              </mc:Fallback>
            </mc:AlternateContent>
          </a:graphicData>
        </a:graphic>
      </p:graphicFrame>
    </p:spTree>
    <p:extLst>
      <p:ext uri="{BB962C8B-B14F-4D97-AF65-F5344CB8AC3E}">
        <p14:creationId xmlns:p14="http://schemas.microsoft.com/office/powerpoint/2010/main" val="110645747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29E6C2-398F-4613-9AD0-031BC51078DC}"/>
              </a:ext>
            </a:extLst>
          </p:cNvPr>
          <p:cNvSpPr>
            <a:spLocks noGrp="1"/>
          </p:cNvSpPr>
          <p:nvPr>
            <p:ph type="title"/>
          </p:nvPr>
        </p:nvSpPr>
        <p:spPr/>
        <p:txBody>
          <a:bodyPr/>
          <a:lstStyle/>
          <a:p>
            <a:r>
              <a:rPr lang="en-US" altLang="zh-CN" sz="3200" dirty="0">
                <a:solidFill>
                  <a:srgbClr val="FF3300"/>
                </a:solidFill>
              </a:rPr>
              <a:t>Gaussian Discriminant Analysis model</a:t>
            </a:r>
            <a:endParaRPr lang="zh-CN" altLang="en-US" dirty="0"/>
          </a:p>
        </p:txBody>
      </p:sp>
      <p:sp>
        <p:nvSpPr>
          <p:cNvPr id="3" name="内容占位符 2">
            <a:extLst>
              <a:ext uri="{FF2B5EF4-FFF2-40B4-BE49-F238E27FC236}">
                <a16:creationId xmlns:a16="http://schemas.microsoft.com/office/drawing/2014/main" id="{EA7D87C7-E008-4F13-A2D3-4153C3BCA1C7}"/>
              </a:ext>
            </a:extLst>
          </p:cNvPr>
          <p:cNvSpPr>
            <a:spLocks noGrp="1"/>
          </p:cNvSpPr>
          <p:nvPr>
            <p:ph idx="1"/>
          </p:nvPr>
        </p:nvSpPr>
        <p:spPr/>
        <p:txBody>
          <a:bodyPr/>
          <a:lstStyle/>
          <a:p>
            <a:pPr>
              <a:lnSpc>
                <a:spcPct val="125000"/>
              </a:lnSpc>
            </a:pPr>
            <a:r>
              <a:rPr lang="en-US" altLang="zh-CN" dirty="0"/>
              <a:t>By maximizing function l with respect to the parameters, we find the maximum likelihood estimate of the parameters to be:</a:t>
            </a:r>
            <a:endParaRPr lang="zh-CN" altLang="en-US" dirty="0"/>
          </a:p>
          <a:p>
            <a:endParaRPr lang="zh-CN" altLang="en-US" dirty="0"/>
          </a:p>
        </p:txBody>
      </p:sp>
      <p:sp>
        <p:nvSpPr>
          <p:cNvPr id="4" name="日期占位符 3">
            <a:extLst>
              <a:ext uri="{FF2B5EF4-FFF2-40B4-BE49-F238E27FC236}">
                <a16:creationId xmlns:a16="http://schemas.microsoft.com/office/drawing/2014/main" id="{9646C67C-82E1-4B18-BB67-2D4D6BF1A241}"/>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97857E03-95AD-4C41-8AE1-D26AD6AEC869}"/>
              </a:ext>
            </a:extLst>
          </p:cNvPr>
          <p:cNvGraphicFramePr>
            <a:graphicFrameLocks noChangeAspect="1"/>
          </p:cNvGraphicFramePr>
          <p:nvPr>
            <p:extLst>
              <p:ext uri="{D42A27DB-BD31-4B8C-83A1-F6EECF244321}">
                <p14:modId xmlns:p14="http://schemas.microsoft.com/office/powerpoint/2010/main" val="852886364"/>
              </p:ext>
            </p:extLst>
          </p:nvPr>
        </p:nvGraphicFramePr>
        <p:xfrm>
          <a:off x="2627838" y="2474912"/>
          <a:ext cx="3372168" cy="3114268"/>
        </p:xfrm>
        <a:graphic>
          <a:graphicData uri="http://schemas.openxmlformats.org/presentationml/2006/ole">
            <mc:AlternateContent xmlns:mc="http://schemas.openxmlformats.org/markup-compatibility/2006">
              <mc:Choice xmlns:v="urn:schemas-microsoft-com:vml" Requires="v">
                <p:oleObj spid="_x0000_s12319" name="Equation" r:id="rId4" imgW="4399888" imgH="4064546" progId="Equation.DSMT4">
                  <p:embed/>
                </p:oleObj>
              </mc:Choice>
              <mc:Fallback>
                <p:oleObj name="Equation" r:id="rId4" imgW="4399888" imgH="4064546" progId="Equation.DSMT4">
                  <p:embed/>
                  <p:pic>
                    <p:nvPicPr>
                      <p:cNvPr id="0" name=""/>
                      <p:cNvPicPr/>
                      <p:nvPr/>
                    </p:nvPicPr>
                    <p:blipFill>
                      <a:blip r:embed="rId5"/>
                      <a:stretch>
                        <a:fillRect/>
                      </a:stretch>
                    </p:blipFill>
                    <p:spPr>
                      <a:xfrm>
                        <a:off x="2627838" y="2474912"/>
                        <a:ext cx="3372168" cy="3114268"/>
                      </a:xfrm>
                      <a:prstGeom prst="rect">
                        <a:avLst/>
                      </a:prstGeom>
                    </p:spPr>
                  </p:pic>
                </p:oleObj>
              </mc:Fallback>
            </mc:AlternateContent>
          </a:graphicData>
        </a:graphic>
      </p:graphicFrame>
    </p:spTree>
    <p:extLst>
      <p:ext uri="{BB962C8B-B14F-4D97-AF65-F5344CB8AC3E}">
        <p14:creationId xmlns:p14="http://schemas.microsoft.com/office/powerpoint/2010/main" val="176676965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311F26-A26E-4544-BB8C-40106DE5E69A}"/>
              </a:ext>
            </a:extLst>
          </p:cNvPr>
          <p:cNvSpPr>
            <a:spLocks noGrp="1"/>
          </p:cNvSpPr>
          <p:nvPr>
            <p:ph type="title"/>
          </p:nvPr>
        </p:nvSpPr>
        <p:spPr/>
        <p:txBody>
          <a:bodyPr/>
          <a:lstStyle/>
          <a:p>
            <a:r>
              <a:rPr lang="en-US" altLang="zh-CN" sz="3200" dirty="0">
                <a:solidFill>
                  <a:srgbClr val="FF3300"/>
                </a:solidFill>
              </a:rPr>
              <a:t>Gaussian Discriminant Analysis model</a:t>
            </a:r>
            <a:endParaRPr lang="zh-CN" altLang="en-US" dirty="0"/>
          </a:p>
        </p:txBody>
      </p:sp>
      <p:sp>
        <p:nvSpPr>
          <p:cNvPr id="3" name="内容占位符 2">
            <a:extLst>
              <a:ext uri="{FF2B5EF4-FFF2-40B4-BE49-F238E27FC236}">
                <a16:creationId xmlns:a16="http://schemas.microsoft.com/office/drawing/2014/main" id="{AE94BB0F-210A-4F29-B4DD-E3880E0322BA}"/>
              </a:ext>
            </a:extLst>
          </p:cNvPr>
          <p:cNvSpPr>
            <a:spLocks noGrp="1"/>
          </p:cNvSpPr>
          <p:nvPr>
            <p:ph idx="1"/>
          </p:nvPr>
        </p:nvSpPr>
        <p:spPr/>
        <p:txBody>
          <a:bodyPr/>
          <a:lstStyle/>
          <a:p>
            <a:r>
              <a:rPr lang="en-US" altLang="zh-CN" dirty="0"/>
              <a:t>Pictorially, what the algorithm is doing can be seen in as follows:</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sz="1600" dirty="0"/>
              <a:t>Note that the two Gaussians have contours that are the same shape and orientation</a:t>
            </a:r>
            <a:endParaRPr lang="zh-CN" altLang="en-US" sz="1600" dirty="0"/>
          </a:p>
          <a:p>
            <a:endParaRPr lang="zh-CN" altLang="en-US" dirty="0"/>
          </a:p>
        </p:txBody>
      </p:sp>
      <p:sp>
        <p:nvSpPr>
          <p:cNvPr id="4" name="日期占位符 3">
            <a:extLst>
              <a:ext uri="{FF2B5EF4-FFF2-40B4-BE49-F238E27FC236}">
                <a16:creationId xmlns:a16="http://schemas.microsoft.com/office/drawing/2014/main" id="{A046BAEE-AA14-496E-8081-B187D2C5CAE4}"/>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5" name="Picture 5">
            <a:extLst>
              <a:ext uri="{FF2B5EF4-FFF2-40B4-BE49-F238E27FC236}">
                <a16:creationId xmlns:a16="http://schemas.microsoft.com/office/drawing/2014/main" id="{22F52842-B1DB-417B-A316-4EE4C0961A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90" y="2230437"/>
            <a:ext cx="4319587" cy="327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对象 5">
            <a:extLst>
              <a:ext uri="{FF2B5EF4-FFF2-40B4-BE49-F238E27FC236}">
                <a16:creationId xmlns:a16="http://schemas.microsoft.com/office/drawing/2014/main" id="{0A7C6C81-60FC-47BD-8582-E47AF17A4A35}"/>
              </a:ext>
            </a:extLst>
          </p:cNvPr>
          <p:cNvGraphicFramePr>
            <a:graphicFrameLocks noChangeAspect="1"/>
          </p:cNvGraphicFramePr>
          <p:nvPr>
            <p:extLst>
              <p:ext uri="{D42A27DB-BD31-4B8C-83A1-F6EECF244321}">
                <p14:modId xmlns:p14="http://schemas.microsoft.com/office/powerpoint/2010/main" val="2898887115"/>
              </p:ext>
            </p:extLst>
          </p:nvPr>
        </p:nvGraphicFramePr>
        <p:xfrm>
          <a:off x="6636424" y="4221066"/>
          <a:ext cx="1325878" cy="360030"/>
        </p:xfrm>
        <a:graphic>
          <a:graphicData uri="http://schemas.openxmlformats.org/presentationml/2006/ole">
            <mc:AlternateContent xmlns:mc="http://schemas.openxmlformats.org/markup-compatibility/2006">
              <mc:Choice xmlns:v="urn:schemas-microsoft-com:vml" Requires="v">
                <p:oleObj spid="_x0000_s27666" name="Equation" r:id="rId5" imgW="1824256" imgH="495378" progId="Equation.DSMT4">
                  <p:embed/>
                </p:oleObj>
              </mc:Choice>
              <mc:Fallback>
                <p:oleObj name="Equation" r:id="rId5" imgW="1824256" imgH="495378" progId="Equation.DSMT4">
                  <p:embed/>
                  <p:pic>
                    <p:nvPicPr>
                      <p:cNvPr id="0" name=""/>
                      <p:cNvPicPr/>
                      <p:nvPr/>
                    </p:nvPicPr>
                    <p:blipFill>
                      <a:blip r:embed="rId6"/>
                      <a:stretch>
                        <a:fillRect/>
                      </a:stretch>
                    </p:blipFill>
                    <p:spPr>
                      <a:xfrm>
                        <a:off x="6636424" y="4221066"/>
                        <a:ext cx="1325878" cy="360030"/>
                      </a:xfrm>
                      <a:prstGeom prst="rect">
                        <a:avLst/>
                      </a:prstGeom>
                    </p:spPr>
                  </p:pic>
                </p:oleObj>
              </mc:Fallback>
            </mc:AlternateContent>
          </a:graphicData>
        </a:graphic>
      </p:graphicFrame>
      <p:cxnSp>
        <p:nvCxnSpPr>
          <p:cNvPr id="8" name="直接箭头连接符 7">
            <a:extLst>
              <a:ext uri="{FF2B5EF4-FFF2-40B4-BE49-F238E27FC236}">
                <a16:creationId xmlns:a16="http://schemas.microsoft.com/office/drawing/2014/main" id="{DC710999-7910-42DA-A5D9-FEAAA9B04C59}"/>
              </a:ext>
            </a:extLst>
          </p:cNvPr>
          <p:cNvCxnSpPr/>
          <p:nvPr/>
        </p:nvCxnSpPr>
        <p:spPr>
          <a:xfrm flipH="1">
            <a:off x="5652090" y="4437084"/>
            <a:ext cx="936078" cy="4320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627077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C23DD-CECE-4B26-8E8B-B84E1B34A339}"/>
              </a:ext>
            </a:extLst>
          </p:cNvPr>
          <p:cNvSpPr>
            <a:spLocks noGrp="1"/>
          </p:cNvSpPr>
          <p:nvPr>
            <p:ph type="title"/>
          </p:nvPr>
        </p:nvSpPr>
        <p:spPr/>
        <p:txBody>
          <a:bodyPr/>
          <a:lstStyle/>
          <a:p>
            <a:r>
              <a:rPr lang="en-US" altLang="zh-CN" sz="3200" dirty="0">
                <a:solidFill>
                  <a:srgbClr val="FF3300"/>
                </a:solidFill>
              </a:rPr>
              <a:t>GDA VS. logistic regression</a:t>
            </a:r>
            <a:endParaRPr lang="zh-CN" altLang="en-US" dirty="0"/>
          </a:p>
        </p:txBody>
      </p:sp>
      <p:sp>
        <p:nvSpPr>
          <p:cNvPr id="3" name="内容占位符 2">
            <a:extLst>
              <a:ext uri="{FF2B5EF4-FFF2-40B4-BE49-F238E27FC236}">
                <a16:creationId xmlns:a16="http://schemas.microsoft.com/office/drawing/2014/main" id="{020DD71B-7FF5-426D-8E44-380FCC5CDAD1}"/>
              </a:ext>
            </a:extLst>
          </p:cNvPr>
          <p:cNvSpPr>
            <a:spLocks noGrp="1"/>
          </p:cNvSpPr>
          <p:nvPr>
            <p:ph idx="1"/>
          </p:nvPr>
        </p:nvSpPr>
        <p:spPr>
          <a:xfrm>
            <a:off x="639162" y="1628850"/>
            <a:ext cx="7886700" cy="4619625"/>
          </a:xfrm>
        </p:spPr>
        <p:txBody>
          <a:bodyPr/>
          <a:lstStyle/>
          <a:p>
            <a:r>
              <a:rPr lang="en-US" altLang="zh-CN" dirty="0"/>
              <a:t>The likelihood is</a:t>
            </a:r>
          </a:p>
          <a:p>
            <a:endParaRPr lang="en-US" altLang="zh-CN" dirty="0"/>
          </a:p>
          <a:p>
            <a:r>
              <a:rPr lang="en-US" altLang="zh-CN" dirty="0"/>
              <a:t>The prior is</a:t>
            </a:r>
          </a:p>
          <a:p>
            <a:endParaRPr lang="en-US" altLang="zh-CN" dirty="0"/>
          </a:p>
          <a:p>
            <a:r>
              <a:rPr lang="en-US" altLang="zh-CN" dirty="0"/>
              <a:t>The prior is</a:t>
            </a:r>
            <a:endParaRPr lang="zh-CN" altLang="en-US" dirty="0"/>
          </a:p>
        </p:txBody>
      </p:sp>
      <p:sp>
        <p:nvSpPr>
          <p:cNvPr id="4" name="日期占位符 3">
            <a:extLst>
              <a:ext uri="{FF2B5EF4-FFF2-40B4-BE49-F238E27FC236}">
                <a16:creationId xmlns:a16="http://schemas.microsoft.com/office/drawing/2014/main" id="{9CE7DAC6-7EBE-4F67-A025-F36C28FE9947}"/>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6" name="图片 5">
            <a:extLst>
              <a:ext uri="{FF2B5EF4-FFF2-40B4-BE49-F238E27FC236}">
                <a16:creationId xmlns:a16="http://schemas.microsoft.com/office/drawing/2014/main" id="{C246A5A0-3152-4F5D-8795-5FFD809BC7A4}"/>
              </a:ext>
            </a:extLst>
          </p:cNvPr>
          <p:cNvPicPr>
            <a:picLocks noChangeAspect="1"/>
          </p:cNvPicPr>
          <p:nvPr/>
        </p:nvPicPr>
        <p:blipFill>
          <a:blip r:embed="rId2"/>
          <a:stretch>
            <a:fillRect/>
          </a:stretch>
        </p:blipFill>
        <p:spPr>
          <a:xfrm>
            <a:off x="2987868" y="1700856"/>
            <a:ext cx="4139750" cy="527954"/>
          </a:xfrm>
          <a:prstGeom prst="rect">
            <a:avLst/>
          </a:prstGeom>
        </p:spPr>
      </p:pic>
      <p:pic>
        <p:nvPicPr>
          <p:cNvPr id="7" name="图片 6">
            <a:extLst>
              <a:ext uri="{FF2B5EF4-FFF2-40B4-BE49-F238E27FC236}">
                <a16:creationId xmlns:a16="http://schemas.microsoft.com/office/drawing/2014/main" id="{6FF735DB-6F93-4943-8E78-42D000A28390}"/>
              </a:ext>
            </a:extLst>
          </p:cNvPr>
          <p:cNvPicPr>
            <a:picLocks noChangeAspect="1"/>
          </p:cNvPicPr>
          <p:nvPr/>
        </p:nvPicPr>
        <p:blipFill>
          <a:blip r:embed="rId3"/>
          <a:stretch>
            <a:fillRect/>
          </a:stretch>
        </p:blipFill>
        <p:spPr>
          <a:xfrm>
            <a:off x="3275892" y="2371935"/>
            <a:ext cx="1110930" cy="408618"/>
          </a:xfrm>
          <a:prstGeom prst="rect">
            <a:avLst/>
          </a:prstGeom>
        </p:spPr>
      </p:pic>
      <p:pic>
        <p:nvPicPr>
          <p:cNvPr id="8" name="图片 7">
            <a:extLst>
              <a:ext uri="{FF2B5EF4-FFF2-40B4-BE49-F238E27FC236}">
                <a16:creationId xmlns:a16="http://schemas.microsoft.com/office/drawing/2014/main" id="{8161DCF7-9AEF-4D60-BFC6-3F5075193571}"/>
              </a:ext>
            </a:extLst>
          </p:cNvPr>
          <p:cNvPicPr>
            <a:picLocks noChangeAspect="1"/>
          </p:cNvPicPr>
          <p:nvPr/>
        </p:nvPicPr>
        <p:blipFill>
          <a:blip r:embed="rId4"/>
          <a:stretch>
            <a:fillRect/>
          </a:stretch>
        </p:blipFill>
        <p:spPr>
          <a:xfrm>
            <a:off x="2676703" y="3140976"/>
            <a:ext cx="5063561" cy="2024223"/>
          </a:xfrm>
          <a:prstGeom prst="rect">
            <a:avLst/>
          </a:prstGeom>
        </p:spPr>
      </p:pic>
    </p:spTree>
    <p:extLst>
      <p:ext uri="{BB962C8B-B14F-4D97-AF65-F5344CB8AC3E}">
        <p14:creationId xmlns:p14="http://schemas.microsoft.com/office/powerpoint/2010/main" val="238097372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963C7F-0FE9-48B1-8ACD-3A72C77A9456}"/>
              </a:ext>
            </a:extLst>
          </p:cNvPr>
          <p:cNvSpPr>
            <a:spLocks noGrp="1"/>
          </p:cNvSpPr>
          <p:nvPr>
            <p:ph type="title"/>
          </p:nvPr>
        </p:nvSpPr>
        <p:spPr/>
        <p:txBody>
          <a:bodyPr/>
          <a:lstStyle/>
          <a:p>
            <a:r>
              <a:rPr lang="en-US" altLang="zh-CN" sz="3600" dirty="0">
                <a:solidFill>
                  <a:srgbClr val="FF3300"/>
                </a:solidFill>
              </a:rPr>
              <a:t>GDA VS. logistic regression</a:t>
            </a:r>
            <a:endParaRPr lang="zh-CN" altLang="en-US" dirty="0"/>
          </a:p>
        </p:txBody>
      </p:sp>
      <p:sp>
        <p:nvSpPr>
          <p:cNvPr id="3" name="内容占位符 2">
            <a:extLst>
              <a:ext uri="{FF2B5EF4-FFF2-40B4-BE49-F238E27FC236}">
                <a16:creationId xmlns:a16="http://schemas.microsoft.com/office/drawing/2014/main" id="{C3660CEE-3EE5-4ED6-B0B6-CB9B0AE073E5}"/>
              </a:ext>
            </a:extLst>
          </p:cNvPr>
          <p:cNvSpPr>
            <a:spLocks noGrp="1"/>
          </p:cNvSpPr>
          <p:nvPr>
            <p:ph idx="1"/>
          </p:nvPr>
        </p:nvSpPr>
        <p:spPr/>
        <p:txBody>
          <a:bodyPr/>
          <a:lstStyle/>
          <a:p>
            <a:r>
              <a:rPr lang="en-US" altLang="zh-CN" dirty="0"/>
              <a:t>We can show that the last term is</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Let us define</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4" name="日期占位符 3">
            <a:extLst>
              <a:ext uri="{FF2B5EF4-FFF2-40B4-BE49-F238E27FC236}">
                <a16:creationId xmlns:a16="http://schemas.microsoft.com/office/drawing/2014/main" id="{C9E71C5A-FCBE-41AD-BC10-153025997530}"/>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dirty="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5" name="图片 4">
            <a:extLst>
              <a:ext uri="{FF2B5EF4-FFF2-40B4-BE49-F238E27FC236}">
                <a16:creationId xmlns:a16="http://schemas.microsoft.com/office/drawing/2014/main" id="{11EF8A10-CE97-4DBB-90DC-36F151E4B539}"/>
              </a:ext>
            </a:extLst>
          </p:cNvPr>
          <p:cNvPicPr>
            <a:picLocks noChangeAspect="1"/>
          </p:cNvPicPr>
          <p:nvPr/>
        </p:nvPicPr>
        <p:blipFill>
          <a:blip r:embed="rId2"/>
          <a:stretch>
            <a:fillRect/>
          </a:stretch>
        </p:blipFill>
        <p:spPr>
          <a:xfrm>
            <a:off x="1259724" y="2152473"/>
            <a:ext cx="5112426" cy="2394579"/>
          </a:xfrm>
          <a:prstGeom prst="rect">
            <a:avLst/>
          </a:prstGeom>
        </p:spPr>
      </p:pic>
      <p:pic>
        <p:nvPicPr>
          <p:cNvPr id="7" name="图片 6">
            <a:extLst>
              <a:ext uri="{FF2B5EF4-FFF2-40B4-BE49-F238E27FC236}">
                <a16:creationId xmlns:a16="http://schemas.microsoft.com/office/drawing/2014/main" id="{0A3480F8-6906-4771-956F-A9A0A197B535}"/>
              </a:ext>
            </a:extLst>
          </p:cNvPr>
          <p:cNvPicPr>
            <a:picLocks noChangeAspect="1"/>
          </p:cNvPicPr>
          <p:nvPr/>
        </p:nvPicPr>
        <p:blipFill>
          <a:blip r:embed="rId3"/>
          <a:stretch>
            <a:fillRect/>
          </a:stretch>
        </p:blipFill>
        <p:spPr>
          <a:xfrm>
            <a:off x="2051789" y="5142186"/>
            <a:ext cx="4000707" cy="879029"/>
          </a:xfrm>
          <a:prstGeom prst="rect">
            <a:avLst/>
          </a:prstGeom>
        </p:spPr>
      </p:pic>
    </p:spTree>
    <p:extLst>
      <p:ext uri="{BB962C8B-B14F-4D97-AF65-F5344CB8AC3E}">
        <p14:creationId xmlns:p14="http://schemas.microsoft.com/office/powerpoint/2010/main" val="219757449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61E092-F448-4A57-A2E4-84354AB72131}"/>
              </a:ext>
            </a:extLst>
          </p:cNvPr>
          <p:cNvSpPr>
            <a:spLocks noGrp="1"/>
          </p:cNvSpPr>
          <p:nvPr>
            <p:ph type="title"/>
          </p:nvPr>
        </p:nvSpPr>
        <p:spPr/>
        <p:txBody>
          <a:bodyPr/>
          <a:lstStyle/>
          <a:p>
            <a:r>
              <a:rPr lang="en-US" altLang="zh-CN" sz="3600" dirty="0">
                <a:solidFill>
                  <a:srgbClr val="FF3300"/>
                </a:solidFill>
              </a:rPr>
              <a:t>GDA VS. logistic regression</a:t>
            </a:r>
            <a:endParaRPr lang="zh-CN" altLang="en-US" dirty="0"/>
          </a:p>
        </p:txBody>
      </p:sp>
      <p:sp>
        <p:nvSpPr>
          <p:cNvPr id="3" name="内容占位符 2">
            <a:extLst>
              <a:ext uri="{FF2B5EF4-FFF2-40B4-BE49-F238E27FC236}">
                <a16:creationId xmlns:a16="http://schemas.microsoft.com/office/drawing/2014/main" id="{753B1D24-2571-4661-9A00-1E0893EF89E3}"/>
              </a:ext>
            </a:extLst>
          </p:cNvPr>
          <p:cNvSpPr>
            <a:spLocks noGrp="1"/>
          </p:cNvSpPr>
          <p:nvPr>
            <p:ph idx="1"/>
          </p:nvPr>
        </p:nvSpPr>
        <p:spPr/>
        <p:txBody>
          <a:bodyPr/>
          <a:lstStyle/>
          <a:p>
            <a:r>
              <a:rPr lang="en-US" altLang="zh-CN" dirty="0"/>
              <a:t>Then,</a:t>
            </a:r>
          </a:p>
          <a:p>
            <a:endParaRPr lang="en-US" altLang="zh-CN" dirty="0"/>
          </a:p>
          <a:p>
            <a:endParaRPr lang="en-US" altLang="zh-CN" dirty="0"/>
          </a:p>
          <a:p>
            <a:endParaRPr lang="en-US" altLang="zh-CN" dirty="0"/>
          </a:p>
          <a:p>
            <a:r>
              <a:rPr lang="en-US" altLang="zh-CN" dirty="0"/>
              <a:t> Therefore,</a:t>
            </a:r>
            <a:endParaRPr lang="zh-CN" altLang="en-US" dirty="0"/>
          </a:p>
        </p:txBody>
      </p:sp>
      <p:sp>
        <p:nvSpPr>
          <p:cNvPr id="4" name="日期占位符 3">
            <a:extLst>
              <a:ext uri="{FF2B5EF4-FFF2-40B4-BE49-F238E27FC236}">
                <a16:creationId xmlns:a16="http://schemas.microsoft.com/office/drawing/2014/main" id="{23ADE112-0187-4942-8C9A-934F20730599}"/>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5" name="图片 4">
            <a:extLst>
              <a:ext uri="{FF2B5EF4-FFF2-40B4-BE49-F238E27FC236}">
                <a16:creationId xmlns:a16="http://schemas.microsoft.com/office/drawing/2014/main" id="{7154930F-E020-4655-9A4B-F9567D1F41DB}"/>
              </a:ext>
            </a:extLst>
          </p:cNvPr>
          <p:cNvPicPr>
            <a:picLocks noChangeAspect="1"/>
          </p:cNvPicPr>
          <p:nvPr/>
        </p:nvPicPr>
        <p:blipFill>
          <a:blip r:embed="rId4"/>
          <a:stretch>
            <a:fillRect/>
          </a:stretch>
        </p:blipFill>
        <p:spPr>
          <a:xfrm>
            <a:off x="1682821" y="1911055"/>
            <a:ext cx="6086096" cy="1157750"/>
          </a:xfrm>
          <a:prstGeom prst="rect">
            <a:avLst/>
          </a:prstGeom>
        </p:spPr>
      </p:pic>
      <p:pic>
        <p:nvPicPr>
          <p:cNvPr id="7" name="图片 6">
            <a:extLst>
              <a:ext uri="{FF2B5EF4-FFF2-40B4-BE49-F238E27FC236}">
                <a16:creationId xmlns:a16="http://schemas.microsoft.com/office/drawing/2014/main" id="{03B7CF5C-5965-4937-93EE-876CE595FABB}"/>
              </a:ext>
            </a:extLst>
          </p:cNvPr>
          <p:cNvPicPr>
            <a:picLocks noChangeAspect="1"/>
          </p:cNvPicPr>
          <p:nvPr/>
        </p:nvPicPr>
        <p:blipFill>
          <a:blip r:embed="rId5"/>
          <a:stretch>
            <a:fillRect/>
          </a:stretch>
        </p:blipFill>
        <p:spPr>
          <a:xfrm>
            <a:off x="1691760" y="3744944"/>
            <a:ext cx="4820684" cy="2023582"/>
          </a:xfrm>
          <a:prstGeom prst="rect">
            <a:avLst/>
          </a:prstGeom>
        </p:spPr>
      </p:pic>
      <p:graphicFrame>
        <p:nvGraphicFramePr>
          <p:cNvPr id="10" name="Object 12">
            <a:extLst>
              <a:ext uri="{FF2B5EF4-FFF2-40B4-BE49-F238E27FC236}">
                <a16:creationId xmlns:a16="http://schemas.microsoft.com/office/drawing/2014/main" id="{917422D8-9F95-4D0A-A020-570F14773651}"/>
              </a:ext>
            </a:extLst>
          </p:cNvPr>
          <p:cNvGraphicFramePr>
            <a:graphicFrameLocks noChangeAspect="1"/>
          </p:cNvGraphicFramePr>
          <p:nvPr>
            <p:extLst>
              <p:ext uri="{D42A27DB-BD31-4B8C-83A1-F6EECF244321}">
                <p14:modId xmlns:p14="http://schemas.microsoft.com/office/powerpoint/2010/main" val="3545420307"/>
              </p:ext>
            </p:extLst>
          </p:nvPr>
        </p:nvGraphicFramePr>
        <p:xfrm>
          <a:off x="6660174" y="4847558"/>
          <a:ext cx="1370848" cy="475159"/>
        </p:xfrm>
        <a:graphic>
          <a:graphicData uri="http://schemas.openxmlformats.org/presentationml/2006/ole">
            <mc:AlternateContent xmlns:mc="http://schemas.openxmlformats.org/markup-compatibility/2006">
              <mc:Choice xmlns:v="urn:schemas-microsoft-com:vml" Requires="v">
                <p:oleObj spid="_x0000_s28689" name="Equation" r:id="rId6" imgW="660400" imgH="228600" progId="Equation.DSMT4">
                  <p:embed/>
                </p:oleObj>
              </mc:Choice>
              <mc:Fallback>
                <p:oleObj name="Equation" r:id="rId6" imgW="660400" imgH="228600" progId="Equation.DSMT4">
                  <p:embed/>
                  <p:pic>
                    <p:nvPicPr>
                      <p:cNvPr id="98312" name="Object 12">
                        <a:extLst>
                          <a:ext uri="{FF2B5EF4-FFF2-40B4-BE49-F238E27FC236}">
                            <a16:creationId xmlns:a16="http://schemas.microsoft.com/office/drawing/2014/main" id="{096EE07A-0FBE-4649-8E0B-A23676E404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60174" y="4847558"/>
                        <a:ext cx="1370848" cy="475159"/>
                      </a:xfrm>
                      <a:prstGeom prst="rect">
                        <a:avLst/>
                      </a:prstGeom>
                      <a:solidFill>
                        <a:schemeClr val="bg2">
                          <a:lumMod val="90000"/>
                        </a:schemeClr>
                      </a:solidFill>
                      <a:ln>
                        <a:noFill/>
                      </a:ln>
                      <a:effectLst/>
                    </p:spPr>
                  </p:pic>
                </p:oleObj>
              </mc:Fallback>
            </mc:AlternateContent>
          </a:graphicData>
        </a:graphic>
      </p:graphicFrame>
      <p:cxnSp>
        <p:nvCxnSpPr>
          <p:cNvPr id="12" name="直接箭头连接符 11">
            <a:extLst>
              <a:ext uri="{FF2B5EF4-FFF2-40B4-BE49-F238E27FC236}">
                <a16:creationId xmlns:a16="http://schemas.microsoft.com/office/drawing/2014/main" id="{15FE50F4-4855-480C-8627-96CE095FA1D1}"/>
              </a:ext>
            </a:extLst>
          </p:cNvPr>
          <p:cNvCxnSpPr>
            <a:cxnSpLocks/>
          </p:cNvCxnSpPr>
          <p:nvPr/>
        </p:nvCxnSpPr>
        <p:spPr>
          <a:xfrm flipH="1">
            <a:off x="5364066" y="5085138"/>
            <a:ext cx="1148378"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824601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51182F-6A78-464D-87BA-BD002C26FB89}"/>
              </a:ext>
            </a:extLst>
          </p:cNvPr>
          <p:cNvSpPr>
            <a:spLocks noGrp="1"/>
          </p:cNvSpPr>
          <p:nvPr>
            <p:ph type="title"/>
          </p:nvPr>
        </p:nvSpPr>
        <p:spPr/>
        <p:txBody>
          <a:bodyPr/>
          <a:lstStyle/>
          <a:p>
            <a:r>
              <a:rPr lang="en-US" altLang="zh-CN" sz="3600" dirty="0">
                <a:solidFill>
                  <a:srgbClr val="FF3300"/>
                </a:solidFill>
              </a:rPr>
              <a:t>GDA VS. logistic regression</a:t>
            </a:r>
            <a:endParaRPr lang="zh-CN" altLang="en-US" dirty="0"/>
          </a:p>
        </p:txBody>
      </p:sp>
      <p:sp>
        <p:nvSpPr>
          <p:cNvPr id="3" name="内容占位符 2">
            <a:extLst>
              <a:ext uri="{FF2B5EF4-FFF2-40B4-BE49-F238E27FC236}">
                <a16:creationId xmlns:a16="http://schemas.microsoft.com/office/drawing/2014/main" id="{5D06626D-F8C3-4D1C-98D3-D886ADF38FEA}"/>
              </a:ext>
            </a:extLst>
          </p:cNvPr>
          <p:cNvSpPr>
            <a:spLocks noGrp="1"/>
          </p:cNvSpPr>
          <p:nvPr>
            <p:ph idx="1"/>
          </p:nvPr>
        </p:nvSpPr>
        <p:spPr/>
        <p:txBody>
          <a:bodyPr/>
          <a:lstStyle/>
          <a:p>
            <a:r>
              <a:rPr lang="en-US" altLang="zh-CN" dirty="0"/>
              <a:t>The hypothesis function is the posterior distribution</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So logistic regression offers probabilistic reasoning which linear regression does not.</a:t>
            </a:r>
          </a:p>
          <a:p>
            <a:endParaRPr lang="en-US" altLang="zh-CN" dirty="0"/>
          </a:p>
          <a:p>
            <a:r>
              <a:rPr lang="en-US" altLang="zh-CN" dirty="0"/>
              <a:t>Not true when the covariances are different</a:t>
            </a:r>
            <a:endParaRPr lang="zh-CN" altLang="en-US" dirty="0"/>
          </a:p>
        </p:txBody>
      </p:sp>
      <p:sp>
        <p:nvSpPr>
          <p:cNvPr id="4" name="日期占位符 3">
            <a:extLst>
              <a:ext uri="{FF2B5EF4-FFF2-40B4-BE49-F238E27FC236}">
                <a16:creationId xmlns:a16="http://schemas.microsoft.com/office/drawing/2014/main" id="{AD39E8CC-FC16-4B40-A6AF-339A4FFBD4B0}"/>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6" name="图片 5">
            <a:extLst>
              <a:ext uri="{FF2B5EF4-FFF2-40B4-BE49-F238E27FC236}">
                <a16:creationId xmlns:a16="http://schemas.microsoft.com/office/drawing/2014/main" id="{CAC10DEC-AB06-4901-B2C2-B4DD3AECE7D3}"/>
              </a:ext>
            </a:extLst>
          </p:cNvPr>
          <p:cNvPicPr>
            <a:picLocks noChangeAspect="1"/>
          </p:cNvPicPr>
          <p:nvPr/>
        </p:nvPicPr>
        <p:blipFill>
          <a:blip r:embed="rId3"/>
          <a:stretch>
            <a:fillRect/>
          </a:stretch>
        </p:blipFill>
        <p:spPr>
          <a:xfrm>
            <a:off x="1403736" y="1844868"/>
            <a:ext cx="4953140" cy="1290473"/>
          </a:xfrm>
          <a:prstGeom prst="rect">
            <a:avLst/>
          </a:prstGeom>
        </p:spPr>
      </p:pic>
    </p:spTree>
    <p:extLst>
      <p:ext uri="{BB962C8B-B14F-4D97-AF65-F5344CB8AC3E}">
        <p14:creationId xmlns:p14="http://schemas.microsoft.com/office/powerpoint/2010/main" val="160724950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D1611783-93F1-4013-8547-1D264568FD0F}"/>
              </a:ext>
            </a:extLst>
          </p:cNvPr>
          <p:cNvPicPr>
            <a:picLocks noChangeAspect="1"/>
          </p:cNvPicPr>
          <p:nvPr/>
        </p:nvPicPr>
        <p:blipFill>
          <a:blip r:embed="rId3"/>
          <a:stretch>
            <a:fillRect/>
          </a:stretch>
        </p:blipFill>
        <p:spPr>
          <a:xfrm>
            <a:off x="373039" y="1462860"/>
            <a:ext cx="1231898" cy="1275288"/>
          </a:xfrm>
          <a:prstGeom prst="rect">
            <a:avLst/>
          </a:prstGeom>
        </p:spPr>
      </p:pic>
      <p:sp>
        <p:nvSpPr>
          <p:cNvPr id="2" name="标题 1">
            <a:extLst>
              <a:ext uri="{FF2B5EF4-FFF2-40B4-BE49-F238E27FC236}">
                <a16:creationId xmlns:a16="http://schemas.microsoft.com/office/drawing/2014/main" id="{1E8CE83F-F414-4139-BD6C-A61694FD0D4F}"/>
              </a:ext>
            </a:extLst>
          </p:cNvPr>
          <p:cNvSpPr>
            <a:spLocks noGrp="1"/>
          </p:cNvSpPr>
          <p:nvPr>
            <p:ph type="title"/>
          </p:nvPr>
        </p:nvSpPr>
        <p:spPr/>
        <p:txBody>
          <a:bodyPr/>
          <a:lstStyle/>
          <a:p>
            <a:r>
              <a:rPr lang="en-US" altLang="zh-CN" sz="3200" dirty="0">
                <a:solidFill>
                  <a:srgbClr val="FF3300"/>
                </a:solidFill>
              </a:rPr>
              <a:t>GDA VS. logistic regression</a:t>
            </a:r>
            <a:endParaRPr lang="zh-CN" altLang="en-US" dirty="0"/>
          </a:p>
        </p:txBody>
      </p:sp>
      <p:sp>
        <p:nvSpPr>
          <p:cNvPr id="4" name="日期占位符 3">
            <a:extLst>
              <a:ext uri="{FF2B5EF4-FFF2-40B4-BE49-F238E27FC236}">
                <a16:creationId xmlns:a16="http://schemas.microsoft.com/office/drawing/2014/main" id="{2E2B0F61-68C9-441E-80E9-3A50445921EE}"/>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806634D0-980A-486A-89BD-ABF15191525C}"/>
              </a:ext>
            </a:extLst>
          </p:cNvPr>
          <p:cNvGraphicFramePr>
            <a:graphicFrameLocks noChangeAspect="1"/>
          </p:cNvGraphicFramePr>
          <p:nvPr>
            <p:extLst>
              <p:ext uri="{D42A27DB-BD31-4B8C-83A1-F6EECF244321}">
                <p14:modId xmlns:p14="http://schemas.microsoft.com/office/powerpoint/2010/main" val="2212631474"/>
              </p:ext>
            </p:extLst>
          </p:nvPr>
        </p:nvGraphicFramePr>
        <p:xfrm>
          <a:off x="1835772" y="3344858"/>
          <a:ext cx="648054" cy="350300"/>
        </p:xfrm>
        <a:graphic>
          <a:graphicData uri="http://schemas.openxmlformats.org/presentationml/2006/ole">
            <mc:AlternateContent xmlns:mc="http://schemas.openxmlformats.org/markup-compatibility/2006">
              <mc:Choice xmlns:v="urn:schemas-microsoft-com:vml" Requires="v">
                <p:oleObj spid="_x0000_s14380" name="Equation" r:id="rId4" imgW="469475" imgH="254529" progId="Equation.DSMT4">
                  <p:embed/>
                </p:oleObj>
              </mc:Choice>
              <mc:Fallback>
                <p:oleObj name="Equation" r:id="rId4" imgW="469475" imgH="254529" progId="Equation.DSMT4">
                  <p:embed/>
                  <p:pic>
                    <p:nvPicPr>
                      <p:cNvPr id="0" name=""/>
                      <p:cNvPicPr/>
                      <p:nvPr/>
                    </p:nvPicPr>
                    <p:blipFill>
                      <a:blip r:embed="rId5"/>
                      <a:stretch>
                        <a:fillRect/>
                      </a:stretch>
                    </p:blipFill>
                    <p:spPr>
                      <a:xfrm>
                        <a:off x="1835772" y="3344858"/>
                        <a:ext cx="648054" cy="350300"/>
                      </a:xfrm>
                      <a:prstGeom prst="rect">
                        <a:avLst/>
                      </a:prstGeom>
                    </p:spPr>
                  </p:pic>
                </p:oleObj>
              </mc:Fallback>
            </mc:AlternateContent>
          </a:graphicData>
        </a:graphic>
      </p:graphicFrame>
      <p:grpSp>
        <p:nvGrpSpPr>
          <p:cNvPr id="8" name="组合 7">
            <a:extLst>
              <a:ext uri="{FF2B5EF4-FFF2-40B4-BE49-F238E27FC236}">
                <a16:creationId xmlns:a16="http://schemas.microsoft.com/office/drawing/2014/main" id="{EEE04AF2-0FA8-4232-96F6-BE1086B4064E}"/>
              </a:ext>
            </a:extLst>
          </p:cNvPr>
          <p:cNvGrpSpPr/>
          <p:nvPr/>
        </p:nvGrpSpPr>
        <p:grpSpPr>
          <a:xfrm>
            <a:off x="1205309" y="3721194"/>
            <a:ext cx="2736228" cy="646331"/>
            <a:chOff x="1205309" y="2303234"/>
            <a:chExt cx="2736228" cy="662314"/>
          </a:xfrm>
        </p:grpSpPr>
        <p:sp>
          <p:nvSpPr>
            <p:cNvPr id="6" name="文本框 5">
              <a:extLst>
                <a:ext uri="{FF2B5EF4-FFF2-40B4-BE49-F238E27FC236}">
                  <a16:creationId xmlns:a16="http://schemas.microsoft.com/office/drawing/2014/main" id="{7C9D3C56-EFB7-482C-9320-F5F77DF66FA7}"/>
                </a:ext>
              </a:extLst>
            </p:cNvPr>
            <p:cNvSpPr txBox="1"/>
            <p:nvPr/>
          </p:nvSpPr>
          <p:spPr>
            <a:xfrm>
              <a:off x="1205309" y="2303234"/>
              <a:ext cx="2736228" cy="662314"/>
            </a:xfrm>
            <a:prstGeom prst="rect">
              <a:avLst/>
            </a:prstGeom>
            <a:noFill/>
          </p:spPr>
          <p:txBody>
            <a:bodyPr wrap="square" rtlCol="0">
              <a:spAutoFit/>
            </a:bodyPr>
            <a:lstStyle/>
            <a:p>
              <a:pPr algn="ctr"/>
              <a:r>
                <a:rPr lang="en-US" altLang="zh-CN" dirty="0">
                  <a:latin typeface="Candara" panose="020E0502030303020204" pitchFamily="34" charset="0"/>
                </a:rPr>
                <a:t>is </a:t>
              </a:r>
              <a:r>
                <a:rPr lang="en-US" altLang="zh-CN" dirty="0">
                  <a:solidFill>
                    <a:srgbClr val="0000FF"/>
                  </a:solidFill>
                  <a:latin typeface="Candara" panose="020E0502030303020204" pitchFamily="34" charset="0"/>
                </a:rPr>
                <a:t>multivariate gaussian</a:t>
              </a:r>
            </a:p>
            <a:p>
              <a:pPr algn="ctr"/>
              <a:r>
                <a:rPr lang="en-US" altLang="zh-CN" dirty="0">
                  <a:latin typeface="Candara" panose="020E0502030303020204" pitchFamily="34" charset="0"/>
                </a:rPr>
                <a:t>(with shared      )</a:t>
              </a:r>
            </a:p>
          </p:txBody>
        </p:sp>
        <p:graphicFrame>
          <p:nvGraphicFramePr>
            <p:cNvPr id="7" name="对象 6">
              <a:extLst>
                <a:ext uri="{FF2B5EF4-FFF2-40B4-BE49-F238E27FC236}">
                  <a16:creationId xmlns:a16="http://schemas.microsoft.com/office/drawing/2014/main" id="{A99E22C8-F10B-4B98-8B60-D909DA7A3C0F}"/>
                </a:ext>
              </a:extLst>
            </p:cNvPr>
            <p:cNvGraphicFramePr>
              <a:graphicFrameLocks noChangeAspect="1"/>
            </p:cNvGraphicFramePr>
            <p:nvPr>
              <p:extLst>
                <p:ext uri="{D42A27DB-BD31-4B8C-83A1-F6EECF244321}">
                  <p14:modId xmlns:p14="http://schemas.microsoft.com/office/powerpoint/2010/main" val="4227596056"/>
                </p:ext>
              </p:extLst>
            </p:nvPr>
          </p:nvGraphicFramePr>
          <p:xfrm>
            <a:off x="3054026" y="2662334"/>
            <a:ext cx="216018" cy="235656"/>
          </p:xfrm>
          <a:graphic>
            <a:graphicData uri="http://schemas.openxmlformats.org/presentationml/2006/ole">
              <mc:AlternateContent xmlns:mc="http://schemas.openxmlformats.org/markup-compatibility/2006">
                <mc:Choice xmlns:v="urn:schemas-microsoft-com:vml" Requires="v">
                  <p:oleObj spid="_x0000_s14381" name="Equation" r:id="rId6" imgW="138970" imgH="152645" progId="Equation.DSMT4">
                    <p:embed/>
                  </p:oleObj>
                </mc:Choice>
                <mc:Fallback>
                  <p:oleObj name="Equation" r:id="rId6" imgW="138970" imgH="152645" progId="Equation.DSMT4">
                    <p:embed/>
                    <p:pic>
                      <p:nvPicPr>
                        <p:cNvPr id="0" name=""/>
                        <p:cNvPicPr/>
                        <p:nvPr/>
                      </p:nvPicPr>
                      <p:blipFill>
                        <a:blip r:embed="rId7"/>
                        <a:stretch>
                          <a:fillRect/>
                        </a:stretch>
                      </p:blipFill>
                      <p:spPr>
                        <a:xfrm>
                          <a:off x="3054026" y="2662334"/>
                          <a:ext cx="216018" cy="235656"/>
                        </a:xfrm>
                        <a:prstGeom prst="rect">
                          <a:avLst/>
                        </a:prstGeom>
                      </p:spPr>
                    </p:pic>
                  </p:oleObj>
                </mc:Fallback>
              </mc:AlternateContent>
            </a:graphicData>
          </a:graphic>
        </p:graphicFrame>
      </p:grpSp>
      <p:graphicFrame>
        <p:nvGraphicFramePr>
          <p:cNvPr id="9" name="对象 8">
            <a:extLst>
              <a:ext uri="{FF2B5EF4-FFF2-40B4-BE49-F238E27FC236}">
                <a16:creationId xmlns:a16="http://schemas.microsoft.com/office/drawing/2014/main" id="{CE58A30C-1192-412B-BF89-A9A14FDEFDA5}"/>
              </a:ext>
            </a:extLst>
          </p:cNvPr>
          <p:cNvGraphicFramePr>
            <a:graphicFrameLocks noChangeAspect="1"/>
          </p:cNvGraphicFramePr>
          <p:nvPr>
            <p:extLst>
              <p:ext uri="{D42A27DB-BD31-4B8C-83A1-F6EECF244321}">
                <p14:modId xmlns:p14="http://schemas.microsoft.com/office/powerpoint/2010/main" val="4014882947"/>
              </p:ext>
            </p:extLst>
          </p:nvPr>
        </p:nvGraphicFramePr>
        <p:xfrm>
          <a:off x="5724095" y="3334624"/>
          <a:ext cx="602181" cy="325503"/>
        </p:xfrm>
        <a:graphic>
          <a:graphicData uri="http://schemas.openxmlformats.org/presentationml/2006/ole">
            <mc:AlternateContent xmlns:mc="http://schemas.openxmlformats.org/markup-compatibility/2006">
              <mc:Choice xmlns:v="urn:schemas-microsoft-com:vml" Requires="v">
                <p:oleObj spid="_x0000_s14382" name="Equation" r:id="rId8" imgW="469475" imgH="254529" progId="Equation.DSMT4">
                  <p:embed/>
                </p:oleObj>
              </mc:Choice>
              <mc:Fallback>
                <p:oleObj name="Equation" r:id="rId8" imgW="469475" imgH="254529" progId="Equation.DSMT4">
                  <p:embed/>
                  <p:pic>
                    <p:nvPicPr>
                      <p:cNvPr id="0" name=""/>
                      <p:cNvPicPr/>
                      <p:nvPr/>
                    </p:nvPicPr>
                    <p:blipFill>
                      <a:blip r:embed="rId9"/>
                      <a:stretch>
                        <a:fillRect/>
                      </a:stretch>
                    </p:blipFill>
                    <p:spPr>
                      <a:xfrm>
                        <a:off x="5724095" y="3334624"/>
                        <a:ext cx="602181" cy="325503"/>
                      </a:xfrm>
                      <a:prstGeom prst="rect">
                        <a:avLst/>
                      </a:prstGeom>
                    </p:spPr>
                  </p:pic>
                </p:oleObj>
              </mc:Fallback>
            </mc:AlternateContent>
          </a:graphicData>
        </a:graphic>
      </p:graphicFrame>
      <p:sp>
        <p:nvSpPr>
          <p:cNvPr id="10" name="Rectangle 11">
            <a:extLst>
              <a:ext uri="{FF2B5EF4-FFF2-40B4-BE49-F238E27FC236}">
                <a16:creationId xmlns:a16="http://schemas.microsoft.com/office/drawing/2014/main" id="{FD90F8A9-095E-443A-BE11-724B140003D4}"/>
              </a:ext>
            </a:extLst>
          </p:cNvPr>
          <p:cNvSpPr>
            <a:spLocks noChangeArrowheads="1"/>
          </p:cNvSpPr>
          <p:nvPr/>
        </p:nvSpPr>
        <p:spPr bwMode="auto">
          <a:xfrm>
            <a:off x="4716012" y="3767860"/>
            <a:ext cx="26677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dirty="0">
                <a:latin typeface="Candara" panose="020E0502030303020204" pitchFamily="34" charset="0"/>
              </a:rPr>
              <a:t>follows </a:t>
            </a:r>
            <a:r>
              <a:rPr lang="en-US" altLang="zh-CN" sz="1800" dirty="0">
                <a:solidFill>
                  <a:srgbClr val="0000FF"/>
                </a:solidFill>
                <a:latin typeface="Candara" panose="020E0502030303020204" pitchFamily="34" charset="0"/>
              </a:rPr>
              <a:t>a logistic function</a:t>
            </a:r>
            <a:endParaRPr lang="zh-CN" altLang="en-US" sz="1800" dirty="0">
              <a:solidFill>
                <a:srgbClr val="0000FF"/>
              </a:solidFill>
              <a:latin typeface="Candara" panose="020E0502030303020204" pitchFamily="34" charset="0"/>
            </a:endParaRPr>
          </a:p>
        </p:txBody>
      </p:sp>
      <p:grpSp>
        <p:nvGrpSpPr>
          <p:cNvPr id="11" name="Group 18">
            <a:extLst>
              <a:ext uri="{FF2B5EF4-FFF2-40B4-BE49-F238E27FC236}">
                <a16:creationId xmlns:a16="http://schemas.microsoft.com/office/drawing/2014/main" id="{DB86C721-3EFE-4115-88C2-E5BB0724964A}"/>
              </a:ext>
            </a:extLst>
          </p:cNvPr>
          <p:cNvGrpSpPr>
            <a:grpSpLocks/>
          </p:cNvGrpSpPr>
          <p:nvPr/>
        </p:nvGrpSpPr>
        <p:grpSpPr bwMode="auto">
          <a:xfrm>
            <a:off x="3916137" y="3587896"/>
            <a:ext cx="720725" cy="144462"/>
            <a:chOff x="2517" y="981"/>
            <a:chExt cx="454" cy="91"/>
          </a:xfrm>
        </p:grpSpPr>
        <p:sp>
          <p:nvSpPr>
            <p:cNvPr id="12" name="Line 13">
              <a:extLst>
                <a:ext uri="{FF2B5EF4-FFF2-40B4-BE49-F238E27FC236}">
                  <a16:creationId xmlns:a16="http://schemas.microsoft.com/office/drawing/2014/main" id="{40F401C7-C038-4117-AA9C-236FA3D54416}"/>
                </a:ext>
              </a:extLst>
            </p:cNvPr>
            <p:cNvSpPr>
              <a:spLocks noChangeShapeType="1"/>
            </p:cNvSpPr>
            <p:nvPr/>
          </p:nvSpPr>
          <p:spPr bwMode="auto">
            <a:xfrm flipH="1">
              <a:off x="2517" y="1026"/>
              <a:ext cx="45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7">
              <a:extLst>
                <a:ext uri="{FF2B5EF4-FFF2-40B4-BE49-F238E27FC236}">
                  <a16:creationId xmlns:a16="http://schemas.microsoft.com/office/drawing/2014/main" id="{B760A0FF-182B-44F2-B287-A6F9E820533F}"/>
                </a:ext>
              </a:extLst>
            </p:cNvPr>
            <p:cNvSpPr>
              <a:spLocks noChangeShapeType="1"/>
            </p:cNvSpPr>
            <p:nvPr/>
          </p:nvSpPr>
          <p:spPr bwMode="auto">
            <a:xfrm flipH="1">
              <a:off x="2699" y="981"/>
              <a:ext cx="90" cy="9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 name="Line 12">
            <a:extLst>
              <a:ext uri="{FF2B5EF4-FFF2-40B4-BE49-F238E27FC236}">
                <a16:creationId xmlns:a16="http://schemas.microsoft.com/office/drawing/2014/main" id="{A24B3B3B-A6A0-43F1-9A0B-AB829346C038}"/>
              </a:ext>
            </a:extLst>
          </p:cNvPr>
          <p:cNvSpPr>
            <a:spLocks noChangeShapeType="1"/>
          </p:cNvSpPr>
          <p:nvPr/>
        </p:nvSpPr>
        <p:spPr bwMode="auto">
          <a:xfrm>
            <a:off x="3916136" y="3492355"/>
            <a:ext cx="72072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矩形 14">
            <a:extLst>
              <a:ext uri="{FF2B5EF4-FFF2-40B4-BE49-F238E27FC236}">
                <a16:creationId xmlns:a16="http://schemas.microsoft.com/office/drawing/2014/main" id="{3912FC5D-9453-459C-A035-CC06B2002FDD}"/>
              </a:ext>
            </a:extLst>
          </p:cNvPr>
          <p:cNvSpPr/>
          <p:nvPr/>
        </p:nvSpPr>
        <p:spPr>
          <a:xfrm>
            <a:off x="604192" y="4582819"/>
            <a:ext cx="8144156" cy="646331"/>
          </a:xfrm>
          <a:prstGeom prst="rect">
            <a:avLst/>
          </a:prstGeom>
        </p:spPr>
        <p:txBody>
          <a:bodyPr wrap="square">
            <a:spAutoFit/>
          </a:bodyPr>
          <a:lstStyle/>
          <a:p>
            <a:r>
              <a:rPr lang="en-US" altLang="zh-CN" dirty="0">
                <a:solidFill>
                  <a:srgbClr val="002060"/>
                </a:solidFill>
                <a:latin typeface="Candara" panose="020E0502030303020204" pitchFamily="34" charset="0"/>
              </a:rPr>
              <a:t>This shows </a:t>
            </a:r>
            <a:r>
              <a:rPr lang="en-US" altLang="zh-CN" b="1" dirty="0">
                <a:solidFill>
                  <a:srgbClr val="C00000"/>
                </a:solidFill>
                <a:latin typeface="Candara" panose="020E0502030303020204" pitchFamily="34" charset="0"/>
              </a:rPr>
              <a:t>that GDA makes stronger modeling assumptions </a:t>
            </a:r>
            <a:r>
              <a:rPr lang="en-US" altLang="zh-CN" dirty="0">
                <a:solidFill>
                  <a:srgbClr val="002060"/>
                </a:solidFill>
                <a:latin typeface="Candara" panose="020E0502030303020204" pitchFamily="34" charset="0"/>
              </a:rPr>
              <a:t>about the data than does logistic regression.</a:t>
            </a:r>
          </a:p>
        </p:txBody>
      </p:sp>
      <p:sp>
        <p:nvSpPr>
          <p:cNvPr id="16" name="矩形 15">
            <a:extLst>
              <a:ext uri="{FF2B5EF4-FFF2-40B4-BE49-F238E27FC236}">
                <a16:creationId xmlns:a16="http://schemas.microsoft.com/office/drawing/2014/main" id="{C0A122BB-83E8-40DE-BF74-EF39A9F91FEE}"/>
              </a:ext>
            </a:extLst>
          </p:cNvPr>
          <p:cNvSpPr/>
          <p:nvPr/>
        </p:nvSpPr>
        <p:spPr>
          <a:xfrm>
            <a:off x="1619754" y="1665932"/>
            <a:ext cx="6984582" cy="1200329"/>
          </a:xfrm>
          <a:prstGeom prst="rect">
            <a:avLst/>
          </a:prstGeom>
        </p:spPr>
        <p:txBody>
          <a:bodyPr wrap="square">
            <a:spAutoFit/>
          </a:bodyPr>
          <a:lstStyle/>
          <a:p>
            <a:r>
              <a:rPr lang="en-US" altLang="zh-CN" dirty="0">
                <a:solidFill>
                  <a:srgbClr val="C00000"/>
                </a:solidFill>
                <a:latin typeface="Candara" panose="020E0502030303020204" pitchFamily="34" charset="0"/>
              </a:rPr>
              <a:t> ? ?? </a:t>
            </a:r>
            <a:r>
              <a:rPr lang="en-US" altLang="zh-CN" dirty="0">
                <a:latin typeface="Candara" panose="020E0502030303020204" pitchFamily="34" charset="0"/>
              </a:rPr>
              <a:t>When would we prefer one model over another? </a:t>
            </a:r>
          </a:p>
          <a:p>
            <a:endParaRPr lang="en-US" altLang="zh-CN" dirty="0">
              <a:latin typeface="Candara" panose="020E0502030303020204" pitchFamily="34" charset="0"/>
            </a:endParaRPr>
          </a:p>
          <a:p>
            <a:r>
              <a:rPr lang="en-US" altLang="zh-CN" dirty="0">
                <a:latin typeface="Candara" panose="020E0502030303020204" pitchFamily="34" charset="0"/>
              </a:rPr>
              <a:t>GDA and logistic regression will, in general, give different decision boundaries when trained on the same dataset. Which is better?</a:t>
            </a:r>
          </a:p>
        </p:txBody>
      </p:sp>
    </p:spTree>
    <p:extLst>
      <p:ext uri="{BB962C8B-B14F-4D97-AF65-F5344CB8AC3E}">
        <p14:creationId xmlns:p14="http://schemas.microsoft.com/office/powerpoint/2010/main" val="195044999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FA698B-3575-4355-992B-7567F1535A32}"/>
              </a:ext>
            </a:extLst>
          </p:cNvPr>
          <p:cNvSpPr>
            <a:spLocks noGrp="1"/>
          </p:cNvSpPr>
          <p:nvPr>
            <p:ph type="title"/>
          </p:nvPr>
        </p:nvSpPr>
        <p:spPr/>
        <p:txBody>
          <a:bodyPr/>
          <a:lstStyle/>
          <a:p>
            <a:r>
              <a:rPr lang="en-US" altLang="zh-CN" sz="3200" dirty="0">
                <a:solidFill>
                  <a:srgbClr val="FF3300"/>
                </a:solidFill>
              </a:rPr>
              <a:t>GDA VS. logistic regression</a:t>
            </a:r>
            <a:endParaRPr lang="zh-CN" altLang="en-US" dirty="0"/>
          </a:p>
        </p:txBody>
      </p:sp>
      <p:sp>
        <p:nvSpPr>
          <p:cNvPr id="3" name="内容占位符 2">
            <a:extLst>
              <a:ext uri="{FF2B5EF4-FFF2-40B4-BE49-F238E27FC236}">
                <a16:creationId xmlns:a16="http://schemas.microsoft.com/office/drawing/2014/main" id="{B6D8FF6C-DDAD-4AB5-9C92-4DAC5A7FE3CC}"/>
              </a:ext>
            </a:extLst>
          </p:cNvPr>
          <p:cNvSpPr>
            <a:spLocks noGrp="1"/>
          </p:cNvSpPr>
          <p:nvPr>
            <p:ph idx="1"/>
          </p:nvPr>
        </p:nvSpPr>
        <p:spPr/>
        <p:txBody>
          <a:bodyPr/>
          <a:lstStyle/>
          <a:p>
            <a:pPr>
              <a:lnSpc>
                <a:spcPct val="150000"/>
              </a:lnSpc>
            </a:pPr>
            <a:r>
              <a:rPr lang="en-US" altLang="zh-CN" sz="1600" dirty="0"/>
              <a:t>In contrast, by making significantly weaker assumptions, logistic regression is also more robust and less sensitive to incorrect modeling assumptions.</a:t>
            </a:r>
          </a:p>
          <a:p>
            <a:pPr>
              <a:lnSpc>
                <a:spcPct val="150000"/>
              </a:lnSpc>
            </a:pPr>
            <a:endParaRPr lang="en-US" altLang="zh-CN" sz="1600" dirty="0"/>
          </a:p>
          <a:p>
            <a:pPr>
              <a:lnSpc>
                <a:spcPct val="120000"/>
              </a:lnSpc>
            </a:pPr>
            <a:r>
              <a:rPr lang="en-US" altLang="zh-CN" sz="1600" dirty="0"/>
              <a:t>There are many different sets of assumptions that would lead to                 taking the form of a logistic function. </a:t>
            </a:r>
          </a:p>
          <a:p>
            <a:endParaRPr lang="en-US" altLang="zh-CN" sz="1600" dirty="0"/>
          </a:p>
          <a:p>
            <a:endParaRPr lang="en-US" altLang="zh-CN" sz="1600" dirty="0"/>
          </a:p>
          <a:p>
            <a:endParaRPr lang="en-US" altLang="zh-CN" sz="1600" dirty="0"/>
          </a:p>
          <a:p>
            <a:endParaRPr lang="en-US" altLang="zh-CN" sz="1600" dirty="0"/>
          </a:p>
          <a:p>
            <a:pPr>
              <a:lnSpc>
                <a:spcPct val="120000"/>
              </a:lnSpc>
            </a:pPr>
            <a:r>
              <a:rPr lang="en-US" altLang="zh-CN" sz="1600" dirty="0"/>
              <a:t>Logistic regression will also work well on Poisson data like this. But if we were to use GDA on such data---and fit Gaussian distributions to such non-Gaussian data---then the results will be less predictable, and GDA may (or may not) do well.</a:t>
            </a:r>
            <a:endParaRPr lang="zh-CN" altLang="en-US" sz="1600" dirty="0"/>
          </a:p>
        </p:txBody>
      </p:sp>
      <p:sp>
        <p:nvSpPr>
          <p:cNvPr id="4" name="日期占位符 3">
            <a:extLst>
              <a:ext uri="{FF2B5EF4-FFF2-40B4-BE49-F238E27FC236}">
                <a16:creationId xmlns:a16="http://schemas.microsoft.com/office/drawing/2014/main" id="{05FB047B-4737-42AB-8BE3-EDC2CE7C267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9ADCA009-F5CA-4716-87C6-1B87A473FB08}"/>
              </a:ext>
            </a:extLst>
          </p:cNvPr>
          <p:cNvGraphicFramePr>
            <a:graphicFrameLocks noChangeAspect="1"/>
          </p:cNvGraphicFramePr>
          <p:nvPr>
            <p:extLst>
              <p:ext uri="{D42A27DB-BD31-4B8C-83A1-F6EECF244321}">
                <p14:modId xmlns:p14="http://schemas.microsoft.com/office/powerpoint/2010/main" val="3614042473"/>
              </p:ext>
            </p:extLst>
          </p:nvPr>
        </p:nvGraphicFramePr>
        <p:xfrm>
          <a:off x="6372150" y="2852952"/>
          <a:ext cx="720725" cy="388937"/>
        </p:xfrm>
        <a:graphic>
          <a:graphicData uri="http://schemas.openxmlformats.org/presentationml/2006/ole">
            <mc:AlternateContent xmlns:mc="http://schemas.openxmlformats.org/markup-compatibility/2006">
              <mc:Choice xmlns:v="urn:schemas-microsoft-com:vml" Requires="v">
                <p:oleObj spid="_x0000_s30764" name="Equation" r:id="rId4" imgW="721134" imgH="388814" progId="Equation.DSMT4">
                  <p:embed/>
                </p:oleObj>
              </mc:Choice>
              <mc:Fallback>
                <p:oleObj name="Equation" r:id="rId4" imgW="721134" imgH="388814" progId="Equation.DSMT4">
                  <p:embed/>
                  <p:pic>
                    <p:nvPicPr>
                      <p:cNvPr id="0" name=""/>
                      <p:cNvPicPr/>
                      <p:nvPr/>
                    </p:nvPicPr>
                    <p:blipFill>
                      <a:blip r:embed="rId5"/>
                      <a:stretch>
                        <a:fillRect/>
                      </a:stretch>
                    </p:blipFill>
                    <p:spPr>
                      <a:xfrm>
                        <a:off x="6372150" y="2852952"/>
                        <a:ext cx="720725" cy="388937"/>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BC69254C-5154-49F7-813B-CBC59663FE9F}"/>
              </a:ext>
            </a:extLst>
          </p:cNvPr>
          <p:cNvGraphicFramePr>
            <a:graphicFrameLocks noChangeAspect="1"/>
          </p:cNvGraphicFramePr>
          <p:nvPr>
            <p:extLst>
              <p:ext uri="{D42A27DB-BD31-4B8C-83A1-F6EECF244321}">
                <p14:modId xmlns:p14="http://schemas.microsoft.com/office/powerpoint/2010/main" val="652495975"/>
              </p:ext>
            </p:extLst>
          </p:nvPr>
        </p:nvGraphicFramePr>
        <p:xfrm>
          <a:off x="1475742" y="3789030"/>
          <a:ext cx="1944687" cy="365125"/>
        </p:xfrm>
        <a:graphic>
          <a:graphicData uri="http://schemas.openxmlformats.org/presentationml/2006/ole">
            <mc:AlternateContent xmlns:mc="http://schemas.openxmlformats.org/markup-compatibility/2006">
              <mc:Choice xmlns:v="urn:schemas-microsoft-com:vml" Requires="v">
                <p:oleObj spid="_x0000_s30765" name="Equation" r:id="rId6" imgW="1944865" imgH="364333" progId="Equation.DSMT4">
                  <p:embed/>
                </p:oleObj>
              </mc:Choice>
              <mc:Fallback>
                <p:oleObj name="Equation" r:id="rId6" imgW="1944865" imgH="364333" progId="Equation.DSMT4">
                  <p:embed/>
                  <p:pic>
                    <p:nvPicPr>
                      <p:cNvPr id="0" name=""/>
                      <p:cNvPicPr/>
                      <p:nvPr/>
                    </p:nvPicPr>
                    <p:blipFill>
                      <a:blip r:embed="rId7"/>
                      <a:stretch>
                        <a:fillRect/>
                      </a:stretch>
                    </p:blipFill>
                    <p:spPr>
                      <a:xfrm>
                        <a:off x="1475742" y="3789030"/>
                        <a:ext cx="1944687" cy="365125"/>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DFF3E1E3-8354-445C-A625-5861B6A39AC5}"/>
              </a:ext>
            </a:extLst>
          </p:cNvPr>
          <p:cNvGraphicFramePr>
            <a:graphicFrameLocks noChangeAspect="1"/>
          </p:cNvGraphicFramePr>
          <p:nvPr>
            <p:extLst>
              <p:ext uri="{D42A27DB-BD31-4B8C-83A1-F6EECF244321}">
                <p14:modId xmlns:p14="http://schemas.microsoft.com/office/powerpoint/2010/main" val="288324290"/>
              </p:ext>
            </p:extLst>
          </p:nvPr>
        </p:nvGraphicFramePr>
        <p:xfrm>
          <a:off x="1462688" y="4182730"/>
          <a:ext cx="1944687" cy="374650"/>
        </p:xfrm>
        <a:graphic>
          <a:graphicData uri="http://schemas.openxmlformats.org/presentationml/2006/ole">
            <mc:AlternateContent xmlns:mc="http://schemas.openxmlformats.org/markup-compatibility/2006">
              <mc:Choice xmlns:v="urn:schemas-microsoft-com:vml" Requires="v">
                <p:oleObj spid="_x0000_s30766" name="Equation" r:id="rId8" imgW="1944865" imgH="375133" progId="Equation.DSMT4">
                  <p:embed/>
                </p:oleObj>
              </mc:Choice>
              <mc:Fallback>
                <p:oleObj name="Equation" r:id="rId8" imgW="1944865" imgH="375133" progId="Equation.DSMT4">
                  <p:embed/>
                  <p:pic>
                    <p:nvPicPr>
                      <p:cNvPr id="0" name=""/>
                      <p:cNvPicPr/>
                      <p:nvPr/>
                    </p:nvPicPr>
                    <p:blipFill>
                      <a:blip r:embed="rId9"/>
                      <a:stretch>
                        <a:fillRect/>
                      </a:stretch>
                    </p:blipFill>
                    <p:spPr>
                      <a:xfrm>
                        <a:off x="1462688" y="4182730"/>
                        <a:ext cx="1944687" cy="374650"/>
                      </a:xfrm>
                      <a:prstGeom prst="rect">
                        <a:avLst/>
                      </a:prstGeom>
                    </p:spPr>
                  </p:pic>
                </p:oleObj>
              </mc:Fallback>
            </mc:AlternateContent>
          </a:graphicData>
        </a:graphic>
      </p:graphicFrame>
    </p:spTree>
    <p:extLst>
      <p:ext uri="{BB962C8B-B14F-4D97-AF65-F5344CB8AC3E}">
        <p14:creationId xmlns:p14="http://schemas.microsoft.com/office/powerpoint/2010/main" val="234043845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FA698B-3575-4355-992B-7567F1535A32}"/>
              </a:ext>
            </a:extLst>
          </p:cNvPr>
          <p:cNvSpPr>
            <a:spLocks noGrp="1"/>
          </p:cNvSpPr>
          <p:nvPr>
            <p:ph type="title"/>
          </p:nvPr>
        </p:nvSpPr>
        <p:spPr/>
        <p:txBody>
          <a:bodyPr/>
          <a:lstStyle/>
          <a:p>
            <a:r>
              <a:rPr lang="en-US" altLang="zh-CN" sz="3200" dirty="0">
                <a:solidFill>
                  <a:srgbClr val="FF3300"/>
                </a:solidFill>
              </a:rPr>
              <a:t>GDA VS. logistic regression</a:t>
            </a:r>
            <a:endParaRPr lang="zh-CN" altLang="en-US" dirty="0"/>
          </a:p>
        </p:txBody>
      </p:sp>
      <p:sp>
        <p:nvSpPr>
          <p:cNvPr id="3" name="内容占位符 2">
            <a:extLst>
              <a:ext uri="{FF2B5EF4-FFF2-40B4-BE49-F238E27FC236}">
                <a16:creationId xmlns:a16="http://schemas.microsoft.com/office/drawing/2014/main" id="{B6D8FF6C-DDAD-4AB5-9C92-4DAC5A7FE3CC}"/>
              </a:ext>
            </a:extLst>
          </p:cNvPr>
          <p:cNvSpPr>
            <a:spLocks noGrp="1"/>
          </p:cNvSpPr>
          <p:nvPr>
            <p:ph idx="1"/>
          </p:nvPr>
        </p:nvSpPr>
        <p:spPr/>
        <p:txBody>
          <a:bodyPr/>
          <a:lstStyle/>
          <a:p>
            <a:pPr>
              <a:lnSpc>
                <a:spcPct val="150000"/>
              </a:lnSpc>
            </a:pPr>
            <a:r>
              <a:rPr lang="en-US" altLang="zh-CN" sz="1600" dirty="0">
                <a:solidFill>
                  <a:srgbClr val="0000FF"/>
                </a:solidFill>
              </a:rPr>
              <a:t>GDA </a:t>
            </a:r>
            <a:r>
              <a:rPr lang="en-US" altLang="zh-CN" sz="1600" dirty="0"/>
              <a:t>makes stronger modeling assumptions, and </a:t>
            </a:r>
            <a:r>
              <a:rPr lang="en-US" altLang="zh-CN" sz="1600" dirty="0">
                <a:solidFill>
                  <a:srgbClr val="0000FF"/>
                </a:solidFill>
              </a:rPr>
              <a:t>is more data efficient</a:t>
            </a:r>
            <a:r>
              <a:rPr lang="en-US" altLang="zh-CN" sz="1600" dirty="0"/>
              <a:t> (i.e., requires less training data to learn “well”) </a:t>
            </a:r>
            <a:r>
              <a:rPr lang="en-US" altLang="zh-CN" sz="1600" dirty="0">
                <a:solidFill>
                  <a:srgbClr val="0000FF"/>
                </a:solidFill>
              </a:rPr>
              <a:t>when the modeling assumptions are correct or at least approximately correct</a:t>
            </a:r>
            <a:r>
              <a:rPr lang="en-US" altLang="zh-CN" sz="1600" dirty="0"/>
              <a:t>. </a:t>
            </a:r>
            <a:r>
              <a:rPr lang="en-US" altLang="zh-CN" sz="1600" dirty="0">
                <a:solidFill>
                  <a:srgbClr val="FF0066"/>
                </a:solidFill>
              </a:rPr>
              <a:t>Logistic regression</a:t>
            </a:r>
            <a:r>
              <a:rPr lang="en-US" altLang="zh-CN" sz="1600" dirty="0"/>
              <a:t> makes weaker assumptions, and </a:t>
            </a:r>
            <a:r>
              <a:rPr lang="en-US" altLang="zh-CN" sz="1600" dirty="0">
                <a:solidFill>
                  <a:srgbClr val="FF0066"/>
                </a:solidFill>
              </a:rPr>
              <a:t>is significantly more robust to deviations from modeling assumptions</a:t>
            </a:r>
            <a:r>
              <a:rPr lang="en-US" altLang="zh-CN" sz="1600" dirty="0"/>
              <a:t>. </a:t>
            </a:r>
          </a:p>
          <a:p>
            <a:pPr>
              <a:lnSpc>
                <a:spcPct val="150000"/>
              </a:lnSpc>
            </a:pPr>
            <a:endParaRPr lang="en-US" altLang="zh-CN" sz="1600" dirty="0"/>
          </a:p>
          <a:p>
            <a:pPr>
              <a:lnSpc>
                <a:spcPct val="150000"/>
              </a:lnSpc>
            </a:pPr>
            <a:r>
              <a:rPr lang="en-US" altLang="zh-CN" sz="1600" dirty="0"/>
              <a:t>Specifically, when </a:t>
            </a:r>
            <a:r>
              <a:rPr lang="en-US" altLang="zh-CN" sz="1600" dirty="0">
                <a:solidFill>
                  <a:srgbClr val="0000FF"/>
                </a:solidFill>
              </a:rPr>
              <a:t>the data is indeed non-Gaussian</a:t>
            </a:r>
            <a:r>
              <a:rPr lang="en-US" altLang="zh-CN" sz="1600" dirty="0"/>
              <a:t>, then </a:t>
            </a:r>
            <a:r>
              <a:rPr lang="en-US" altLang="zh-CN" sz="1600" dirty="0">
                <a:solidFill>
                  <a:srgbClr val="0000FF"/>
                </a:solidFill>
              </a:rPr>
              <a:t>in the limit of large datasets, logistic regression will almost always do better than GDA</a:t>
            </a:r>
            <a:r>
              <a:rPr lang="en-US" altLang="zh-CN" sz="1600" dirty="0"/>
              <a:t>.</a:t>
            </a:r>
          </a:p>
          <a:p>
            <a:pPr>
              <a:lnSpc>
                <a:spcPct val="150000"/>
              </a:lnSpc>
            </a:pPr>
            <a:r>
              <a:rPr lang="en-US" altLang="zh-CN" sz="1600" dirty="0"/>
              <a:t> For this reason, in practice </a:t>
            </a:r>
            <a:r>
              <a:rPr lang="en-US" altLang="zh-CN" sz="1600" dirty="0">
                <a:highlight>
                  <a:srgbClr val="FFFF00"/>
                </a:highlight>
              </a:rPr>
              <a:t>logistic regression is used more often than GDA</a:t>
            </a:r>
            <a:r>
              <a:rPr lang="en-US" altLang="zh-CN" sz="1600" dirty="0"/>
              <a:t>. (Some related considerations about discriminative vs. generative models also apply for the Naive Bayes algorithm that we discuss next, but the </a:t>
            </a:r>
            <a:r>
              <a:rPr lang="en-US" altLang="zh-CN" sz="1600" dirty="0">
                <a:solidFill>
                  <a:srgbClr val="C00000"/>
                </a:solidFill>
              </a:rPr>
              <a:t>Naive Bayes algorithm</a:t>
            </a:r>
            <a:r>
              <a:rPr lang="en-US" altLang="zh-CN" sz="1600" dirty="0"/>
              <a:t> is still considered a very good, and is certainly also a very popular, classification algorithm.)</a:t>
            </a:r>
            <a:endParaRPr lang="zh-CN" altLang="en-US" sz="1600" dirty="0"/>
          </a:p>
          <a:p>
            <a:endParaRPr lang="zh-CN" altLang="en-US" dirty="0"/>
          </a:p>
        </p:txBody>
      </p:sp>
      <p:sp>
        <p:nvSpPr>
          <p:cNvPr id="4" name="日期占位符 3">
            <a:extLst>
              <a:ext uri="{FF2B5EF4-FFF2-40B4-BE49-F238E27FC236}">
                <a16:creationId xmlns:a16="http://schemas.microsoft.com/office/drawing/2014/main" id="{05FB047B-4737-42AB-8BE3-EDC2CE7C267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82346787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7EB73D-D49F-4091-BBAB-94A2393FAAF6}"/>
              </a:ext>
            </a:extLst>
          </p:cNvPr>
          <p:cNvSpPr>
            <a:spLocks noGrp="1"/>
          </p:cNvSpPr>
          <p:nvPr>
            <p:ph type="title"/>
          </p:nvPr>
        </p:nvSpPr>
        <p:spPr/>
        <p:txBody>
          <a:bodyPr/>
          <a:lstStyle/>
          <a:p>
            <a:r>
              <a:rPr lang="en-US" altLang="zh-CN" sz="3200" dirty="0">
                <a:solidFill>
                  <a:srgbClr val="FF3300"/>
                </a:solidFill>
              </a:rPr>
              <a:t>Discussions:</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52B2B50F-FDF8-4F40-B026-D9C32B793831}"/>
                  </a:ext>
                </a:extLst>
              </p:cNvPr>
              <p:cNvSpPr>
                <a:spLocks noGrp="1"/>
              </p:cNvSpPr>
              <p:nvPr>
                <p:ph idx="1"/>
              </p:nvPr>
            </p:nvSpPr>
            <p:spPr/>
            <p:txBody>
              <a:bodyPr/>
              <a:lstStyle/>
              <a:p>
                <a:pPr>
                  <a:lnSpc>
                    <a:spcPct val="125000"/>
                  </a:lnSpc>
                  <a:spcBef>
                    <a:spcPts val="1200"/>
                  </a:spcBef>
                </a:pPr>
                <a:r>
                  <a:rPr lang="en-US" altLang="zh-CN" sz="1600" dirty="0"/>
                  <a:t>In GDA, the feature vectors </a:t>
                </a:r>
                <a14:m>
                  <m:oMath xmlns:m="http://schemas.openxmlformats.org/officeDocument/2006/math">
                    <m:r>
                      <a:rPr lang="en-US" altLang="zh-CN" sz="1600" i="1" dirty="0" smtClean="0">
                        <a:latin typeface="Cambria Math" panose="02040503050406030204" pitchFamily="18" charset="0"/>
                      </a:rPr>
                      <m:t>𝑥</m:t>
                    </m:r>
                  </m:oMath>
                </a14:m>
                <a:r>
                  <a:rPr lang="en-US" altLang="zh-CN" sz="1600" dirty="0"/>
                  <a:t> were continuous, real-valued vectors. Lets now talk about a different learning algorithm in which </a:t>
                </a:r>
                <a:r>
                  <a:rPr lang="en-US" altLang="zh-CN" sz="1600" dirty="0">
                    <a:solidFill>
                      <a:srgbClr val="0000FF"/>
                    </a:solidFill>
                  </a:rPr>
                  <a:t>the input </a:t>
                </a:r>
                <a14:m>
                  <m:oMath xmlns:m="http://schemas.openxmlformats.org/officeDocument/2006/math">
                    <m:r>
                      <a:rPr lang="en-US" altLang="zh-CN" sz="1600" i="1" dirty="0" smtClean="0">
                        <a:solidFill>
                          <a:srgbClr val="0000FF"/>
                        </a:solidFill>
                        <a:latin typeface="Cambria Math" panose="02040503050406030204" pitchFamily="18" charset="0"/>
                      </a:rPr>
                      <m:t>𝑥</m:t>
                    </m:r>
                  </m:oMath>
                </a14:m>
                <a:r>
                  <a:rPr lang="en-US" altLang="zh-CN" sz="1600" dirty="0">
                    <a:solidFill>
                      <a:srgbClr val="0000FF"/>
                    </a:solidFill>
                  </a:rPr>
                  <a:t> are discrete-valued</a:t>
                </a:r>
                <a:r>
                  <a:rPr lang="en-US" altLang="zh-CN" sz="1600" dirty="0"/>
                  <a:t>.</a:t>
                </a:r>
              </a:p>
              <a:p>
                <a:pPr algn="just">
                  <a:lnSpc>
                    <a:spcPct val="125000"/>
                  </a:lnSpc>
                  <a:spcBef>
                    <a:spcPts val="1200"/>
                  </a:spcBef>
                </a:pPr>
                <a:r>
                  <a:rPr lang="en-US" altLang="zh-CN" sz="1600" dirty="0"/>
                  <a:t>For our motivating example, consider building an email spam filter using machine learning. </a:t>
                </a:r>
              </a:p>
              <a:p>
                <a:pPr algn="just">
                  <a:lnSpc>
                    <a:spcPct val="125000"/>
                  </a:lnSpc>
                  <a:spcBef>
                    <a:spcPts val="1200"/>
                  </a:spcBef>
                </a:pPr>
                <a:r>
                  <a:rPr lang="en-US" altLang="zh-CN" sz="1600" dirty="0"/>
                  <a:t>Here, we wish to classify messages according to whether they are unsolicited commercial (spam) email, or non-spam email. After learning to do this, we can then have our mail reader automatically filter out the spam messages and perhaps place them in a separate mail folder.</a:t>
                </a:r>
              </a:p>
              <a:p>
                <a:pPr algn="just">
                  <a:lnSpc>
                    <a:spcPct val="125000"/>
                  </a:lnSpc>
                  <a:spcBef>
                    <a:spcPts val="1200"/>
                  </a:spcBef>
                </a:pPr>
                <a:r>
                  <a:rPr lang="en-US" altLang="zh-CN" sz="1600" dirty="0"/>
                  <a:t>Classifying emails is one example of a broader set of problems called </a:t>
                </a:r>
                <a:r>
                  <a:rPr lang="en-US" altLang="zh-CN" sz="1600" dirty="0">
                    <a:solidFill>
                      <a:srgbClr val="C00000"/>
                    </a:solidFill>
                  </a:rPr>
                  <a:t>text classification</a:t>
                </a:r>
                <a:r>
                  <a:rPr lang="en-US" altLang="zh-CN" sz="1600" dirty="0"/>
                  <a:t>.</a:t>
                </a:r>
              </a:p>
              <a:p>
                <a:endParaRPr lang="zh-CN" altLang="en-US" dirty="0"/>
              </a:p>
            </p:txBody>
          </p:sp>
        </mc:Choice>
        <mc:Fallback>
          <p:sp>
            <p:nvSpPr>
              <p:cNvPr id="3" name="内容占位符 2">
                <a:extLst>
                  <a:ext uri="{FF2B5EF4-FFF2-40B4-BE49-F238E27FC236}">
                    <a16:creationId xmlns:a16="http://schemas.microsoft.com/office/drawing/2014/main" id="{52B2B50F-FDF8-4F40-B026-D9C32B793831}"/>
                  </a:ext>
                </a:extLst>
              </p:cNvPr>
              <p:cNvSpPr>
                <a:spLocks noGrp="1" noRot="1" noChangeAspect="1" noMove="1" noResize="1" noEditPoints="1" noAdjustHandles="1" noChangeArrowheads="1" noChangeShapeType="1" noTextEdit="1"/>
              </p:cNvSpPr>
              <p:nvPr>
                <p:ph idx="1"/>
              </p:nvPr>
            </p:nvSpPr>
            <p:spPr>
              <a:blipFill>
                <a:blip r:embed="rId2"/>
                <a:stretch>
                  <a:fillRect l="-309" r="-464"/>
                </a:stretch>
              </a:blipFill>
            </p:spPr>
            <p:txBody>
              <a:bodyPr/>
              <a:lstStyle/>
              <a:p>
                <a:r>
                  <a:rPr lang="zh-CN" altLang="en-US">
                    <a:noFill/>
                  </a:rPr>
                  <a:t> </a:t>
                </a:r>
              </a:p>
            </p:txBody>
          </p:sp>
        </mc:Fallback>
      </mc:AlternateContent>
      <p:sp>
        <p:nvSpPr>
          <p:cNvPr id="4" name="日期占位符 3">
            <a:extLst>
              <a:ext uri="{FF2B5EF4-FFF2-40B4-BE49-F238E27FC236}">
                <a16:creationId xmlns:a16="http://schemas.microsoft.com/office/drawing/2014/main" id="{85868F9D-4062-40E9-955F-026056141850}"/>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99594679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E547E4-2764-4D57-BCA9-6461208D9D88}"/>
              </a:ext>
            </a:extLst>
          </p:cNvPr>
          <p:cNvSpPr>
            <a:spLocks noGrp="1"/>
          </p:cNvSpPr>
          <p:nvPr>
            <p:ph type="title"/>
          </p:nvPr>
        </p:nvSpPr>
        <p:spPr/>
        <p:txBody>
          <a:bodyPr/>
          <a:lstStyle/>
          <a:p>
            <a:r>
              <a:rPr lang="en-US" altLang="zh-CN" sz="3600" dirty="0">
                <a:solidFill>
                  <a:srgbClr val="FF3300"/>
                </a:solidFill>
              </a:rPr>
              <a:t>Discussions:</a:t>
            </a:r>
            <a:endParaRPr lang="zh-CN" altLang="en-US" dirty="0"/>
          </a:p>
        </p:txBody>
      </p:sp>
      <p:sp>
        <p:nvSpPr>
          <p:cNvPr id="3" name="内容占位符 2">
            <a:extLst>
              <a:ext uri="{FF2B5EF4-FFF2-40B4-BE49-F238E27FC236}">
                <a16:creationId xmlns:a16="http://schemas.microsoft.com/office/drawing/2014/main" id="{F425E233-8F3E-4CAE-8563-4D9D0420EAE0}"/>
              </a:ext>
            </a:extLst>
          </p:cNvPr>
          <p:cNvSpPr>
            <a:spLocks noGrp="1"/>
          </p:cNvSpPr>
          <p:nvPr>
            <p:ph idx="1"/>
          </p:nvPr>
        </p:nvSpPr>
        <p:spPr/>
        <p:txBody>
          <a:bodyPr/>
          <a:lstStyle/>
          <a:p>
            <a:pPr>
              <a:lnSpc>
                <a:spcPct val="125000"/>
              </a:lnSpc>
            </a:pPr>
            <a:r>
              <a:rPr lang="en-US" altLang="zh-CN" sz="1800" dirty="0"/>
              <a:t>Lets say we have a training set (a set of emails labeled as spam or non-spam). We'll begin our construction of our spam filter by specifying the features      used to represent an email.</a:t>
            </a:r>
          </a:p>
          <a:p>
            <a:pPr>
              <a:lnSpc>
                <a:spcPct val="125000"/>
              </a:lnSpc>
            </a:pPr>
            <a:r>
              <a:rPr lang="en-US" altLang="zh-CN" sz="1800" dirty="0"/>
              <a:t>We will represent an email via a feature vector whose length is equal to the number of words in the dictionary. </a:t>
            </a:r>
          </a:p>
          <a:p>
            <a:pPr>
              <a:lnSpc>
                <a:spcPct val="125000"/>
              </a:lnSpc>
            </a:pPr>
            <a:r>
              <a:rPr lang="en-US" altLang="zh-CN" sz="1800" dirty="0"/>
              <a:t>Specifically, if an email contains the </a:t>
            </a:r>
            <a:r>
              <a:rPr lang="en-US" altLang="zh-CN" sz="1800" dirty="0" err="1"/>
              <a:t>i-th</a:t>
            </a:r>
            <a:r>
              <a:rPr lang="en-US" altLang="zh-CN" sz="1800" dirty="0"/>
              <a:t> word of the dictionary, then we will set.</a:t>
            </a:r>
          </a:p>
          <a:p>
            <a:r>
              <a:rPr lang="en-US" altLang="zh-CN" dirty="0"/>
              <a:t>            otherwise, </a:t>
            </a:r>
            <a:endParaRPr lang="zh-CN" altLang="en-US" dirty="0"/>
          </a:p>
        </p:txBody>
      </p:sp>
      <p:sp>
        <p:nvSpPr>
          <p:cNvPr id="4" name="日期占位符 3">
            <a:extLst>
              <a:ext uri="{FF2B5EF4-FFF2-40B4-BE49-F238E27FC236}">
                <a16:creationId xmlns:a16="http://schemas.microsoft.com/office/drawing/2014/main" id="{B5123DD1-7A0A-4F9F-BCDB-0813FF2E6FD1}"/>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3864F485-3B7D-46FF-9601-A5DFB51E832E}"/>
              </a:ext>
            </a:extLst>
          </p:cNvPr>
          <p:cNvGraphicFramePr>
            <a:graphicFrameLocks noChangeAspect="1"/>
          </p:cNvGraphicFramePr>
          <p:nvPr>
            <p:extLst>
              <p:ext uri="{D42A27DB-BD31-4B8C-83A1-F6EECF244321}">
                <p14:modId xmlns:p14="http://schemas.microsoft.com/office/powerpoint/2010/main" val="3065625648"/>
              </p:ext>
            </p:extLst>
          </p:nvPr>
        </p:nvGraphicFramePr>
        <p:xfrm>
          <a:off x="880671" y="4314640"/>
          <a:ext cx="1639158" cy="2045285"/>
        </p:xfrm>
        <a:graphic>
          <a:graphicData uri="http://schemas.openxmlformats.org/presentationml/2006/ole">
            <mc:AlternateContent xmlns:mc="http://schemas.openxmlformats.org/markup-compatibility/2006">
              <mc:Choice xmlns:v="urn:schemas-microsoft-com:vml" Requires="v">
                <p:oleObj spid="_x0000_s15413" name="Equation" r:id="rId4" imgW="1953866" imgH="2438368" progId="Equation.DSMT4">
                  <p:embed/>
                </p:oleObj>
              </mc:Choice>
              <mc:Fallback>
                <p:oleObj name="Equation" r:id="rId4" imgW="1953866" imgH="2438368" progId="Equation.DSMT4">
                  <p:embed/>
                  <p:pic>
                    <p:nvPicPr>
                      <p:cNvPr id="0" name=""/>
                      <p:cNvPicPr/>
                      <p:nvPr/>
                    </p:nvPicPr>
                    <p:blipFill>
                      <a:blip r:embed="rId5"/>
                      <a:stretch>
                        <a:fillRect/>
                      </a:stretch>
                    </p:blipFill>
                    <p:spPr>
                      <a:xfrm>
                        <a:off x="880671" y="4314640"/>
                        <a:ext cx="1639158" cy="2045285"/>
                      </a:xfrm>
                      <a:prstGeom prst="rect">
                        <a:avLst/>
                      </a:prstGeom>
                    </p:spPr>
                  </p:pic>
                </p:oleObj>
              </mc:Fallback>
            </mc:AlternateContent>
          </a:graphicData>
        </a:graphic>
      </p:graphicFrame>
      <p:sp>
        <p:nvSpPr>
          <p:cNvPr id="6" name="矩形 5">
            <a:extLst>
              <a:ext uri="{FF2B5EF4-FFF2-40B4-BE49-F238E27FC236}">
                <a16:creationId xmlns:a16="http://schemas.microsoft.com/office/drawing/2014/main" id="{18FA881A-3948-4692-8ED1-0A8FCADF7270}"/>
              </a:ext>
            </a:extLst>
          </p:cNvPr>
          <p:cNvSpPr/>
          <p:nvPr/>
        </p:nvSpPr>
        <p:spPr>
          <a:xfrm>
            <a:off x="2771850" y="4278019"/>
            <a:ext cx="5400450" cy="2118529"/>
          </a:xfrm>
          <a:prstGeom prst="rect">
            <a:avLst/>
          </a:prstGeom>
        </p:spPr>
        <p:txBody>
          <a:bodyPr wrap="square">
            <a:spAutoFit/>
          </a:bodyPr>
          <a:lstStyle/>
          <a:p>
            <a:pPr>
              <a:lnSpc>
                <a:spcPct val="150000"/>
              </a:lnSpc>
            </a:pPr>
            <a:r>
              <a:rPr lang="en-US" altLang="zh-CN" dirty="0"/>
              <a:t>is used to represent an email that contains the words “a” and “buy”, but not “aardvark” , “aardwolf” or “</a:t>
            </a:r>
            <a:r>
              <a:rPr lang="en-US" altLang="zh-CN" dirty="0" err="1"/>
              <a:t>zygmurgy</a:t>
            </a:r>
            <a:r>
              <a:rPr lang="en-US" altLang="zh-CN" dirty="0"/>
              <a:t>”. The set of words encoded into the</a:t>
            </a:r>
          </a:p>
          <a:p>
            <a:pPr>
              <a:lnSpc>
                <a:spcPct val="150000"/>
              </a:lnSpc>
            </a:pPr>
            <a:r>
              <a:rPr lang="en-US" altLang="zh-CN" dirty="0"/>
              <a:t>feature vector is called the </a:t>
            </a:r>
            <a:r>
              <a:rPr lang="en-US" altLang="zh-CN" b="1" i="1" dirty="0"/>
              <a:t>vocabulary</a:t>
            </a:r>
            <a:r>
              <a:rPr lang="en-US" altLang="zh-CN" dirty="0"/>
              <a:t>, so </a:t>
            </a:r>
            <a:r>
              <a:rPr lang="en-US" altLang="zh-CN" dirty="0">
                <a:solidFill>
                  <a:srgbClr val="0000FF"/>
                </a:solidFill>
              </a:rPr>
              <a:t>the dimension of x is equal to the size of the vocabulary</a:t>
            </a:r>
            <a:r>
              <a:rPr lang="en-US" altLang="zh-CN" dirty="0"/>
              <a:t>.</a:t>
            </a:r>
            <a:endParaRPr lang="zh-CN" altLang="en-US" dirty="0"/>
          </a:p>
        </p:txBody>
      </p:sp>
      <p:graphicFrame>
        <p:nvGraphicFramePr>
          <p:cNvPr id="7" name="对象 6">
            <a:extLst>
              <a:ext uri="{FF2B5EF4-FFF2-40B4-BE49-F238E27FC236}">
                <a16:creationId xmlns:a16="http://schemas.microsoft.com/office/drawing/2014/main" id="{9F021037-0E3F-4B5C-B049-68AA28309A89}"/>
              </a:ext>
            </a:extLst>
          </p:cNvPr>
          <p:cNvGraphicFramePr>
            <a:graphicFrameLocks noChangeAspect="1"/>
          </p:cNvGraphicFramePr>
          <p:nvPr>
            <p:extLst>
              <p:ext uri="{D42A27DB-BD31-4B8C-83A1-F6EECF244321}">
                <p14:modId xmlns:p14="http://schemas.microsoft.com/office/powerpoint/2010/main" val="4030059082"/>
              </p:ext>
            </p:extLst>
          </p:nvPr>
        </p:nvGraphicFramePr>
        <p:xfrm>
          <a:off x="971700" y="3874794"/>
          <a:ext cx="647700" cy="403225"/>
        </p:xfrm>
        <a:graphic>
          <a:graphicData uri="http://schemas.openxmlformats.org/presentationml/2006/ole">
            <mc:AlternateContent xmlns:mc="http://schemas.openxmlformats.org/markup-compatibility/2006">
              <mc:Choice xmlns:v="urn:schemas-microsoft-com:vml" Requires="v">
                <p:oleObj spid="_x0000_s15414" name="Equation" r:id="rId6" imgW="647688" imgH="402494" progId="Equation.DSMT4">
                  <p:embed/>
                </p:oleObj>
              </mc:Choice>
              <mc:Fallback>
                <p:oleObj name="Equation" r:id="rId6" imgW="647688" imgH="402494" progId="Equation.DSMT4">
                  <p:embed/>
                  <p:pic>
                    <p:nvPicPr>
                      <p:cNvPr id="0" name=""/>
                      <p:cNvPicPr/>
                      <p:nvPr/>
                    </p:nvPicPr>
                    <p:blipFill>
                      <a:blip r:embed="rId7"/>
                      <a:stretch>
                        <a:fillRect/>
                      </a:stretch>
                    </p:blipFill>
                    <p:spPr>
                      <a:xfrm>
                        <a:off x="971700" y="3874794"/>
                        <a:ext cx="647700" cy="403225"/>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C2E4D1A6-DAA1-49D3-A0CD-1256E1FAA897}"/>
              </a:ext>
            </a:extLst>
          </p:cNvPr>
          <p:cNvGraphicFramePr>
            <a:graphicFrameLocks noChangeAspect="1"/>
          </p:cNvGraphicFramePr>
          <p:nvPr>
            <p:extLst>
              <p:ext uri="{D42A27DB-BD31-4B8C-83A1-F6EECF244321}">
                <p14:modId xmlns:p14="http://schemas.microsoft.com/office/powerpoint/2010/main" val="609829563"/>
              </p:ext>
            </p:extLst>
          </p:nvPr>
        </p:nvGraphicFramePr>
        <p:xfrm>
          <a:off x="2987868" y="3874794"/>
          <a:ext cx="720725" cy="417513"/>
        </p:xfrm>
        <a:graphic>
          <a:graphicData uri="http://schemas.openxmlformats.org/presentationml/2006/ole">
            <mc:AlternateContent xmlns:mc="http://schemas.openxmlformats.org/markup-compatibility/2006">
              <mc:Choice xmlns:v="urn:schemas-microsoft-com:vml" Requires="v">
                <p:oleObj spid="_x0000_s15415" name="Equation" r:id="rId8" imgW="721134" imgH="417615" progId="Equation.DSMT4">
                  <p:embed/>
                </p:oleObj>
              </mc:Choice>
              <mc:Fallback>
                <p:oleObj name="Equation" r:id="rId8" imgW="721134" imgH="417615" progId="Equation.DSMT4">
                  <p:embed/>
                  <p:pic>
                    <p:nvPicPr>
                      <p:cNvPr id="0" name=""/>
                      <p:cNvPicPr/>
                      <p:nvPr/>
                    </p:nvPicPr>
                    <p:blipFill>
                      <a:blip r:embed="rId9"/>
                      <a:stretch>
                        <a:fillRect/>
                      </a:stretch>
                    </p:blipFill>
                    <p:spPr>
                      <a:xfrm>
                        <a:off x="2987868" y="3874794"/>
                        <a:ext cx="720725" cy="417513"/>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819FD679-7CA6-409D-93E0-142DE18F3F6A}"/>
              </a:ext>
            </a:extLst>
          </p:cNvPr>
          <p:cNvSpPr txBox="1"/>
          <p:nvPr/>
        </p:nvSpPr>
        <p:spPr>
          <a:xfrm>
            <a:off x="4067958" y="3891740"/>
            <a:ext cx="1544012" cy="369332"/>
          </a:xfrm>
          <a:prstGeom prst="rect">
            <a:avLst/>
          </a:prstGeom>
          <a:solidFill>
            <a:schemeClr val="accent2">
              <a:lumMod val="20000"/>
              <a:lumOff val="80000"/>
            </a:schemeClr>
          </a:solidFill>
        </p:spPr>
        <p:txBody>
          <a:bodyPr wrap="none" rtlCol="0">
            <a:spAutoFit/>
          </a:bodyPr>
          <a:lstStyle/>
          <a:p>
            <a:r>
              <a:rPr lang="en-US" altLang="zh-CN" dirty="0">
                <a:highlight>
                  <a:srgbClr val="FFFF00"/>
                </a:highlight>
              </a:rPr>
              <a:t>One-hot </a:t>
            </a:r>
            <a:r>
              <a:rPr lang="zh-CN" altLang="en-US" dirty="0">
                <a:highlight>
                  <a:srgbClr val="FFFF00"/>
                </a:highlight>
              </a:rPr>
              <a:t>编码</a:t>
            </a:r>
          </a:p>
        </p:txBody>
      </p:sp>
    </p:spTree>
    <p:extLst>
      <p:ext uri="{BB962C8B-B14F-4D97-AF65-F5344CB8AC3E}">
        <p14:creationId xmlns:p14="http://schemas.microsoft.com/office/powerpoint/2010/main" val="20396379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814DE2-10E5-486F-BC3D-2431034BAB49}"/>
              </a:ext>
            </a:extLst>
          </p:cNvPr>
          <p:cNvSpPr>
            <a:spLocks noGrp="1"/>
          </p:cNvSpPr>
          <p:nvPr>
            <p:ph type="title"/>
          </p:nvPr>
        </p:nvSpPr>
        <p:spPr/>
        <p:txBody>
          <a:bodyPr/>
          <a:lstStyle/>
          <a:p>
            <a:r>
              <a:rPr lang="en-US" altLang="zh-CN" sz="3600">
                <a:solidFill>
                  <a:srgbClr val="FF3300"/>
                </a:solidFill>
              </a:rPr>
              <a:t>Discussions:</a:t>
            </a:r>
            <a:endParaRPr lang="zh-CN" altLang="en-US"/>
          </a:p>
        </p:txBody>
      </p:sp>
      <p:sp>
        <p:nvSpPr>
          <p:cNvPr id="3" name="内容占位符 2">
            <a:extLst>
              <a:ext uri="{FF2B5EF4-FFF2-40B4-BE49-F238E27FC236}">
                <a16:creationId xmlns:a16="http://schemas.microsoft.com/office/drawing/2014/main" id="{DB9BDAF6-0690-4AD9-80F4-4FB3E5EB71DE}"/>
              </a:ext>
            </a:extLst>
          </p:cNvPr>
          <p:cNvSpPr>
            <a:spLocks noGrp="1"/>
          </p:cNvSpPr>
          <p:nvPr>
            <p:ph idx="1"/>
          </p:nvPr>
        </p:nvSpPr>
        <p:spPr/>
        <p:txBody>
          <a:bodyPr/>
          <a:lstStyle/>
          <a:p>
            <a:pPr>
              <a:lnSpc>
                <a:spcPct val="150000"/>
              </a:lnSpc>
              <a:spcBef>
                <a:spcPct val="0"/>
              </a:spcBef>
              <a:buClrTx/>
              <a:buSzTx/>
              <a:buFontTx/>
              <a:buNone/>
            </a:pPr>
            <a:r>
              <a:rPr lang="en-US" altLang="zh-CN" dirty="0"/>
              <a:t>Having chosen our feature vector, we now want to build a discriminative</a:t>
            </a:r>
          </a:p>
          <a:p>
            <a:pPr>
              <a:lnSpc>
                <a:spcPct val="150000"/>
              </a:lnSpc>
              <a:spcBef>
                <a:spcPct val="0"/>
              </a:spcBef>
              <a:buClrTx/>
              <a:buSzTx/>
              <a:buFontTx/>
              <a:buNone/>
            </a:pPr>
            <a:r>
              <a:rPr lang="en-US" altLang="zh-CN" dirty="0"/>
              <a:t>model. </a:t>
            </a:r>
          </a:p>
          <a:p>
            <a:pPr>
              <a:lnSpc>
                <a:spcPct val="150000"/>
              </a:lnSpc>
              <a:spcBef>
                <a:spcPct val="0"/>
              </a:spcBef>
              <a:buClrTx/>
              <a:buSzTx/>
              <a:buFontTx/>
              <a:buNone/>
            </a:pPr>
            <a:r>
              <a:rPr lang="en-US" altLang="zh-CN" dirty="0"/>
              <a:t>                   </a:t>
            </a:r>
            <a:r>
              <a:rPr lang="en-US" altLang="zh-CN" i="1" dirty="0">
                <a:solidFill>
                  <a:srgbClr val="C00000"/>
                </a:solidFill>
              </a:rPr>
              <a:t>Model: </a:t>
            </a:r>
          </a:p>
          <a:p>
            <a:pPr>
              <a:lnSpc>
                <a:spcPct val="150000"/>
              </a:lnSpc>
              <a:spcBef>
                <a:spcPct val="0"/>
              </a:spcBef>
              <a:buClrTx/>
              <a:buSzTx/>
              <a:buFontTx/>
              <a:buNone/>
            </a:pPr>
            <a:r>
              <a:rPr lang="en-US" altLang="zh-CN" dirty="0"/>
              <a:t>But if we have a vocabulary of 50000 words, then                     (x is a 50000-dimensional vector of 0's and 1's), </a:t>
            </a:r>
          </a:p>
          <a:p>
            <a:pPr>
              <a:lnSpc>
                <a:spcPct val="150000"/>
              </a:lnSpc>
              <a:spcBef>
                <a:spcPct val="0"/>
              </a:spcBef>
              <a:buClrTx/>
              <a:buSzTx/>
              <a:buFontTx/>
              <a:buNone/>
            </a:pPr>
            <a:endParaRPr lang="en-US" altLang="zh-CN" dirty="0"/>
          </a:p>
          <a:p>
            <a:pPr>
              <a:lnSpc>
                <a:spcPct val="150000"/>
              </a:lnSpc>
              <a:spcBef>
                <a:spcPct val="0"/>
              </a:spcBef>
              <a:buClrTx/>
              <a:buSzTx/>
              <a:buFontTx/>
              <a:buNone/>
            </a:pPr>
            <a:r>
              <a:rPr lang="en-US" altLang="zh-CN" dirty="0"/>
              <a:t>and if we were to model x explicitly with a multinomial distribution over</a:t>
            </a:r>
          </a:p>
          <a:p>
            <a:pPr>
              <a:lnSpc>
                <a:spcPct val="150000"/>
              </a:lnSpc>
              <a:spcBef>
                <a:spcPct val="0"/>
              </a:spcBef>
              <a:buClrTx/>
              <a:buSzTx/>
              <a:buFontTx/>
              <a:buNone/>
            </a:pPr>
            <a:r>
              <a:rPr lang="en-US" altLang="zh-CN" dirty="0"/>
              <a:t>the           possible outcomes, then we'd end up with a (               )-dimensional parameter vector. </a:t>
            </a:r>
            <a:r>
              <a:rPr lang="en-US" altLang="zh-CN" dirty="0">
                <a:solidFill>
                  <a:srgbClr val="0000FF"/>
                </a:solidFill>
              </a:rPr>
              <a:t>This is clearly too many parameters</a:t>
            </a:r>
            <a:r>
              <a:rPr lang="en-US" altLang="zh-CN" dirty="0"/>
              <a:t>.</a:t>
            </a:r>
            <a:endParaRPr lang="zh-CN" altLang="en-US" dirty="0"/>
          </a:p>
          <a:p>
            <a:endParaRPr lang="zh-CN" altLang="en-US" dirty="0"/>
          </a:p>
        </p:txBody>
      </p:sp>
      <p:sp>
        <p:nvSpPr>
          <p:cNvPr id="4" name="日期占位符 3">
            <a:extLst>
              <a:ext uri="{FF2B5EF4-FFF2-40B4-BE49-F238E27FC236}">
                <a16:creationId xmlns:a16="http://schemas.microsoft.com/office/drawing/2014/main" id="{B327DA55-CB3F-425E-968B-66E92E2D1B03}"/>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D72798DB-CB06-4198-9414-DAE817BEF11B}"/>
              </a:ext>
            </a:extLst>
          </p:cNvPr>
          <p:cNvGraphicFramePr>
            <a:graphicFrameLocks noChangeAspect="1"/>
          </p:cNvGraphicFramePr>
          <p:nvPr>
            <p:extLst>
              <p:ext uri="{D42A27DB-BD31-4B8C-83A1-F6EECF244321}">
                <p14:modId xmlns:p14="http://schemas.microsoft.com/office/powerpoint/2010/main" val="2743724872"/>
              </p:ext>
            </p:extLst>
          </p:nvPr>
        </p:nvGraphicFramePr>
        <p:xfrm>
          <a:off x="3131880" y="2564928"/>
          <a:ext cx="719137" cy="388937"/>
        </p:xfrm>
        <a:graphic>
          <a:graphicData uri="http://schemas.openxmlformats.org/presentationml/2006/ole">
            <mc:AlternateContent xmlns:mc="http://schemas.openxmlformats.org/markup-compatibility/2006">
              <mc:Choice xmlns:v="urn:schemas-microsoft-com:vml" Requires="v">
                <p:oleObj spid="_x0000_s16447" name="Equation" r:id="rId4" imgW="719334" imgH="388814" progId="Equation.DSMT4">
                  <p:embed/>
                </p:oleObj>
              </mc:Choice>
              <mc:Fallback>
                <p:oleObj name="Equation" r:id="rId4" imgW="719334" imgH="388814" progId="Equation.DSMT4">
                  <p:embed/>
                  <p:pic>
                    <p:nvPicPr>
                      <p:cNvPr id="0" name=""/>
                      <p:cNvPicPr/>
                      <p:nvPr/>
                    </p:nvPicPr>
                    <p:blipFill>
                      <a:blip r:embed="rId5"/>
                      <a:stretch>
                        <a:fillRect/>
                      </a:stretch>
                    </p:blipFill>
                    <p:spPr>
                      <a:xfrm>
                        <a:off x="3131880" y="2564928"/>
                        <a:ext cx="719137" cy="388937"/>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2343D92D-0765-4568-B76A-391E3D1360F2}"/>
              </a:ext>
            </a:extLst>
          </p:cNvPr>
          <p:cNvGraphicFramePr>
            <a:graphicFrameLocks noChangeAspect="1"/>
          </p:cNvGraphicFramePr>
          <p:nvPr>
            <p:extLst>
              <p:ext uri="{D42A27DB-BD31-4B8C-83A1-F6EECF244321}">
                <p14:modId xmlns:p14="http://schemas.microsoft.com/office/powerpoint/2010/main" val="2623778372"/>
              </p:ext>
            </p:extLst>
          </p:nvPr>
        </p:nvGraphicFramePr>
        <p:xfrm>
          <a:off x="6084125" y="3016549"/>
          <a:ext cx="1223963" cy="434975"/>
        </p:xfrm>
        <a:graphic>
          <a:graphicData uri="http://schemas.openxmlformats.org/presentationml/2006/ole">
            <mc:AlternateContent xmlns:mc="http://schemas.openxmlformats.org/markup-compatibility/2006">
              <mc:Choice xmlns:v="urn:schemas-microsoft-com:vml" Requires="v">
                <p:oleObj spid="_x0000_s16448" name="Equation" r:id="rId6" imgW="1223731" imgH="434536" progId="Equation.DSMT4">
                  <p:embed/>
                </p:oleObj>
              </mc:Choice>
              <mc:Fallback>
                <p:oleObj name="Equation" r:id="rId6" imgW="1223731" imgH="434536" progId="Equation.DSMT4">
                  <p:embed/>
                  <p:pic>
                    <p:nvPicPr>
                      <p:cNvPr id="0" name=""/>
                      <p:cNvPicPr/>
                      <p:nvPr/>
                    </p:nvPicPr>
                    <p:blipFill>
                      <a:blip r:embed="rId7"/>
                      <a:stretch>
                        <a:fillRect/>
                      </a:stretch>
                    </p:blipFill>
                    <p:spPr>
                      <a:xfrm>
                        <a:off x="6084125" y="3016549"/>
                        <a:ext cx="1223963" cy="434975"/>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C3A795AE-8EA2-4032-943A-5B35F3D79AA2}"/>
              </a:ext>
            </a:extLst>
          </p:cNvPr>
          <p:cNvGraphicFramePr>
            <a:graphicFrameLocks noChangeAspect="1"/>
          </p:cNvGraphicFramePr>
          <p:nvPr>
            <p:extLst>
              <p:ext uri="{D42A27DB-BD31-4B8C-83A1-F6EECF244321}">
                <p14:modId xmlns:p14="http://schemas.microsoft.com/office/powerpoint/2010/main" val="907789599"/>
              </p:ext>
            </p:extLst>
          </p:nvPr>
        </p:nvGraphicFramePr>
        <p:xfrm>
          <a:off x="1185446" y="4875061"/>
          <a:ext cx="585082" cy="325437"/>
        </p:xfrm>
        <a:graphic>
          <a:graphicData uri="http://schemas.openxmlformats.org/presentationml/2006/ole">
            <mc:AlternateContent xmlns:mc="http://schemas.openxmlformats.org/markup-compatibility/2006">
              <mc:Choice xmlns:v="urn:schemas-microsoft-com:vml" Requires="v">
                <p:oleObj spid="_x0000_s16449" name="Equation" r:id="rId8" imgW="790979" imgH="439216" progId="Equation.DSMT4">
                  <p:embed/>
                </p:oleObj>
              </mc:Choice>
              <mc:Fallback>
                <p:oleObj name="Equation" r:id="rId8" imgW="790979" imgH="439216" progId="Equation.DSMT4">
                  <p:embed/>
                  <p:pic>
                    <p:nvPicPr>
                      <p:cNvPr id="0" name=""/>
                      <p:cNvPicPr/>
                      <p:nvPr/>
                    </p:nvPicPr>
                    <p:blipFill>
                      <a:blip r:embed="rId9"/>
                      <a:stretch>
                        <a:fillRect/>
                      </a:stretch>
                    </p:blipFill>
                    <p:spPr>
                      <a:xfrm>
                        <a:off x="1185446" y="4875061"/>
                        <a:ext cx="585082" cy="325437"/>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21FAB531-4C51-4D72-B661-83365DE54F73}"/>
              </a:ext>
            </a:extLst>
          </p:cNvPr>
          <p:cNvGraphicFramePr>
            <a:graphicFrameLocks noChangeAspect="1"/>
          </p:cNvGraphicFramePr>
          <p:nvPr>
            <p:extLst>
              <p:ext uri="{D42A27DB-BD31-4B8C-83A1-F6EECF244321}">
                <p14:modId xmlns:p14="http://schemas.microsoft.com/office/powerpoint/2010/main" val="3844993906"/>
              </p:ext>
            </p:extLst>
          </p:nvPr>
        </p:nvGraphicFramePr>
        <p:xfrm>
          <a:off x="6696106" y="4890473"/>
          <a:ext cx="935037" cy="325437"/>
        </p:xfrm>
        <a:graphic>
          <a:graphicData uri="http://schemas.openxmlformats.org/presentationml/2006/ole">
            <mc:AlternateContent xmlns:mc="http://schemas.openxmlformats.org/markup-compatibility/2006">
              <mc:Choice xmlns:v="urn:schemas-microsoft-com:vml" Requires="v">
                <p:oleObj spid="_x0000_s16450" name="Equation" r:id="rId10" imgW="935710" imgH="324732" progId="Equation.DSMT4">
                  <p:embed/>
                </p:oleObj>
              </mc:Choice>
              <mc:Fallback>
                <p:oleObj name="Equation" r:id="rId10" imgW="935710" imgH="324732" progId="Equation.DSMT4">
                  <p:embed/>
                  <p:pic>
                    <p:nvPicPr>
                      <p:cNvPr id="0" name=""/>
                      <p:cNvPicPr/>
                      <p:nvPr/>
                    </p:nvPicPr>
                    <p:blipFill>
                      <a:blip r:embed="rId11"/>
                      <a:stretch>
                        <a:fillRect/>
                      </a:stretch>
                    </p:blipFill>
                    <p:spPr>
                      <a:xfrm>
                        <a:off x="6696106" y="4890473"/>
                        <a:ext cx="935037" cy="325437"/>
                      </a:xfrm>
                      <a:prstGeom prst="rect">
                        <a:avLst/>
                      </a:prstGeom>
                    </p:spPr>
                  </p:pic>
                </p:oleObj>
              </mc:Fallback>
            </mc:AlternateContent>
          </a:graphicData>
        </a:graphic>
      </p:graphicFrame>
    </p:spTree>
    <p:extLst>
      <p:ext uri="{BB962C8B-B14F-4D97-AF65-F5344CB8AC3E}">
        <p14:creationId xmlns:p14="http://schemas.microsoft.com/office/powerpoint/2010/main" val="380721243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798A2AFD-894F-455D-B2D8-5BA81F85BAA8}"/>
              </a:ext>
            </a:extLst>
          </p:cNvPr>
          <p:cNvSpPr/>
          <p:nvPr/>
        </p:nvSpPr>
        <p:spPr>
          <a:xfrm>
            <a:off x="635996" y="2720557"/>
            <a:ext cx="8508003" cy="3672306"/>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a:extLst>
              <a:ext uri="{FF2B5EF4-FFF2-40B4-BE49-F238E27FC236}">
                <a16:creationId xmlns:a16="http://schemas.microsoft.com/office/drawing/2014/main" id="{5C3B2A5D-4F76-4399-9D7B-F4EBFAEA0F5A}"/>
              </a:ext>
            </a:extLst>
          </p:cNvPr>
          <p:cNvSpPr>
            <a:spLocks noGrp="1"/>
          </p:cNvSpPr>
          <p:nvPr>
            <p:ph type="title"/>
          </p:nvPr>
        </p:nvSpPr>
        <p:spPr/>
        <p:txBody>
          <a:bodyPr/>
          <a:lstStyle/>
          <a:p>
            <a:r>
              <a:rPr lang="en-US" altLang="zh-CN" sz="3600" dirty="0">
                <a:solidFill>
                  <a:srgbClr val="FF0066"/>
                </a:solidFill>
              </a:rPr>
              <a:t>Naive Bayes</a:t>
            </a:r>
            <a:endParaRPr lang="zh-CN" altLang="en-US" dirty="0"/>
          </a:p>
        </p:txBody>
      </p:sp>
      <p:sp>
        <p:nvSpPr>
          <p:cNvPr id="3" name="内容占位符 2">
            <a:extLst>
              <a:ext uri="{FF2B5EF4-FFF2-40B4-BE49-F238E27FC236}">
                <a16:creationId xmlns:a16="http://schemas.microsoft.com/office/drawing/2014/main" id="{94BD0701-1806-4ABF-8743-56FE2043147B}"/>
              </a:ext>
            </a:extLst>
          </p:cNvPr>
          <p:cNvSpPr>
            <a:spLocks noGrp="1"/>
          </p:cNvSpPr>
          <p:nvPr>
            <p:ph idx="1"/>
          </p:nvPr>
        </p:nvSpPr>
        <p:spPr/>
        <p:txBody>
          <a:bodyPr/>
          <a:lstStyle/>
          <a:p>
            <a:r>
              <a:rPr lang="en-US" altLang="zh-CN" dirty="0">
                <a:solidFill>
                  <a:srgbClr val="FF0066"/>
                </a:solidFill>
              </a:rPr>
              <a:t>Naive Bayes (NB) assumption</a:t>
            </a:r>
          </a:p>
          <a:p>
            <a:r>
              <a:rPr lang="en-US" altLang="zh-CN" dirty="0">
                <a:solidFill>
                  <a:srgbClr val="0000FF"/>
                </a:solidFill>
              </a:rPr>
              <a:t>assume that the         are conditionally independent given y</a:t>
            </a:r>
          </a:p>
          <a:p>
            <a:r>
              <a:rPr lang="en-US" altLang="zh-CN" dirty="0">
                <a:solidFill>
                  <a:schemeClr val="hlink"/>
                </a:solidFill>
              </a:rPr>
              <a:t>Naive Bayes classier</a:t>
            </a:r>
          </a:p>
          <a:p>
            <a:endParaRPr lang="en-US" altLang="zh-CN" dirty="0">
              <a:solidFill>
                <a:schemeClr val="hlink"/>
              </a:solidFill>
            </a:endParaRPr>
          </a:p>
          <a:p>
            <a:endParaRPr lang="zh-CN" altLang="en-US" dirty="0"/>
          </a:p>
        </p:txBody>
      </p:sp>
      <p:sp>
        <p:nvSpPr>
          <p:cNvPr id="4" name="日期占位符 3">
            <a:extLst>
              <a:ext uri="{FF2B5EF4-FFF2-40B4-BE49-F238E27FC236}">
                <a16:creationId xmlns:a16="http://schemas.microsoft.com/office/drawing/2014/main" id="{CC249FBC-DD5D-4491-A52E-3167B9D7CC67}"/>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837BC800-7CAA-45A3-8A23-8F7936E8C20D}"/>
              </a:ext>
            </a:extLst>
          </p:cNvPr>
          <p:cNvGraphicFramePr>
            <a:graphicFrameLocks noChangeAspect="1"/>
          </p:cNvGraphicFramePr>
          <p:nvPr>
            <p:extLst>
              <p:ext uri="{D42A27DB-BD31-4B8C-83A1-F6EECF244321}">
                <p14:modId xmlns:p14="http://schemas.microsoft.com/office/powerpoint/2010/main" val="1074402781"/>
              </p:ext>
            </p:extLst>
          </p:nvPr>
        </p:nvGraphicFramePr>
        <p:xfrm>
          <a:off x="2699844" y="1916874"/>
          <a:ext cx="460838" cy="360030"/>
        </p:xfrm>
        <a:graphic>
          <a:graphicData uri="http://schemas.openxmlformats.org/presentationml/2006/ole">
            <mc:AlternateContent xmlns:mc="http://schemas.openxmlformats.org/markup-compatibility/2006">
              <mc:Choice xmlns:v="urn:schemas-microsoft-com:vml" Requires="v">
                <p:oleObj spid="_x0000_s17495" name="Equation" r:id="rId4" imgW="558042" imgH="435976" progId="Equation.DSMT4">
                  <p:embed/>
                </p:oleObj>
              </mc:Choice>
              <mc:Fallback>
                <p:oleObj name="Equation" r:id="rId4" imgW="558042" imgH="435976" progId="Equation.DSMT4">
                  <p:embed/>
                  <p:pic>
                    <p:nvPicPr>
                      <p:cNvPr id="0" name=""/>
                      <p:cNvPicPr/>
                      <p:nvPr/>
                    </p:nvPicPr>
                    <p:blipFill>
                      <a:blip r:embed="rId5"/>
                      <a:stretch>
                        <a:fillRect/>
                      </a:stretch>
                    </p:blipFill>
                    <p:spPr>
                      <a:xfrm>
                        <a:off x="2699844" y="1916874"/>
                        <a:ext cx="460838" cy="36003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20DA7B94-4133-4F3B-B4AC-EFCB97C0D958}"/>
              </a:ext>
            </a:extLst>
          </p:cNvPr>
          <p:cNvGraphicFramePr>
            <a:graphicFrameLocks noChangeAspect="1"/>
          </p:cNvGraphicFramePr>
          <p:nvPr>
            <p:extLst>
              <p:ext uri="{D42A27DB-BD31-4B8C-83A1-F6EECF244321}">
                <p14:modId xmlns:p14="http://schemas.microsoft.com/office/powerpoint/2010/main" val="2582728614"/>
              </p:ext>
            </p:extLst>
          </p:nvPr>
        </p:nvGraphicFramePr>
        <p:xfrm>
          <a:off x="827688" y="3140976"/>
          <a:ext cx="2160180" cy="2696039"/>
        </p:xfrm>
        <a:graphic>
          <a:graphicData uri="http://schemas.openxmlformats.org/presentationml/2006/ole">
            <mc:AlternateContent xmlns:mc="http://schemas.openxmlformats.org/markup-compatibility/2006">
              <mc:Choice xmlns:v="urn:schemas-microsoft-com:vml" Requires="v">
                <p:oleObj spid="_x0000_s17496" name="Equation" r:id="rId6" imgW="1638482" imgH="2045233" progId="Equation.DSMT4">
                  <p:embed/>
                </p:oleObj>
              </mc:Choice>
              <mc:Fallback>
                <p:oleObj name="Equation" r:id="rId6" imgW="1638482" imgH="2045233" progId="Equation.DSMT4">
                  <p:embed/>
                  <p:pic>
                    <p:nvPicPr>
                      <p:cNvPr id="0" name=""/>
                      <p:cNvPicPr/>
                      <p:nvPr/>
                    </p:nvPicPr>
                    <p:blipFill>
                      <a:blip r:embed="rId7"/>
                      <a:stretch>
                        <a:fillRect/>
                      </a:stretch>
                    </p:blipFill>
                    <p:spPr>
                      <a:xfrm>
                        <a:off x="827688" y="3140976"/>
                        <a:ext cx="2160180" cy="2696039"/>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F3E6A2A1-C4F4-4F0B-9E53-220608445738}"/>
              </a:ext>
            </a:extLst>
          </p:cNvPr>
          <p:cNvGraphicFramePr>
            <a:graphicFrameLocks noChangeAspect="1"/>
          </p:cNvGraphicFramePr>
          <p:nvPr>
            <p:extLst>
              <p:ext uri="{D42A27DB-BD31-4B8C-83A1-F6EECF244321}">
                <p14:modId xmlns:p14="http://schemas.microsoft.com/office/powerpoint/2010/main" val="3777986611"/>
              </p:ext>
            </p:extLst>
          </p:nvPr>
        </p:nvGraphicFramePr>
        <p:xfrm>
          <a:off x="4451368" y="4469174"/>
          <a:ext cx="3096258" cy="445301"/>
        </p:xfrm>
        <a:graphic>
          <a:graphicData uri="http://schemas.openxmlformats.org/presentationml/2006/ole">
            <mc:AlternateContent xmlns:mc="http://schemas.openxmlformats.org/markup-compatibility/2006">
              <mc:Choice xmlns:v="urn:schemas-microsoft-com:vml" Requires="v">
                <p:oleObj spid="_x0000_s17497" name="Equation" r:id="rId8" imgW="2593994" imgH="373693" progId="Equation.DSMT4">
                  <p:embed/>
                </p:oleObj>
              </mc:Choice>
              <mc:Fallback>
                <p:oleObj name="Equation" r:id="rId8" imgW="2593994" imgH="373693" progId="Equation.DSMT4">
                  <p:embed/>
                  <p:pic>
                    <p:nvPicPr>
                      <p:cNvPr id="0" name=""/>
                      <p:cNvPicPr/>
                      <p:nvPr/>
                    </p:nvPicPr>
                    <p:blipFill>
                      <a:blip r:embed="rId9"/>
                      <a:stretch>
                        <a:fillRect/>
                      </a:stretch>
                    </p:blipFill>
                    <p:spPr>
                      <a:xfrm>
                        <a:off x="4451368" y="4469174"/>
                        <a:ext cx="3096258" cy="445301"/>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1A259FEA-311E-4C04-AFB6-497794394E44}"/>
              </a:ext>
            </a:extLst>
          </p:cNvPr>
          <p:cNvGraphicFramePr>
            <a:graphicFrameLocks noChangeAspect="1"/>
          </p:cNvGraphicFramePr>
          <p:nvPr>
            <p:extLst>
              <p:ext uri="{D42A27DB-BD31-4B8C-83A1-F6EECF244321}">
                <p14:modId xmlns:p14="http://schemas.microsoft.com/office/powerpoint/2010/main" val="732940076"/>
              </p:ext>
            </p:extLst>
          </p:nvPr>
        </p:nvGraphicFramePr>
        <p:xfrm>
          <a:off x="4451368" y="5797350"/>
          <a:ext cx="3240270" cy="549397"/>
        </p:xfrm>
        <a:graphic>
          <a:graphicData uri="http://schemas.openxmlformats.org/presentationml/2006/ole">
            <mc:AlternateContent xmlns:mc="http://schemas.openxmlformats.org/markup-compatibility/2006">
              <mc:Choice xmlns:v="urn:schemas-microsoft-com:vml" Requires="v">
                <p:oleObj spid="_x0000_s17498" name="Equation" r:id="rId10" imgW="2200844" imgH="373693" progId="Equation.DSMT4">
                  <p:embed/>
                </p:oleObj>
              </mc:Choice>
              <mc:Fallback>
                <p:oleObj name="Equation" r:id="rId10" imgW="2200844" imgH="373693" progId="Equation.DSMT4">
                  <p:embed/>
                  <p:pic>
                    <p:nvPicPr>
                      <p:cNvPr id="0" name=""/>
                      <p:cNvPicPr/>
                      <p:nvPr/>
                    </p:nvPicPr>
                    <p:blipFill>
                      <a:blip r:embed="rId11"/>
                      <a:stretch>
                        <a:fillRect/>
                      </a:stretch>
                    </p:blipFill>
                    <p:spPr>
                      <a:xfrm>
                        <a:off x="4451368" y="5797350"/>
                        <a:ext cx="3240270" cy="549397"/>
                      </a:xfrm>
                      <a:prstGeom prst="rect">
                        <a:avLst/>
                      </a:prstGeom>
                    </p:spPr>
                  </p:pic>
                </p:oleObj>
              </mc:Fallback>
            </mc:AlternateContent>
          </a:graphicData>
        </a:graphic>
      </p:graphicFrame>
      <p:sp>
        <p:nvSpPr>
          <p:cNvPr id="9" name="矩形 8">
            <a:extLst>
              <a:ext uri="{FF2B5EF4-FFF2-40B4-BE49-F238E27FC236}">
                <a16:creationId xmlns:a16="http://schemas.microsoft.com/office/drawing/2014/main" id="{10EDE49C-9AFD-49A2-93B8-68D2BDFF9A77}"/>
              </a:ext>
            </a:extLst>
          </p:cNvPr>
          <p:cNvSpPr/>
          <p:nvPr/>
        </p:nvSpPr>
        <p:spPr>
          <a:xfrm>
            <a:off x="3563916" y="5037548"/>
            <a:ext cx="5492510" cy="584775"/>
          </a:xfrm>
          <a:prstGeom prst="rect">
            <a:avLst/>
          </a:prstGeom>
          <a:solidFill>
            <a:schemeClr val="accent6">
              <a:lumMod val="20000"/>
              <a:lumOff val="80000"/>
            </a:schemeClr>
          </a:solidFill>
        </p:spPr>
        <p:txBody>
          <a:bodyPr wrap="square">
            <a:spAutoFit/>
          </a:bodyPr>
          <a:lstStyle/>
          <a:p>
            <a:r>
              <a:rPr lang="en-US" altLang="zh-CN" sz="1600" dirty="0"/>
              <a:t>Note that this is not the same as saying that         and           are independent</a:t>
            </a:r>
            <a:endParaRPr lang="zh-CN" altLang="en-US" sz="1600" dirty="0"/>
          </a:p>
        </p:txBody>
      </p:sp>
      <p:graphicFrame>
        <p:nvGraphicFramePr>
          <p:cNvPr id="10" name="对象 9">
            <a:extLst>
              <a:ext uri="{FF2B5EF4-FFF2-40B4-BE49-F238E27FC236}">
                <a16:creationId xmlns:a16="http://schemas.microsoft.com/office/drawing/2014/main" id="{85456422-9BB3-4CC3-8957-29270920FD98}"/>
              </a:ext>
            </a:extLst>
          </p:cNvPr>
          <p:cNvGraphicFramePr>
            <a:graphicFrameLocks noChangeAspect="1"/>
          </p:cNvGraphicFramePr>
          <p:nvPr>
            <p:extLst>
              <p:ext uri="{D42A27DB-BD31-4B8C-83A1-F6EECF244321}">
                <p14:modId xmlns:p14="http://schemas.microsoft.com/office/powerpoint/2010/main" val="1070692519"/>
              </p:ext>
            </p:extLst>
          </p:nvPr>
        </p:nvGraphicFramePr>
        <p:xfrm>
          <a:off x="7656189" y="5027555"/>
          <a:ext cx="491179" cy="368046"/>
        </p:xfrm>
        <a:graphic>
          <a:graphicData uri="http://schemas.openxmlformats.org/presentationml/2006/ole">
            <mc:AlternateContent xmlns:mc="http://schemas.openxmlformats.org/markup-compatibility/2006">
              <mc:Choice xmlns:v="urn:schemas-microsoft-com:vml" Requires="v">
                <p:oleObj spid="_x0000_s17499" name="Equation" r:id="rId12" imgW="576043" imgH="431295" progId="Equation.DSMT4">
                  <p:embed/>
                </p:oleObj>
              </mc:Choice>
              <mc:Fallback>
                <p:oleObj name="Equation" r:id="rId12" imgW="576043" imgH="431295" progId="Equation.DSMT4">
                  <p:embed/>
                  <p:pic>
                    <p:nvPicPr>
                      <p:cNvPr id="0" name=""/>
                      <p:cNvPicPr/>
                      <p:nvPr/>
                    </p:nvPicPr>
                    <p:blipFill>
                      <a:blip r:embed="rId13"/>
                      <a:stretch>
                        <a:fillRect/>
                      </a:stretch>
                    </p:blipFill>
                    <p:spPr>
                      <a:xfrm>
                        <a:off x="7656189" y="5027555"/>
                        <a:ext cx="491179" cy="368046"/>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C99E7E20-8D5B-4005-9366-DFD37BFCFD14}"/>
              </a:ext>
            </a:extLst>
          </p:cNvPr>
          <p:cNvGraphicFramePr>
            <a:graphicFrameLocks noChangeAspect="1"/>
          </p:cNvGraphicFramePr>
          <p:nvPr>
            <p:extLst>
              <p:ext uri="{D42A27DB-BD31-4B8C-83A1-F6EECF244321}">
                <p14:modId xmlns:p14="http://schemas.microsoft.com/office/powerpoint/2010/main" val="228297548"/>
              </p:ext>
            </p:extLst>
          </p:nvPr>
        </p:nvGraphicFramePr>
        <p:xfrm>
          <a:off x="8485064" y="5013259"/>
          <a:ext cx="571362" cy="394912"/>
        </p:xfrm>
        <a:graphic>
          <a:graphicData uri="http://schemas.openxmlformats.org/presentationml/2006/ole">
            <mc:AlternateContent xmlns:mc="http://schemas.openxmlformats.org/markup-compatibility/2006">
              <mc:Choice xmlns:v="urn:schemas-microsoft-com:vml" Requires="v">
                <p:oleObj spid="_x0000_s17500" name="Equation" r:id="rId14" imgW="647688" imgH="448216" progId="Equation.DSMT4">
                  <p:embed/>
                </p:oleObj>
              </mc:Choice>
              <mc:Fallback>
                <p:oleObj name="Equation" r:id="rId14" imgW="647688" imgH="448216" progId="Equation.DSMT4">
                  <p:embed/>
                  <p:pic>
                    <p:nvPicPr>
                      <p:cNvPr id="0" name=""/>
                      <p:cNvPicPr/>
                      <p:nvPr/>
                    </p:nvPicPr>
                    <p:blipFill>
                      <a:blip r:embed="rId15"/>
                      <a:stretch>
                        <a:fillRect/>
                      </a:stretch>
                    </p:blipFill>
                    <p:spPr>
                      <a:xfrm>
                        <a:off x="8485064" y="5013259"/>
                        <a:ext cx="571362" cy="394912"/>
                      </a:xfrm>
                      <a:prstGeom prst="rect">
                        <a:avLst/>
                      </a:prstGeom>
                    </p:spPr>
                  </p:pic>
                </p:oleObj>
              </mc:Fallback>
            </mc:AlternateContent>
          </a:graphicData>
        </a:graphic>
      </p:graphicFrame>
      <p:sp>
        <p:nvSpPr>
          <p:cNvPr id="13" name="矩形 12">
            <a:extLst>
              <a:ext uri="{FF2B5EF4-FFF2-40B4-BE49-F238E27FC236}">
                <a16:creationId xmlns:a16="http://schemas.microsoft.com/office/drawing/2014/main" id="{458479BD-E34F-4920-8529-6A57D40F7231}"/>
              </a:ext>
            </a:extLst>
          </p:cNvPr>
          <p:cNvSpPr/>
          <p:nvPr/>
        </p:nvSpPr>
        <p:spPr>
          <a:xfrm>
            <a:off x="3450466" y="2918068"/>
            <a:ext cx="5605960" cy="646331"/>
          </a:xfrm>
          <a:prstGeom prst="rect">
            <a:avLst/>
          </a:prstGeom>
        </p:spPr>
        <p:txBody>
          <a:bodyPr wrap="square">
            <a:spAutoFit/>
          </a:bodyPr>
          <a:lstStyle/>
          <a:p>
            <a:r>
              <a:rPr lang="en-US" altLang="zh-CN" dirty="0"/>
              <a:t>if y = 1 means spam email; “buy” is word 2087 and “price” is word 39831; </a:t>
            </a:r>
            <a:endParaRPr lang="zh-CN" altLang="en-US" dirty="0"/>
          </a:p>
        </p:txBody>
      </p:sp>
    </p:spTree>
    <p:extLst>
      <p:ext uri="{BB962C8B-B14F-4D97-AF65-F5344CB8AC3E}">
        <p14:creationId xmlns:p14="http://schemas.microsoft.com/office/powerpoint/2010/main" val="218991268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992AF6-A379-494F-BB8B-8863E8ED704D}"/>
              </a:ext>
            </a:extLst>
          </p:cNvPr>
          <p:cNvSpPr>
            <a:spLocks noGrp="1"/>
          </p:cNvSpPr>
          <p:nvPr>
            <p:ph type="title"/>
          </p:nvPr>
        </p:nvSpPr>
        <p:spPr/>
        <p:txBody>
          <a:bodyPr/>
          <a:lstStyle/>
          <a:p>
            <a:r>
              <a:rPr lang="en-US" altLang="zh-CN" sz="3200" dirty="0">
                <a:solidFill>
                  <a:srgbClr val="FF0066"/>
                </a:solidFill>
              </a:rPr>
              <a:t>Naive Bayes</a:t>
            </a:r>
            <a:endParaRPr lang="zh-CN" altLang="en-US" dirty="0"/>
          </a:p>
        </p:txBody>
      </p:sp>
      <p:sp>
        <p:nvSpPr>
          <p:cNvPr id="3" name="内容占位符 2">
            <a:extLst>
              <a:ext uri="{FF2B5EF4-FFF2-40B4-BE49-F238E27FC236}">
                <a16:creationId xmlns:a16="http://schemas.microsoft.com/office/drawing/2014/main" id="{0D015305-23C7-4722-8073-D6F8A6BE4077}"/>
              </a:ext>
            </a:extLst>
          </p:cNvPr>
          <p:cNvSpPr>
            <a:spLocks noGrp="1"/>
          </p:cNvSpPr>
          <p:nvPr>
            <p:ph idx="1"/>
          </p:nvPr>
        </p:nvSpPr>
        <p:spPr>
          <a:xfrm>
            <a:off x="628650" y="1557338"/>
            <a:ext cx="8119698" cy="4619625"/>
          </a:xfrm>
        </p:spPr>
        <p:txBody>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spcBef>
                <a:spcPct val="0"/>
              </a:spcBef>
              <a:buClrTx/>
              <a:buSzTx/>
              <a:buFontTx/>
              <a:buNone/>
            </a:pPr>
            <a:r>
              <a:rPr lang="en-US" altLang="zh-CN" sz="1800" dirty="0"/>
              <a:t>The first equality simply follows from </a:t>
            </a:r>
            <a:r>
              <a:rPr lang="en-US" altLang="zh-CN" sz="1800" dirty="0">
                <a:solidFill>
                  <a:schemeClr val="hlink"/>
                </a:solidFill>
              </a:rPr>
              <a:t>the usual properties of </a:t>
            </a:r>
            <a:r>
              <a:rPr lang="en-US" altLang="zh-CN" sz="1800" dirty="0" err="1">
                <a:solidFill>
                  <a:schemeClr val="hlink"/>
                </a:solidFill>
              </a:rPr>
              <a:t>mprobabilities</a:t>
            </a:r>
            <a:r>
              <a:rPr lang="en-US" altLang="zh-CN" sz="1800" dirty="0"/>
              <a:t>,</a:t>
            </a:r>
          </a:p>
          <a:p>
            <a:pPr>
              <a:spcBef>
                <a:spcPct val="0"/>
              </a:spcBef>
              <a:buClrTx/>
              <a:buSzTx/>
              <a:buFontTx/>
              <a:buNone/>
            </a:pPr>
            <a:endParaRPr lang="en-US" altLang="zh-CN" sz="1800" dirty="0"/>
          </a:p>
          <a:p>
            <a:pPr>
              <a:spcBef>
                <a:spcPct val="0"/>
              </a:spcBef>
              <a:buClrTx/>
              <a:buSzTx/>
              <a:buFontTx/>
              <a:buNone/>
            </a:pPr>
            <a:r>
              <a:rPr lang="en-US" altLang="zh-CN" sz="1800" dirty="0"/>
              <a:t>and the second equality used </a:t>
            </a:r>
            <a:r>
              <a:rPr lang="en-US" altLang="zh-CN" sz="1800" dirty="0">
                <a:solidFill>
                  <a:srgbClr val="0000FF"/>
                </a:solidFill>
              </a:rPr>
              <a:t>the NB assumption</a:t>
            </a:r>
            <a:r>
              <a:rPr lang="en-US" altLang="zh-CN" sz="1800" dirty="0"/>
              <a:t>. We note that even though the Naive Bayes assumption is an extremely strong assumptions, the resulting algorithm works well on many problems.</a:t>
            </a:r>
            <a:endParaRPr lang="zh-CN" altLang="en-US" sz="1800" dirty="0"/>
          </a:p>
          <a:p>
            <a:endParaRPr lang="zh-CN" altLang="en-US" dirty="0"/>
          </a:p>
        </p:txBody>
      </p:sp>
      <p:sp>
        <p:nvSpPr>
          <p:cNvPr id="4" name="日期占位符 3">
            <a:extLst>
              <a:ext uri="{FF2B5EF4-FFF2-40B4-BE49-F238E27FC236}">
                <a16:creationId xmlns:a16="http://schemas.microsoft.com/office/drawing/2014/main" id="{E99D92A1-F096-473D-BF0D-1A63DE6C22A1}"/>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D9246744-1C59-41B0-9967-6FD79457323B}"/>
              </a:ext>
            </a:extLst>
          </p:cNvPr>
          <p:cNvGraphicFramePr>
            <a:graphicFrameLocks noChangeAspect="1"/>
          </p:cNvGraphicFramePr>
          <p:nvPr>
            <p:extLst>
              <p:ext uri="{D42A27DB-BD31-4B8C-83A1-F6EECF244321}">
                <p14:modId xmlns:p14="http://schemas.microsoft.com/office/powerpoint/2010/main" val="4025388897"/>
              </p:ext>
            </p:extLst>
          </p:nvPr>
        </p:nvGraphicFramePr>
        <p:xfrm>
          <a:off x="971700" y="1796992"/>
          <a:ext cx="6099175" cy="2087563"/>
        </p:xfrm>
        <a:graphic>
          <a:graphicData uri="http://schemas.openxmlformats.org/presentationml/2006/ole">
            <mc:AlternateContent xmlns:mc="http://schemas.openxmlformats.org/markup-compatibility/2006">
              <mc:Choice xmlns:v="urn:schemas-microsoft-com:vml" Requires="v">
                <p:oleObj spid="_x0000_s19481" name="Equation" r:id="rId4" imgW="6099215" imgH="2088075" progId="Equation.DSMT4">
                  <p:embed/>
                </p:oleObj>
              </mc:Choice>
              <mc:Fallback>
                <p:oleObj name="Equation" r:id="rId4" imgW="6099215" imgH="2088075" progId="Equation.DSMT4">
                  <p:embed/>
                  <p:pic>
                    <p:nvPicPr>
                      <p:cNvPr id="0" name=""/>
                      <p:cNvPicPr/>
                      <p:nvPr/>
                    </p:nvPicPr>
                    <p:blipFill>
                      <a:blip r:embed="rId5"/>
                      <a:stretch>
                        <a:fillRect/>
                      </a:stretch>
                    </p:blipFill>
                    <p:spPr>
                      <a:xfrm>
                        <a:off x="971700" y="1796992"/>
                        <a:ext cx="6099175" cy="2087563"/>
                      </a:xfrm>
                      <a:prstGeom prst="rect">
                        <a:avLst/>
                      </a:prstGeom>
                    </p:spPr>
                  </p:pic>
                </p:oleObj>
              </mc:Fallback>
            </mc:AlternateContent>
          </a:graphicData>
        </a:graphic>
      </p:graphicFrame>
    </p:spTree>
    <p:extLst>
      <p:ext uri="{BB962C8B-B14F-4D97-AF65-F5344CB8AC3E}">
        <p14:creationId xmlns:p14="http://schemas.microsoft.com/office/powerpoint/2010/main" val="189768634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41D57F-D4D9-4168-B622-11CA6E6ED0D9}"/>
              </a:ext>
            </a:extLst>
          </p:cNvPr>
          <p:cNvSpPr>
            <a:spLocks noGrp="1"/>
          </p:cNvSpPr>
          <p:nvPr>
            <p:ph type="title"/>
          </p:nvPr>
        </p:nvSpPr>
        <p:spPr/>
        <p:txBody>
          <a:bodyPr/>
          <a:lstStyle/>
          <a:p>
            <a:r>
              <a:rPr lang="en-US" altLang="zh-CN" sz="3200" dirty="0">
                <a:solidFill>
                  <a:srgbClr val="FF0066"/>
                </a:solidFill>
              </a:rPr>
              <a:t>Naive Bayes</a:t>
            </a:r>
            <a:endParaRPr lang="zh-CN" altLang="en-US" dirty="0"/>
          </a:p>
        </p:txBody>
      </p:sp>
      <p:sp>
        <p:nvSpPr>
          <p:cNvPr id="3" name="内容占位符 2">
            <a:extLst>
              <a:ext uri="{FF2B5EF4-FFF2-40B4-BE49-F238E27FC236}">
                <a16:creationId xmlns:a16="http://schemas.microsoft.com/office/drawing/2014/main" id="{D11A1B7E-4950-4A68-86E5-C482578278E1}"/>
              </a:ext>
            </a:extLst>
          </p:cNvPr>
          <p:cNvSpPr>
            <a:spLocks noGrp="1"/>
          </p:cNvSpPr>
          <p:nvPr>
            <p:ph idx="1"/>
          </p:nvPr>
        </p:nvSpPr>
        <p:spPr/>
        <p:txBody>
          <a:bodyPr/>
          <a:lstStyle/>
          <a:p>
            <a:r>
              <a:rPr lang="en-US" altLang="zh-CN" dirty="0"/>
              <a:t>Our model is parameterized by</a:t>
            </a:r>
          </a:p>
          <a:p>
            <a:r>
              <a:rPr lang="en-US" altLang="zh-CN" dirty="0"/>
              <a:t>and                       </a:t>
            </a:r>
          </a:p>
          <a:p>
            <a:r>
              <a:rPr lang="en-US" altLang="zh-CN" dirty="0"/>
              <a:t>As usual, given a training set                                     </a:t>
            </a:r>
          </a:p>
          <a:p>
            <a:r>
              <a:rPr lang="en-US" altLang="zh-CN" dirty="0"/>
              <a:t>we can write down </a:t>
            </a:r>
            <a:r>
              <a:rPr lang="en-US" altLang="zh-CN" dirty="0">
                <a:solidFill>
                  <a:srgbClr val="C00000"/>
                </a:solidFill>
              </a:rPr>
              <a:t>the joint likelihood of the data</a:t>
            </a:r>
            <a:r>
              <a:rPr lang="en-US" altLang="zh-CN" dirty="0"/>
              <a:t>:</a:t>
            </a:r>
          </a:p>
          <a:p>
            <a:endParaRPr lang="en-US" altLang="zh-CN" dirty="0"/>
          </a:p>
          <a:p>
            <a:endParaRPr lang="en-US" altLang="zh-CN" dirty="0"/>
          </a:p>
          <a:p>
            <a:r>
              <a:rPr lang="en-US" altLang="zh-CN" dirty="0"/>
              <a:t>Maximizing this with respect to                           gives the maximum likelihood estimates:</a:t>
            </a:r>
            <a:endParaRPr lang="zh-CN" altLang="en-US" dirty="0"/>
          </a:p>
          <a:p>
            <a:endParaRPr lang="en-US" altLang="zh-CN" dirty="0"/>
          </a:p>
          <a:p>
            <a:endParaRPr lang="zh-CN" altLang="en-US" dirty="0"/>
          </a:p>
        </p:txBody>
      </p:sp>
      <p:sp>
        <p:nvSpPr>
          <p:cNvPr id="4" name="日期占位符 3">
            <a:extLst>
              <a:ext uri="{FF2B5EF4-FFF2-40B4-BE49-F238E27FC236}">
                <a16:creationId xmlns:a16="http://schemas.microsoft.com/office/drawing/2014/main" id="{567FDCAF-625E-4E5E-8209-38F74C2E507B}"/>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7B6C5BD9-4765-48B4-AD3D-45E1046C2CCF}"/>
              </a:ext>
            </a:extLst>
          </p:cNvPr>
          <p:cNvGraphicFramePr>
            <a:graphicFrameLocks noChangeAspect="1"/>
          </p:cNvGraphicFramePr>
          <p:nvPr>
            <p:extLst>
              <p:ext uri="{D42A27DB-BD31-4B8C-83A1-F6EECF244321}">
                <p14:modId xmlns:p14="http://schemas.microsoft.com/office/powerpoint/2010/main" val="1018658789"/>
              </p:ext>
            </p:extLst>
          </p:nvPr>
        </p:nvGraphicFramePr>
        <p:xfrm>
          <a:off x="2691542" y="3127639"/>
          <a:ext cx="3676650" cy="766763"/>
        </p:xfrm>
        <a:graphic>
          <a:graphicData uri="http://schemas.openxmlformats.org/presentationml/2006/ole">
            <mc:AlternateContent xmlns:mc="http://schemas.openxmlformats.org/markup-compatibility/2006">
              <mc:Choice xmlns:v="urn:schemas-microsoft-com:vml" Requires="v">
                <p:oleObj spid="_x0000_s20560" name="Equation" r:id="rId4" imgW="3675874" imgH="766828" progId="Equation.DSMT4">
                  <p:embed/>
                </p:oleObj>
              </mc:Choice>
              <mc:Fallback>
                <p:oleObj name="Equation" r:id="rId4" imgW="3675874" imgH="766828" progId="Equation.DSMT4">
                  <p:embed/>
                  <p:pic>
                    <p:nvPicPr>
                      <p:cNvPr id="0" name=""/>
                      <p:cNvPicPr/>
                      <p:nvPr/>
                    </p:nvPicPr>
                    <p:blipFill>
                      <a:blip r:embed="rId5"/>
                      <a:stretch>
                        <a:fillRect/>
                      </a:stretch>
                    </p:blipFill>
                    <p:spPr>
                      <a:xfrm>
                        <a:off x="2691542" y="3127639"/>
                        <a:ext cx="3676650" cy="766763"/>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8E8BF228-4F9F-45BA-831C-AE5F65798750}"/>
              </a:ext>
            </a:extLst>
          </p:cNvPr>
          <p:cNvGraphicFramePr>
            <a:graphicFrameLocks noChangeAspect="1"/>
          </p:cNvGraphicFramePr>
          <p:nvPr>
            <p:extLst>
              <p:ext uri="{D42A27DB-BD31-4B8C-83A1-F6EECF244321}">
                <p14:modId xmlns:p14="http://schemas.microsoft.com/office/powerpoint/2010/main" val="2524379371"/>
              </p:ext>
            </p:extLst>
          </p:nvPr>
        </p:nvGraphicFramePr>
        <p:xfrm>
          <a:off x="3275892" y="4416626"/>
          <a:ext cx="2792413" cy="2311400"/>
        </p:xfrm>
        <a:graphic>
          <a:graphicData uri="http://schemas.openxmlformats.org/presentationml/2006/ole">
            <mc:AlternateContent xmlns:mc="http://schemas.openxmlformats.org/markup-compatibility/2006">
              <mc:Choice xmlns:v="urn:schemas-microsoft-com:vml" Requires="v">
                <p:oleObj spid="_x0000_s20561" name="Equation" r:id="rId6" imgW="2792008" imgH="2312003" progId="Equation.DSMT4">
                  <p:embed/>
                </p:oleObj>
              </mc:Choice>
              <mc:Fallback>
                <p:oleObj name="Equation" r:id="rId6" imgW="2792008" imgH="2312003" progId="Equation.DSMT4">
                  <p:embed/>
                  <p:pic>
                    <p:nvPicPr>
                      <p:cNvPr id="0" name=""/>
                      <p:cNvPicPr/>
                      <p:nvPr/>
                    </p:nvPicPr>
                    <p:blipFill>
                      <a:blip r:embed="rId7"/>
                      <a:stretch>
                        <a:fillRect/>
                      </a:stretch>
                    </p:blipFill>
                    <p:spPr>
                      <a:xfrm>
                        <a:off x="3275892" y="4416626"/>
                        <a:ext cx="2792413" cy="2311400"/>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90D1E4B5-C0E2-4AE9-9A3E-AEE77A61796C}"/>
              </a:ext>
            </a:extLst>
          </p:cNvPr>
          <p:cNvGraphicFramePr>
            <a:graphicFrameLocks noChangeAspect="1"/>
          </p:cNvGraphicFramePr>
          <p:nvPr>
            <p:extLst>
              <p:ext uri="{D42A27DB-BD31-4B8C-83A1-F6EECF244321}">
                <p14:modId xmlns:p14="http://schemas.microsoft.com/office/powerpoint/2010/main" val="4189499296"/>
              </p:ext>
            </p:extLst>
          </p:nvPr>
        </p:nvGraphicFramePr>
        <p:xfrm>
          <a:off x="4394157" y="1550119"/>
          <a:ext cx="4392613" cy="447675"/>
        </p:xfrm>
        <a:graphic>
          <a:graphicData uri="http://schemas.openxmlformats.org/presentationml/2006/ole">
            <mc:AlternateContent xmlns:mc="http://schemas.openxmlformats.org/markup-compatibility/2006">
              <mc:Choice xmlns:v="urn:schemas-microsoft-com:vml" Requires="v">
                <p:oleObj spid="_x0000_s20562" name="Equation" r:id="rId8" imgW="4392328" imgH="448216" progId="Equation.DSMT4">
                  <p:embed/>
                </p:oleObj>
              </mc:Choice>
              <mc:Fallback>
                <p:oleObj name="Equation" r:id="rId8" imgW="4392328" imgH="448216" progId="Equation.DSMT4">
                  <p:embed/>
                  <p:pic>
                    <p:nvPicPr>
                      <p:cNvPr id="0" name=""/>
                      <p:cNvPicPr/>
                      <p:nvPr/>
                    </p:nvPicPr>
                    <p:blipFill>
                      <a:blip r:embed="rId9"/>
                      <a:stretch>
                        <a:fillRect/>
                      </a:stretch>
                    </p:blipFill>
                    <p:spPr>
                      <a:xfrm>
                        <a:off x="4394157" y="1550119"/>
                        <a:ext cx="4392613" cy="447675"/>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209F43F2-554B-4195-9B69-C1CADBCDEF88}"/>
              </a:ext>
            </a:extLst>
          </p:cNvPr>
          <p:cNvGraphicFramePr>
            <a:graphicFrameLocks noChangeAspect="1"/>
          </p:cNvGraphicFramePr>
          <p:nvPr>
            <p:extLst>
              <p:ext uri="{D42A27DB-BD31-4B8C-83A1-F6EECF244321}">
                <p14:modId xmlns:p14="http://schemas.microsoft.com/office/powerpoint/2010/main" val="3305446074"/>
              </p:ext>
            </p:extLst>
          </p:nvPr>
        </p:nvGraphicFramePr>
        <p:xfrm>
          <a:off x="1403736" y="1902077"/>
          <a:ext cx="1438275" cy="423863"/>
        </p:xfrm>
        <a:graphic>
          <a:graphicData uri="http://schemas.openxmlformats.org/presentationml/2006/ole">
            <mc:AlternateContent xmlns:mc="http://schemas.openxmlformats.org/markup-compatibility/2006">
              <mc:Choice xmlns:v="urn:schemas-microsoft-com:vml" Requires="v">
                <p:oleObj spid="_x0000_s20563" name="Equation" r:id="rId10" imgW="1438667" imgH="423735" progId="Equation.DSMT4">
                  <p:embed/>
                </p:oleObj>
              </mc:Choice>
              <mc:Fallback>
                <p:oleObj name="Equation" r:id="rId10" imgW="1438667" imgH="423735" progId="Equation.DSMT4">
                  <p:embed/>
                  <p:pic>
                    <p:nvPicPr>
                      <p:cNvPr id="0" name=""/>
                      <p:cNvPicPr/>
                      <p:nvPr/>
                    </p:nvPicPr>
                    <p:blipFill>
                      <a:blip r:embed="rId11"/>
                      <a:stretch>
                        <a:fillRect/>
                      </a:stretch>
                    </p:blipFill>
                    <p:spPr>
                      <a:xfrm>
                        <a:off x="1403736" y="1902077"/>
                        <a:ext cx="1438275" cy="423863"/>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001FC5BE-5AAD-4198-B264-89D80D2944E8}"/>
              </a:ext>
            </a:extLst>
          </p:cNvPr>
          <p:cNvGraphicFramePr>
            <a:graphicFrameLocks noChangeAspect="1"/>
          </p:cNvGraphicFramePr>
          <p:nvPr>
            <p:extLst>
              <p:ext uri="{D42A27DB-BD31-4B8C-83A1-F6EECF244321}">
                <p14:modId xmlns:p14="http://schemas.microsoft.com/office/powerpoint/2010/main" val="2484915026"/>
              </p:ext>
            </p:extLst>
          </p:nvPr>
        </p:nvGraphicFramePr>
        <p:xfrm>
          <a:off x="3991705" y="2279386"/>
          <a:ext cx="2376487" cy="509587"/>
        </p:xfrm>
        <a:graphic>
          <a:graphicData uri="http://schemas.openxmlformats.org/presentationml/2006/ole">
            <mc:AlternateContent xmlns:mc="http://schemas.openxmlformats.org/markup-compatibility/2006">
              <mc:Choice xmlns:v="urn:schemas-microsoft-com:vml" Requires="v">
                <p:oleObj spid="_x0000_s20564" name="Equation" r:id="rId12" imgW="2376177" imgH="509058" progId="Equation.DSMT4">
                  <p:embed/>
                </p:oleObj>
              </mc:Choice>
              <mc:Fallback>
                <p:oleObj name="Equation" r:id="rId12" imgW="2376177" imgH="509058" progId="Equation.DSMT4">
                  <p:embed/>
                  <p:pic>
                    <p:nvPicPr>
                      <p:cNvPr id="0" name=""/>
                      <p:cNvPicPr/>
                      <p:nvPr/>
                    </p:nvPicPr>
                    <p:blipFill>
                      <a:blip r:embed="rId13"/>
                      <a:stretch>
                        <a:fillRect/>
                      </a:stretch>
                    </p:blipFill>
                    <p:spPr>
                      <a:xfrm>
                        <a:off x="3991705" y="2279386"/>
                        <a:ext cx="2376487" cy="509587"/>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9DF9A6A7-95C8-4ED0-93C0-DA5BB7C0EC0A}"/>
              </a:ext>
            </a:extLst>
          </p:cNvPr>
          <p:cNvGraphicFramePr>
            <a:graphicFrameLocks noChangeAspect="1"/>
          </p:cNvGraphicFramePr>
          <p:nvPr>
            <p:extLst>
              <p:ext uri="{D42A27DB-BD31-4B8C-83A1-F6EECF244321}">
                <p14:modId xmlns:p14="http://schemas.microsoft.com/office/powerpoint/2010/main" val="3197810"/>
              </p:ext>
            </p:extLst>
          </p:nvPr>
        </p:nvGraphicFramePr>
        <p:xfrm>
          <a:off x="4283976" y="3784211"/>
          <a:ext cx="1585913" cy="495300"/>
        </p:xfrm>
        <a:graphic>
          <a:graphicData uri="http://schemas.openxmlformats.org/presentationml/2006/ole">
            <mc:AlternateContent xmlns:mc="http://schemas.openxmlformats.org/markup-compatibility/2006">
              <mc:Choice xmlns:v="urn:schemas-microsoft-com:vml" Requires="v">
                <p:oleObj spid="_x0000_s20565" name="Equation" r:id="rId14" imgW="1585198" imgH="495378" progId="Equation.DSMT4">
                  <p:embed/>
                </p:oleObj>
              </mc:Choice>
              <mc:Fallback>
                <p:oleObj name="Equation" r:id="rId14" imgW="1585198" imgH="495378" progId="Equation.DSMT4">
                  <p:embed/>
                  <p:pic>
                    <p:nvPicPr>
                      <p:cNvPr id="0" name=""/>
                      <p:cNvPicPr/>
                      <p:nvPr/>
                    </p:nvPicPr>
                    <p:blipFill>
                      <a:blip r:embed="rId15"/>
                      <a:stretch>
                        <a:fillRect/>
                      </a:stretch>
                    </p:blipFill>
                    <p:spPr>
                      <a:xfrm>
                        <a:off x="4283976" y="3784211"/>
                        <a:ext cx="1585913" cy="495300"/>
                      </a:xfrm>
                      <a:prstGeom prst="rect">
                        <a:avLst/>
                      </a:prstGeom>
                    </p:spPr>
                  </p:pic>
                </p:oleObj>
              </mc:Fallback>
            </mc:AlternateContent>
          </a:graphicData>
        </a:graphic>
      </p:graphicFrame>
    </p:spTree>
    <p:extLst>
      <p:ext uri="{BB962C8B-B14F-4D97-AF65-F5344CB8AC3E}">
        <p14:creationId xmlns:p14="http://schemas.microsoft.com/office/powerpoint/2010/main" val="406760822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D88D10-4A79-4299-9AD2-DCB9A4CDEB7C}"/>
              </a:ext>
            </a:extLst>
          </p:cNvPr>
          <p:cNvSpPr>
            <a:spLocks noGrp="1"/>
          </p:cNvSpPr>
          <p:nvPr>
            <p:ph type="title"/>
          </p:nvPr>
        </p:nvSpPr>
        <p:spPr/>
        <p:txBody>
          <a:bodyPr/>
          <a:lstStyle/>
          <a:p>
            <a:r>
              <a:rPr lang="en-US" altLang="zh-CN" sz="3200" dirty="0">
                <a:solidFill>
                  <a:srgbClr val="FF0066"/>
                </a:solidFill>
              </a:rPr>
              <a:t>Naive Bayes</a:t>
            </a:r>
            <a:endParaRPr lang="zh-CN" altLang="en-US" dirty="0"/>
          </a:p>
        </p:txBody>
      </p:sp>
      <p:sp>
        <p:nvSpPr>
          <p:cNvPr id="3" name="内容占位符 2">
            <a:extLst>
              <a:ext uri="{FF2B5EF4-FFF2-40B4-BE49-F238E27FC236}">
                <a16:creationId xmlns:a16="http://schemas.microsoft.com/office/drawing/2014/main" id="{2320300C-6E86-4EE0-B02C-AEE6EAD8E43B}"/>
              </a:ext>
            </a:extLst>
          </p:cNvPr>
          <p:cNvSpPr>
            <a:spLocks noGrp="1"/>
          </p:cNvSpPr>
          <p:nvPr>
            <p:ph idx="1"/>
          </p:nvPr>
        </p:nvSpPr>
        <p:spPr/>
        <p:txBody>
          <a:bodyPr/>
          <a:lstStyle/>
          <a:p>
            <a:r>
              <a:rPr lang="en-US" altLang="zh-CN" dirty="0"/>
              <a:t>Having t all these parameters, to make a prediction on a new example with features x, we then simply calculate</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and pick whichever class has </a:t>
            </a:r>
            <a:r>
              <a:rPr lang="en-US" altLang="zh-CN" dirty="0">
                <a:solidFill>
                  <a:srgbClr val="C00000"/>
                </a:solidFill>
              </a:rPr>
              <a:t>the higher posterior probability</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4" name="日期占位符 3">
            <a:extLst>
              <a:ext uri="{FF2B5EF4-FFF2-40B4-BE49-F238E27FC236}">
                <a16:creationId xmlns:a16="http://schemas.microsoft.com/office/drawing/2014/main" id="{33D1D7BD-41C6-4917-BE4D-B926329C95D4}"/>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B60B160D-ABE9-4388-BAC3-54AB6392B359}"/>
              </a:ext>
            </a:extLst>
          </p:cNvPr>
          <p:cNvGraphicFramePr>
            <a:graphicFrameLocks noChangeAspect="1"/>
          </p:cNvGraphicFramePr>
          <p:nvPr>
            <p:extLst>
              <p:ext uri="{D42A27DB-BD31-4B8C-83A1-F6EECF244321}">
                <p14:modId xmlns:p14="http://schemas.microsoft.com/office/powerpoint/2010/main" val="2976980939"/>
              </p:ext>
            </p:extLst>
          </p:nvPr>
        </p:nvGraphicFramePr>
        <p:xfrm>
          <a:off x="1466056" y="2348910"/>
          <a:ext cx="6211888" cy="1736725"/>
        </p:xfrm>
        <a:graphic>
          <a:graphicData uri="http://schemas.openxmlformats.org/presentationml/2006/ole">
            <mc:AlternateContent xmlns:mc="http://schemas.openxmlformats.org/markup-compatibility/2006">
              <mc:Choice xmlns:v="urn:schemas-microsoft-com:vml" Requires="v">
                <p:oleObj spid="_x0000_s21520" name="Equation" r:id="rId3" imgW="6211903" imgH="1735982" progId="Equation.DSMT4">
                  <p:embed/>
                </p:oleObj>
              </mc:Choice>
              <mc:Fallback>
                <p:oleObj name="Equation" r:id="rId3" imgW="6211903" imgH="1735982" progId="Equation.DSMT4">
                  <p:embed/>
                  <p:pic>
                    <p:nvPicPr>
                      <p:cNvPr id="0" name=""/>
                      <p:cNvPicPr/>
                      <p:nvPr/>
                    </p:nvPicPr>
                    <p:blipFill>
                      <a:blip r:embed="rId4"/>
                      <a:stretch>
                        <a:fillRect/>
                      </a:stretch>
                    </p:blipFill>
                    <p:spPr>
                      <a:xfrm>
                        <a:off x="1466056" y="2348910"/>
                        <a:ext cx="6211888" cy="1736725"/>
                      </a:xfrm>
                      <a:prstGeom prst="rect">
                        <a:avLst/>
                      </a:prstGeom>
                    </p:spPr>
                  </p:pic>
                </p:oleObj>
              </mc:Fallback>
            </mc:AlternateContent>
          </a:graphicData>
        </a:graphic>
      </p:graphicFrame>
    </p:spTree>
    <p:extLst>
      <p:ext uri="{BB962C8B-B14F-4D97-AF65-F5344CB8AC3E}">
        <p14:creationId xmlns:p14="http://schemas.microsoft.com/office/powerpoint/2010/main" val="1763928637"/>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D13AB3-973B-4778-BEA1-F612226EEEEA}"/>
              </a:ext>
            </a:extLst>
          </p:cNvPr>
          <p:cNvSpPr>
            <a:spLocks noGrp="1"/>
          </p:cNvSpPr>
          <p:nvPr>
            <p:ph type="title"/>
          </p:nvPr>
        </p:nvSpPr>
        <p:spPr/>
        <p:txBody>
          <a:bodyPr/>
          <a:lstStyle/>
          <a:p>
            <a:r>
              <a:rPr lang="en-US" altLang="zh-CN" dirty="0"/>
              <a:t>Generative </a:t>
            </a:r>
            <a:r>
              <a:rPr lang="en-US" altLang="zh-CN" dirty="0" err="1"/>
              <a:t>v.s</a:t>
            </a:r>
            <a:r>
              <a:rPr lang="en-US" altLang="zh-CN" dirty="0"/>
              <a:t>. Discriminative</a:t>
            </a:r>
            <a:endParaRPr lang="zh-CN" altLang="en-US" dirty="0"/>
          </a:p>
        </p:txBody>
      </p:sp>
      <p:sp>
        <p:nvSpPr>
          <p:cNvPr id="3" name="内容占位符 2">
            <a:extLst>
              <a:ext uri="{FF2B5EF4-FFF2-40B4-BE49-F238E27FC236}">
                <a16:creationId xmlns:a16="http://schemas.microsoft.com/office/drawing/2014/main" id="{E555F0CD-52DE-4BF9-8AB0-B29DC2ABAEC1}"/>
              </a:ext>
            </a:extLst>
          </p:cNvPr>
          <p:cNvSpPr>
            <a:spLocks noGrp="1"/>
          </p:cNvSpPr>
          <p:nvPr>
            <p:ph idx="1"/>
          </p:nvPr>
        </p:nvSpPr>
        <p:spPr/>
        <p:txBody>
          <a:bodyPr/>
          <a:lstStyle/>
          <a:p>
            <a:endParaRPr lang="zh-CN" altLang="en-US"/>
          </a:p>
        </p:txBody>
      </p:sp>
      <p:sp>
        <p:nvSpPr>
          <p:cNvPr id="4" name="日期占位符 3">
            <a:extLst>
              <a:ext uri="{FF2B5EF4-FFF2-40B4-BE49-F238E27FC236}">
                <a16:creationId xmlns:a16="http://schemas.microsoft.com/office/drawing/2014/main" id="{4BF6BCD5-767C-4019-96AE-084F91219061}"/>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6" name="图片 5">
            <a:extLst>
              <a:ext uri="{FF2B5EF4-FFF2-40B4-BE49-F238E27FC236}">
                <a16:creationId xmlns:a16="http://schemas.microsoft.com/office/drawing/2014/main" id="{1B81D041-F26D-4825-ACDA-93B7553153A8}"/>
              </a:ext>
            </a:extLst>
          </p:cNvPr>
          <p:cNvPicPr>
            <a:picLocks noChangeAspect="1"/>
          </p:cNvPicPr>
          <p:nvPr/>
        </p:nvPicPr>
        <p:blipFill>
          <a:blip r:embed="rId3"/>
          <a:stretch>
            <a:fillRect/>
          </a:stretch>
        </p:blipFill>
        <p:spPr>
          <a:xfrm>
            <a:off x="642679" y="1609725"/>
            <a:ext cx="7305675" cy="3638550"/>
          </a:xfrm>
          <a:prstGeom prst="rect">
            <a:avLst/>
          </a:prstGeom>
        </p:spPr>
      </p:pic>
    </p:spTree>
    <p:extLst>
      <p:ext uri="{BB962C8B-B14F-4D97-AF65-F5344CB8AC3E}">
        <p14:creationId xmlns:p14="http://schemas.microsoft.com/office/powerpoint/2010/main" val="923408377"/>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C7AEC9-9C3E-480B-9BDA-7C1E1B7D8CE2}"/>
              </a:ext>
            </a:extLst>
          </p:cNvPr>
          <p:cNvSpPr>
            <a:spLocks noGrp="1"/>
          </p:cNvSpPr>
          <p:nvPr>
            <p:ph type="title"/>
          </p:nvPr>
        </p:nvSpPr>
        <p:spPr/>
        <p:txBody>
          <a:bodyPr/>
          <a:lstStyle/>
          <a:p>
            <a:r>
              <a:rPr lang="en-US" altLang="zh-CN" dirty="0"/>
              <a:t>Generative </a:t>
            </a:r>
            <a:r>
              <a:rPr lang="en-US" altLang="zh-CN" dirty="0" err="1"/>
              <a:t>v.s</a:t>
            </a:r>
            <a:r>
              <a:rPr lang="en-US" altLang="zh-CN" dirty="0"/>
              <a:t>. Discriminative</a:t>
            </a:r>
            <a:endParaRPr lang="zh-CN" altLang="en-US" dirty="0"/>
          </a:p>
        </p:txBody>
      </p:sp>
      <p:sp>
        <p:nvSpPr>
          <p:cNvPr id="3" name="内容占位符 2">
            <a:extLst>
              <a:ext uri="{FF2B5EF4-FFF2-40B4-BE49-F238E27FC236}">
                <a16:creationId xmlns:a16="http://schemas.microsoft.com/office/drawing/2014/main" id="{2BA101BA-F9C5-4EDF-B10B-46E48837EF43}"/>
              </a:ext>
            </a:extLst>
          </p:cNvPr>
          <p:cNvSpPr>
            <a:spLocks noGrp="1"/>
          </p:cNvSpPr>
          <p:nvPr>
            <p:ph idx="1"/>
          </p:nvPr>
        </p:nvSpPr>
        <p:spPr/>
        <p:txBody>
          <a:bodyPr/>
          <a:lstStyle/>
          <a:p>
            <a:endParaRPr lang="zh-CN" altLang="en-US"/>
          </a:p>
        </p:txBody>
      </p:sp>
      <p:sp>
        <p:nvSpPr>
          <p:cNvPr id="4" name="日期占位符 3">
            <a:extLst>
              <a:ext uri="{FF2B5EF4-FFF2-40B4-BE49-F238E27FC236}">
                <a16:creationId xmlns:a16="http://schemas.microsoft.com/office/drawing/2014/main" id="{5EF58465-4E11-4E17-85C3-63F6A725AB7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5" name="图片 4">
            <a:extLst>
              <a:ext uri="{FF2B5EF4-FFF2-40B4-BE49-F238E27FC236}">
                <a16:creationId xmlns:a16="http://schemas.microsoft.com/office/drawing/2014/main" id="{0E74F3D2-A09E-4543-89B8-5EFCF62D17E6}"/>
              </a:ext>
            </a:extLst>
          </p:cNvPr>
          <p:cNvPicPr>
            <a:picLocks noChangeAspect="1"/>
          </p:cNvPicPr>
          <p:nvPr/>
        </p:nvPicPr>
        <p:blipFill>
          <a:blip r:embed="rId2"/>
          <a:stretch>
            <a:fillRect/>
          </a:stretch>
        </p:blipFill>
        <p:spPr>
          <a:xfrm>
            <a:off x="643638" y="1564908"/>
            <a:ext cx="7162800" cy="4314825"/>
          </a:xfrm>
          <a:prstGeom prst="rect">
            <a:avLst/>
          </a:prstGeom>
        </p:spPr>
      </p:pic>
    </p:spTree>
    <p:extLst>
      <p:ext uri="{BB962C8B-B14F-4D97-AF65-F5344CB8AC3E}">
        <p14:creationId xmlns:p14="http://schemas.microsoft.com/office/powerpoint/2010/main" val="53218039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A92827-7B9C-4163-9EE5-E8C0019014B3}"/>
              </a:ext>
            </a:extLst>
          </p:cNvPr>
          <p:cNvSpPr>
            <a:spLocks noGrp="1"/>
          </p:cNvSpPr>
          <p:nvPr>
            <p:ph type="title"/>
          </p:nvPr>
        </p:nvSpPr>
        <p:spPr/>
        <p:txBody>
          <a:bodyPr/>
          <a:lstStyle/>
          <a:p>
            <a:r>
              <a:rPr lang="en-US" altLang="zh-CN" dirty="0"/>
              <a:t>Generative </a:t>
            </a:r>
            <a:r>
              <a:rPr lang="en-US" altLang="zh-CN" dirty="0" err="1"/>
              <a:t>v.s</a:t>
            </a:r>
            <a:r>
              <a:rPr lang="en-US" altLang="zh-CN" dirty="0"/>
              <a:t>. Discriminative</a:t>
            </a:r>
            <a:endParaRPr lang="zh-CN" altLang="en-US" dirty="0"/>
          </a:p>
        </p:txBody>
      </p:sp>
      <p:sp>
        <p:nvSpPr>
          <p:cNvPr id="3" name="内容占位符 2">
            <a:extLst>
              <a:ext uri="{FF2B5EF4-FFF2-40B4-BE49-F238E27FC236}">
                <a16:creationId xmlns:a16="http://schemas.microsoft.com/office/drawing/2014/main" id="{3127CE7D-84B4-4157-B1FC-9CA06FE2B6EE}"/>
              </a:ext>
            </a:extLst>
          </p:cNvPr>
          <p:cNvSpPr>
            <a:spLocks noGrp="1"/>
          </p:cNvSpPr>
          <p:nvPr>
            <p:ph idx="1"/>
          </p:nvPr>
        </p:nvSpPr>
        <p:spPr/>
        <p:txBody>
          <a:bodyPr/>
          <a:lstStyle/>
          <a:p>
            <a:endParaRPr lang="zh-CN" altLang="en-US"/>
          </a:p>
        </p:txBody>
      </p:sp>
      <p:sp>
        <p:nvSpPr>
          <p:cNvPr id="4" name="日期占位符 3">
            <a:extLst>
              <a:ext uri="{FF2B5EF4-FFF2-40B4-BE49-F238E27FC236}">
                <a16:creationId xmlns:a16="http://schemas.microsoft.com/office/drawing/2014/main" id="{EB66CE4D-38DF-4E7E-876F-86B910F3F528}"/>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pic>
        <p:nvPicPr>
          <p:cNvPr id="5" name="图片 4">
            <a:extLst>
              <a:ext uri="{FF2B5EF4-FFF2-40B4-BE49-F238E27FC236}">
                <a16:creationId xmlns:a16="http://schemas.microsoft.com/office/drawing/2014/main" id="{D6D57054-0B16-4928-A68D-1BB52908BF61}"/>
              </a:ext>
            </a:extLst>
          </p:cNvPr>
          <p:cNvPicPr>
            <a:picLocks noChangeAspect="1"/>
          </p:cNvPicPr>
          <p:nvPr/>
        </p:nvPicPr>
        <p:blipFill>
          <a:blip r:embed="rId2"/>
          <a:stretch>
            <a:fillRect/>
          </a:stretch>
        </p:blipFill>
        <p:spPr>
          <a:xfrm>
            <a:off x="628651" y="1557338"/>
            <a:ext cx="6247542" cy="4687616"/>
          </a:xfrm>
          <a:prstGeom prst="rect">
            <a:avLst/>
          </a:prstGeom>
        </p:spPr>
      </p:pic>
    </p:spTree>
    <p:extLst>
      <p:ext uri="{BB962C8B-B14F-4D97-AF65-F5344CB8AC3E}">
        <p14:creationId xmlns:p14="http://schemas.microsoft.com/office/powerpoint/2010/main" val="3570829493"/>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558C97-5B98-4D50-B8B9-927C5B423433}"/>
              </a:ext>
            </a:extLst>
          </p:cNvPr>
          <p:cNvSpPr>
            <a:spLocks noGrp="1"/>
          </p:cNvSpPr>
          <p:nvPr>
            <p:ph type="title"/>
          </p:nvPr>
        </p:nvSpPr>
        <p:spPr/>
        <p:txBody>
          <a:bodyPr/>
          <a:lstStyle/>
          <a:p>
            <a:r>
              <a:rPr lang="en-US" altLang="zh-CN" sz="3600" dirty="0">
                <a:solidFill>
                  <a:srgbClr val="FF0066"/>
                </a:solidFill>
              </a:rPr>
              <a:t>Naive Bayes</a:t>
            </a:r>
            <a:endParaRPr lang="zh-CN" altLang="en-US" dirty="0"/>
          </a:p>
        </p:txBody>
      </p:sp>
      <p:sp>
        <p:nvSpPr>
          <p:cNvPr id="3" name="内容占位符 2">
            <a:extLst>
              <a:ext uri="{FF2B5EF4-FFF2-40B4-BE49-F238E27FC236}">
                <a16:creationId xmlns:a16="http://schemas.microsoft.com/office/drawing/2014/main" id="{FDA832E9-6ED2-4CA7-B9A7-4CAE070C8C27}"/>
              </a:ext>
            </a:extLst>
          </p:cNvPr>
          <p:cNvSpPr>
            <a:spLocks noGrp="1"/>
          </p:cNvSpPr>
          <p:nvPr>
            <p:ph idx="1"/>
          </p:nvPr>
        </p:nvSpPr>
        <p:spPr/>
        <p:txBody>
          <a:bodyPr/>
          <a:lstStyle/>
          <a:p>
            <a:endParaRPr lang="en-US" altLang="zh-CN" dirty="0"/>
          </a:p>
          <a:p>
            <a:endParaRPr lang="en-US" altLang="zh-CN" dirty="0"/>
          </a:p>
          <a:p>
            <a:endParaRPr lang="en-US" altLang="zh-CN" dirty="0"/>
          </a:p>
          <a:p>
            <a:r>
              <a:rPr lang="en-US" altLang="zh-CN" dirty="0"/>
              <a:t>Here, we would simply model                as multinomial rather than as Bernoulli. </a:t>
            </a:r>
          </a:p>
          <a:p>
            <a:endParaRPr lang="en-US" altLang="zh-CN" dirty="0"/>
          </a:p>
          <a:p>
            <a:pPr algn="just">
              <a:lnSpc>
                <a:spcPct val="125000"/>
              </a:lnSpc>
            </a:pPr>
            <a:r>
              <a:rPr lang="en-US" altLang="zh-CN" dirty="0"/>
              <a:t>Indeed, even if some original input attribute (say, the living area of a house, as in our earlier example) were continuous valued, it is quite common to discretize it---that is, turn it into a small set of discrete values---and apply Naive Bayes. For instance, if we use some feature         to represent living area, we might discretize the continuous values as follows:</a:t>
            </a:r>
          </a:p>
          <a:p>
            <a:endParaRPr lang="zh-CN" altLang="en-US" dirty="0"/>
          </a:p>
        </p:txBody>
      </p:sp>
      <p:sp>
        <p:nvSpPr>
          <p:cNvPr id="4" name="日期占位符 3">
            <a:extLst>
              <a:ext uri="{FF2B5EF4-FFF2-40B4-BE49-F238E27FC236}">
                <a16:creationId xmlns:a16="http://schemas.microsoft.com/office/drawing/2014/main" id="{3D65F417-757A-45DF-83F3-B5350918342A}"/>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16E1AE7C-CAA1-4CEA-A7F1-57BC3FCCDCC4}"/>
              </a:ext>
            </a:extLst>
          </p:cNvPr>
          <p:cNvGraphicFramePr>
            <a:graphicFrameLocks noChangeAspect="1"/>
          </p:cNvGraphicFramePr>
          <p:nvPr>
            <p:extLst>
              <p:ext uri="{D42A27DB-BD31-4B8C-83A1-F6EECF244321}">
                <p14:modId xmlns:p14="http://schemas.microsoft.com/office/powerpoint/2010/main" val="3000408275"/>
              </p:ext>
            </p:extLst>
          </p:nvPr>
        </p:nvGraphicFramePr>
        <p:xfrm>
          <a:off x="1018584" y="1689387"/>
          <a:ext cx="355193" cy="716248"/>
        </p:xfrm>
        <a:graphic>
          <a:graphicData uri="http://schemas.openxmlformats.org/presentationml/2006/ole">
            <mc:AlternateContent xmlns:mc="http://schemas.openxmlformats.org/markup-compatibility/2006">
              <mc:Choice xmlns:v="urn:schemas-microsoft-com:vml" Requires="v">
                <p:oleObj spid="_x0000_s31790" name="Equation" r:id="rId4" imgW="297382" imgH="443536" progId="Equation.DSMT4">
                  <p:embed/>
                </p:oleObj>
              </mc:Choice>
              <mc:Fallback>
                <p:oleObj name="Equation" r:id="rId4" imgW="297382" imgH="443536" progId="Equation.DSMT4">
                  <p:embed/>
                  <p:pic>
                    <p:nvPicPr>
                      <p:cNvPr id="0" name=""/>
                      <p:cNvPicPr/>
                      <p:nvPr/>
                    </p:nvPicPr>
                    <p:blipFill>
                      <a:blip r:embed="rId5"/>
                      <a:stretch>
                        <a:fillRect/>
                      </a:stretch>
                    </p:blipFill>
                    <p:spPr>
                      <a:xfrm>
                        <a:off x="1018584" y="1689387"/>
                        <a:ext cx="355193" cy="716248"/>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B47A0267-5C52-4791-8A8C-3543299472FB}"/>
              </a:ext>
            </a:extLst>
          </p:cNvPr>
          <p:cNvGraphicFramePr>
            <a:graphicFrameLocks noChangeAspect="1"/>
          </p:cNvGraphicFramePr>
          <p:nvPr>
            <p:extLst>
              <p:ext uri="{D42A27DB-BD31-4B8C-83A1-F6EECF244321}">
                <p14:modId xmlns:p14="http://schemas.microsoft.com/office/powerpoint/2010/main" val="378271137"/>
              </p:ext>
            </p:extLst>
          </p:nvPr>
        </p:nvGraphicFramePr>
        <p:xfrm>
          <a:off x="2140987" y="2099972"/>
          <a:ext cx="1295400" cy="461963"/>
        </p:xfrm>
        <a:graphic>
          <a:graphicData uri="http://schemas.openxmlformats.org/presentationml/2006/ole">
            <mc:AlternateContent xmlns:mc="http://schemas.openxmlformats.org/markup-compatibility/2006">
              <mc:Choice xmlns:v="urn:schemas-microsoft-com:vml" Requires="v">
                <p:oleObj spid="_x0000_s31791" name="Equation" r:id="rId6" imgW="1295377" imgH="461897" progId="Equation.DSMT4">
                  <p:embed/>
                </p:oleObj>
              </mc:Choice>
              <mc:Fallback>
                <p:oleObj name="Equation" r:id="rId6" imgW="1295377" imgH="461897" progId="Equation.DSMT4">
                  <p:embed/>
                  <p:pic>
                    <p:nvPicPr>
                      <p:cNvPr id="0" name=""/>
                      <p:cNvPicPr/>
                      <p:nvPr/>
                    </p:nvPicPr>
                    <p:blipFill>
                      <a:blip r:embed="rId7"/>
                      <a:stretch>
                        <a:fillRect/>
                      </a:stretch>
                    </p:blipFill>
                    <p:spPr>
                      <a:xfrm>
                        <a:off x="2140987" y="2099972"/>
                        <a:ext cx="1295400" cy="461963"/>
                      </a:xfrm>
                      <a:prstGeom prst="rect">
                        <a:avLst/>
                      </a:prstGeom>
                    </p:spPr>
                  </p:pic>
                </p:oleObj>
              </mc:Fallback>
            </mc:AlternateContent>
          </a:graphicData>
        </a:graphic>
      </p:graphicFrame>
      <p:sp>
        <p:nvSpPr>
          <p:cNvPr id="7" name="左大括号 6">
            <a:extLst>
              <a:ext uri="{FF2B5EF4-FFF2-40B4-BE49-F238E27FC236}">
                <a16:creationId xmlns:a16="http://schemas.microsoft.com/office/drawing/2014/main" id="{7FAFE02B-6966-49A7-8197-F45ABC6EF736}"/>
              </a:ext>
            </a:extLst>
          </p:cNvPr>
          <p:cNvSpPr/>
          <p:nvPr/>
        </p:nvSpPr>
        <p:spPr>
          <a:xfrm>
            <a:off x="1619754" y="1700856"/>
            <a:ext cx="355193" cy="716248"/>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8" name="对象 7">
            <a:extLst>
              <a:ext uri="{FF2B5EF4-FFF2-40B4-BE49-F238E27FC236}">
                <a16:creationId xmlns:a16="http://schemas.microsoft.com/office/drawing/2014/main" id="{7D2C27F0-2FB7-4C00-91A4-27F77B555A61}"/>
              </a:ext>
            </a:extLst>
          </p:cNvPr>
          <p:cNvGraphicFramePr>
            <a:graphicFrameLocks noChangeAspect="1"/>
          </p:cNvGraphicFramePr>
          <p:nvPr>
            <p:extLst>
              <p:ext uri="{D42A27DB-BD31-4B8C-83A1-F6EECF244321}">
                <p14:modId xmlns:p14="http://schemas.microsoft.com/office/powerpoint/2010/main" val="3193717634"/>
              </p:ext>
            </p:extLst>
          </p:nvPr>
        </p:nvGraphicFramePr>
        <p:xfrm>
          <a:off x="2189056" y="1736693"/>
          <a:ext cx="510787" cy="378361"/>
        </p:xfrm>
        <a:graphic>
          <a:graphicData uri="http://schemas.openxmlformats.org/presentationml/2006/ole">
            <mc:AlternateContent xmlns:mc="http://schemas.openxmlformats.org/markup-compatibility/2006">
              <mc:Choice xmlns:v="urn:schemas-microsoft-com:vml" Requires="v">
                <p:oleObj spid="_x0000_s31792" name="Equation" r:id="rId8" imgW="342720" imgH="253800" progId="Equation.DSMT4">
                  <p:embed/>
                </p:oleObj>
              </mc:Choice>
              <mc:Fallback>
                <p:oleObj name="Equation" r:id="rId8" imgW="342720" imgH="253800" progId="Equation.DSMT4">
                  <p:embed/>
                  <p:pic>
                    <p:nvPicPr>
                      <p:cNvPr id="0" name=""/>
                      <p:cNvPicPr/>
                      <p:nvPr/>
                    </p:nvPicPr>
                    <p:blipFill>
                      <a:blip r:embed="rId9"/>
                      <a:stretch>
                        <a:fillRect/>
                      </a:stretch>
                    </p:blipFill>
                    <p:spPr>
                      <a:xfrm>
                        <a:off x="2189056" y="1736693"/>
                        <a:ext cx="510787" cy="378361"/>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27FFED41-D532-4F23-9C7B-A252B7605226}"/>
              </a:ext>
            </a:extLst>
          </p:cNvPr>
          <p:cNvGraphicFramePr>
            <a:graphicFrameLocks noChangeAspect="1"/>
          </p:cNvGraphicFramePr>
          <p:nvPr>
            <p:extLst>
              <p:ext uri="{D42A27DB-BD31-4B8C-83A1-F6EECF244321}">
                <p14:modId xmlns:p14="http://schemas.microsoft.com/office/powerpoint/2010/main" val="1685044350"/>
              </p:ext>
            </p:extLst>
          </p:nvPr>
        </p:nvGraphicFramePr>
        <p:xfrm>
          <a:off x="4086225" y="2636934"/>
          <a:ext cx="971550" cy="509587"/>
        </p:xfrm>
        <a:graphic>
          <a:graphicData uri="http://schemas.openxmlformats.org/presentationml/2006/ole">
            <mc:AlternateContent xmlns:mc="http://schemas.openxmlformats.org/markup-compatibility/2006">
              <mc:Choice xmlns:v="urn:schemas-microsoft-com:vml" Requires="v">
                <p:oleObj spid="_x0000_s31793" name="Equation" r:id="rId10" imgW="970992" imgH="509058" progId="Equation.DSMT4">
                  <p:embed/>
                </p:oleObj>
              </mc:Choice>
              <mc:Fallback>
                <p:oleObj name="Equation" r:id="rId10" imgW="970992" imgH="509058" progId="Equation.DSMT4">
                  <p:embed/>
                  <p:pic>
                    <p:nvPicPr>
                      <p:cNvPr id="0" name=""/>
                      <p:cNvPicPr/>
                      <p:nvPr/>
                    </p:nvPicPr>
                    <p:blipFill>
                      <a:blip r:embed="rId11"/>
                      <a:stretch>
                        <a:fillRect/>
                      </a:stretch>
                    </p:blipFill>
                    <p:spPr>
                      <a:xfrm>
                        <a:off x="4086225" y="2636934"/>
                        <a:ext cx="971550" cy="509587"/>
                      </a:xfrm>
                      <a:prstGeom prst="rect">
                        <a:avLst/>
                      </a:prstGeom>
                    </p:spPr>
                  </p:pic>
                </p:oleObj>
              </mc:Fallback>
            </mc:AlternateContent>
          </a:graphicData>
        </a:graphic>
      </p:graphicFrame>
    </p:spTree>
    <p:extLst>
      <p:ext uri="{BB962C8B-B14F-4D97-AF65-F5344CB8AC3E}">
        <p14:creationId xmlns:p14="http://schemas.microsoft.com/office/powerpoint/2010/main" val="167536750"/>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注: 弯曲线形 7">
            <a:extLst>
              <a:ext uri="{FF2B5EF4-FFF2-40B4-BE49-F238E27FC236}">
                <a16:creationId xmlns:a16="http://schemas.microsoft.com/office/drawing/2014/main" id="{F7B19707-49BD-4257-A179-FDFD941CE007}"/>
              </a:ext>
            </a:extLst>
          </p:cNvPr>
          <p:cNvSpPr/>
          <p:nvPr/>
        </p:nvSpPr>
        <p:spPr>
          <a:xfrm>
            <a:off x="4788018" y="1589970"/>
            <a:ext cx="1008084" cy="1334988"/>
          </a:xfrm>
          <a:prstGeom prst="borderCallout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9CA48474-55A9-43EE-A8C2-B3D033F3002C}"/>
              </a:ext>
            </a:extLst>
          </p:cNvPr>
          <p:cNvSpPr>
            <a:spLocks noGrp="1"/>
          </p:cNvSpPr>
          <p:nvPr>
            <p:ph type="title"/>
          </p:nvPr>
        </p:nvSpPr>
        <p:spPr/>
        <p:txBody>
          <a:bodyPr/>
          <a:lstStyle/>
          <a:p>
            <a:r>
              <a:rPr lang="en-US" altLang="zh-CN" sz="3600" dirty="0">
                <a:solidFill>
                  <a:srgbClr val="FF0066"/>
                </a:solidFill>
              </a:rPr>
              <a:t>Naive Bayes</a:t>
            </a:r>
            <a:endParaRPr lang="zh-CN" altLang="en-US" dirty="0"/>
          </a:p>
        </p:txBody>
      </p:sp>
      <p:sp>
        <p:nvSpPr>
          <p:cNvPr id="4" name="日期占位符 3">
            <a:extLst>
              <a:ext uri="{FF2B5EF4-FFF2-40B4-BE49-F238E27FC236}">
                <a16:creationId xmlns:a16="http://schemas.microsoft.com/office/drawing/2014/main" id="{68334FBA-87BC-4D2C-8DDC-CE4164FD3882}"/>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dirty="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Group 75">
            <a:extLst>
              <a:ext uri="{FF2B5EF4-FFF2-40B4-BE49-F238E27FC236}">
                <a16:creationId xmlns:a16="http://schemas.microsoft.com/office/drawing/2014/main" id="{78838FCD-E342-41A1-B461-52C0E86DE1B3}"/>
              </a:ext>
            </a:extLst>
          </p:cNvPr>
          <p:cNvGraphicFramePr>
            <a:graphicFrameLocks/>
          </p:cNvGraphicFramePr>
          <p:nvPr>
            <p:extLst>
              <p:ext uri="{D42A27DB-BD31-4B8C-83A1-F6EECF244321}">
                <p14:modId xmlns:p14="http://schemas.microsoft.com/office/powerpoint/2010/main" val="395223561"/>
              </p:ext>
            </p:extLst>
          </p:nvPr>
        </p:nvGraphicFramePr>
        <p:xfrm>
          <a:off x="640131" y="1674855"/>
          <a:ext cx="7875220" cy="1414619"/>
        </p:xfrm>
        <a:graphic>
          <a:graphicData uri="http://schemas.openxmlformats.org/drawingml/2006/table">
            <a:tbl>
              <a:tblPr/>
              <a:tblGrid>
                <a:gridCol w="1312025">
                  <a:extLst>
                    <a:ext uri="{9D8B030D-6E8A-4147-A177-3AD203B41FA5}">
                      <a16:colId xmlns:a16="http://schemas.microsoft.com/office/drawing/2014/main" val="20000"/>
                    </a:ext>
                  </a:extLst>
                </a:gridCol>
                <a:gridCol w="1313560">
                  <a:extLst>
                    <a:ext uri="{9D8B030D-6E8A-4147-A177-3AD203B41FA5}">
                      <a16:colId xmlns:a16="http://schemas.microsoft.com/office/drawing/2014/main" val="20001"/>
                    </a:ext>
                  </a:extLst>
                </a:gridCol>
                <a:gridCol w="1312025">
                  <a:extLst>
                    <a:ext uri="{9D8B030D-6E8A-4147-A177-3AD203B41FA5}">
                      <a16:colId xmlns:a16="http://schemas.microsoft.com/office/drawing/2014/main" val="20002"/>
                    </a:ext>
                  </a:extLst>
                </a:gridCol>
                <a:gridCol w="1312025">
                  <a:extLst>
                    <a:ext uri="{9D8B030D-6E8A-4147-A177-3AD203B41FA5}">
                      <a16:colId xmlns:a16="http://schemas.microsoft.com/office/drawing/2014/main" val="20003"/>
                    </a:ext>
                  </a:extLst>
                </a:gridCol>
                <a:gridCol w="1313560">
                  <a:extLst>
                    <a:ext uri="{9D8B030D-6E8A-4147-A177-3AD203B41FA5}">
                      <a16:colId xmlns:a16="http://schemas.microsoft.com/office/drawing/2014/main" val="20004"/>
                    </a:ext>
                  </a:extLst>
                </a:gridCol>
                <a:gridCol w="1312025">
                  <a:extLst>
                    <a:ext uri="{9D8B030D-6E8A-4147-A177-3AD203B41FA5}">
                      <a16:colId xmlns:a16="http://schemas.microsoft.com/office/drawing/2014/main" val="20005"/>
                    </a:ext>
                  </a:extLst>
                </a:gridCol>
              </a:tblGrid>
              <a:tr h="753404">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Living area (sq. feet)</a:t>
                      </a:r>
                    </a:p>
                  </a:txBody>
                  <a:tcP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&lt;400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400-800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800-1200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1200-1600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&gt;1600</a:t>
                      </a: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61215">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 name="矩形 5">
            <a:extLst>
              <a:ext uri="{FF2B5EF4-FFF2-40B4-BE49-F238E27FC236}">
                <a16:creationId xmlns:a16="http://schemas.microsoft.com/office/drawing/2014/main" id="{587C79E9-5AB5-4483-8275-70DAAF0CD49E}"/>
              </a:ext>
            </a:extLst>
          </p:cNvPr>
          <p:cNvSpPr/>
          <p:nvPr/>
        </p:nvSpPr>
        <p:spPr>
          <a:xfrm>
            <a:off x="603077" y="3933042"/>
            <a:ext cx="8163320" cy="1938992"/>
          </a:xfrm>
          <a:prstGeom prst="rect">
            <a:avLst/>
          </a:prstGeom>
        </p:spPr>
        <p:txBody>
          <a:bodyPr wrap="square">
            <a:spAutoFit/>
          </a:bodyPr>
          <a:lstStyle/>
          <a:p>
            <a:pPr algn="just"/>
            <a:r>
              <a:rPr lang="en-US" altLang="zh-CN" sz="2000" b="1" dirty="0">
                <a:latin typeface="Segoe UI Light" panose="020B0502040204020203" pitchFamily="34" charset="0"/>
                <a:ea typeface="+mn-ea"/>
                <a:cs typeface="Segoe UI Light" panose="020B0502040204020203" pitchFamily="34" charset="0"/>
              </a:rPr>
              <a:t>We can then apply the Naive Bayes algorithm, and model            with a multinomial distribution, as described previously. </a:t>
            </a:r>
          </a:p>
          <a:p>
            <a:pPr algn="just"/>
            <a:endParaRPr lang="en-US" altLang="zh-CN" sz="2000" b="1" dirty="0">
              <a:latin typeface="Segoe UI Light" panose="020B0502040204020203" pitchFamily="34" charset="0"/>
              <a:ea typeface="+mn-ea"/>
              <a:cs typeface="Segoe UI Light" panose="020B0502040204020203" pitchFamily="34" charset="0"/>
            </a:endParaRPr>
          </a:p>
          <a:p>
            <a:pPr algn="just"/>
            <a:r>
              <a:rPr lang="en-US" altLang="zh-CN" sz="2000" b="1" dirty="0">
                <a:latin typeface="Segoe UI Light" panose="020B0502040204020203" pitchFamily="34" charset="0"/>
                <a:ea typeface="+mn-ea"/>
                <a:cs typeface="Segoe UI Light" panose="020B0502040204020203" pitchFamily="34" charset="0"/>
              </a:rPr>
              <a:t>When the original, continuous-valued attributes are not well-modeled by a multivariate normal distribution, </a:t>
            </a:r>
            <a:r>
              <a:rPr lang="en-US" altLang="zh-CN" sz="2000" b="1" dirty="0">
                <a:solidFill>
                  <a:srgbClr val="C00000"/>
                </a:solidFill>
                <a:latin typeface="Segoe UI Light" panose="020B0502040204020203" pitchFamily="34" charset="0"/>
                <a:ea typeface="+mn-ea"/>
                <a:cs typeface="Segoe UI Light" panose="020B0502040204020203" pitchFamily="34" charset="0"/>
              </a:rPr>
              <a:t>discretizing the features</a:t>
            </a:r>
            <a:r>
              <a:rPr lang="en-US" altLang="zh-CN" sz="2000" b="1" dirty="0">
                <a:latin typeface="Segoe UI Light" panose="020B0502040204020203" pitchFamily="34" charset="0"/>
                <a:ea typeface="+mn-ea"/>
                <a:cs typeface="Segoe UI Light" panose="020B0502040204020203" pitchFamily="34" charset="0"/>
              </a:rPr>
              <a:t> and</a:t>
            </a:r>
          </a:p>
          <a:p>
            <a:pPr algn="just"/>
            <a:r>
              <a:rPr lang="en-US" altLang="zh-CN" sz="2000" b="1" dirty="0">
                <a:latin typeface="Segoe UI Light" panose="020B0502040204020203" pitchFamily="34" charset="0"/>
                <a:ea typeface="+mn-ea"/>
                <a:cs typeface="Segoe UI Light" panose="020B0502040204020203" pitchFamily="34" charset="0"/>
              </a:rPr>
              <a:t>using Naive Bayes (instead of GDA) will often result in a better classier.</a:t>
            </a:r>
          </a:p>
        </p:txBody>
      </p:sp>
      <p:graphicFrame>
        <p:nvGraphicFramePr>
          <p:cNvPr id="7" name="对象 6">
            <a:extLst>
              <a:ext uri="{FF2B5EF4-FFF2-40B4-BE49-F238E27FC236}">
                <a16:creationId xmlns:a16="http://schemas.microsoft.com/office/drawing/2014/main" id="{F3AE3396-4BF6-41E2-8403-A0E0B3958860}"/>
              </a:ext>
            </a:extLst>
          </p:cNvPr>
          <p:cNvGraphicFramePr>
            <a:graphicFrameLocks noChangeAspect="1"/>
          </p:cNvGraphicFramePr>
          <p:nvPr>
            <p:extLst>
              <p:ext uri="{D42A27DB-BD31-4B8C-83A1-F6EECF244321}">
                <p14:modId xmlns:p14="http://schemas.microsoft.com/office/powerpoint/2010/main" val="3774463358"/>
              </p:ext>
            </p:extLst>
          </p:nvPr>
        </p:nvGraphicFramePr>
        <p:xfrm>
          <a:off x="7092210" y="3957493"/>
          <a:ext cx="792066" cy="415152"/>
        </p:xfrm>
        <a:graphic>
          <a:graphicData uri="http://schemas.openxmlformats.org/presentationml/2006/ole">
            <mc:AlternateContent xmlns:mc="http://schemas.openxmlformats.org/markup-compatibility/2006">
              <mc:Choice xmlns:v="urn:schemas-microsoft-com:vml" Requires="v">
                <p:oleObj spid="_x0000_s32781" name="Equation" r:id="rId4" imgW="920589" imgH="483137" progId="Equation.DSMT4">
                  <p:embed/>
                </p:oleObj>
              </mc:Choice>
              <mc:Fallback>
                <p:oleObj name="Equation" r:id="rId4" imgW="920589" imgH="483137" progId="Equation.DSMT4">
                  <p:embed/>
                  <p:pic>
                    <p:nvPicPr>
                      <p:cNvPr id="0" name=""/>
                      <p:cNvPicPr/>
                      <p:nvPr/>
                    </p:nvPicPr>
                    <p:blipFill>
                      <a:blip r:embed="rId5"/>
                      <a:stretch>
                        <a:fillRect/>
                      </a:stretch>
                    </p:blipFill>
                    <p:spPr>
                      <a:xfrm>
                        <a:off x="7092210" y="3957493"/>
                        <a:ext cx="792066" cy="415152"/>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84E7C149-930B-4BE2-8803-BAAF9A0BD8B9}"/>
              </a:ext>
            </a:extLst>
          </p:cNvPr>
          <p:cNvSpPr txBox="1"/>
          <p:nvPr/>
        </p:nvSpPr>
        <p:spPr>
          <a:xfrm>
            <a:off x="3959949" y="3275686"/>
            <a:ext cx="828069" cy="369332"/>
          </a:xfrm>
          <a:prstGeom prst="rect">
            <a:avLst/>
          </a:prstGeom>
          <a:solidFill>
            <a:schemeClr val="accent1">
              <a:lumMod val="40000"/>
              <a:lumOff val="60000"/>
            </a:schemeClr>
          </a:solidFill>
        </p:spPr>
        <p:txBody>
          <a:bodyPr wrap="square" rtlCol="0">
            <a:spAutoFit/>
          </a:bodyPr>
          <a:lstStyle/>
          <a:p>
            <a:r>
              <a:rPr lang="en-US" altLang="zh-CN" dirty="0"/>
              <a:t>890 </a:t>
            </a:r>
            <a:endParaRPr lang="zh-CN" altLang="en-US" dirty="0"/>
          </a:p>
        </p:txBody>
      </p:sp>
    </p:spTree>
    <p:extLst>
      <p:ext uri="{BB962C8B-B14F-4D97-AF65-F5344CB8AC3E}">
        <p14:creationId xmlns:p14="http://schemas.microsoft.com/office/powerpoint/2010/main" val="181386397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53C8CA-4353-4F06-B056-F79B1E2E60CD}"/>
              </a:ext>
            </a:extLst>
          </p:cNvPr>
          <p:cNvSpPr>
            <a:spLocks noGrp="1"/>
          </p:cNvSpPr>
          <p:nvPr>
            <p:ph type="title"/>
          </p:nvPr>
        </p:nvSpPr>
        <p:spPr/>
        <p:txBody>
          <a:bodyPr/>
          <a:lstStyle/>
          <a:p>
            <a:r>
              <a:rPr lang="en-US" altLang="zh-CN" dirty="0"/>
              <a:t>Laplace smoothing</a:t>
            </a:r>
            <a:endParaRPr lang="zh-CN" altLang="en-US" dirty="0"/>
          </a:p>
        </p:txBody>
      </p:sp>
      <p:sp>
        <p:nvSpPr>
          <p:cNvPr id="3" name="内容占位符 2">
            <a:extLst>
              <a:ext uri="{FF2B5EF4-FFF2-40B4-BE49-F238E27FC236}">
                <a16:creationId xmlns:a16="http://schemas.microsoft.com/office/drawing/2014/main" id="{BE889590-B47A-4A70-9E36-139E1C977D82}"/>
              </a:ext>
            </a:extLst>
          </p:cNvPr>
          <p:cNvSpPr>
            <a:spLocks noGrp="1"/>
          </p:cNvSpPr>
          <p:nvPr>
            <p:ph idx="1"/>
          </p:nvPr>
        </p:nvSpPr>
        <p:spPr/>
        <p:txBody>
          <a:bodyPr/>
          <a:lstStyle/>
          <a:p>
            <a:r>
              <a:rPr lang="en-US" altLang="zh-CN" dirty="0"/>
              <a:t>The Naive Bayes algorithm will work fairly well for many problems, but there is a simple change that makes it work much better, especially for text classification.</a:t>
            </a:r>
          </a:p>
          <a:p>
            <a:endParaRPr lang="en-US" altLang="zh-CN" dirty="0"/>
          </a:p>
          <a:p>
            <a:endParaRPr lang="en-US" altLang="zh-CN" dirty="0"/>
          </a:p>
          <a:p>
            <a:r>
              <a:rPr lang="en-US" altLang="zh-CN" dirty="0"/>
              <a:t>Example</a:t>
            </a:r>
            <a:r>
              <a:rPr lang="zh-CN" altLang="en-US" dirty="0"/>
              <a:t>：</a:t>
            </a:r>
            <a:endParaRPr lang="en-US" altLang="zh-CN" dirty="0"/>
          </a:p>
          <a:p>
            <a:r>
              <a:rPr lang="en-US" altLang="zh-CN" dirty="0"/>
              <a:t> </a:t>
            </a:r>
            <a:r>
              <a:rPr lang="en-US" altLang="zh-CN" dirty="0" err="1"/>
              <a:t>NerIPS</a:t>
            </a:r>
            <a:r>
              <a:rPr lang="en-US" altLang="zh-CN" dirty="0"/>
              <a:t> conference.</a:t>
            </a:r>
            <a:endParaRPr lang="zh-CN" altLang="en-US" dirty="0"/>
          </a:p>
        </p:txBody>
      </p:sp>
      <p:sp>
        <p:nvSpPr>
          <p:cNvPr id="4" name="日期占位符 3">
            <a:extLst>
              <a:ext uri="{FF2B5EF4-FFF2-40B4-BE49-F238E27FC236}">
                <a16:creationId xmlns:a16="http://schemas.microsoft.com/office/drawing/2014/main" id="{29D02152-4660-4D14-8533-F3BA21CE20F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E57F917E-BEB7-413E-B09E-3937D8EC7B07}"/>
              </a:ext>
            </a:extLst>
          </p:cNvPr>
          <p:cNvGraphicFramePr>
            <a:graphicFrameLocks noChangeAspect="1"/>
          </p:cNvGraphicFramePr>
          <p:nvPr>
            <p:extLst>
              <p:ext uri="{D42A27DB-BD31-4B8C-83A1-F6EECF244321}">
                <p14:modId xmlns:p14="http://schemas.microsoft.com/office/powerpoint/2010/main" val="540344428"/>
              </p:ext>
            </p:extLst>
          </p:nvPr>
        </p:nvGraphicFramePr>
        <p:xfrm>
          <a:off x="2509837" y="4364831"/>
          <a:ext cx="4124325" cy="1901825"/>
        </p:xfrm>
        <a:graphic>
          <a:graphicData uri="http://schemas.openxmlformats.org/presentationml/2006/ole">
            <mc:AlternateContent xmlns:mc="http://schemas.openxmlformats.org/markup-compatibility/2006">
              <mc:Choice xmlns:v="urn:schemas-microsoft-com:vml" Requires="v">
                <p:oleObj spid="_x0000_s22541" name="Equation" r:id="rId3" imgW="4124108" imgH="1901948" progId="Equation.DSMT4">
                  <p:embed/>
                </p:oleObj>
              </mc:Choice>
              <mc:Fallback>
                <p:oleObj name="Equation" r:id="rId3" imgW="4124108" imgH="1901948" progId="Equation.DSMT4">
                  <p:embed/>
                  <p:pic>
                    <p:nvPicPr>
                      <p:cNvPr id="0" name=""/>
                      <p:cNvPicPr/>
                      <p:nvPr/>
                    </p:nvPicPr>
                    <p:blipFill>
                      <a:blip r:embed="rId4"/>
                      <a:stretch>
                        <a:fillRect/>
                      </a:stretch>
                    </p:blipFill>
                    <p:spPr>
                      <a:xfrm>
                        <a:off x="2509837" y="4364831"/>
                        <a:ext cx="4124325" cy="1901825"/>
                      </a:xfrm>
                      <a:prstGeom prst="rect">
                        <a:avLst/>
                      </a:prstGeom>
                    </p:spPr>
                  </p:pic>
                </p:oleObj>
              </mc:Fallback>
            </mc:AlternateContent>
          </a:graphicData>
        </a:graphic>
      </p:graphicFrame>
      <p:sp>
        <p:nvSpPr>
          <p:cNvPr id="6" name="矩形 5">
            <a:extLst>
              <a:ext uri="{FF2B5EF4-FFF2-40B4-BE49-F238E27FC236}">
                <a16:creationId xmlns:a16="http://schemas.microsoft.com/office/drawing/2014/main" id="{22FCFBF7-A0A7-4E08-BA5F-57EC5A716246}"/>
              </a:ext>
            </a:extLst>
          </p:cNvPr>
          <p:cNvSpPr/>
          <p:nvPr/>
        </p:nvSpPr>
        <p:spPr>
          <a:xfrm>
            <a:off x="827688" y="3980417"/>
            <a:ext cx="5899372" cy="338554"/>
          </a:xfrm>
          <a:prstGeom prst="rect">
            <a:avLst/>
          </a:prstGeom>
        </p:spPr>
        <p:txBody>
          <a:bodyPr wrap="none">
            <a:spAutoFit/>
          </a:bodyPr>
          <a:lstStyle/>
          <a:p>
            <a:r>
              <a:rPr lang="en-US" altLang="zh-CN" sz="1600" dirty="0"/>
              <a:t>Assuming that “</a:t>
            </a:r>
            <a:r>
              <a:rPr lang="en-US" altLang="zh-CN" sz="1600" dirty="0" err="1"/>
              <a:t>NerIPS</a:t>
            </a:r>
            <a:r>
              <a:rPr lang="en-US" altLang="zh-CN" sz="1600" dirty="0"/>
              <a:t>” was the 35000th word in the dictionary</a:t>
            </a:r>
            <a:endParaRPr lang="zh-CN" altLang="en-US" sz="1600" dirty="0"/>
          </a:p>
        </p:txBody>
      </p:sp>
    </p:spTree>
    <p:extLst>
      <p:ext uri="{BB962C8B-B14F-4D97-AF65-F5344CB8AC3E}">
        <p14:creationId xmlns:p14="http://schemas.microsoft.com/office/powerpoint/2010/main" val="226475800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2065F5-72F9-411D-9EB5-A9067F1EF983}"/>
              </a:ext>
            </a:extLst>
          </p:cNvPr>
          <p:cNvSpPr>
            <a:spLocks noGrp="1"/>
          </p:cNvSpPr>
          <p:nvPr>
            <p:ph type="title"/>
          </p:nvPr>
        </p:nvSpPr>
        <p:spPr/>
        <p:txBody>
          <a:bodyPr/>
          <a:lstStyle/>
          <a:p>
            <a:r>
              <a:rPr lang="en-US" altLang="zh-CN" dirty="0"/>
              <a:t>Laplace smoothing</a:t>
            </a:r>
            <a:endParaRPr lang="zh-CN" altLang="en-US" dirty="0"/>
          </a:p>
        </p:txBody>
      </p:sp>
      <p:sp>
        <p:nvSpPr>
          <p:cNvPr id="3" name="内容占位符 2">
            <a:extLst>
              <a:ext uri="{FF2B5EF4-FFF2-40B4-BE49-F238E27FC236}">
                <a16:creationId xmlns:a16="http://schemas.microsoft.com/office/drawing/2014/main" id="{117BA5E6-C980-422F-9D2C-465630AB50CD}"/>
              </a:ext>
            </a:extLst>
          </p:cNvPr>
          <p:cNvSpPr>
            <a:spLocks noGrp="1"/>
          </p:cNvSpPr>
          <p:nvPr>
            <p:ph idx="1"/>
          </p:nvPr>
        </p:nvSpPr>
        <p:spPr/>
        <p:txBody>
          <a:bodyPr/>
          <a:lstStyle/>
          <a:p>
            <a:endParaRPr lang="en-US" altLang="zh-CN" dirty="0"/>
          </a:p>
          <a:p>
            <a:endParaRPr lang="en-US" altLang="zh-CN" dirty="0"/>
          </a:p>
          <a:p>
            <a:endParaRPr lang="en-US" altLang="zh-CN" dirty="0"/>
          </a:p>
          <a:p>
            <a:pPr marL="0" indent="0">
              <a:buNone/>
            </a:pPr>
            <a:endParaRPr lang="en-US" altLang="zh-CN" dirty="0"/>
          </a:p>
          <a:p>
            <a:r>
              <a:rPr lang="en-US" altLang="zh-CN" dirty="0"/>
              <a:t>because it has never seen “nips” before in either spam or non-spam training examples, it thinks </a:t>
            </a:r>
            <a:r>
              <a:rPr lang="en-US" altLang="zh-CN" dirty="0">
                <a:solidFill>
                  <a:srgbClr val="0000FF"/>
                </a:solidFill>
              </a:rPr>
              <a:t>the probability of seeing it in either type of email is zero.</a:t>
            </a:r>
            <a:r>
              <a:rPr lang="en-US" altLang="zh-CN" dirty="0"/>
              <a:t> Hence, when trying to decide if one of these messages containing “</a:t>
            </a:r>
            <a:r>
              <a:rPr lang="en-US" altLang="zh-CN" dirty="0" err="1"/>
              <a:t>nerips</a:t>
            </a:r>
            <a:r>
              <a:rPr lang="en-US" altLang="zh-CN" dirty="0"/>
              <a:t>” is spam, it calculates the class posterior probabilities, and obtains</a:t>
            </a:r>
          </a:p>
          <a:p>
            <a:endParaRPr lang="en-US" altLang="zh-CN" dirty="0"/>
          </a:p>
          <a:p>
            <a:endParaRPr lang="zh-CN" altLang="en-US" dirty="0"/>
          </a:p>
        </p:txBody>
      </p:sp>
      <p:sp>
        <p:nvSpPr>
          <p:cNvPr id="4" name="日期占位符 3">
            <a:extLst>
              <a:ext uri="{FF2B5EF4-FFF2-40B4-BE49-F238E27FC236}">
                <a16:creationId xmlns:a16="http://schemas.microsoft.com/office/drawing/2014/main" id="{A82BB2CB-2BC1-4B01-B6F5-1B664B26000B}"/>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Object 4">
            <a:extLst>
              <a:ext uri="{FF2B5EF4-FFF2-40B4-BE49-F238E27FC236}">
                <a16:creationId xmlns:a16="http://schemas.microsoft.com/office/drawing/2014/main" id="{1CEE6D40-FC6F-4535-ACA1-7F45D5F49503}"/>
              </a:ext>
            </a:extLst>
          </p:cNvPr>
          <p:cNvGraphicFramePr>
            <a:graphicFrameLocks noChangeAspect="1"/>
          </p:cNvGraphicFramePr>
          <p:nvPr>
            <p:extLst>
              <p:ext uri="{D42A27DB-BD31-4B8C-83A1-F6EECF244321}">
                <p14:modId xmlns:p14="http://schemas.microsoft.com/office/powerpoint/2010/main" val="1700291898"/>
              </p:ext>
            </p:extLst>
          </p:nvPr>
        </p:nvGraphicFramePr>
        <p:xfrm>
          <a:off x="2483826" y="1484838"/>
          <a:ext cx="3204733" cy="1471005"/>
        </p:xfrm>
        <a:graphic>
          <a:graphicData uri="http://schemas.openxmlformats.org/presentationml/2006/ole">
            <mc:AlternateContent xmlns:mc="http://schemas.openxmlformats.org/markup-compatibility/2006">
              <mc:Choice xmlns:v="urn:schemas-microsoft-com:vml" Requires="v">
                <p:oleObj spid="_x0000_s23588" name="Equation" r:id="rId4" imgW="2489200" imgH="1143000" progId="Equation.DSMT4">
                  <p:embed/>
                </p:oleObj>
              </mc:Choice>
              <mc:Fallback>
                <p:oleObj name="Equation" r:id="rId4" imgW="2489200" imgH="1143000" progId="Equation.DSMT4">
                  <p:embed/>
                  <p:pic>
                    <p:nvPicPr>
                      <p:cNvPr id="115716" name="Object 4">
                        <a:extLst>
                          <a:ext uri="{FF2B5EF4-FFF2-40B4-BE49-F238E27FC236}">
                            <a16:creationId xmlns:a16="http://schemas.microsoft.com/office/drawing/2014/main" id="{A151989D-83BB-45D0-AC9B-1044C19EA2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3826" y="1484838"/>
                        <a:ext cx="3204733" cy="1471005"/>
                      </a:xfrm>
                      <a:prstGeom prst="rect">
                        <a:avLst/>
                      </a:prstGeom>
                      <a:solidFill>
                        <a:srgbClr val="FFFF99"/>
                      </a:solidFill>
                      <a:ln w="9525">
                        <a:solidFill>
                          <a:srgbClr val="FFFF99"/>
                        </a:solidFill>
                        <a:miter lim="800000"/>
                        <a:headEnd/>
                        <a:tailEnd/>
                      </a:ln>
                      <a:effectLst/>
                    </p:spPr>
                  </p:pic>
                </p:oleObj>
              </mc:Fallback>
            </mc:AlternateContent>
          </a:graphicData>
        </a:graphic>
      </p:graphicFrame>
      <p:graphicFrame>
        <p:nvGraphicFramePr>
          <p:cNvPr id="6" name="对象 5">
            <a:extLst>
              <a:ext uri="{FF2B5EF4-FFF2-40B4-BE49-F238E27FC236}">
                <a16:creationId xmlns:a16="http://schemas.microsoft.com/office/drawing/2014/main" id="{37D066EB-C51F-425D-B3D7-1A9A57FEDD49}"/>
              </a:ext>
            </a:extLst>
          </p:cNvPr>
          <p:cNvGraphicFramePr>
            <a:graphicFrameLocks noChangeAspect="1"/>
          </p:cNvGraphicFramePr>
          <p:nvPr>
            <p:extLst>
              <p:ext uri="{D42A27DB-BD31-4B8C-83A1-F6EECF244321}">
                <p14:modId xmlns:p14="http://schemas.microsoft.com/office/powerpoint/2010/main" val="3800489781"/>
              </p:ext>
            </p:extLst>
          </p:nvPr>
        </p:nvGraphicFramePr>
        <p:xfrm>
          <a:off x="1403736" y="4758799"/>
          <a:ext cx="5043487" cy="1228725"/>
        </p:xfrm>
        <a:graphic>
          <a:graphicData uri="http://schemas.openxmlformats.org/presentationml/2006/ole">
            <mc:AlternateContent xmlns:mc="http://schemas.openxmlformats.org/markup-compatibility/2006">
              <mc:Choice xmlns:v="urn:schemas-microsoft-com:vml" Requires="v">
                <p:oleObj spid="_x0000_s23589" name="Equation" r:id="rId6" imgW="5042896" imgH="1228364" progId="Equation.DSMT4">
                  <p:embed/>
                </p:oleObj>
              </mc:Choice>
              <mc:Fallback>
                <p:oleObj name="Equation" r:id="rId6" imgW="5042896" imgH="1228364" progId="Equation.DSMT4">
                  <p:embed/>
                  <p:pic>
                    <p:nvPicPr>
                      <p:cNvPr id="0" name=""/>
                      <p:cNvPicPr/>
                      <p:nvPr/>
                    </p:nvPicPr>
                    <p:blipFill>
                      <a:blip r:embed="rId7"/>
                      <a:stretch>
                        <a:fillRect/>
                      </a:stretch>
                    </p:blipFill>
                    <p:spPr>
                      <a:xfrm>
                        <a:off x="1403736" y="4758799"/>
                        <a:ext cx="5043487" cy="1228725"/>
                      </a:xfrm>
                      <a:prstGeom prst="rect">
                        <a:avLst/>
                      </a:prstGeom>
                    </p:spPr>
                  </p:pic>
                </p:oleObj>
              </mc:Fallback>
            </mc:AlternateContent>
          </a:graphicData>
        </a:graphic>
      </p:graphicFrame>
      <p:sp>
        <p:nvSpPr>
          <p:cNvPr id="7" name="矩形 6">
            <a:extLst>
              <a:ext uri="{FF2B5EF4-FFF2-40B4-BE49-F238E27FC236}">
                <a16:creationId xmlns:a16="http://schemas.microsoft.com/office/drawing/2014/main" id="{229079F7-9528-4612-8A50-19745D915374}"/>
              </a:ext>
            </a:extLst>
          </p:cNvPr>
          <p:cNvSpPr/>
          <p:nvPr/>
        </p:nvSpPr>
        <p:spPr>
          <a:xfrm>
            <a:off x="5672884" y="6123295"/>
            <a:ext cx="2792767" cy="369332"/>
          </a:xfrm>
          <a:prstGeom prst="rect">
            <a:avLst/>
          </a:prstGeom>
        </p:spPr>
        <p:txBody>
          <a:bodyPr wrap="square">
            <a:spAutoFit/>
          </a:bodyPr>
          <a:lstStyle/>
          <a:p>
            <a:r>
              <a:rPr lang="en-US" altLang="zh-CN" dirty="0"/>
              <a:t>how to make a prediction?</a:t>
            </a:r>
            <a:endParaRPr lang="zh-CN" altLang="en-US" dirty="0"/>
          </a:p>
        </p:txBody>
      </p:sp>
      <p:graphicFrame>
        <p:nvGraphicFramePr>
          <p:cNvPr id="8" name="对象 7">
            <a:extLst>
              <a:ext uri="{FF2B5EF4-FFF2-40B4-BE49-F238E27FC236}">
                <a16:creationId xmlns:a16="http://schemas.microsoft.com/office/drawing/2014/main" id="{A04F25FC-6F53-4AEE-8D54-CFE19A259FF5}"/>
              </a:ext>
            </a:extLst>
          </p:cNvPr>
          <p:cNvGraphicFramePr>
            <a:graphicFrameLocks noChangeAspect="1"/>
          </p:cNvGraphicFramePr>
          <p:nvPr>
            <p:extLst>
              <p:ext uri="{D42A27DB-BD31-4B8C-83A1-F6EECF244321}">
                <p14:modId xmlns:p14="http://schemas.microsoft.com/office/powerpoint/2010/main" val="2830668097"/>
              </p:ext>
            </p:extLst>
          </p:nvPr>
        </p:nvGraphicFramePr>
        <p:xfrm>
          <a:off x="7380234" y="5491054"/>
          <a:ext cx="1281113" cy="376237"/>
        </p:xfrm>
        <a:graphic>
          <a:graphicData uri="http://schemas.openxmlformats.org/presentationml/2006/ole">
            <mc:AlternateContent xmlns:mc="http://schemas.openxmlformats.org/markup-compatibility/2006">
              <mc:Choice xmlns:v="urn:schemas-microsoft-com:vml" Requires="v">
                <p:oleObj spid="_x0000_s23590" name="Equation" r:id="rId8" imgW="1281696" imgH="376574" progId="Equation.DSMT4">
                  <p:embed/>
                </p:oleObj>
              </mc:Choice>
              <mc:Fallback>
                <p:oleObj name="Equation" r:id="rId8" imgW="1281696" imgH="376574" progId="Equation.DSMT4">
                  <p:embed/>
                  <p:pic>
                    <p:nvPicPr>
                      <p:cNvPr id="0" name=""/>
                      <p:cNvPicPr/>
                      <p:nvPr/>
                    </p:nvPicPr>
                    <p:blipFill>
                      <a:blip r:embed="rId9"/>
                      <a:stretch>
                        <a:fillRect/>
                      </a:stretch>
                    </p:blipFill>
                    <p:spPr>
                      <a:xfrm>
                        <a:off x="7380234" y="5491054"/>
                        <a:ext cx="1281113" cy="376237"/>
                      </a:xfrm>
                      <a:prstGeom prst="rect">
                        <a:avLst/>
                      </a:prstGeom>
                    </p:spPr>
                  </p:pic>
                </p:oleObj>
              </mc:Fallback>
            </mc:AlternateContent>
          </a:graphicData>
        </a:graphic>
      </p:graphicFrame>
      <p:cxnSp>
        <p:nvCxnSpPr>
          <p:cNvPr id="10" name="直接箭头连接符 9">
            <a:extLst>
              <a:ext uri="{FF2B5EF4-FFF2-40B4-BE49-F238E27FC236}">
                <a16:creationId xmlns:a16="http://schemas.microsoft.com/office/drawing/2014/main" id="{B63D0136-4B56-4591-8352-38765CEAA6A0}"/>
              </a:ext>
            </a:extLst>
          </p:cNvPr>
          <p:cNvCxnSpPr>
            <a:cxnSpLocks/>
          </p:cNvCxnSpPr>
          <p:nvPr/>
        </p:nvCxnSpPr>
        <p:spPr>
          <a:xfrm flipH="1" flipV="1">
            <a:off x="5940115" y="5517174"/>
            <a:ext cx="1440119" cy="161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334536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A16A22-1D39-4CC4-BEED-89FEB389366E}"/>
              </a:ext>
            </a:extLst>
          </p:cNvPr>
          <p:cNvSpPr>
            <a:spLocks noGrp="1"/>
          </p:cNvSpPr>
          <p:nvPr>
            <p:ph type="title"/>
          </p:nvPr>
        </p:nvSpPr>
        <p:spPr/>
        <p:txBody>
          <a:bodyPr/>
          <a:lstStyle/>
          <a:p>
            <a:r>
              <a:rPr lang="en-US" altLang="zh-CN" dirty="0"/>
              <a:t>Laplace smoothing</a:t>
            </a:r>
            <a:endParaRPr lang="zh-CN" altLang="en-US" dirty="0"/>
          </a:p>
        </p:txBody>
      </p:sp>
      <p:sp>
        <p:nvSpPr>
          <p:cNvPr id="3" name="内容占位符 2">
            <a:extLst>
              <a:ext uri="{FF2B5EF4-FFF2-40B4-BE49-F238E27FC236}">
                <a16:creationId xmlns:a16="http://schemas.microsoft.com/office/drawing/2014/main" id="{24CCDCE7-A156-46EE-A923-22FA45E1E900}"/>
              </a:ext>
            </a:extLst>
          </p:cNvPr>
          <p:cNvSpPr>
            <a:spLocks noGrp="1"/>
          </p:cNvSpPr>
          <p:nvPr>
            <p:ph idx="1"/>
          </p:nvPr>
        </p:nvSpPr>
        <p:spPr/>
        <p:txBody>
          <a:bodyPr/>
          <a:lstStyle/>
          <a:p>
            <a:endParaRPr lang="en-US" altLang="zh-CN" dirty="0"/>
          </a:p>
          <a:p>
            <a:endParaRPr lang="en-US" altLang="zh-CN" dirty="0"/>
          </a:p>
          <a:p>
            <a:endParaRPr lang="en-US" altLang="zh-CN" dirty="0"/>
          </a:p>
          <a:p>
            <a:endParaRPr lang="en-US" altLang="zh-CN" dirty="0"/>
          </a:p>
          <a:p>
            <a:r>
              <a:rPr lang="en-US" altLang="zh-CN" dirty="0">
                <a:solidFill>
                  <a:srgbClr val="0000FF"/>
                </a:solidFill>
              </a:rPr>
              <a:t>Laplace smoothing:</a:t>
            </a:r>
            <a:endParaRPr lang="zh-CN" altLang="en-US" dirty="0"/>
          </a:p>
        </p:txBody>
      </p:sp>
      <p:sp>
        <p:nvSpPr>
          <p:cNvPr id="4" name="日期占位符 3">
            <a:extLst>
              <a:ext uri="{FF2B5EF4-FFF2-40B4-BE49-F238E27FC236}">
                <a16:creationId xmlns:a16="http://schemas.microsoft.com/office/drawing/2014/main" id="{23C955A1-AA9A-4B8F-9445-D395D399DF23}"/>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Object 14">
            <a:extLst>
              <a:ext uri="{FF2B5EF4-FFF2-40B4-BE49-F238E27FC236}">
                <a16:creationId xmlns:a16="http://schemas.microsoft.com/office/drawing/2014/main" id="{F36EA577-00BC-4F8C-A4D1-C38FABFB981C}"/>
              </a:ext>
            </a:extLst>
          </p:cNvPr>
          <p:cNvGraphicFramePr>
            <a:graphicFrameLocks noChangeAspect="1"/>
          </p:cNvGraphicFramePr>
          <p:nvPr>
            <p:extLst>
              <p:ext uri="{D42A27DB-BD31-4B8C-83A1-F6EECF244321}">
                <p14:modId xmlns:p14="http://schemas.microsoft.com/office/powerpoint/2010/main" val="3691296495"/>
              </p:ext>
            </p:extLst>
          </p:nvPr>
        </p:nvGraphicFramePr>
        <p:xfrm>
          <a:off x="3023897" y="1933604"/>
          <a:ext cx="1872156" cy="737811"/>
        </p:xfrm>
        <a:graphic>
          <a:graphicData uri="http://schemas.openxmlformats.org/presentationml/2006/ole">
            <mc:AlternateContent xmlns:mc="http://schemas.openxmlformats.org/markup-compatibility/2006">
              <mc:Choice xmlns:v="urn:schemas-microsoft-com:vml" Requires="v">
                <p:oleObj spid="_x0000_s24622" name="Equation" r:id="rId4" imgW="1256755" imgH="495085" progId="Equation.DSMT4">
                  <p:embed/>
                </p:oleObj>
              </mc:Choice>
              <mc:Fallback>
                <p:oleObj name="Equation" r:id="rId4" imgW="1256755" imgH="495085" progId="Equation.DSMT4">
                  <p:embed/>
                  <p:pic>
                    <p:nvPicPr>
                      <p:cNvPr id="116742" name="Object 14">
                        <a:extLst>
                          <a:ext uri="{FF2B5EF4-FFF2-40B4-BE49-F238E27FC236}">
                            <a16:creationId xmlns:a16="http://schemas.microsoft.com/office/drawing/2014/main" id="{BC4143F4-2A76-4118-95A9-70A1A4449A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3897" y="1933604"/>
                        <a:ext cx="1872156" cy="737811"/>
                      </a:xfrm>
                      <a:prstGeom prst="rect">
                        <a:avLst/>
                      </a:prstGeom>
                      <a:noFill/>
                      <a:ln w="57150" cmpd="thinThick">
                        <a:solidFill>
                          <a:srgbClr val="FF00FF"/>
                        </a:solidFill>
                        <a:miter lim="800000"/>
                        <a:headEnd/>
                        <a:tailEnd/>
                      </a:ln>
                      <a:effectLst/>
                    </p:spPr>
                  </p:pic>
                </p:oleObj>
              </mc:Fallback>
            </mc:AlternateContent>
          </a:graphicData>
        </a:graphic>
      </p:graphicFrame>
      <p:graphicFrame>
        <p:nvGraphicFramePr>
          <p:cNvPr id="6" name="对象 5">
            <a:extLst>
              <a:ext uri="{FF2B5EF4-FFF2-40B4-BE49-F238E27FC236}">
                <a16:creationId xmlns:a16="http://schemas.microsoft.com/office/drawing/2014/main" id="{C98E75CB-AE35-4913-9551-31D2174B79EF}"/>
              </a:ext>
            </a:extLst>
          </p:cNvPr>
          <p:cNvGraphicFramePr>
            <a:graphicFrameLocks noChangeAspect="1"/>
          </p:cNvGraphicFramePr>
          <p:nvPr>
            <p:extLst>
              <p:ext uri="{D42A27DB-BD31-4B8C-83A1-F6EECF244321}">
                <p14:modId xmlns:p14="http://schemas.microsoft.com/office/powerpoint/2010/main" val="362377592"/>
              </p:ext>
            </p:extLst>
          </p:nvPr>
        </p:nvGraphicFramePr>
        <p:xfrm>
          <a:off x="2555832" y="3612607"/>
          <a:ext cx="2808287" cy="911225"/>
        </p:xfrm>
        <a:graphic>
          <a:graphicData uri="http://schemas.openxmlformats.org/presentationml/2006/ole">
            <mc:AlternateContent xmlns:mc="http://schemas.openxmlformats.org/markup-compatibility/2006">
              <mc:Choice xmlns:v="urn:schemas-microsoft-com:vml" Requires="v">
                <p:oleObj spid="_x0000_s24623" name="Equation" r:id="rId6" imgW="2808930" imgH="911553" progId="Equation.DSMT4">
                  <p:embed/>
                </p:oleObj>
              </mc:Choice>
              <mc:Fallback>
                <p:oleObj name="Equation" r:id="rId6" imgW="2808930" imgH="911553" progId="Equation.DSMT4">
                  <p:embed/>
                  <p:pic>
                    <p:nvPicPr>
                      <p:cNvPr id="0" name=""/>
                      <p:cNvPicPr/>
                      <p:nvPr/>
                    </p:nvPicPr>
                    <p:blipFill>
                      <a:blip r:embed="rId7"/>
                      <a:stretch>
                        <a:fillRect/>
                      </a:stretch>
                    </p:blipFill>
                    <p:spPr>
                      <a:xfrm>
                        <a:off x="2555832" y="3612607"/>
                        <a:ext cx="2808287" cy="911225"/>
                      </a:xfrm>
                      <a:prstGeom prst="rect">
                        <a:avLst/>
                      </a:prstGeom>
                    </p:spPr>
                  </p:pic>
                </p:oleObj>
              </mc:Fallback>
            </mc:AlternateContent>
          </a:graphicData>
        </a:graphic>
      </p:graphicFrame>
      <p:pic>
        <p:nvPicPr>
          <p:cNvPr id="7" name="图片 6">
            <a:extLst>
              <a:ext uri="{FF2B5EF4-FFF2-40B4-BE49-F238E27FC236}">
                <a16:creationId xmlns:a16="http://schemas.microsoft.com/office/drawing/2014/main" id="{593020CB-E8B6-4C26-B372-FB5BE8171DA9}"/>
              </a:ext>
            </a:extLst>
          </p:cNvPr>
          <p:cNvPicPr>
            <a:picLocks noChangeAspect="1"/>
          </p:cNvPicPr>
          <p:nvPr/>
        </p:nvPicPr>
        <p:blipFill>
          <a:blip r:embed="rId8"/>
          <a:stretch>
            <a:fillRect/>
          </a:stretch>
        </p:blipFill>
        <p:spPr>
          <a:xfrm>
            <a:off x="1115712" y="4558242"/>
            <a:ext cx="6408127" cy="1934633"/>
          </a:xfrm>
          <a:prstGeom prst="rect">
            <a:avLst/>
          </a:prstGeom>
        </p:spPr>
      </p:pic>
    </p:spTree>
    <p:extLst>
      <p:ext uri="{BB962C8B-B14F-4D97-AF65-F5344CB8AC3E}">
        <p14:creationId xmlns:p14="http://schemas.microsoft.com/office/powerpoint/2010/main" val="1575723781"/>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5AA57-78E9-4E7A-9ABC-0553BABFFED5}"/>
              </a:ext>
            </a:extLst>
          </p:cNvPr>
          <p:cNvSpPr>
            <a:spLocks noGrp="1"/>
          </p:cNvSpPr>
          <p:nvPr>
            <p:ph type="title"/>
          </p:nvPr>
        </p:nvSpPr>
        <p:spPr/>
        <p:txBody>
          <a:bodyPr/>
          <a:lstStyle/>
          <a:p>
            <a:r>
              <a:rPr lang="en-US" altLang="zh-CN" dirty="0"/>
              <a:t>Laplace smoothing</a:t>
            </a:r>
            <a:endParaRPr lang="zh-CN" altLang="en-US" dirty="0"/>
          </a:p>
        </p:txBody>
      </p:sp>
      <p:sp>
        <p:nvSpPr>
          <p:cNvPr id="3" name="内容占位符 2">
            <a:extLst>
              <a:ext uri="{FF2B5EF4-FFF2-40B4-BE49-F238E27FC236}">
                <a16:creationId xmlns:a16="http://schemas.microsoft.com/office/drawing/2014/main" id="{8F899476-0C41-437F-A963-3514D39816D7}"/>
              </a:ext>
            </a:extLst>
          </p:cNvPr>
          <p:cNvSpPr>
            <a:spLocks noGrp="1"/>
          </p:cNvSpPr>
          <p:nvPr>
            <p:ph idx="1"/>
          </p:nvPr>
        </p:nvSpPr>
        <p:spPr/>
        <p:txBody>
          <a:bodyPr/>
          <a:lstStyle/>
          <a:p>
            <a:r>
              <a:rPr lang="en-US" altLang="zh-CN" dirty="0"/>
              <a:t>Returning to our Naive Bayes classier, with Laplace smoothing, we therefore obtain the following estimates of the parameters:</a:t>
            </a:r>
          </a:p>
          <a:p>
            <a:endParaRPr lang="zh-CN" altLang="en-US" dirty="0"/>
          </a:p>
        </p:txBody>
      </p:sp>
      <p:sp>
        <p:nvSpPr>
          <p:cNvPr id="4" name="日期占位符 3">
            <a:extLst>
              <a:ext uri="{FF2B5EF4-FFF2-40B4-BE49-F238E27FC236}">
                <a16:creationId xmlns:a16="http://schemas.microsoft.com/office/drawing/2014/main" id="{346A0969-86EF-476A-B7E7-8C9327077370}"/>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BB962C8B-B14F-4D97-AF65-F5344CB8AC3E}" type="datetime1">
              <a:rPr kumimoji="0" lang="zh-CN"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2021/10/25</a:t>
            </a:fld>
            <a:endParaRPr kumimoji="0" lang="zh-CN"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graphicFrame>
        <p:nvGraphicFramePr>
          <p:cNvPr id="5" name="对象 4">
            <a:extLst>
              <a:ext uri="{FF2B5EF4-FFF2-40B4-BE49-F238E27FC236}">
                <a16:creationId xmlns:a16="http://schemas.microsoft.com/office/drawing/2014/main" id="{9174FD70-A23F-4216-88B5-30CC01AF5E1B}"/>
              </a:ext>
            </a:extLst>
          </p:cNvPr>
          <p:cNvGraphicFramePr>
            <a:graphicFrameLocks noChangeAspect="1"/>
          </p:cNvGraphicFramePr>
          <p:nvPr>
            <p:extLst>
              <p:ext uri="{D42A27DB-BD31-4B8C-83A1-F6EECF244321}">
                <p14:modId xmlns:p14="http://schemas.microsoft.com/office/powerpoint/2010/main" val="3680087974"/>
              </p:ext>
            </p:extLst>
          </p:nvPr>
        </p:nvGraphicFramePr>
        <p:xfrm>
          <a:off x="2843856" y="2276904"/>
          <a:ext cx="2736228" cy="1455156"/>
        </p:xfrm>
        <a:graphic>
          <a:graphicData uri="http://schemas.openxmlformats.org/presentationml/2006/ole">
            <mc:AlternateContent xmlns:mc="http://schemas.openxmlformats.org/markup-compatibility/2006">
              <mc:Choice xmlns:v="urn:schemas-microsoft-com:vml" Requires="v">
                <p:oleObj spid="_x0000_s26637" name="Equation" r:id="rId3" imgW="3892610" imgH="2069714" progId="Equation.DSMT4">
                  <p:embed/>
                </p:oleObj>
              </mc:Choice>
              <mc:Fallback>
                <p:oleObj name="Equation" r:id="rId3" imgW="3892610" imgH="2069714" progId="Equation.DSMT4">
                  <p:embed/>
                  <p:pic>
                    <p:nvPicPr>
                      <p:cNvPr id="0" name=""/>
                      <p:cNvPicPr/>
                      <p:nvPr/>
                    </p:nvPicPr>
                    <p:blipFill>
                      <a:blip r:embed="rId4"/>
                      <a:stretch>
                        <a:fillRect/>
                      </a:stretch>
                    </p:blipFill>
                    <p:spPr>
                      <a:xfrm>
                        <a:off x="2843856" y="2276904"/>
                        <a:ext cx="2736228" cy="1455156"/>
                      </a:xfrm>
                      <a:prstGeom prst="rect">
                        <a:avLst/>
                      </a:prstGeom>
                    </p:spPr>
                  </p:pic>
                </p:oleObj>
              </mc:Fallback>
            </mc:AlternateContent>
          </a:graphicData>
        </a:graphic>
      </p:graphicFrame>
    </p:spTree>
    <p:extLst>
      <p:ext uri="{BB962C8B-B14F-4D97-AF65-F5344CB8AC3E}">
        <p14:creationId xmlns:p14="http://schemas.microsoft.com/office/powerpoint/2010/main" val="3374691217"/>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1446</TotalTime>
  <Words>2039</Words>
  <Application>Microsoft Office PowerPoint</Application>
  <PresentationFormat>全屏显示(4:3)</PresentationFormat>
  <Paragraphs>325</Paragraphs>
  <Slides>43</Slides>
  <Notes>27</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43</vt:i4>
      </vt:variant>
    </vt:vector>
  </HeadingPairs>
  <TitlesOfParts>
    <vt:vector size="57" baseType="lpstr">
      <vt:lpstr>PMingLiU</vt:lpstr>
      <vt:lpstr>黑体</vt:lpstr>
      <vt:lpstr>宋体</vt:lpstr>
      <vt:lpstr>Arial</vt:lpstr>
      <vt:lpstr>Calibri</vt:lpstr>
      <vt:lpstr>Cambria Math</vt:lpstr>
      <vt:lpstr>Candara</vt:lpstr>
      <vt:lpstr>Comic Sans MS</vt:lpstr>
      <vt:lpstr>Segoe UI Light</vt:lpstr>
      <vt:lpstr>Segoe UI Symbol</vt:lpstr>
      <vt:lpstr>Wingdings</vt:lpstr>
      <vt:lpstr>Office Theme</vt:lpstr>
      <vt:lpstr>MathType 7.0 Equation</vt:lpstr>
      <vt:lpstr>MathType 5.0 Equation</vt:lpstr>
      <vt:lpstr>PowerPoint 演示文稿</vt:lpstr>
      <vt:lpstr>Contents</vt:lpstr>
      <vt:lpstr> From Linear to Logistic Regression</vt:lpstr>
      <vt:lpstr>Classification</vt:lpstr>
      <vt:lpstr>Classification</vt:lpstr>
      <vt:lpstr>Generative Learning algorithms</vt:lpstr>
      <vt:lpstr>Generative Learning algorithms</vt:lpstr>
      <vt:lpstr>Gaussian discriminant analysis</vt:lpstr>
      <vt:lpstr>Multivariate normal distribution 多元正态分布</vt:lpstr>
      <vt:lpstr>Some examples of Gaussian distribution</vt:lpstr>
      <vt:lpstr>Some examples of Gaussian distribution</vt:lpstr>
      <vt:lpstr>Some examples of Gaussian distribution</vt:lpstr>
      <vt:lpstr>Some examples of Gaussian distribution</vt:lpstr>
      <vt:lpstr>Some examples of Gaussian distribution</vt:lpstr>
      <vt:lpstr>Some examples of Gaussian distribution</vt:lpstr>
      <vt:lpstr>Some examples of Gaussian distribution</vt:lpstr>
      <vt:lpstr>Gaussian Discriminant Analysis model</vt:lpstr>
      <vt:lpstr>Gaussian Discriminant Analysis model</vt:lpstr>
      <vt:lpstr>Gaussian Discriminant Analysis model</vt:lpstr>
      <vt:lpstr>Gaussian Discriminant Analysis model</vt:lpstr>
      <vt:lpstr>GDA VS. logistic regression</vt:lpstr>
      <vt:lpstr>GDA VS. logistic regression</vt:lpstr>
      <vt:lpstr>GDA VS. logistic regression</vt:lpstr>
      <vt:lpstr>GDA VS. logistic regression</vt:lpstr>
      <vt:lpstr>GDA VS. logistic regression</vt:lpstr>
      <vt:lpstr>GDA VS. logistic regression</vt:lpstr>
      <vt:lpstr>GDA VS. logistic regression</vt:lpstr>
      <vt:lpstr>Discussions:</vt:lpstr>
      <vt:lpstr>Discussions:</vt:lpstr>
      <vt:lpstr>Discussions:</vt:lpstr>
      <vt:lpstr>Naive Bayes</vt:lpstr>
      <vt:lpstr>Naive Bayes</vt:lpstr>
      <vt:lpstr>Naive Bayes</vt:lpstr>
      <vt:lpstr>Naive Bayes</vt:lpstr>
      <vt:lpstr>Generative v.s. Discriminative</vt:lpstr>
      <vt:lpstr>Generative v.s. Discriminative</vt:lpstr>
      <vt:lpstr>Generative v.s. Discriminative</vt:lpstr>
      <vt:lpstr>Naive Bayes</vt:lpstr>
      <vt:lpstr>Naive Bayes</vt:lpstr>
      <vt:lpstr>Laplace smoothing</vt:lpstr>
      <vt:lpstr>Laplace smoothing</vt:lpstr>
      <vt:lpstr>Laplace smoothing</vt:lpstr>
      <vt:lpstr>Laplace smoothing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Snowden to Big Data</dc:title>
  <dc:creator>hytan</dc:creator>
  <cp:lastModifiedBy>ZHIXI FENG</cp:lastModifiedBy>
  <cp:revision>1874</cp:revision>
  <cp:lastPrinted>2021-10-25T14:19:45Z</cp:lastPrinted>
  <dcterms:created xsi:type="dcterms:W3CDTF">2012-06-06T01:30:00Z</dcterms:created>
  <dcterms:modified xsi:type="dcterms:W3CDTF">2021-10-25T15:23:47Z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2052-11.1.0.10700</vt:lpwstr>
  </property>
  <property fmtid="{D5CDD505-2E9C-101B-9397-08002B2CF9AE}" pid="3" name="ICV">
    <vt:lpwstr>67A9819ED46D4C83A56ECA158F8A50BD</vt:lpwstr>
  </property>
</Properties>
</file>