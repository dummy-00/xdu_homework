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2"/>
    <p:sldMasterId id="2147483681" r:id="rId3"/>
  </p:sldMasterIdLst>
  <p:notesMasterIdLst>
    <p:notesMasterId r:id="rId76"/>
  </p:notesMasterIdLst>
  <p:handoutMasterIdLst>
    <p:handoutMasterId r:id="rId77"/>
  </p:handoutMasterIdLst>
  <p:sldIdLst>
    <p:sldId id="756" r:id="rId4"/>
    <p:sldId id="1002" r:id="rId5"/>
    <p:sldId id="999" r:id="rId6"/>
    <p:sldId id="1001" r:id="rId7"/>
    <p:sldId id="1046" r:id="rId8"/>
    <p:sldId id="1050" r:id="rId9"/>
    <p:sldId id="815" r:id="rId10"/>
    <p:sldId id="692" r:id="rId11"/>
    <p:sldId id="697" r:id="rId12"/>
    <p:sldId id="699" r:id="rId13"/>
    <p:sldId id="700" r:id="rId14"/>
    <p:sldId id="701" r:id="rId15"/>
    <p:sldId id="1048" r:id="rId16"/>
    <p:sldId id="702" r:id="rId17"/>
    <p:sldId id="703" r:id="rId18"/>
    <p:sldId id="710" r:id="rId19"/>
    <p:sldId id="717" r:id="rId20"/>
    <p:sldId id="819" r:id="rId21"/>
    <p:sldId id="818" r:id="rId22"/>
    <p:sldId id="820" r:id="rId23"/>
    <p:sldId id="821" r:id="rId24"/>
    <p:sldId id="1057" r:id="rId25"/>
    <p:sldId id="822" r:id="rId26"/>
    <p:sldId id="823" r:id="rId27"/>
    <p:sldId id="824" r:id="rId28"/>
    <p:sldId id="1058" r:id="rId29"/>
    <p:sldId id="825" r:id="rId30"/>
    <p:sldId id="826" r:id="rId31"/>
    <p:sldId id="829" r:id="rId32"/>
    <p:sldId id="827" r:id="rId33"/>
    <p:sldId id="983" r:id="rId34"/>
    <p:sldId id="984" r:id="rId35"/>
    <p:sldId id="882" r:id="rId36"/>
    <p:sldId id="1049" r:id="rId37"/>
    <p:sldId id="883" r:id="rId38"/>
    <p:sldId id="884" r:id="rId39"/>
    <p:sldId id="982" r:id="rId40"/>
    <p:sldId id="985" r:id="rId41"/>
    <p:sldId id="885" r:id="rId42"/>
    <p:sldId id="886" r:id="rId43"/>
    <p:sldId id="887" r:id="rId44"/>
    <p:sldId id="1051" r:id="rId45"/>
    <p:sldId id="1052" r:id="rId46"/>
    <p:sldId id="1053" r:id="rId47"/>
    <p:sldId id="1054" r:id="rId48"/>
    <p:sldId id="1055" r:id="rId49"/>
    <p:sldId id="927" r:id="rId50"/>
    <p:sldId id="928" r:id="rId51"/>
    <p:sldId id="929" r:id="rId52"/>
    <p:sldId id="930" r:id="rId53"/>
    <p:sldId id="934" r:id="rId54"/>
    <p:sldId id="931" r:id="rId55"/>
    <p:sldId id="1023" r:id="rId56"/>
    <p:sldId id="933" r:id="rId57"/>
    <p:sldId id="817" r:id="rId58"/>
    <p:sldId id="704" r:id="rId59"/>
    <p:sldId id="977" r:id="rId60"/>
    <p:sldId id="1035" r:id="rId61"/>
    <p:sldId id="1037" r:id="rId62"/>
    <p:sldId id="1045" r:id="rId63"/>
    <p:sldId id="1044" r:id="rId64"/>
    <p:sldId id="1041" r:id="rId65"/>
    <p:sldId id="1042" r:id="rId66"/>
    <p:sldId id="1043" r:id="rId67"/>
    <p:sldId id="1036" r:id="rId68"/>
    <p:sldId id="1038" r:id="rId69"/>
    <p:sldId id="1039" r:id="rId70"/>
    <p:sldId id="986" r:id="rId71"/>
    <p:sldId id="1047" r:id="rId72"/>
    <p:sldId id="987" r:id="rId73"/>
    <p:sldId id="997" r:id="rId74"/>
    <p:sldId id="998" r:id="rId75"/>
  </p:sldIdLst>
  <p:sldSz cx="9144000" cy="6858000" type="screen4x3"/>
  <p:notesSz cx="6781800" cy="9926638"/>
  <p:custDataLst>
    <p:tags r:id="rId78"/>
  </p:custDataLst>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387" userDrawn="1">
          <p15:clr>
            <a:srgbClr val="A4A3A4"/>
          </p15:clr>
        </p15:guide>
        <p15:guide id="2" pos="31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Xu" initials="LX"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86" autoAdjust="0"/>
    <p:restoredTop sz="82326"/>
  </p:normalViewPr>
  <p:slideViewPr>
    <p:cSldViewPr showGuides="1">
      <p:cViewPr varScale="1">
        <p:scale>
          <a:sx n="99" d="100"/>
          <a:sy n="99" d="100"/>
        </p:scale>
        <p:origin x="843" y="42"/>
      </p:cViewPr>
      <p:guideLst>
        <p:guide orient="horz" pos="2387"/>
        <p:guide pos="3191"/>
      </p:guideLst>
    </p:cSldViewPr>
  </p:slideViewPr>
  <p:notesTextViewPr>
    <p:cViewPr>
      <p:scale>
        <a:sx n="100" d="100"/>
        <a:sy n="100" d="100"/>
      </p:scale>
      <p:origin x="0" y="0"/>
    </p:cViewPr>
  </p:notesTextViewPr>
  <p:gridSpacing cx="72005" cy="72005"/>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commentAuthors" Target="commentAuthors.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theme" Target="theme/theme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handoutMaster" Target="handoutMasters/handoutMaster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tags" Target="tags/tag1.xml"/><Relationship Id="rId8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notesMaster" Target="notesMasters/notesMaster1.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 Id="rId5" Type="http://schemas.openxmlformats.org/officeDocument/2006/relationships/image" Target="../media/image17.wmf"/><Relationship Id="rId4" Type="http://schemas.openxmlformats.org/officeDocument/2006/relationships/image" Target="../media/image1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4" Type="http://schemas.openxmlformats.org/officeDocument/2006/relationships/image" Target="../media/image21.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7.wmf"/><Relationship Id="rId7" Type="http://schemas.openxmlformats.org/officeDocument/2006/relationships/image" Target="../media/image31.wmf"/><Relationship Id="rId2" Type="http://schemas.openxmlformats.org/officeDocument/2006/relationships/image" Target="../media/image26.wmf"/><Relationship Id="rId1" Type="http://schemas.openxmlformats.org/officeDocument/2006/relationships/image" Target="../media/image25.wmf"/><Relationship Id="rId6" Type="http://schemas.openxmlformats.org/officeDocument/2006/relationships/image" Target="../media/image30.wmf"/><Relationship Id="rId5" Type="http://schemas.openxmlformats.org/officeDocument/2006/relationships/image" Target="../media/image29.wmf"/><Relationship Id="rId4" Type="http://schemas.openxmlformats.org/officeDocument/2006/relationships/image" Target="../media/image28.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image" Target="../media/image37.wmf"/><Relationship Id="rId7" Type="http://schemas.openxmlformats.org/officeDocument/2006/relationships/image" Target="../media/image41.wmf"/><Relationship Id="rId12" Type="http://schemas.openxmlformats.org/officeDocument/2006/relationships/image" Target="../media/image46.wmf"/><Relationship Id="rId2" Type="http://schemas.openxmlformats.org/officeDocument/2006/relationships/image" Target="../media/image36.wmf"/><Relationship Id="rId1" Type="http://schemas.openxmlformats.org/officeDocument/2006/relationships/image" Target="../media/image35.wmf"/><Relationship Id="rId6" Type="http://schemas.openxmlformats.org/officeDocument/2006/relationships/image" Target="../media/image40.wmf"/><Relationship Id="rId11" Type="http://schemas.openxmlformats.org/officeDocument/2006/relationships/image" Target="../media/image45.wmf"/><Relationship Id="rId5" Type="http://schemas.openxmlformats.org/officeDocument/2006/relationships/image" Target="../media/image39.wmf"/><Relationship Id="rId10" Type="http://schemas.openxmlformats.org/officeDocument/2006/relationships/image" Target="../media/image44.wmf"/><Relationship Id="rId4" Type="http://schemas.openxmlformats.org/officeDocument/2006/relationships/image" Target="../media/image38.wmf"/><Relationship Id="rId9" Type="http://schemas.openxmlformats.org/officeDocument/2006/relationships/image" Target="../media/image4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57.emf"/><Relationship Id="rId3" Type="http://schemas.openxmlformats.org/officeDocument/2006/relationships/image" Target="../media/image52.wmf"/><Relationship Id="rId7" Type="http://schemas.openxmlformats.org/officeDocument/2006/relationships/image" Target="../media/image56.wmf"/><Relationship Id="rId2" Type="http://schemas.openxmlformats.org/officeDocument/2006/relationships/image" Target="../media/image51.wmf"/><Relationship Id="rId1" Type="http://schemas.openxmlformats.org/officeDocument/2006/relationships/image" Target="../media/image50.wmf"/><Relationship Id="rId6" Type="http://schemas.openxmlformats.org/officeDocument/2006/relationships/image" Target="../media/image55.wmf"/><Relationship Id="rId5" Type="http://schemas.openxmlformats.org/officeDocument/2006/relationships/image" Target="../media/image54.wmf"/><Relationship Id="rId4" Type="http://schemas.openxmlformats.org/officeDocument/2006/relationships/image" Target="../media/image53.wmf"/><Relationship Id="rId9" Type="http://schemas.openxmlformats.org/officeDocument/2006/relationships/image" Target="../media/image58.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image" Target="../media/image61.wmf"/><Relationship Id="rId7" Type="http://schemas.openxmlformats.org/officeDocument/2006/relationships/image" Target="../media/image65.wmf"/><Relationship Id="rId2" Type="http://schemas.openxmlformats.org/officeDocument/2006/relationships/image" Target="../media/image60.wmf"/><Relationship Id="rId1" Type="http://schemas.openxmlformats.org/officeDocument/2006/relationships/image" Target="../media/image59.wmf"/><Relationship Id="rId6" Type="http://schemas.openxmlformats.org/officeDocument/2006/relationships/image" Target="../media/image64.wmf"/><Relationship Id="rId5" Type="http://schemas.openxmlformats.org/officeDocument/2006/relationships/image" Target="../media/image63.wmf"/><Relationship Id="rId10" Type="http://schemas.openxmlformats.org/officeDocument/2006/relationships/image" Target="../media/image68.wmf"/><Relationship Id="rId4" Type="http://schemas.openxmlformats.org/officeDocument/2006/relationships/image" Target="../media/image62.wmf"/><Relationship Id="rId9" Type="http://schemas.openxmlformats.org/officeDocument/2006/relationships/image" Target="../media/image67.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70.wmf"/><Relationship Id="rId1" Type="http://schemas.openxmlformats.org/officeDocument/2006/relationships/image" Target="../media/image69.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wmf"/><Relationship Id="rId5" Type="http://schemas.openxmlformats.org/officeDocument/2006/relationships/image" Target="../media/image75.wmf"/><Relationship Id="rId4" Type="http://schemas.openxmlformats.org/officeDocument/2006/relationships/image" Target="../media/image74.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 Id="rId6" Type="http://schemas.openxmlformats.org/officeDocument/2006/relationships/image" Target="../media/image81.wmf"/><Relationship Id="rId5" Type="http://schemas.openxmlformats.org/officeDocument/2006/relationships/image" Target="../media/image80.wmf"/><Relationship Id="rId4" Type="http://schemas.openxmlformats.org/officeDocument/2006/relationships/image" Target="../media/image79.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82.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wmf"/><Relationship Id="rId4" Type="http://schemas.openxmlformats.org/officeDocument/2006/relationships/image" Target="../media/image86.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100.wmf"/><Relationship Id="rId3" Type="http://schemas.openxmlformats.org/officeDocument/2006/relationships/image" Target="../media/image95.wmf"/><Relationship Id="rId7" Type="http://schemas.openxmlformats.org/officeDocument/2006/relationships/image" Target="../media/image99.wmf"/><Relationship Id="rId2" Type="http://schemas.openxmlformats.org/officeDocument/2006/relationships/image" Target="../media/image94.wmf"/><Relationship Id="rId1" Type="http://schemas.openxmlformats.org/officeDocument/2006/relationships/image" Target="../media/image93.wmf"/><Relationship Id="rId6" Type="http://schemas.openxmlformats.org/officeDocument/2006/relationships/image" Target="../media/image98.wmf"/><Relationship Id="rId5" Type="http://schemas.openxmlformats.org/officeDocument/2006/relationships/image" Target="../media/image97.wmf"/><Relationship Id="rId4" Type="http://schemas.openxmlformats.org/officeDocument/2006/relationships/image" Target="../media/image96.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03.wmf"/><Relationship Id="rId7" Type="http://schemas.openxmlformats.org/officeDocument/2006/relationships/image" Target="../media/image107.wmf"/><Relationship Id="rId2" Type="http://schemas.openxmlformats.org/officeDocument/2006/relationships/image" Target="../media/image102.wmf"/><Relationship Id="rId1" Type="http://schemas.openxmlformats.org/officeDocument/2006/relationships/image" Target="../media/image101.wmf"/><Relationship Id="rId6" Type="http://schemas.openxmlformats.org/officeDocument/2006/relationships/image" Target="../media/image106.wmf"/><Relationship Id="rId5" Type="http://schemas.openxmlformats.org/officeDocument/2006/relationships/image" Target="../media/image105.wmf"/><Relationship Id="rId4" Type="http://schemas.openxmlformats.org/officeDocument/2006/relationships/image" Target="../media/image104.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10.wmf"/><Relationship Id="rId7" Type="http://schemas.openxmlformats.org/officeDocument/2006/relationships/image" Target="../media/image114.wmf"/><Relationship Id="rId2" Type="http://schemas.openxmlformats.org/officeDocument/2006/relationships/image" Target="../media/image109.wmf"/><Relationship Id="rId1" Type="http://schemas.openxmlformats.org/officeDocument/2006/relationships/image" Target="../media/image108.wmf"/><Relationship Id="rId6" Type="http://schemas.openxmlformats.org/officeDocument/2006/relationships/image" Target="../media/image113.wmf"/><Relationship Id="rId5" Type="http://schemas.openxmlformats.org/officeDocument/2006/relationships/image" Target="../media/image112.wmf"/><Relationship Id="rId4" Type="http://schemas.openxmlformats.org/officeDocument/2006/relationships/image" Target="../media/image111.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117.wmf"/><Relationship Id="rId1" Type="http://schemas.openxmlformats.org/officeDocument/2006/relationships/image" Target="../media/image116.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image" Target="../media/image120.wmf"/><Relationship Id="rId1" Type="http://schemas.openxmlformats.org/officeDocument/2006/relationships/image" Target="../media/image119.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29.wmf"/><Relationship Id="rId3" Type="http://schemas.openxmlformats.org/officeDocument/2006/relationships/image" Target="../media/image124.wmf"/><Relationship Id="rId7" Type="http://schemas.openxmlformats.org/officeDocument/2006/relationships/image" Target="../media/image128.wmf"/><Relationship Id="rId2" Type="http://schemas.openxmlformats.org/officeDocument/2006/relationships/image" Target="../media/image123.wmf"/><Relationship Id="rId1" Type="http://schemas.openxmlformats.org/officeDocument/2006/relationships/image" Target="../media/image122.wmf"/><Relationship Id="rId6" Type="http://schemas.openxmlformats.org/officeDocument/2006/relationships/image" Target="../media/image127.wmf"/><Relationship Id="rId5" Type="http://schemas.openxmlformats.org/officeDocument/2006/relationships/image" Target="../media/image126.wmf"/><Relationship Id="rId10" Type="http://schemas.openxmlformats.org/officeDocument/2006/relationships/image" Target="../media/image131.wmf"/><Relationship Id="rId4" Type="http://schemas.openxmlformats.org/officeDocument/2006/relationships/image" Target="../media/image125.wmf"/><Relationship Id="rId9" Type="http://schemas.openxmlformats.org/officeDocument/2006/relationships/image" Target="../media/image130.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34.wmf"/><Relationship Id="rId2" Type="http://schemas.openxmlformats.org/officeDocument/2006/relationships/image" Target="../media/image133.wmf"/><Relationship Id="rId1" Type="http://schemas.openxmlformats.org/officeDocument/2006/relationships/image" Target="../media/image132.wmf"/><Relationship Id="rId5" Type="http://schemas.openxmlformats.org/officeDocument/2006/relationships/image" Target="../media/image136.wmf"/><Relationship Id="rId4" Type="http://schemas.openxmlformats.org/officeDocument/2006/relationships/image" Target="../media/image135.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44.wmf"/><Relationship Id="rId3" Type="http://schemas.openxmlformats.org/officeDocument/2006/relationships/image" Target="../media/image139.wmf"/><Relationship Id="rId7" Type="http://schemas.openxmlformats.org/officeDocument/2006/relationships/image" Target="../media/image143.wmf"/><Relationship Id="rId12" Type="http://schemas.openxmlformats.org/officeDocument/2006/relationships/image" Target="../media/image119.wmf"/><Relationship Id="rId2" Type="http://schemas.openxmlformats.org/officeDocument/2006/relationships/image" Target="../media/image138.wmf"/><Relationship Id="rId1" Type="http://schemas.openxmlformats.org/officeDocument/2006/relationships/image" Target="../media/image137.wmf"/><Relationship Id="rId6" Type="http://schemas.openxmlformats.org/officeDocument/2006/relationships/image" Target="../media/image142.wmf"/><Relationship Id="rId11" Type="http://schemas.openxmlformats.org/officeDocument/2006/relationships/image" Target="../media/image147.emf"/><Relationship Id="rId5" Type="http://schemas.openxmlformats.org/officeDocument/2006/relationships/image" Target="../media/image141.wmf"/><Relationship Id="rId10" Type="http://schemas.openxmlformats.org/officeDocument/2006/relationships/image" Target="../media/image146.wmf"/><Relationship Id="rId4" Type="http://schemas.openxmlformats.org/officeDocument/2006/relationships/image" Target="../media/image140.wmf"/><Relationship Id="rId9" Type="http://schemas.openxmlformats.org/officeDocument/2006/relationships/image" Target="../media/image145.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150.wmf"/><Relationship Id="rId1" Type="http://schemas.openxmlformats.org/officeDocument/2006/relationships/image" Target="../media/image149.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153.wmf"/><Relationship Id="rId1" Type="http://schemas.openxmlformats.org/officeDocument/2006/relationships/image" Target="../media/image152.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67.wmf"/><Relationship Id="rId2" Type="http://schemas.openxmlformats.org/officeDocument/2006/relationships/image" Target="../media/image166.wmf"/><Relationship Id="rId1" Type="http://schemas.openxmlformats.org/officeDocument/2006/relationships/image" Target="../media/image165.wmf"/><Relationship Id="rId4" Type="http://schemas.openxmlformats.org/officeDocument/2006/relationships/image" Target="../media/image168.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70.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78.wmf"/><Relationship Id="rId3" Type="http://schemas.openxmlformats.org/officeDocument/2006/relationships/image" Target="../media/image173.wmf"/><Relationship Id="rId7" Type="http://schemas.openxmlformats.org/officeDocument/2006/relationships/image" Target="../media/image177.wmf"/><Relationship Id="rId2" Type="http://schemas.openxmlformats.org/officeDocument/2006/relationships/image" Target="../media/image172.wmf"/><Relationship Id="rId1" Type="http://schemas.openxmlformats.org/officeDocument/2006/relationships/image" Target="../media/image171.wmf"/><Relationship Id="rId6" Type="http://schemas.openxmlformats.org/officeDocument/2006/relationships/image" Target="../media/image176.wmf"/><Relationship Id="rId5" Type="http://schemas.openxmlformats.org/officeDocument/2006/relationships/image" Target="../media/image175.wmf"/><Relationship Id="rId4" Type="http://schemas.openxmlformats.org/officeDocument/2006/relationships/image" Target="../media/image174.wmf"/><Relationship Id="rId9" Type="http://schemas.openxmlformats.org/officeDocument/2006/relationships/image" Target="../media/image179.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91.wmf"/><Relationship Id="rId1" Type="http://schemas.openxmlformats.org/officeDocument/2006/relationships/image" Target="../media/image190.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206.wmf"/><Relationship Id="rId3" Type="http://schemas.openxmlformats.org/officeDocument/2006/relationships/image" Target="../media/image201.wmf"/><Relationship Id="rId7" Type="http://schemas.openxmlformats.org/officeDocument/2006/relationships/image" Target="../media/image205.wmf"/><Relationship Id="rId2" Type="http://schemas.openxmlformats.org/officeDocument/2006/relationships/image" Target="../media/image200.wmf"/><Relationship Id="rId1" Type="http://schemas.openxmlformats.org/officeDocument/2006/relationships/image" Target="../media/image199.wmf"/><Relationship Id="rId6" Type="http://schemas.openxmlformats.org/officeDocument/2006/relationships/image" Target="../media/image204.wmf"/><Relationship Id="rId5" Type="http://schemas.openxmlformats.org/officeDocument/2006/relationships/image" Target="../media/image203.wmf"/><Relationship Id="rId4" Type="http://schemas.openxmlformats.org/officeDocument/2006/relationships/image" Target="../media/image202.wmf"/><Relationship Id="rId9" Type="http://schemas.openxmlformats.org/officeDocument/2006/relationships/image" Target="../media/image207.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212.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213.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216.wmf"/><Relationship Id="rId2" Type="http://schemas.openxmlformats.org/officeDocument/2006/relationships/image" Target="../media/image215.wmf"/><Relationship Id="rId1" Type="http://schemas.openxmlformats.org/officeDocument/2006/relationships/image" Target="../media/image214.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228.wmf"/><Relationship Id="rId2" Type="http://schemas.openxmlformats.org/officeDocument/2006/relationships/image" Target="../media/image227.wmf"/><Relationship Id="rId1" Type="http://schemas.openxmlformats.org/officeDocument/2006/relationships/image" Target="../media/image226.wmf"/><Relationship Id="rId4" Type="http://schemas.openxmlformats.org/officeDocument/2006/relationships/image" Target="../media/image229.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226.wmf"/><Relationship Id="rId3" Type="http://schemas.openxmlformats.org/officeDocument/2006/relationships/image" Target="../media/image236.wmf"/><Relationship Id="rId7" Type="http://schemas.openxmlformats.org/officeDocument/2006/relationships/image" Target="../media/image240.emf"/><Relationship Id="rId2" Type="http://schemas.openxmlformats.org/officeDocument/2006/relationships/image" Target="../media/image235.wmf"/><Relationship Id="rId1" Type="http://schemas.openxmlformats.org/officeDocument/2006/relationships/image" Target="../media/image234.wmf"/><Relationship Id="rId6" Type="http://schemas.openxmlformats.org/officeDocument/2006/relationships/image" Target="../media/image239.wmf"/><Relationship Id="rId5" Type="http://schemas.openxmlformats.org/officeDocument/2006/relationships/image" Target="../media/image238.wmf"/><Relationship Id="rId4" Type="http://schemas.openxmlformats.org/officeDocument/2006/relationships/image" Target="../media/image237.w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251.wmf"/><Relationship Id="rId3" Type="http://schemas.openxmlformats.org/officeDocument/2006/relationships/image" Target="../media/image246.wmf"/><Relationship Id="rId7" Type="http://schemas.openxmlformats.org/officeDocument/2006/relationships/image" Target="../media/image250.wmf"/><Relationship Id="rId2" Type="http://schemas.openxmlformats.org/officeDocument/2006/relationships/image" Target="../media/image245.wmf"/><Relationship Id="rId1" Type="http://schemas.openxmlformats.org/officeDocument/2006/relationships/image" Target="../media/image244.wmf"/><Relationship Id="rId6" Type="http://schemas.openxmlformats.org/officeDocument/2006/relationships/image" Target="../media/image249.wmf"/><Relationship Id="rId5" Type="http://schemas.openxmlformats.org/officeDocument/2006/relationships/image" Target="../media/image248.wmf"/><Relationship Id="rId10" Type="http://schemas.openxmlformats.org/officeDocument/2006/relationships/image" Target="../media/image226.wmf"/><Relationship Id="rId4" Type="http://schemas.openxmlformats.org/officeDocument/2006/relationships/image" Target="../media/image247.wmf"/><Relationship Id="rId9" Type="http://schemas.openxmlformats.org/officeDocument/2006/relationships/image" Target="../media/image240.e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256.wmf"/><Relationship Id="rId2" Type="http://schemas.openxmlformats.org/officeDocument/2006/relationships/image" Target="../media/image255.wmf"/><Relationship Id="rId1" Type="http://schemas.openxmlformats.org/officeDocument/2006/relationships/image" Target="../media/image254.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258.wmf"/><Relationship Id="rId1" Type="http://schemas.openxmlformats.org/officeDocument/2006/relationships/image" Target="../media/image25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38463" cy="495300"/>
          </a:xfrm>
          <a:prstGeom prst="rect">
            <a:avLst/>
          </a:prstGeom>
        </p:spPr>
        <p:txBody>
          <a:bodyPr vert="horz" lIns="95472" tIns="47736" rIns="95472" bIns="47736" rtlCol="0"/>
          <a:lstStyle>
            <a:lvl1pPr algn="l" eaLnBrk="1" hangingPunct="1">
              <a:buFontTx/>
              <a:buNone/>
              <a:defRPr sz="13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sz="quarter" idx="1"/>
          </p:nvPr>
        </p:nvSpPr>
        <p:spPr>
          <a:xfrm>
            <a:off x="3841750" y="0"/>
            <a:ext cx="2938463" cy="495300"/>
          </a:xfrm>
          <a:prstGeom prst="rect">
            <a:avLst/>
          </a:prstGeom>
        </p:spPr>
        <p:txBody>
          <a:bodyPr vert="horz" lIns="95472" tIns="47736" rIns="95472" bIns="47736" rtlCol="0"/>
          <a:lstStyle>
            <a:lvl1pPr algn="r" eaLnBrk="1" hangingPunct="1">
              <a:buFontTx/>
              <a:buNone/>
              <a:defRPr sz="13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2"/>
          </p:nvPr>
        </p:nvSpPr>
        <p:spPr>
          <a:xfrm>
            <a:off x="0" y="9429750"/>
            <a:ext cx="2938463" cy="495300"/>
          </a:xfrm>
          <a:prstGeom prst="rect">
            <a:avLst/>
          </a:prstGeom>
        </p:spPr>
        <p:txBody>
          <a:bodyPr vert="horz" lIns="95472" tIns="47736" rIns="95472" bIns="47736" rtlCol="0" anchor="b"/>
          <a:lstStyle>
            <a:lvl1pPr algn="l" eaLnBrk="1" hangingPunct="1">
              <a:buFontTx/>
              <a:buNone/>
              <a:defRPr sz="13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3"/>
          </p:nvPr>
        </p:nvSpPr>
        <p:spPr>
          <a:xfrm>
            <a:off x="3841750" y="9429750"/>
            <a:ext cx="2938463" cy="495300"/>
          </a:xfrm>
          <a:prstGeom prst="rect">
            <a:avLst/>
          </a:prstGeom>
        </p:spPr>
        <p:txBody>
          <a:bodyPr vert="horz" wrap="square" lIns="95472" tIns="47736" rIns="95472" bIns="47736" numCol="1" anchor="b" anchorCtr="0" compatLnSpc="1"/>
          <a:lstStyle>
            <a:lvl1pPr algn="r" eaLnBrk="1" hangingPunct="1">
              <a:buFontTx/>
              <a:buNone/>
              <a:defRPr sz="1300">
                <a:latin typeface="Tahoma" panose="020B060403050404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90FF0D0-1C1F-4D37-9CAA-C138A29211B0}" type="slidenum">
              <a:rPr kumimoji="0" lang="zh-CN" altLang="en-US" sz="13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a:t>
            </a:fld>
            <a:endParaRPr kumimoji="0" lang="zh-CN" altLang="en-US" sz="13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38463" cy="495300"/>
          </a:xfrm>
          <a:prstGeom prst="rect">
            <a:avLst/>
          </a:prstGeom>
        </p:spPr>
        <p:txBody>
          <a:bodyPr vert="horz" lIns="95472" tIns="47736" rIns="95472" bIns="47736" rtlCol="0"/>
          <a:lstStyle>
            <a:lvl1pPr algn="l" eaLnBrk="1" hangingPunct="1">
              <a:buFontTx/>
              <a:buNone/>
              <a:defRPr sz="13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idx="1"/>
          </p:nvPr>
        </p:nvSpPr>
        <p:spPr>
          <a:xfrm>
            <a:off x="3841750" y="0"/>
            <a:ext cx="2938463" cy="495300"/>
          </a:xfrm>
          <a:prstGeom prst="rect">
            <a:avLst/>
          </a:prstGeom>
        </p:spPr>
        <p:txBody>
          <a:bodyPr vert="horz" lIns="95472" tIns="47736" rIns="95472" bIns="47736" rtlCol="0"/>
          <a:lstStyle>
            <a:lvl1pPr algn="r" eaLnBrk="1" hangingPunct="1">
              <a:buFontTx/>
              <a:buNone/>
              <a:defRPr sz="13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909638" y="744538"/>
            <a:ext cx="4962525" cy="3722688"/>
          </a:xfrm>
          <a:prstGeom prst="rect">
            <a:avLst/>
          </a:prstGeom>
          <a:noFill/>
          <a:ln w="12700">
            <a:solidFill>
              <a:prstClr val="black"/>
            </a:solidFill>
          </a:ln>
        </p:spPr>
        <p:txBody>
          <a:bodyPr vert="horz" lIns="95472" tIns="47736" rIns="95472" bIns="47736"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5" name="备注占位符 4"/>
          <p:cNvSpPr>
            <a:spLocks noGrp="1"/>
          </p:cNvSpPr>
          <p:nvPr>
            <p:ph type="body" sz="quarter" idx="3"/>
          </p:nvPr>
        </p:nvSpPr>
        <p:spPr>
          <a:xfrm>
            <a:off x="677863" y="4714875"/>
            <a:ext cx="5426075" cy="4467225"/>
          </a:xfrm>
          <a:prstGeom prst="rect">
            <a:avLst/>
          </a:prstGeom>
        </p:spPr>
        <p:txBody>
          <a:bodyPr vert="horz" lIns="95472" tIns="47736" rIns="95472" bIns="47736"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第五级</a:t>
            </a:r>
          </a:p>
        </p:txBody>
      </p:sp>
      <p:sp>
        <p:nvSpPr>
          <p:cNvPr id="6" name="页脚占位符 5"/>
          <p:cNvSpPr>
            <a:spLocks noGrp="1"/>
          </p:cNvSpPr>
          <p:nvPr>
            <p:ph type="ftr" sz="quarter" idx="4"/>
          </p:nvPr>
        </p:nvSpPr>
        <p:spPr>
          <a:xfrm>
            <a:off x="0" y="9429750"/>
            <a:ext cx="2938463" cy="495300"/>
          </a:xfrm>
          <a:prstGeom prst="rect">
            <a:avLst/>
          </a:prstGeom>
        </p:spPr>
        <p:txBody>
          <a:bodyPr vert="horz" lIns="95472" tIns="47736" rIns="95472" bIns="47736" rtlCol="0" anchor="b"/>
          <a:lstStyle>
            <a:lvl1pPr algn="l" eaLnBrk="1" hangingPunct="1">
              <a:buFontTx/>
              <a:buNone/>
              <a:defRPr sz="13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5"/>
          </p:nvPr>
        </p:nvSpPr>
        <p:spPr>
          <a:xfrm>
            <a:off x="3841750" y="9429750"/>
            <a:ext cx="2938463" cy="495300"/>
          </a:xfrm>
          <a:prstGeom prst="rect">
            <a:avLst/>
          </a:prstGeom>
        </p:spPr>
        <p:txBody>
          <a:bodyPr vert="horz" wrap="square" lIns="95472" tIns="47736" rIns="95472" bIns="47736" numCol="1" anchor="b" anchorCtr="0" compatLnSpc="1"/>
          <a:lstStyle>
            <a:lvl1pPr algn="r" eaLnBrk="1" hangingPunct="1">
              <a:buFontTx/>
              <a:buNone/>
              <a:defRPr sz="13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F9947B7-990D-4219-9727-D26FA71AA630}" type="slidenum">
              <a:rPr kumimoji="0"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zh-CN" altLang="en-US"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华文新魏" panose="0201080004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华文新魏" panose="0201080004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华文新魏" panose="0201080004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华文新魏" panose="0201080004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华文新魏" panose="0201080004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rtl="0" eaLnBrk="0" fontAlgn="base" hangingPunct="0">
              <a:spcBef>
                <a:spcPct val="0"/>
              </a:spcBef>
              <a:spcAft>
                <a:spcPct val="0"/>
              </a:spcAft>
              <a:defRPr kumimoji="1" lang="zh-CN" altLang="en-US" sz="3600" b="1" kern="120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华文新魏" panose="02010800040101010101" pitchFamily="2" charset="-122"/>
              </a:defRPr>
            </a:lvl1p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7" name="Rectangle 11"/>
          <p:cNvSpPr>
            <a:spLocks noGrp="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bwMode="auto">
          <a:xfrm>
            <a:off x="7310438"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0CF1F7C-58F8-4494-A07D-7CCB78C072E2}"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4FA05CB-9510-46BB-BC31-E455B62F13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827088" y="21224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789488" y="21224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4FA05CB-9510-46BB-BC31-E455B62F13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4FA05CB-9510-46BB-BC31-E455B62F13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4FA05CB-9510-46BB-BC31-E455B62F13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7" name="Rectangle 11"/>
          <p:cNvSpPr>
            <a:spLocks noGrp="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bwMode="auto">
          <a:xfrm>
            <a:off x="7310438" y="6329363"/>
            <a:ext cx="1905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5517162-2050-45EB-A8ED-3CA5C070E4C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4FA05CB-9510-46BB-BC31-E455B62F13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华文新魏" panose="02010800040101010101" pitchFamily="2" charset="-12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4FA05CB-9510-46BB-BC31-E455B62F13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4FA05CB-9510-46BB-BC31-E455B62F13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72263" y="765175"/>
            <a:ext cx="1947862" cy="547211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827088" y="765175"/>
            <a:ext cx="5692775" cy="547211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4FA05CB-9510-46BB-BC31-E455B62F13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27088" y="765175"/>
            <a:ext cx="7793037" cy="11430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827088" y="2122488"/>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789488" y="2122488"/>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4FA05CB-9510-46BB-BC31-E455B62F13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827088" y="765175"/>
            <a:ext cx="7793037" cy="1143000"/>
          </a:xfrm>
        </p:spPr>
        <p:txBody>
          <a:bodyPr/>
          <a:lstStyle/>
          <a:p>
            <a:pPr fontAlgn="base"/>
            <a:r>
              <a:rPr lang="zh-CN" altLang="en-US" strike="noStrike" noProof="1"/>
              <a:t>单击此处编辑母版标题样式</a:t>
            </a:r>
          </a:p>
        </p:txBody>
      </p:sp>
      <p:sp>
        <p:nvSpPr>
          <p:cNvPr id="3" name="内容占位符 2"/>
          <p:cNvSpPr>
            <a:spLocks noGrp="1"/>
          </p:cNvSpPr>
          <p:nvPr>
            <p:ph sz="quarter" idx="1"/>
          </p:nvPr>
        </p:nvSpPr>
        <p:spPr>
          <a:xfrm>
            <a:off x="827088" y="2122488"/>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789488" y="2122488"/>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827088" y="4256088"/>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内容占位符 5"/>
          <p:cNvSpPr>
            <a:spLocks noGrp="1"/>
          </p:cNvSpPr>
          <p:nvPr>
            <p:ph sz="quarter" idx="4"/>
          </p:nvPr>
        </p:nvSpPr>
        <p:spPr>
          <a:xfrm>
            <a:off x="4789488" y="4256088"/>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4FA05CB-9510-46BB-BC31-E455B62F13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27088" y="765175"/>
            <a:ext cx="7793037" cy="547211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4FA05CB-9510-46BB-BC31-E455B62F13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4FA05CB-9510-46BB-BC31-E455B62F13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27088" y="765175"/>
            <a:ext cx="7793037" cy="11430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827088" y="2122488"/>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789488" y="2122488"/>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789488" y="4256088"/>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4FA05CB-9510-46BB-BC31-E455B62F13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7" name="Rectangle 11"/>
          <p:cNvSpPr>
            <a:spLocks noGrp="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F705E38-8BFF-4596-B10E-3F9DCDFED5E8}"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827088" y="21224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789488" y="21224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7" name="Rectangle 11"/>
          <p:cNvSpPr>
            <a:spLocks noGrp="1"/>
          </p:cNvSpPr>
          <p:nvPr>
            <p:ph type="dt" sz="half" idx="1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504D5E0-B32D-4088-8EEB-07E48BBCB94A}"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7" name="Rectangle 11"/>
          <p:cNvSpPr>
            <a:spLocks noGrp="1"/>
          </p:cNvSpPr>
          <p:nvPr>
            <p:ph type="dt" sz="half" idx="1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1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1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243E870-D990-4C3E-8A34-29E43092D001}"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7" name="Rectangle 11"/>
          <p:cNvSpPr>
            <a:spLocks noGrp="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B67BE8C0-2D08-43E3-A3D4-E99A18BAC722}"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7" name="Rectangle 11"/>
          <p:cNvSpPr>
            <a:spLocks noGrp="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bwMode="auto">
          <a:xfrm>
            <a:off x="7310438" y="6329363"/>
            <a:ext cx="1905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B9E01D9D-1F57-4CC4-BA30-8B0FBA8F8EE2}"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7" name="Rectangle 11"/>
          <p:cNvSpPr>
            <a:spLocks noGrp="1"/>
          </p:cNvSpPr>
          <p:nvPr>
            <p:ph type="dt" sz="half" idx="1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AF40661-DEBC-4B53-838F-4E636F97AAB7}"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华文新魏" panose="02010800040101010101" pitchFamily="2" charset="-12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7" name="Rectangle 11"/>
          <p:cNvSpPr>
            <a:spLocks noGrp="1"/>
          </p:cNvSpPr>
          <p:nvPr>
            <p:ph type="dt" sz="half" idx="1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838E022-023C-4922-9BCA-C35CDE915F0F}"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7" name="Rectangle 11"/>
          <p:cNvSpPr>
            <a:spLocks noGrp="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11CD83C0-6F3B-417C-ADDF-978BA4D7256E}"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72263" y="765175"/>
            <a:ext cx="1947862" cy="547211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827088" y="765175"/>
            <a:ext cx="5692775" cy="547211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7" name="Rectangle 11"/>
          <p:cNvSpPr>
            <a:spLocks noGrp="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9D206E4-5DB1-432F-8F83-9CF041EB7382}"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27088" y="765175"/>
            <a:ext cx="7793037" cy="11430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827088" y="2122488"/>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789488" y="2122488"/>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7" name="Rectangle 11"/>
          <p:cNvSpPr>
            <a:spLocks noGrp="1"/>
          </p:cNvSpPr>
          <p:nvPr>
            <p:ph type="dt" sz="half" idx="1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1437B33-E62B-44A7-B9E1-BC15BEABF51E}"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fourObj" preserve="1">
  <p:cSld name="标题和四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sz="quarter"/>
          </p:nvPr>
        </p:nvSpPr>
        <p:spPr>
          <a:xfrm>
            <a:off x="827088" y="765175"/>
            <a:ext cx="7793037" cy="1143000"/>
          </a:xfrm>
        </p:spPr>
        <p:txBody>
          <a:bodyPr/>
          <a:lstStyle/>
          <a:p>
            <a:pPr fontAlgn="base"/>
            <a:r>
              <a:rPr lang="zh-CN" altLang="en-US" strike="noStrike" noProof="1"/>
              <a:t>单击此处编辑母版标题样式</a:t>
            </a:r>
          </a:p>
        </p:txBody>
      </p:sp>
      <p:sp>
        <p:nvSpPr>
          <p:cNvPr id="3" name="内容占位符 2"/>
          <p:cNvSpPr>
            <a:spLocks noGrp="1"/>
          </p:cNvSpPr>
          <p:nvPr>
            <p:ph sz="quarter" idx="1"/>
          </p:nvPr>
        </p:nvSpPr>
        <p:spPr>
          <a:xfrm>
            <a:off x="827088" y="2122488"/>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789488" y="2122488"/>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827088" y="4256088"/>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内容占位符 5"/>
          <p:cNvSpPr>
            <a:spLocks noGrp="1"/>
          </p:cNvSpPr>
          <p:nvPr>
            <p:ph sz="quarter" idx="4"/>
          </p:nvPr>
        </p:nvSpPr>
        <p:spPr>
          <a:xfrm>
            <a:off x="4789488" y="4256088"/>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7" name="Rectangle 11"/>
          <p:cNvSpPr>
            <a:spLocks noGrp="1"/>
          </p:cNvSpPr>
          <p:nvPr>
            <p:ph type="dt" sz="half" idx="1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1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1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9D5847D-15ED-488A-B0E0-39C465C50399}"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Only" preserve="1">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827088" y="765175"/>
            <a:ext cx="7793037" cy="547211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7" name="Rectangle 11"/>
          <p:cNvSpPr>
            <a:spLocks noGrp="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B7AA4593-B20A-4EA6-B642-770245FDBD42}"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
        <p:nvSpPr>
          <p:cNvPr id="17" name="Rectangle 11"/>
          <p:cNvSpPr>
            <a:spLocks noGrp="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31B2BE1-687D-42CD-B40A-BB338AC71B52}"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27088" y="765175"/>
            <a:ext cx="7793037" cy="11430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827088" y="2122488"/>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789488" y="2122488"/>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789488" y="4256088"/>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7" name="Rectangle 11"/>
          <p:cNvSpPr>
            <a:spLocks noGrp="1"/>
          </p:cNvSpPr>
          <p:nvPr>
            <p:ph type="dt" sz="half" idx="1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1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B4765434-7BD9-4CD2-8ABC-541CEE940858}"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1_空白">
    <p:bg>
      <p:bgPr>
        <a:solidFill>
          <a:schemeClr val="bg1"/>
        </a:solidFill>
        <a:effectLst/>
      </p:bgPr>
    </p:bg>
    <p:spTree>
      <p:nvGrpSpPr>
        <p:cNvPr id="1" name=""/>
        <p:cNvGrpSpPr/>
        <p:nvPr/>
      </p:nvGrpSpPr>
      <p:grpSpPr>
        <a:xfrm>
          <a:off x="0" y="0"/>
          <a:ext cx="0" cy="0"/>
          <a:chOff x="0" y="0"/>
          <a:chExt cx="0" cy="0"/>
        </a:xfrm>
      </p:grpSpPr>
      <p:sp>
        <p:nvSpPr>
          <p:cNvPr id="17" name="Rectangle 11"/>
          <p:cNvSpPr>
            <a:spLocks noGrp="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E8EF256-8B11-4B92-949B-76A4F7435F2A}"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27088" y="404813"/>
            <a:ext cx="7793037" cy="1143000"/>
          </a:xfrm>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a:xfrm>
            <a:off x="827088" y="1700213"/>
            <a:ext cx="7772400" cy="4608512"/>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7" name="Rectangle 11"/>
          <p:cNvSpPr>
            <a:spLocks noGrp="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C6367AD-3204-4343-A72B-C99854785EF0}"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rtl="0" eaLnBrk="0" fontAlgn="base" hangingPunct="0">
              <a:spcBef>
                <a:spcPct val="0"/>
              </a:spcBef>
              <a:spcAft>
                <a:spcPct val="0"/>
              </a:spcAft>
              <a:defRPr kumimoji="1" lang="zh-CN" altLang="en-US" sz="3600" b="1" kern="120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华文新魏" panose="02010800040101010101" pitchFamily="2" charset="-122"/>
              </a:defRPr>
            </a:lvl1p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7" name="Rectangle 11"/>
          <p:cNvSpPr>
            <a:spLocks noGrp="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bwMode="auto">
          <a:xfrm>
            <a:off x="7310438"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074D929-3E1F-4F06-B782-354CE8800858}"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CFA103E-6FC9-4B93-A3C7-DAF138D4C8C1}"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827088" y="21224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789488" y="21224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CFA103E-6FC9-4B93-A3C7-DAF138D4C8C1}"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CFA103E-6FC9-4B93-A3C7-DAF138D4C8C1}"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CFA103E-6FC9-4B93-A3C7-DAF138D4C8C1}"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7" name="Rectangle 11"/>
          <p:cNvSpPr>
            <a:spLocks noGrp="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p:cNvSpPr>
          <p:nvPr>
            <p:ph type="sldNum" sz="quarter" idx="4"/>
          </p:nvPr>
        </p:nvSpPr>
        <p:spPr bwMode="auto">
          <a:xfrm>
            <a:off x="7310438" y="6329363"/>
            <a:ext cx="1905000" cy="457200"/>
          </a:xfrm>
          <a:prstGeom prst="rect">
            <a:avLst/>
          </a:prstGeom>
          <a:noFill/>
          <a:ln w="9525">
            <a:noFill/>
            <a:miter lim="800000"/>
          </a:ln>
          <a:effectLst/>
        </p:spPr>
        <p:txBody>
          <a:bodyPr vert="horz" wrap="square" lIns="91440" tIns="45720" rIns="91440" bIns="45720"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2749E18-F82F-4E96-B601-9DF6291E173A}"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CFA103E-6FC9-4B93-A3C7-DAF138D4C8C1}"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华文新魏" panose="02010800040101010101" pitchFamily="2" charset="-12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CFA103E-6FC9-4B93-A3C7-DAF138D4C8C1}"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CFA103E-6FC9-4B93-A3C7-DAF138D4C8C1}"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72263" y="765175"/>
            <a:ext cx="1947862" cy="547211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827088" y="765175"/>
            <a:ext cx="5692775" cy="547211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CFA103E-6FC9-4B93-A3C7-DAF138D4C8C1}"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27088" y="765175"/>
            <a:ext cx="7793037" cy="11430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827088" y="2122488"/>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789488" y="2122488"/>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CFA103E-6FC9-4B93-A3C7-DAF138D4C8C1}"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827088" y="765175"/>
            <a:ext cx="7793037" cy="1143000"/>
          </a:xfrm>
        </p:spPr>
        <p:txBody>
          <a:bodyPr/>
          <a:lstStyle/>
          <a:p>
            <a:pPr fontAlgn="base"/>
            <a:r>
              <a:rPr lang="zh-CN" altLang="en-US" strike="noStrike" noProof="1"/>
              <a:t>单击此处编辑母版标题样式</a:t>
            </a:r>
          </a:p>
        </p:txBody>
      </p:sp>
      <p:sp>
        <p:nvSpPr>
          <p:cNvPr id="3" name="内容占位符 2"/>
          <p:cNvSpPr>
            <a:spLocks noGrp="1"/>
          </p:cNvSpPr>
          <p:nvPr>
            <p:ph sz="quarter" idx="1"/>
          </p:nvPr>
        </p:nvSpPr>
        <p:spPr>
          <a:xfrm>
            <a:off x="827088" y="2122488"/>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789488" y="2122488"/>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827088" y="4256088"/>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内容占位符 5"/>
          <p:cNvSpPr>
            <a:spLocks noGrp="1"/>
          </p:cNvSpPr>
          <p:nvPr>
            <p:ph sz="quarter" idx="4"/>
          </p:nvPr>
        </p:nvSpPr>
        <p:spPr>
          <a:xfrm>
            <a:off x="4789488" y="4256088"/>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CFA103E-6FC9-4B93-A3C7-DAF138D4C8C1}"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27088" y="765175"/>
            <a:ext cx="7793037" cy="547211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CFA103E-6FC9-4B93-A3C7-DAF138D4C8C1}"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CFA103E-6FC9-4B93-A3C7-DAF138D4C8C1}"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27088" y="765175"/>
            <a:ext cx="7793037" cy="11430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827088" y="2122488"/>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789488" y="2122488"/>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789488" y="4256088"/>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2CFA103E-6FC9-4B93-A3C7-DAF138D4C8C1}"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image" Target="../media/image1.pn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theme" Target="../theme/theme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19" Type="http://schemas.openxmlformats.org/officeDocument/2006/relationships/image" Target="../media/image2.jpeg"/><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image" Target="../media/image2.jpeg"/><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image" Target="../media/image1.png"/><Relationship Id="rId2" Type="http://schemas.openxmlformats.org/officeDocument/2006/relationships/slideLayout" Target="../slideLayouts/slideLayout33.xml"/><Relationship Id="rId16" Type="http://schemas.openxmlformats.org/officeDocument/2006/relationships/theme" Target="../theme/theme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p:nvPr/>
        </p:nvSpPr>
        <p:spPr bwMode="ltGray">
          <a:xfrm>
            <a:off x="417513" y="1098550"/>
            <a:ext cx="438150" cy="474663"/>
          </a:xfrm>
          <a:prstGeom prst="rect">
            <a:avLst/>
          </a:prstGeom>
          <a:solidFill>
            <a:schemeClr val="accent2"/>
          </a:solidFill>
          <a:ln>
            <a:noFill/>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7" name="Rectangle 3"/>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8" name="Rectangle 4"/>
          <p:cNvSpPr/>
          <p:nvPr/>
        </p:nvSpPr>
        <p:spPr bwMode="ltGray">
          <a:xfrm>
            <a:off x="541338" y="1520825"/>
            <a:ext cx="422275" cy="474663"/>
          </a:xfrm>
          <a:prstGeom prst="rect">
            <a:avLst/>
          </a:prstGeom>
          <a:solidFill>
            <a:schemeClr val="folHlink"/>
          </a:solidFill>
          <a:ln>
            <a:noFill/>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9" name="Rectangle 5"/>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0" name="Rectangle 6"/>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1" name="Rectangle 7"/>
          <p:cNvSpPr/>
          <p:nvPr/>
        </p:nvSpPr>
        <p:spPr bwMode="gray">
          <a:xfrm>
            <a:off x="762000" y="990600"/>
            <a:ext cx="31750" cy="1052513"/>
          </a:xfrm>
          <a:prstGeom prst="rect">
            <a:avLst/>
          </a:prstGeom>
          <a:solidFill>
            <a:schemeClr val="bg2"/>
          </a:solidFill>
          <a:ln>
            <a:noFill/>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2" name="Rectangle 8"/>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3" name="Rectangle 11"/>
          <p:cNvSpPr>
            <a:spLocks noGrp="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l" eaLnBrk="1" fontAlgn="auto" hangingPunct="1">
              <a:spcBef>
                <a:spcPct val="0"/>
              </a:spcBef>
              <a:spcAft>
                <a:spcPts val="0"/>
              </a:spcAft>
              <a:buFontTx/>
              <a:buNone/>
              <a:defRPr sz="1400" b="0">
                <a:solidFill>
                  <a:schemeClr val="tx1"/>
                </a:solidFill>
                <a:latin typeface="Tahoma" panose="020B0604030504040204" pitchFamily="34" charset="0"/>
                <a:ea typeface="宋体" panose="02010600030101010101" pitchFamily="2" charset="-122"/>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4" name="Rectangle 12"/>
          <p:cNvSpPr>
            <a:spLocks noGrp="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eaLnBrk="1" fontAlgn="auto" hangingPunct="1">
              <a:spcBef>
                <a:spcPct val="0"/>
              </a:spcBef>
              <a:spcAft>
                <a:spcPts val="0"/>
              </a:spcAft>
              <a:buFontTx/>
              <a:buNone/>
              <a:defRPr sz="1400" b="0">
                <a:solidFill>
                  <a:schemeClr val="tx1"/>
                </a:solidFill>
                <a:latin typeface="Tahoma" panose="020B0604030504040204" pitchFamily="34" charset="0"/>
                <a:ea typeface="宋体" panose="02010600030101010101" pitchFamily="2" charset="-122"/>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5" name="Rectangle 13"/>
          <p:cNvSpPr>
            <a:spLocks noGrp="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buFontTx/>
              <a:buNone/>
              <a:defRPr sz="1400">
                <a:latin typeface="Tahoma" panose="020B060403050404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4FA05CB-9510-46BB-BC31-E455B62F1367}"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1036" name="Picture 15" descr="blue002"/>
          <p:cNvPicPr>
            <a:picLocks noChangeAspect="1"/>
          </p:cNvPicPr>
          <p:nvPr userDrawn="1"/>
        </p:nvPicPr>
        <p:blipFill>
          <a:blip r:embed="rId17"/>
          <a:stretch>
            <a:fillRect/>
          </a:stretch>
        </p:blipFill>
        <p:spPr>
          <a:xfrm>
            <a:off x="0" y="-38100"/>
            <a:ext cx="9144000" cy="6896100"/>
          </a:xfrm>
          <a:prstGeom prst="rect">
            <a:avLst/>
          </a:prstGeom>
          <a:noFill/>
          <a:ln w="9525">
            <a:noFill/>
          </a:ln>
        </p:spPr>
      </p:pic>
      <p:pic>
        <p:nvPicPr>
          <p:cNvPr id="1037" name="Picture 14" descr="GoogleBalls_small"/>
          <p:cNvPicPr>
            <a:picLocks noChangeAspect="1"/>
          </p:cNvPicPr>
          <p:nvPr userDrawn="1"/>
        </p:nvPicPr>
        <p:blipFill>
          <a:blip r:embed="rId18"/>
          <a:stretch>
            <a:fillRect/>
          </a:stretch>
        </p:blipFill>
        <p:spPr>
          <a:xfrm>
            <a:off x="7327900" y="5734050"/>
            <a:ext cx="1435100" cy="641350"/>
          </a:xfrm>
          <a:prstGeom prst="rect">
            <a:avLst/>
          </a:prstGeom>
          <a:noFill/>
          <a:ln w="9525">
            <a:noFill/>
          </a:ln>
        </p:spPr>
      </p:pic>
      <p:sp>
        <p:nvSpPr>
          <p:cNvPr id="1038" name="Rectangle 17"/>
          <p:cNvSpPr/>
          <p:nvPr/>
        </p:nvSpPr>
        <p:spPr>
          <a:xfrm>
            <a:off x="6443663" y="476250"/>
            <a:ext cx="2411412" cy="431800"/>
          </a:xfrm>
          <a:prstGeom prst="rect">
            <a:avLst/>
          </a:prstGeom>
          <a:solidFill>
            <a:schemeClr val="bg1"/>
          </a:solidFill>
          <a:ln w="9525">
            <a:noFill/>
          </a:ln>
        </p:spPr>
        <p:txBody>
          <a:bodyPr wrap="none" anchor="ctr" anchorCtr="0"/>
          <a:lstStyle/>
          <a:p>
            <a:pPr lvl="0"/>
            <a:endParaRPr lang="zh-CN" altLang="en-US" dirty="0">
              <a:latin typeface="Times New Roman" panose="02020603050405020304" pitchFamily="18" charset="0"/>
              <a:ea typeface="楷体_GB2312" panose="02010609030101010101" pitchFamily="49" charset="-122"/>
            </a:endParaRPr>
          </a:p>
        </p:txBody>
      </p:sp>
      <p:sp>
        <p:nvSpPr>
          <p:cNvPr id="1039" name="Rectangle 9"/>
          <p:cNvSpPr>
            <a:spLocks noGrp="1"/>
          </p:cNvSpPr>
          <p:nvPr>
            <p:ph type="title"/>
          </p:nvPr>
        </p:nvSpPr>
        <p:spPr>
          <a:xfrm>
            <a:off x="827088" y="404813"/>
            <a:ext cx="7793037" cy="1143000"/>
          </a:xfrm>
          <a:prstGeom prst="rect">
            <a:avLst/>
          </a:prstGeom>
          <a:noFill/>
          <a:ln w="9525">
            <a:noFill/>
          </a:ln>
        </p:spPr>
        <p:txBody>
          <a:bodyPr anchor="b" anchorCtr="0"/>
          <a:lstStyle/>
          <a:p>
            <a:pPr lvl="0"/>
            <a:r>
              <a:rPr lang="zh-CN" altLang="en-US" dirty="0"/>
              <a:t>单击此处编辑母版标题样式</a:t>
            </a:r>
          </a:p>
        </p:txBody>
      </p:sp>
      <p:sp>
        <p:nvSpPr>
          <p:cNvPr id="1040" name="Rectangle 10"/>
          <p:cNvSpPr>
            <a:spLocks noGrp="1"/>
          </p:cNvSpPr>
          <p:nvPr>
            <p:ph type="body"/>
          </p:nvPr>
        </p:nvSpPr>
        <p:spPr>
          <a:xfrm>
            <a:off x="827088" y="1700213"/>
            <a:ext cx="7772400" cy="4608512"/>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hf sldNum="0" hdr="0" ftr="0" dt="0"/>
  <p:txStyles>
    <p:titleStyle>
      <a:lvl1pPr algn="ctr" rtl="0" eaLnBrk="0" fontAlgn="base" hangingPunct="0">
        <a:spcBef>
          <a:spcPct val="0"/>
        </a:spcBef>
        <a:spcAft>
          <a:spcPct val="0"/>
        </a:spcAft>
        <a:defRPr sz="4000">
          <a:solidFill>
            <a:schemeClr val="hlink"/>
          </a:solidFill>
          <a:latin typeface="+mj-lt"/>
          <a:ea typeface="+mj-ea"/>
          <a:cs typeface="华文新魏" panose="02010800040101010101" pitchFamily="2" charset="-122"/>
        </a:defRPr>
      </a:lvl1pPr>
      <a:lvl2pPr algn="ctr" rtl="0" eaLnBrk="0" fontAlgn="base" hangingPunct="0">
        <a:spcBef>
          <a:spcPct val="0"/>
        </a:spcBef>
        <a:spcAft>
          <a:spcPct val="0"/>
        </a:spcAft>
        <a:defRPr sz="4000">
          <a:solidFill>
            <a:schemeClr val="hlink"/>
          </a:solidFill>
          <a:latin typeface="Times New Roman" panose="02020603050405020304" pitchFamily="18" charset="0"/>
          <a:ea typeface="华文新魏" panose="02010800040101010101" pitchFamily="2" charset="-122"/>
          <a:cs typeface="华文新魏" panose="02010800040101010101" pitchFamily="2" charset="-122"/>
        </a:defRPr>
      </a:lvl2pPr>
      <a:lvl3pPr algn="ctr" rtl="0" eaLnBrk="0" fontAlgn="base" hangingPunct="0">
        <a:spcBef>
          <a:spcPct val="0"/>
        </a:spcBef>
        <a:spcAft>
          <a:spcPct val="0"/>
        </a:spcAft>
        <a:defRPr sz="4000">
          <a:solidFill>
            <a:schemeClr val="hlink"/>
          </a:solidFill>
          <a:latin typeface="Times New Roman" panose="02020603050405020304" pitchFamily="18" charset="0"/>
          <a:ea typeface="华文新魏" panose="02010800040101010101" pitchFamily="2" charset="-122"/>
          <a:cs typeface="华文新魏" panose="02010800040101010101" pitchFamily="2" charset="-122"/>
        </a:defRPr>
      </a:lvl3pPr>
      <a:lvl4pPr algn="ctr" rtl="0" eaLnBrk="0" fontAlgn="base" hangingPunct="0">
        <a:spcBef>
          <a:spcPct val="0"/>
        </a:spcBef>
        <a:spcAft>
          <a:spcPct val="0"/>
        </a:spcAft>
        <a:defRPr sz="4000">
          <a:solidFill>
            <a:schemeClr val="hlink"/>
          </a:solidFill>
          <a:latin typeface="Times New Roman" panose="02020603050405020304" pitchFamily="18" charset="0"/>
          <a:ea typeface="华文新魏" panose="02010800040101010101" pitchFamily="2" charset="-122"/>
          <a:cs typeface="华文新魏" panose="02010800040101010101" pitchFamily="2" charset="-122"/>
        </a:defRPr>
      </a:lvl4pPr>
      <a:lvl5pPr algn="ctr" rtl="0" eaLnBrk="0" fontAlgn="base" hangingPunct="0">
        <a:spcBef>
          <a:spcPct val="0"/>
        </a:spcBef>
        <a:spcAft>
          <a:spcPct val="0"/>
        </a:spcAft>
        <a:defRPr sz="4000">
          <a:solidFill>
            <a:schemeClr val="hlink"/>
          </a:solidFill>
          <a:latin typeface="Times New Roman" panose="02020603050405020304" pitchFamily="18" charset="0"/>
          <a:ea typeface="华文新魏" panose="02010800040101010101" pitchFamily="2" charset="-122"/>
          <a:cs typeface="华文新魏" panose="02010800040101010101" pitchFamily="2" charset="-122"/>
        </a:defRPr>
      </a:lvl5pPr>
      <a:lvl6pPr marL="457200" algn="l" rtl="0" fontAlgn="base">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6pPr>
      <a:lvl7pPr marL="914400" algn="l" rtl="0" fontAlgn="base">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7pPr>
      <a:lvl8pPr marL="1371600" algn="l" rtl="0" fontAlgn="base">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8pPr>
      <a:lvl9pPr marL="1828800" algn="l" rtl="0" fontAlgn="base">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p:nvPr/>
        </p:nvSpPr>
        <p:spPr bwMode="ltGray">
          <a:xfrm>
            <a:off x="417513" y="1098550"/>
            <a:ext cx="438150" cy="474663"/>
          </a:xfrm>
          <a:prstGeom prst="rect">
            <a:avLst/>
          </a:prstGeom>
          <a:solidFill>
            <a:schemeClr val="accent2"/>
          </a:solidFill>
          <a:ln>
            <a:noFill/>
          </a:ln>
        </p:spPr>
        <p:txBody>
          <a:bodyPr wrap="none" anchor="ctr"/>
          <a:lstStyle>
            <a:lvl1pPr eaLnBrk="0" hangingPunct="0">
              <a:defRPr sz="2400" b="1">
                <a:solidFill>
                  <a:schemeClr val="hlink"/>
                </a:solidFill>
                <a:latin typeface="Times New Roman" panose="02020603050405020304" pitchFamily="18" charset="0"/>
                <a:ea typeface="华文中宋" panose="02010600040101010101" pitchFamily="2" charset="-122"/>
              </a:defRPr>
            </a:lvl1pPr>
            <a:lvl2pPr marL="742950" indent="-285750" eaLnBrk="0" hangingPunct="0">
              <a:defRPr sz="2400" b="1">
                <a:solidFill>
                  <a:schemeClr val="hlink"/>
                </a:solidFill>
                <a:latin typeface="Times New Roman" panose="02020603050405020304" pitchFamily="18" charset="0"/>
                <a:ea typeface="华文中宋" panose="02010600040101010101" pitchFamily="2" charset="-122"/>
              </a:defRPr>
            </a:lvl2pPr>
            <a:lvl3pPr marL="1143000" indent="-228600" eaLnBrk="0" hangingPunct="0">
              <a:defRPr sz="2400" b="1">
                <a:solidFill>
                  <a:schemeClr val="hlink"/>
                </a:solidFill>
                <a:latin typeface="Times New Roman" panose="02020603050405020304" pitchFamily="18" charset="0"/>
                <a:ea typeface="华文中宋" panose="02010600040101010101" pitchFamily="2" charset="-122"/>
              </a:defRPr>
            </a:lvl3pPr>
            <a:lvl4pPr marL="1600200" indent="-228600" eaLnBrk="0" hangingPunct="0">
              <a:defRPr sz="2400" b="1">
                <a:solidFill>
                  <a:schemeClr val="hlink"/>
                </a:solidFill>
                <a:latin typeface="Times New Roman" panose="02020603050405020304" pitchFamily="18" charset="0"/>
                <a:ea typeface="华文中宋" panose="02010600040101010101" pitchFamily="2" charset="-122"/>
              </a:defRPr>
            </a:lvl4pPr>
            <a:lvl5pPr marL="2057400" indent="-228600" eaLnBrk="0" hangingPunct="0">
              <a:defRPr sz="2400" b="1">
                <a:solidFill>
                  <a:schemeClr val="hlink"/>
                </a:solidFill>
                <a:latin typeface="Times New Roman" panose="02020603050405020304" pitchFamily="18" charset="0"/>
                <a:ea typeface="华文中宋" panose="02010600040101010101" pitchFamily="2" charset="-122"/>
              </a:defRPr>
            </a:lvl5pPr>
            <a:lvl6pPr marL="25146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6pPr>
            <a:lvl7pPr marL="29718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7pPr>
            <a:lvl8pPr marL="34290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8pPr>
            <a:lvl9pPr marL="38862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27" name="Rectangle 3"/>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sz="2400" b="1">
                <a:solidFill>
                  <a:schemeClr val="hlink"/>
                </a:solidFill>
                <a:latin typeface="Times New Roman" panose="02020603050405020304" pitchFamily="18" charset="0"/>
                <a:ea typeface="华文中宋" panose="02010600040101010101" pitchFamily="2" charset="-122"/>
              </a:defRPr>
            </a:lvl1pPr>
            <a:lvl2pPr marL="742950" indent="-285750" eaLnBrk="0" hangingPunct="0">
              <a:defRPr sz="2400" b="1">
                <a:solidFill>
                  <a:schemeClr val="hlink"/>
                </a:solidFill>
                <a:latin typeface="Times New Roman" panose="02020603050405020304" pitchFamily="18" charset="0"/>
                <a:ea typeface="华文中宋" panose="02010600040101010101" pitchFamily="2" charset="-122"/>
              </a:defRPr>
            </a:lvl2pPr>
            <a:lvl3pPr marL="1143000" indent="-228600" eaLnBrk="0" hangingPunct="0">
              <a:defRPr sz="2400" b="1">
                <a:solidFill>
                  <a:schemeClr val="hlink"/>
                </a:solidFill>
                <a:latin typeface="Times New Roman" panose="02020603050405020304" pitchFamily="18" charset="0"/>
                <a:ea typeface="华文中宋" panose="02010600040101010101" pitchFamily="2" charset="-122"/>
              </a:defRPr>
            </a:lvl3pPr>
            <a:lvl4pPr marL="1600200" indent="-228600" eaLnBrk="0" hangingPunct="0">
              <a:defRPr sz="2400" b="1">
                <a:solidFill>
                  <a:schemeClr val="hlink"/>
                </a:solidFill>
                <a:latin typeface="Times New Roman" panose="02020603050405020304" pitchFamily="18" charset="0"/>
                <a:ea typeface="华文中宋" panose="02010600040101010101" pitchFamily="2" charset="-122"/>
              </a:defRPr>
            </a:lvl4pPr>
            <a:lvl5pPr marL="2057400" indent="-228600" eaLnBrk="0" hangingPunct="0">
              <a:defRPr sz="2400" b="1">
                <a:solidFill>
                  <a:schemeClr val="hlink"/>
                </a:solidFill>
                <a:latin typeface="Times New Roman" panose="02020603050405020304" pitchFamily="18" charset="0"/>
                <a:ea typeface="华文中宋" panose="02010600040101010101" pitchFamily="2" charset="-122"/>
              </a:defRPr>
            </a:lvl5pPr>
            <a:lvl6pPr marL="25146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6pPr>
            <a:lvl7pPr marL="29718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7pPr>
            <a:lvl8pPr marL="34290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8pPr>
            <a:lvl9pPr marL="38862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28" name="Rectangle 4"/>
          <p:cNvSpPr/>
          <p:nvPr/>
        </p:nvSpPr>
        <p:spPr bwMode="ltGray">
          <a:xfrm>
            <a:off x="541338" y="1520825"/>
            <a:ext cx="422275" cy="474663"/>
          </a:xfrm>
          <a:prstGeom prst="rect">
            <a:avLst/>
          </a:prstGeom>
          <a:solidFill>
            <a:schemeClr val="folHlink"/>
          </a:solidFill>
          <a:ln>
            <a:noFill/>
          </a:ln>
        </p:spPr>
        <p:txBody>
          <a:bodyPr wrap="none" anchor="ctr"/>
          <a:lstStyle>
            <a:lvl1pPr eaLnBrk="0" hangingPunct="0">
              <a:defRPr sz="2400" b="1">
                <a:solidFill>
                  <a:schemeClr val="hlink"/>
                </a:solidFill>
                <a:latin typeface="Times New Roman" panose="02020603050405020304" pitchFamily="18" charset="0"/>
                <a:ea typeface="华文中宋" panose="02010600040101010101" pitchFamily="2" charset="-122"/>
              </a:defRPr>
            </a:lvl1pPr>
            <a:lvl2pPr marL="742950" indent="-285750" eaLnBrk="0" hangingPunct="0">
              <a:defRPr sz="2400" b="1">
                <a:solidFill>
                  <a:schemeClr val="hlink"/>
                </a:solidFill>
                <a:latin typeface="Times New Roman" panose="02020603050405020304" pitchFamily="18" charset="0"/>
                <a:ea typeface="华文中宋" panose="02010600040101010101" pitchFamily="2" charset="-122"/>
              </a:defRPr>
            </a:lvl2pPr>
            <a:lvl3pPr marL="1143000" indent="-228600" eaLnBrk="0" hangingPunct="0">
              <a:defRPr sz="2400" b="1">
                <a:solidFill>
                  <a:schemeClr val="hlink"/>
                </a:solidFill>
                <a:latin typeface="Times New Roman" panose="02020603050405020304" pitchFamily="18" charset="0"/>
                <a:ea typeface="华文中宋" panose="02010600040101010101" pitchFamily="2" charset="-122"/>
              </a:defRPr>
            </a:lvl3pPr>
            <a:lvl4pPr marL="1600200" indent="-228600" eaLnBrk="0" hangingPunct="0">
              <a:defRPr sz="2400" b="1">
                <a:solidFill>
                  <a:schemeClr val="hlink"/>
                </a:solidFill>
                <a:latin typeface="Times New Roman" panose="02020603050405020304" pitchFamily="18" charset="0"/>
                <a:ea typeface="华文中宋" panose="02010600040101010101" pitchFamily="2" charset="-122"/>
              </a:defRPr>
            </a:lvl4pPr>
            <a:lvl5pPr marL="2057400" indent="-228600" eaLnBrk="0" hangingPunct="0">
              <a:defRPr sz="2400" b="1">
                <a:solidFill>
                  <a:schemeClr val="hlink"/>
                </a:solidFill>
                <a:latin typeface="Times New Roman" panose="02020603050405020304" pitchFamily="18" charset="0"/>
                <a:ea typeface="华文中宋" panose="02010600040101010101" pitchFamily="2" charset="-122"/>
              </a:defRPr>
            </a:lvl5pPr>
            <a:lvl6pPr marL="25146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6pPr>
            <a:lvl7pPr marL="29718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7pPr>
            <a:lvl8pPr marL="34290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8pPr>
            <a:lvl9pPr marL="38862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29" name="Rectangle 5"/>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sz="2400" b="1">
                <a:solidFill>
                  <a:schemeClr val="hlink"/>
                </a:solidFill>
                <a:latin typeface="Times New Roman" panose="02020603050405020304" pitchFamily="18" charset="0"/>
                <a:ea typeface="华文中宋" panose="02010600040101010101" pitchFamily="2" charset="-122"/>
              </a:defRPr>
            </a:lvl1pPr>
            <a:lvl2pPr marL="742950" indent="-285750" eaLnBrk="0" hangingPunct="0">
              <a:defRPr sz="2400" b="1">
                <a:solidFill>
                  <a:schemeClr val="hlink"/>
                </a:solidFill>
                <a:latin typeface="Times New Roman" panose="02020603050405020304" pitchFamily="18" charset="0"/>
                <a:ea typeface="华文中宋" panose="02010600040101010101" pitchFamily="2" charset="-122"/>
              </a:defRPr>
            </a:lvl2pPr>
            <a:lvl3pPr marL="1143000" indent="-228600" eaLnBrk="0" hangingPunct="0">
              <a:defRPr sz="2400" b="1">
                <a:solidFill>
                  <a:schemeClr val="hlink"/>
                </a:solidFill>
                <a:latin typeface="Times New Roman" panose="02020603050405020304" pitchFamily="18" charset="0"/>
                <a:ea typeface="华文中宋" panose="02010600040101010101" pitchFamily="2" charset="-122"/>
              </a:defRPr>
            </a:lvl3pPr>
            <a:lvl4pPr marL="1600200" indent="-228600" eaLnBrk="0" hangingPunct="0">
              <a:defRPr sz="2400" b="1">
                <a:solidFill>
                  <a:schemeClr val="hlink"/>
                </a:solidFill>
                <a:latin typeface="Times New Roman" panose="02020603050405020304" pitchFamily="18" charset="0"/>
                <a:ea typeface="华文中宋" panose="02010600040101010101" pitchFamily="2" charset="-122"/>
              </a:defRPr>
            </a:lvl4pPr>
            <a:lvl5pPr marL="2057400" indent="-228600" eaLnBrk="0" hangingPunct="0">
              <a:defRPr sz="2400" b="1">
                <a:solidFill>
                  <a:schemeClr val="hlink"/>
                </a:solidFill>
                <a:latin typeface="Times New Roman" panose="02020603050405020304" pitchFamily="18" charset="0"/>
                <a:ea typeface="华文中宋" panose="02010600040101010101" pitchFamily="2" charset="-122"/>
              </a:defRPr>
            </a:lvl5pPr>
            <a:lvl6pPr marL="25146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6pPr>
            <a:lvl7pPr marL="29718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7pPr>
            <a:lvl8pPr marL="34290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8pPr>
            <a:lvl9pPr marL="38862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0" name="Rectangle 6"/>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sz="2400" b="1">
                <a:solidFill>
                  <a:schemeClr val="hlink"/>
                </a:solidFill>
                <a:latin typeface="Times New Roman" panose="02020603050405020304" pitchFamily="18" charset="0"/>
                <a:ea typeface="华文中宋" panose="02010600040101010101" pitchFamily="2" charset="-122"/>
              </a:defRPr>
            </a:lvl1pPr>
            <a:lvl2pPr marL="742950" indent="-285750" eaLnBrk="0" hangingPunct="0">
              <a:defRPr sz="2400" b="1">
                <a:solidFill>
                  <a:schemeClr val="hlink"/>
                </a:solidFill>
                <a:latin typeface="Times New Roman" panose="02020603050405020304" pitchFamily="18" charset="0"/>
                <a:ea typeface="华文中宋" panose="02010600040101010101" pitchFamily="2" charset="-122"/>
              </a:defRPr>
            </a:lvl2pPr>
            <a:lvl3pPr marL="1143000" indent="-228600" eaLnBrk="0" hangingPunct="0">
              <a:defRPr sz="2400" b="1">
                <a:solidFill>
                  <a:schemeClr val="hlink"/>
                </a:solidFill>
                <a:latin typeface="Times New Roman" panose="02020603050405020304" pitchFamily="18" charset="0"/>
                <a:ea typeface="华文中宋" panose="02010600040101010101" pitchFamily="2" charset="-122"/>
              </a:defRPr>
            </a:lvl3pPr>
            <a:lvl4pPr marL="1600200" indent="-228600" eaLnBrk="0" hangingPunct="0">
              <a:defRPr sz="2400" b="1">
                <a:solidFill>
                  <a:schemeClr val="hlink"/>
                </a:solidFill>
                <a:latin typeface="Times New Roman" panose="02020603050405020304" pitchFamily="18" charset="0"/>
                <a:ea typeface="华文中宋" panose="02010600040101010101" pitchFamily="2" charset="-122"/>
              </a:defRPr>
            </a:lvl4pPr>
            <a:lvl5pPr marL="2057400" indent="-228600" eaLnBrk="0" hangingPunct="0">
              <a:defRPr sz="2400" b="1">
                <a:solidFill>
                  <a:schemeClr val="hlink"/>
                </a:solidFill>
                <a:latin typeface="Times New Roman" panose="02020603050405020304" pitchFamily="18" charset="0"/>
                <a:ea typeface="华文中宋" panose="02010600040101010101" pitchFamily="2" charset="-122"/>
              </a:defRPr>
            </a:lvl5pPr>
            <a:lvl6pPr marL="25146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6pPr>
            <a:lvl7pPr marL="29718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7pPr>
            <a:lvl8pPr marL="34290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8pPr>
            <a:lvl9pPr marL="38862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1" name="Rectangle 7"/>
          <p:cNvSpPr/>
          <p:nvPr/>
        </p:nvSpPr>
        <p:spPr bwMode="gray">
          <a:xfrm>
            <a:off x="762000" y="990600"/>
            <a:ext cx="31750" cy="1052513"/>
          </a:xfrm>
          <a:prstGeom prst="rect">
            <a:avLst/>
          </a:prstGeom>
          <a:solidFill>
            <a:schemeClr val="bg2"/>
          </a:solidFill>
          <a:ln>
            <a:noFill/>
          </a:ln>
        </p:spPr>
        <p:txBody>
          <a:bodyPr wrap="none" anchor="ctr"/>
          <a:lstStyle>
            <a:lvl1pPr eaLnBrk="0" hangingPunct="0">
              <a:defRPr sz="2400" b="1">
                <a:solidFill>
                  <a:schemeClr val="hlink"/>
                </a:solidFill>
                <a:latin typeface="Times New Roman" panose="02020603050405020304" pitchFamily="18" charset="0"/>
                <a:ea typeface="华文中宋" panose="02010600040101010101" pitchFamily="2" charset="-122"/>
              </a:defRPr>
            </a:lvl1pPr>
            <a:lvl2pPr marL="742950" indent="-285750" eaLnBrk="0" hangingPunct="0">
              <a:defRPr sz="2400" b="1">
                <a:solidFill>
                  <a:schemeClr val="hlink"/>
                </a:solidFill>
                <a:latin typeface="Times New Roman" panose="02020603050405020304" pitchFamily="18" charset="0"/>
                <a:ea typeface="华文中宋" panose="02010600040101010101" pitchFamily="2" charset="-122"/>
              </a:defRPr>
            </a:lvl2pPr>
            <a:lvl3pPr marL="1143000" indent="-228600" eaLnBrk="0" hangingPunct="0">
              <a:defRPr sz="2400" b="1">
                <a:solidFill>
                  <a:schemeClr val="hlink"/>
                </a:solidFill>
                <a:latin typeface="Times New Roman" panose="02020603050405020304" pitchFamily="18" charset="0"/>
                <a:ea typeface="华文中宋" panose="02010600040101010101" pitchFamily="2" charset="-122"/>
              </a:defRPr>
            </a:lvl3pPr>
            <a:lvl4pPr marL="1600200" indent="-228600" eaLnBrk="0" hangingPunct="0">
              <a:defRPr sz="2400" b="1">
                <a:solidFill>
                  <a:schemeClr val="hlink"/>
                </a:solidFill>
                <a:latin typeface="Times New Roman" panose="02020603050405020304" pitchFamily="18" charset="0"/>
                <a:ea typeface="华文中宋" panose="02010600040101010101" pitchFamily="2" charset="-122"/>
              </a:defRPr>
            </a:lvl4pPr>
            <a:lvl5pPr marL="2057400" indent="-228600" eaLnBrk="0" hangingPunct="0">
              <a:defRPr sz="2400" b="1">
                <a:solidFill>
                  <a:schemeClr val="hlink"/>
                </a:solidFill>
                <a:latin typeface="Times New Roman" panose="02020603050405020304" pitchFamily="18" charset="0"/>
                <a:ea typeface="华文中宋" panose="02010600040101010101" pitchFamily="2" charset="-122"/>
              </a:defRPr>
            </a:lvl5pPr>
            <a:lvl6pPr marL="25146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6pPr>
            <a:lvl7pPr marL="29718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7pPr>
            <a:lvl8pPr marL="34290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8pPr>
            <a:lvl9pPr marL="38862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2" name="Rectangle 8"/>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sz="2400" b="1">
                <a:solidFill>
                  <a:schemeClr val="hlink"/>
                </a:solidFill>
                <a:latin typeface="Times New Roman" panose="02020603050405020304" pitchFamily="18" charset="0"/>
                <a:ea typeface="华文中宋" panose="02010600040101010101" pitchFamily="2" charset="-122"/>
              </a:defRPr>
            </a:lvl1pPr>
            <a:lvl2pPr marL="742950" indent="-285750" eaLnBrk="0" hangingPunct="0">
              <a:defRPr sz="2400" b="1">
                <a:solidFill>
                  <a:schemeClr val="hlink"/>
                </a:solidFill>
                <a:latin typeface="Times New Roman" panose="02020603050405020304" pitchFamily="18" charset="0"/>
                <a:ea typeface="华文中宋" panose="02010600040101010101" pitchFamily="2" charset="-122"/>
              </a:defRPr>
            </a:lvl2pPr>
            <a:lvl3pPr marL="1143000" indent="-228600" eaLnBrk="0" hangingPunct="0">
              <a:defRPr sz="2400" b="1">
                <a:solidFill>
                  <a:schemeClr val="hlink"/>
                </a:solidFill>
                <a:latin typeface="Times New Roman" panose="02020603050405020304" pitchFamily="18" charset="0"/>
                <a:ea typeface="华文中宋" panose="02010600040101010101" pitchFamily="2" charset="-122"/>
              </a:defRPr>
            </a:lvl3pPr>
            <a:lvl4pPr marL="1600200" indent="-228600" eaLnBrk="0" hangingPunct="0">
              <a:defRPr sz="2400" b="1">
                <a:solidFill>
                  <a:schemeClr val="hlink"/>
                </a:solidFill>
                <a:latin typeface="Times New Roman" panose="02020603050405020304" pitchFamily="18" charset="0"/>
                <a:ea typeface="华文中宋" panose="02010600040101010101" pitchFamily="2" charset="-122"/>
              </a:defRPr>
            </a:lvl4pPr>
            <a:lvl5pPr marL="2057400" indent="-228600" eaLnBrk="0" hangingPunct="0">
              <a:defRPr sz="2400" b="1">
                <a:solidFill>
                  <a:schemeClr val="hlink"/>
                </a:solidFill>
                <a:latin typeface="Times New Roman" panose="02020603050405020304" pitchFamily="18" charset="0"/>
                <a:ea typeface="华文中宋" panose="02010600040101010101" pitchFamily="2" charset="-122"/>
              </a:defRPr>
            </a:lvl5pPr>
            <a:lvl6pPr marL="25146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6pPr>
            <a:lvl7pPr marL="29718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7pPr>
            <a:lvl8pPr marL="34290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8pPr>
            <a:lvl9pPr marL="38862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083" name="Rectangle 11"/>
          <p:cNvSpPr>
            <a:spLocks noGrp="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spcBef>
                <a:spcPct val="0"/>
              </a:spcBef>
              <a:buFontTx/>
              <a:buNone/>
              <a:defRPr sz="1400" b="0">
                <a:solidFill>
                  <a:srgbClr val="000000"/>
                </a:solidFill>
                <a:latin typeface="Tahoma" panose="020B060403050404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084" name="Rectangle 12"/>
          <p:cNvSpPr>
            <a:spLocks noGrp="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spcBef>
                <a:spcPct val="0"/>
              </a:spcBef>
              <a:buFontTx/>
              <a:buNone/>
              <a:defRPr sz="1400" b="0">
                <a:solidFill>
                  <a:srgbClr val="000000"/>
                </a:solidFill>
                <a:latin typeface="Tahoma" panose="020B060403050404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085" name="Rectangle 13"/>
          <p:cNvSpPr>
            <a:spLocks noGrp="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buFontTx/>
              <a:buNone/>
              <a:defRPr sz="1400">
                <a:solidFill>
                  <a:srgbClr val="000000"/>
                </a:solidFill>
                <a:latin typeface="Tahoma" panose="020B0604030504040204" pitchFamily="34" charset="0"/>
                <a:ea typeface="华文新魏" panose="0201080004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F7B466E-A28D-4E9F-AE30-741270E5AC91}"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华文新魏" panose="02010800040101010101" pitchFamily="2" charset="-122"/>
              <a:cs typeface="+mn-cs"/>
            </a:endParaRPr>
          </a:p>
        </p:txBody>
      </p:sp>
      <p:pic>
        <p:nvPicPr>
          <p:cNvPr id="2060" name="Picture 15" descr="blue002"/>
          <p:cNvPicPr>
            <a:picLocks noChangeAspect="1"/>
          </p:cNvPicPr>
          <p:nvPr userDrawn="1"/>
        </p:nvPicPr>
        <p:blipFill>
          <a:blip r:embed="rId18"/>
          <a:stretch>
            <a:fillRect/>
          </a:stretch>
        </p:blipFill>
        <p:spPr>
          <a:xfrm>
            <a:off x="0" y="-38100"/>
            <a:ext cx="9144000" cy="6896100"/>
          </a:xfrm>
          <a:prstGeom prst="rect">
            <a:avLst/>
          </a:prstGeom>
          <a:noFill/>
          <a:ln w="9525">
            <a:noFill/>
          </a:ln>
        </p:spPr>
      </p:pic>
      <p:pic>
        <p:nvPicPr>
          <p:cNvPr id="2061" name="Picture 14" descr="GoogleBalls_small"/>
          <p:cNvPicPr>
            <a:picLocks noChangeAspect="1"/>
          </p:cNvPicPr>
          <p:nvPr userDrawn="1"/>
        </p:nvPicPr>
        <p:blipFill>
          <a:blip r:embed="rId19"/>
          <a:stretch>
            <a:fillRect/>
          </a:stretch>
        </p:blipFill>
        <p:spPr>
          <a:xfrm>
            <a:off x="7327900" y="5734050"/>
            <a:ext cx="1435100" cy="641350"/>
          </a:xfrm>
          <a:prstGeom prst="rect">
            <a:avLst/>
          </a:prstGeom>
          <a:noFill/>
          <a:ln w="9525">
            <a:noFill/>
          </a:ln>
        </p:spPr>
      </p:pic>
      <p:sp>
        <p:nvSpPr>
          <p:cNvPr id="2062" name="Rectangle 17"/>
          <p:cNvSpPr/>
          <p:nvPr/>
        </p:nvSpPr>
        <p:spPr>
          <a:xfrm>
            <a:off x="6443663" y="476250"/>
            <a:ext cx="2411412" cy="431800"/>
          </a:xfrm>
          <a:prstGeom prst="rect">
            <a:avLst/>
          </a:prstGeom>
          <a:solidFill>
            <a:schemeClr val="bg1"/>
          </a:solidFill>
          <a:ln w="9525">
            <a:noFill/>
          </a:ln>
        </p:spPr>
        <p:txBody>
          <a:bodyPr wrap="none" anchor="ctr" anchorCtr="0"/>
          <a:lstStyle/>
          <a:p>
            <a:pPr lvl="0"/>
            <a:endParaRPr lang="zh-CN" altLang="en-US" sz="2400" dirty="0">
              <a:solidFill>
                <a:srgbClr val="000000"/>
              </a:solidFill>
              <a:latin typeface="Times New Roman" panose="02020603050405020304" pitchFamily="18" charset="0"/>
              <a:ea typeface="楷体_GB2312" panose="02010609030101010101" pitchFamily="49" charset="-122"/>
            </a:endParaRPr>
          </a:p>
        </p:txBody>
      </p:sp>
      <p:sp>
        <p:nvSpPr>
          <p:cNvPr id="2063" name="Rectangle 9"/>
          <p:cNvSpPr>
            <a:spLocks noGrp="1"/>
          </p:cNvSpPr>
          <p:nvPr>
            <p:ph type="title"/>
          </p:nvPr>
        </p:nvSpPr>
        <p:spPr>
          <a:xfrm>
            <a:off x="827088" y="404813"/>
            <a:ext cx="7793037" cy="1143000"/>
          </a:xfrm>
          <a:prstGeom prst="rect">
            <a:avLst/>
          </a:prstGeom>
          <a:noFill/>
          <a:ln w="9525">
            <a:noFill/>
          </a:ln>
        </p:spPr>
        <p:txBody>
          <a:bodyPr anchor="b" anchorCtr="0"/>
          <a:lstStyle/>
          <a:p>
            <a:pPr lvl="0"/>
            <a:r>
              <a:rPr lang="zh-CN" altLang="en-US" dirty="0"/>
              <a:t>单击此处编辑母版标题样式</a:t>
            </a:r>
          </a:p>
        </p:txBody>
      </p:sp>
      <p:sp>
        <p:nvSpPr>
          <p:cNvPr id="2064" name="Rectangle 10"/>
          <p:cNvSpPr>
            <a:spLocks noGrp="1"/>
          </p:cNvSpPr>
          <p:nvPr>
            <p:ph type="body"/>
          </p:nvPr>
        </p:nvSpPr>
        <p:spPr>
          <a:xfrm>
            <a:off x="827088" y="1700213"/>
            <a:ext cx="7772400" cy="4608512"/>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Lst>
  <p:transition/>
  <p:hf sldNum="0" hdr="0" ftr="0" dt="0"/>
  <p:txStyles>
    <p:titleStyle>
      <a:lvl1pPr algn="ctr" rtl="0" eaLnBrk="0" fontAlgn="base" hangingPunct="0">
        <a:spcBef>
          <a:spcPct val="0"/>
        </a:spcBef>
        <a:spcAft>
          <a:spcPct val="0"/>
        </a:spcAft>
        <a:defRPr sz="4000">
          <a:solidFill>
            <a:schemeClr val="hlink"/>
          </a:solidFill>
          <a:latin typeface="+mj-lt"/>
          <a:ea typeface="+mj-ea"/>
          <a:cs typeface="华文新魏" panose="02010800040101010101" pitchFamily="2" charset="-122"/>
        </a:defRPr>
      </a:lvl1pPr>
      <a:lvl2pPr algn="ctr" rtl="0" eaLnBrk="0" fontAlgn="base" hangingPunct="0">
        <a:spcBef>
          <a:spcPct val="0"/>
        </a:spcBef>
        <a:spcAft>
          <a:spcPct val="0"/>
        </a:spcAft>
        <a:defRPr sz="4000">
          <a:solidFill>
            <a:schemeClr val="hlink"/>
          </a:solidFill>
          <a:latin typeface="Times New Roman" panose="02020603050405020304" pitchFamily="18" charset="0"/>
          <a:ea typeface="华文新魏" panose="02010800040101010101" pitchFamily="2" charset="-122"/>
          <a:cs typeface="华文新魏" panose="02010800040101010101" pitchFamily="2" charset="-122"/>
        </a:defRPr>
      </a:lvl2pPr>
      <a:lvl3pPr algn="ctr" rtl="0" eaLnBrk="0" fontAlgn="base" hangingPunct="0">
        <a:spcBef>
          <a:spcPct val="0"/>
        </a:spcBef>
        <a:spcAft>
          <a:spcPct val="0"/>
        </a:spcAft>
        <a:defRPr sz="4000">
          <a:solidFill>
            <a:schemeClr val="hlink"/>
          </a:solidFill>
          <a:latin typeface="Times New Roman" panose="02020603050405020304" pitchFamily="18" charset="0"/>
          <a:ea typeface="华文新魏" panose="02010800040101010101" pitchFamily="2" charset="-122"/>
          <a:cs typeface="华文新魏" panose="02010800040101010101" pitchFamily="2" charset="-122"/>
        </a:defRPr>
      </a:lvl3pPr>
      <a:lvl4pPr algn="ctr" rtl="0" eaLnBrk="0" fontAlgn="base" hangingPunct="0">
        <a:spcBef>
          <a:spcPct val="0"/>
        </a:spcBef>
        <a:spcAft>
          <a:spcPct val="0"/>
        </a:spcAft>
        <a:defRPr sz="4000">
          <a:solidFill>
            <a:schemeClr val="hlink"/>
          </a:solidFill>
          <a:latin typeface="Times New Roman" panose="02020603050405020304" pitchFamily="18" charset="0"/>
          <a:ea typeface="华文新魏" panose="02010800040101010101" pitchFamily="2" charset="-122"/>
          <a:cs typeface="华文新魏" panose="02010800040101010101" pitchFamily="2" charset="-122"/>
        </a:defRPr>
      </a:lvl4pPr>
      <a:lvl5pPr algn="ctr" rtl="0" eaLnBrk="0" fontAlgn="base" hangingPunct="0">
        <a:spcBef>
          <a:spcPct val="0"/>
        </a:spcBef>
        <a:spcAft>
          <a:spcPct val="0"/>
        </a:spcAft>
        <a:defRPr sz="4000">
          <a:solidFill>
            <a:schemeClr val="hlink"/>
          </a:solidFill>
          <a:latin typeface="Times New Roman" panose="02020603050405020304" pitchFamily="18" charset="0"/>
          <a:ea typeface="华文新魏" panose="02010800040101010101" pitchFamily="2" charset="-122"/>
          <a:cs typeface="华文新魏" panose="02010800040101010101" pitchFamily="2" charset="-122"/>
        </a:defRPr>
      </a:lvl5pPr>
      <a:lvl6pPr marL="457200" algn="l" rtl="0" fontAlgn="base">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6pPr>
      <a:lvl7pPr marL="914400" algn="l" rtl="0" fontAlgn="base">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7pPr>
      <a:lvl8pPr marL="1371600" algn="l" rtl="0" fontAlgn="base">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8pPr>
      <a:lvl9pPr marL="1828800" algn="l" rtl="0" fontAlgn="base">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p:nvPr/>
        </p:nvSpPr>
        <p:spPr bwMode="ltGray">
          <a:xfrm>
            <a:off x="417513" y="1098550"/>
            <a:ext cx="438150" cy="474663"/>
          </a:xfrm>
          <a:prstGeom prst="rect">
            <a:avLst/>
          </a:prstGeom>
          <a:solidFill>
            <a:schemeClr val="accent2"/>
          </a:solidFill>
          <a:ln>
            <a:noFill/>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7" name="Rectangle 3"/>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8" name="Rectangle 4"/>
          <p:cNvSpPr/>
          <p:nvPr/>
        </p:nvSpPr>
        <p:spPr bwMode="ltGray">
          <a:xfrm>
            <a:off x="541338" y="1520825"/>
            <a:ext cx="422275" cy="474663"/>
          </a:xfrm>
          <a:prstGeom prst="rect">
            <a:avLst/>
          </a:prstGeom>
          <a:solidFill>
            <a:schemeClr val="folHlink"/>
          </a:solidFill>
          <a:ln>
            <a:noFill/>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9" name="Rectangle 5"/>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0" name="Rectangle 6"/>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1" name="Rectangle 7"/>
          <p:cNvSpPr/>
          <p:nvPr/>
        </p:nvSpPr>
        <p:spPr bwMode="gray">
          <a:xfrm>
            <a:off x="762000" y="990600"/>
            <a:ext cx="31750" cy="1052513"/>
          </a:xfrm>
          <a:prstGeom prst="rect">
            <a:avLst/>
          </a:prstGeom>
          <a:solidFill>
            <a:schemeClr val="bg2"/>
          </a:solidFill>
          <a:ln>
            <a:noFill/>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2" name="Rectangle 8"/>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3" name="Rectangle 11"/>
          <p:cNvSpPr>
            <a:spLocks noGrp="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l" eaLnBrk="1" fontAlgn="auto" hangingPunct="1">
              <a:spcBef>
                <a:spcPct val="0"/>
              </a:spcBef>
              <a:spcAft>
                <a:spcPts val="0"/>
              </a:spcAft>
              <a:buFontTx/>
              <a:buNone/>
              <a:defRPr sz="1400" b="0">
                <a:solidFill>
                  <a:schemeClr val="tx1"/>
                </a:solidFill>
                <a:latin typeface="Tahoma" panose="020B0604030504040204" pitchFamily="34" charset="0"/>
                <a:ea typeface="宋体" panose="02010600030101010101" pitchFamily="2" charset="-122"/>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4" name="Rectangle 12"/>
          <p:cNvSpPr>
            <a:spLocks noGrp="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eaLnBrk="1" fontAlgn="auto" hangingPunct="1">
              <a:spcBef>
                <a:spcPct val="0"/>
              </a:spcBef>
              <a:spcAft>
                <a:spcPts val="0"/>
              </a:spcAft>
              <a:buFontTx/>
              <a:buNone/>
              <a:defRPr sz="1400" b="0">
                <a:solidFill>
                  <a:schemeClr val="tx1"/>
                </a:solidFill>
                <a:latin typeface="Tahoma" panose="020B0604030504040204" pitchFamily="34" charset="0"/>
                <a:ea typeface="宋体" panose="02010600030101010101" pitchFamily="2" charset="-122"/>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5" name="Rectangle 13"/>
          <p:cNvSpPr>
            <a:spLocks noGrp="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buFontTx/>
              <a:buNone/>
              <a:defRPr sz="1400">
                <a:latin typeface="Tahoma" panose="020B0604030504040204" pitchFamily="34" charset="0"/>
                <a:ea typeface="华文新魏" panose="0201080004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CFA103E-6FC9-4B93-A3C7-DAF138D4C8C1}" type="slidenum">
              <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pic>
        <p:nvPicPr>
          <p:cNvPr id="2" name="Picture 15" descr="blue002"/>
          <p:cNvPicPr>
            <a:picLocks noChangeAspect="1"/>
          </p:cNvPicPr>
          <p:nvPr userDrawn="1"/>
        </p:nvPicPr>
        <p:blipFill>
          <a:blip r:embed="rId17"/>
          <a:stretch>
            <a:fillRect/>
          </a:stretch>
        </p:blipFill>
        <p:spPr>
          <a:xfrm>
            <a:off x="0" y="-38100"/>
            <a:ext cx="9144000" cy="6896100"/>
          </a:xfrm>
          <a:prstGeom prst="rect">
            <a:avLst/>
          </a:prstGeom>
          <a:noFill/>
          <a:ln w="9525">
            <a:noFill/>
          </a:ln>
        </p:spPr>
      </p:pic>
      <p:pic>
        <p:nvPicPr>
          <p:cNvPr id="3" name="Picture 14" descr="GoogleBalls_small"/>
          <p:cNvPicPr>
            <a:picLocks noChangeAspect="1"/>
          </p:cNvPicPr>
          <p:nvPr userDrawn="1"/>
        </p:nvPicPr>
        <p:blipFill>
          <a:blip r:embed="rId18"/>
          <a:stretch>
            <a:fillRect/>
          </a:stretch>
        </p:blipFill>
        <p:spPr>
          <a:xfrm>
            <a:off x="7327900" y="5734050"/>
            <a:ext cx="1435100" cy="641350"/>
          </a:xfrm>
          <a:prstGeom prst="rect">
            <a:avLst/>
          </a:prstGeom>
          <a:noFill/>
          <a:ln w="9525">
            <a:noFill/>
          </a:ln>
        </p:spPr>
      </p:pic>
      <p:sp>
        <p:nvSpPr>
          <p:cNvPr id="3086" name="Rectangle 17"/>
          <p:cNvSpPr/>
          <p:nvPr/>
        </p:nvSpPr>
        <p:spPr>
          <a:xfrm>
            <a:off x="6443663" y="476250"/>
            <a:ext cx="2411412" cy="431800"/>
          </a:xfrm>
          <a:prstGeom prst="rect">
            <a:avLst/>
          </a:prstGeom>
          <a:solidFill>
            <a:schemeClr val="bg1"/>
          </a:solidFill>
          <a:ln w="9525">
            <a:noFill/>
          </a:ln>
        </p:spPr>
        <p:txBody>
          <a:bodyPr wrap="none" anchor="ctr" anchorCtr="0"/>
          <a:lstStyle/>
          <a:p>
            <a:pPr lvl="0"/>
            <a:endParaRPr lang="zh-CN" altLang="en-US" dirty="0">
              <a:latin typeface="Times New Roman" panose="02020603050405020304" pitchFamily="18" charset="0"/>
              <a:ea typeface="楷体_GB2312" panose="02010609030101010101" pitchFamily="49" charset="-122"/>
            </a:endParaRPr>
          </a:p>
        </p:txBody>
      </p:sp>
      <p:sp>
        <p:nvSpPr>
          <p:cNvPr id="3087" name="Rectangle 9"/>
          <p:cNvSpPr>
            <a:spLocks noGrp="1"/>
          </p:cNvSpPr>
          <p:nvPr>
            <p:ph type="title"/>
          </p:nvPr>
        </p:nvSpPr>
        <p:spPr>
          <a:xfrm>
            <a:off x="827088" y="404813"/>
            <a:ext cx="7793037" cy="1143000"/>
          </a:xfrm>
          <a:prstGeom prst="rect">
            <a:avLst/>
          </a:prstGeom>
          <a:noFill/>
          <a:ln w="9525">
            <a:noFill/>
          </a:ln>
        </p:spPr>
        <p:txBody>
          <a:bodyPr anchor="b" anchorCtr="0"/>
          <a:lstStyle/>
          <a:p>
            <a:pPr lvl="0"/>
            <a:r>
              <a:rPr lang="zh-CN" altLang="en-US" dirty="0"/>
              <a:t>单击此处编辑母版标题样式</a:t>
            </a:r>
          </a:p>
        </p:txBody>
      </p:sp>
      <p:sp>
        <p:nvSpPr>
          <p:cNvPr id="3088" name="Rectangle 10"/>
          <p:cNvSpPr>
            <a:spLocks noGrp="1"/>
          </p:cNvSpPr>
          <p:nvPr>
            <p:ph type="body"/>
          </p:nvPr>
        </p:nvSpPr>
        <p:spPr>
          <a:xfrm>
            <a:off x="827088" y="1700213"/>
            <a:ext cx="7772400" cy="4608512"/>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Lst>
  <p:transition/>
  <p:hf sldNum="0" hdr="0" ftr="0" dt="0"/>
  <p:txStyles>
    <p:titleStyle>
      <a:lvl1pPr algn="ctr" rtl="0" eaLnBrk="0" fontAlgn="base" hangingPunct="0">
        <a:spcBef>
          <a:spcPct val="0"/>
        </a:spcBef>
        <a:spcAft>
          <a:spcPct val="0"/>
        </a:spcAft>
        <a:defRPr sz="4000">
          <a:solidFill>
            <a:schemeClr val="hlink"/>
          </a:solidFill>
          <a:latin typeface="+mj-lt"/>
          <a:ea typeface="+mj-ea"/>
          <a:cs typeface="华文新魏" panose="02010800040101010101" pitchFamily="2" charset="-122"/>
        </a:defRPr>
      </a:lvl1pPr>
      <a:lvl2pPr algn="ctr" rtl="0" eaLnBrk="0" fontAlgn="base" hangingPunct="0">
        <a:spcBef>
          <a:spcPct val="0"/>
        </a:spcBef>
        <a:spcAft>
          <a:spcPct val="0"/>
        </a:spcAft>
        <a:defRPr sz="4000">
          <a:solidFill>
            <a:schemeClr val="hlink"/>
          </a:solidFill>
          <a:latin typeface="Times New Roman" panose="02020603050405020304" pitchFamily="18" charset="0"/>
          <a:ea typeface="华文新魏" panose="02010800040101010101" pitchFamily="2" charset="-122"/>
          <a:cs typeface="华文新魏" panose="02010800040101010101" pitchFamily="2" charset="-122"/>
        </a:defRPr>
      </a:lvl2pPr>
      <a:lvl3pPr algn="ctr" rtl="0" eaLnBrk="0" fontAlgn="base" hangingPunct="0">
        <a:spcBef>
          <a:spcPct val="0"/>
        </a:spcBef>
        <a:spcAft>
          <a:spcPct val="0"/>
        </a:spcAft>
        <a:defRPr sz="4000">
          <a:solidFill>
            <a:schemeClr val="hlink"/>
          </a:solidFill>
          <a:latin typeface="Times New Roman" panose="02020603050405020304" pitchFamily="18" charset="0"/>
          <a:ea typeface="华文新魏" panose="02010800040101010101" pitchFamily="2" charset="-122"/>
          <a:cs typeface="华文新魏" panose="02010800040101010101" pitchFamily="2" charset="-122"/>
        </a:defRPr>
      </a:lvl3pPr>
      <a:lvl4pPr algn="ctr" rtl="0" eaLnBrk="0" fontAlgn="base" hangingPunct="0">
        <a:spcBef>
          <a:spcPct val="0"/>
        </a:spcBef>
        <a:spcAft>
          <a:spcPct val="0"/>
        </a:spcAft>
        <a:defRPr sz="4000">
          <a:solidFill>
            <a:schemeClr val="hlink"/>
          </a:solidFill>
          <a:latin typeface="Times New Roman" panose="02020603050405020304" pitchFamily="18" charset="0"/>
          <a:ea typeface="华文新魏" panose="02010800040101010101" pitchFamily="2" charset="-122"/>
          <a:cs typeface="华文新魏" panose="02010800040101010101" pitchFamily="2" charset="-122"/>
        </a:defRPr>
      </a:lvl4pPr>
      <a:lvl5pPr algn="ctr" rtl="0" eaLnBrk="0" fontAlgn="base" hangingPunct="0">
        <a:spcBef>
          <a:spcPct val="0"/>
        </a:spcBef>
        <a:spcAft>
          <a:spcPct val="0"/>
        </a:spcAft>
        <a:defRPr sz="4000">
          <a:solidFill>
            <a:schemeClr val="hlink"/>
          </a:solidFill>
          <a:latin typeface="Times New Roman" panose="02020603050405020304" pitchFamily="18" charset="0"/>
          <a:ea typeface="华文新魏" panose="02010800040101010101" pitchFamily="2" charset="-122"/>
          <a:cs typeface="华文新魏" panose="02010800040101010101" pitchFamily="2" charset="-122"/>
        </a:defRPr>
      </a:lvl5pPr>
      <a:lvl6pPr marL="457200" algn="l" rtl="0" fontAlgn="base">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6pPr>
      <a:lvl7pPr marL="914400" algn="l" rtl="0" fontAlgn="base">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7pPr>
      <a:lvl8pPr marL="1371600" algn="l" rtl="0" fontAlgn="base">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8pPr>
      <a:lvl9pPr marL="1828800" algn="l" rtl="0" fontAlgn="base">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GIF"/><Relationship Id="rId1" Type="http://schemas.openxmlformats.org/officeDocument/2006/relationships/slideLayout" Target="../slideLayouts/slideLayout28.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GIF"/><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10.GIF"/><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17.w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14.w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16.wmf"/><Relationship Id="rId4" Type="http://schemas.openxmlformats.org/officeDocument/2006/relationships/image" Target="../media/image13.wmf"/><Relationship Id="rId9"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19.wmf"/><Relationship Id="rId5" Type="http://schemas.openxmlformats.org/officeDocument/2006/relationships/oleObject" Target="../embeddings/oleObject7.bin"/><Relationship Id="rId10" Type="http://schemas.openxmlformats.org/officeDocument/2006/relationships/image" Target="../media/image21.wmf"/><Relationship Id="rId4" Type="http://schemas.openxmlformats.org/officeDocument/2006/relationships/image" Target="../media/image18.wmf"/><Relationship Id="rId9" Type="http://schemas.openxmlformats.org/officeDocument/2006/relationships/oleObject" Target="../embeddings/oleObject9.bin"/></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3.wmf"/><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oleObject" Target="../embeddings/oleObject11.bin"/><Relationship Id="rId5" Type="http://schemas.openxmlformats.org/officeDocument/2006/relationships/image" Target="../media/image22.wmf"/><Relationship Id="rId4" Type="http://schemas.openxmlformats.org/officeDocument/2006/relationships/oleObject" Target="../embeddings/oleObject10.bin"/></Relationships>
</file>

<file path=ppt/slides/_rels/slide11.xml.rels><?xml version="1.0" encoding="UTF-8" standalone="yes"?>
<Relationships xmlns="http://schemas.openxmlformats.org/package/2006/relationships"><Relationship Id="rId8" Type="http://schemas.openxmlformats.org/officeDocument/2006/relationships/image" Target="../media/image27.wmf"/><Relationship Id="rId13" Type="http://schemas.openxmlformats.org/officeDocument/2006/relationships/oleObject" Target="../embeddings/oleObject17.bin"/><Relationship Id="rId18" Type="http://schemas.openxmlformats.org/officeDocument/2006/relationships/image" Target="../media/image33.png"/><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image" Target="../media/image29.wmf"/><Relationship Id="rId17" Type="http://schemas.openxmlformats.org/officeDocument/2006/relationships/image" Target="../media/image32.png"/><Relationship Id="rId2" Type="http://schemas.openxmlformats.org/officeDocument/2006/relationships/slideLayout" Target="../slideLayouts/slideLayout1.xml"/><Relationship Id="rId16" Type="http://schemas.openxmlformats.org/officeDocument/2006/relationships/image" Target="../media/image31.wmf"/><Relationship Id="rId1" Type="http://schemas.openxmlformats.org/officeDocument/2006/relationships/vmlDrawing" Target="../drawings/vmlDrawing4.vml"/><Relationship Id="rId6" Type="http://schemas.openxmlformats.org/officeDocument/2006/relationships/image" Target="../media/image26.wmf"/><Relationship Id="rId11" Type="http://schemas.openxmlformats.org/officeDocument/2006/relationships/oleObject" Target="../embeddings/oleObject16.bin"/><Relationship Id="rId5" Type="http://schemas.openxmlformats.org/officeDocument/2006/relationships/oleObject" Target="../embeddings/oleObject13.bin"/><Relationship Id="rId15" Type="http://schemas.openxmlformats.org/officeDocument/2006/relationships/oleObject" Target="../embeddings/oleObject18.bin"/><Relationship Id="rId10" Type="http://schemas.openxmlformats.org/officeDocument/2006/relationships/image" Target="../media/image28.wmf"/><Relationship Id="rId19" Type="http://schemas.openxmlformats.org/officeDocument/2006/relationships/image" Target="../media/image34.png"/><Relationship Id="rId4" Type="http://schemas.openxmlformats.org/officeDocument/2006/relationships/image" Target="../media/image25.wmf"/><Relationship Id="rId9" Type="http://schemas.openxmlformats.org/officeDocument/2006/relationships/oleObject" Target="../embeddings/oleObject15.bin"/><Relationship Id="rId14" Type="http://schemas.openxmlformats.org/officeDocument/2006/relationships/image" Target="../media/image30.wmf"/></Relationships>
</file>

<file path=ppt/slides/_rels/slide12.xml.rels><?xml version="1.0" encoding="UTF-8" standalone="yes"?>
<Relationships xmlns="http://schemas.openxmlformats.org/package/2006/relationships"><Relationship Id="rId8" Type="http://schemas.openxmlformats.org/officeDocument/2006/relationships/image" Target="../media/image37.wmf"/><Relationship Id="rId13" Type="http://schemas.openxmlformats.org/officeDocument/2006/relationships/oleObject" Target="../embeddings/oleObject24.bin"/><Relationship Id="rId18" Type="http://schemas.openxmlformats.org/officeDocument/2006/relationships/image" Target="../media/image42.wmf"/><Relationship Id="rId26" Type="http://schemas.openxmlformats.org/officeDocument/2006/relationships/image" Target="../media/image46.wmf"/><Relationship Id="rId3" Type="http://schemas.openxmlformats.org/officeDocument/2006/relationships/oleObject" Target="../embeddings/oleObject19.bin"/><Relationship Id="rId21" Type="http://schemas.openxmlformats.org/officeDocument/2006/relationships/oleObject" Target="../embeddings/oleObject28.bin"/><Relationship Id="rId7" Type="http://schemas.openxmlformats.org/officeDocument/2006/relationships/oleObject" Target="../embeddings/oleObject21.bin"/><Relationship Id="rId12" Type="http://schemas.openxmlformats.org/officeDocument/2006/relationships/image" Target="../media/image39.wmf"/><Relationship Id="rId17" Type="http://schemas.openxmlformats.org/officeDocument/2006/relationships/oleObject" Target="../embeddings/oleObject26.bin"/><Relationship Id="rId25" Type="http://schemas.openxmlformats.org/officeDocument/2006/relationships/oleObject" Target="../embeddings/oleObject30.bin"/><Relationship Id="rId2" Type="http://schemas.openxmlformats.org/officeDocument/2006/relationships/slideLayout" Target="../slideLayouts/slideLayout1.xml"/><Relationship Id="rId16" Type="http://schemas.openxmlformats.org/officeDocument/2006/relationships/image" Target="../media/image41.wmf"/><Relationship Id="rId20" Type="http://schemas.openxmlformats.org/officeDocument/2006/relationships/image" Target="../media/image43.wmf"/><Relationship Id="rId1" Type="http://schemas.openxmlformats.org/officeDocument/2006/relationships/vmlDrawing" Target="../drawings/vmlDrawing5.vml"/><Relationship Id="rId6" Type="http://schemas.openxmlformats.org/officeDocument/2006/relationships/image" Target="../media/image36.wmf"/><Relationship Id="rId11" Type="http://schemas.openxmlformats.org/officeDocument/2006/relationships/oleObject" Target="../embeddings/oleObject23.bin"/><Relationship Id="rId24" Type="http://schemas.openxmlformats.org/officeDocument/2006/relationships/image" Target="../media/image45.wmf"/><Relationship Id="rId5" Type="http://schemas.openxmlformats.org/officeDocument/2006/relationships/oleObject" Target="../embeddings/oleObject20.bin"/><Relationship Id="rId15" Type="http://schemas.openxmlformats.org/officeDocument/2006/relationships/oleObject" Target="../embeddings/oleObject25.bin"/><Relationship Id="rId23" Type="http://schemas.openxmlformats.org/officeDocument/2006/relationships/oleObject" Target="../embeddings/oleObject29.bin"/><Relationship Id="rId10" Type="http://schemas.openxmlformats.org/officeDocument/2006/relationships/image" Target="../media/image38.wmf"/><Relationship Id="rId19" Type="http://schemas.openxmlformats.org/officeDocument/2006/relationships/oleObject" Target="../embeddings/oleObject27.bin"/><Relationship Id="rId4" Type="http://schemas.openxmlformats.org/officeDocument/2006/relationships/image" Target="../media/image35.wmf"/><Relationship Id="rId9" Type="http://schemas.openxmlformats.org/officeDocument/2006/relationships/oleObject" Target="../embeddings/oleObject22.bin"/><Relationship Id="rId14" Type="http://schemas.openxmlformats.org/officeDocument/2006/relationships/image" Target="../media/image40.wmf"/><Relationship Id="rId22" Type="http://schemas.openxmlformats.org/officeDocument/2006/relationships/image" Target="../media/image44.wmf"/><Relationship Id="rId27" Type="http://schemas.openxmlformats.org/officeDocument/2006/relationships/image" Target="../media/image32.png"/></Relationships>
</file>

<file path=ppt/slides/_rels/slide13.x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slideLayout" Target="../slideLayouts/slideLayout32.xml"/><Relationship Id="rId1" Type="http://schemas.openxmlformats.org/officeDocument/2006/relationships/vmlDrawing" Target="../drawings/vmlDrawing6.vml"/><Relationship Id="rId6" Type="http://schemas.openxmlformats.org/officeDocument/2006/relationships/image" Target="../media/image48.wmf"/><Relationship Id="rId5" Type="http://schemas.openxmlformats.org/officeDocument/2006/relationships/oleObject" Target="../embeddings/oleObject32.bin"/><Relationship Id="rId4" Type="http://schemas.openxmlformats.org/officeDocument/2006/relationships/image" Target="../media/image47.wmf"/></Relationships>
</file>

<file path=ppt/slides/_rels/slide14.xml.rels><?xml version="1.0" encoding="UTF-8" standalone="yes"?>
<Relationships xmlns="http://schemas.openxmlformats.org/package/2006/relationships"><Relationship Id="rId8" Type="http://schemas.openxmlformats.org/officeDocument/2006/relationships/image" Target="../media/image52.wmf"/><Relationship Id="rId13" Type="http://schemas.openxmlformats.org/officeDocument/2006/relationships/oleObject" Target="../embeddings/oleObject39.bin"/><Relationship Id="rId18" Type="http://schemas.openxmlformats.org/officeDocument/2006/relationships/image" Target="../media/image57.emf"/><Relationship Id="rId3" Type="http://schemas.openxmlformats.org/officeDocument/2006/relationships/oleObject" Target="../embeddings/oleObject34.bin"/><Relationship Id="rId21" Type="http://schemas.openxmlformats.org/officeDocument/2006/relationships/oleObject" Target="../embeddings/oleObject43.bin"/><Relationship Id="rId7" Type="http://schemas.openxmlformats.org/officeDocument/2006/relationships/oleObject" Target="../embeddings/oleObject36.bin"/><Relationship Id="rId12" Type="http://schemas.openxmlformats.org/officeDocument/2006/relationships/image" Target="../media/image54.wmf"/><Relationship Id="rId17" Type="http://schemas.openxmlformats.org/officeDocument/2006/relationships/oleObject" Target="../embeddings/oleObject41.bin"/><Relationship Id="rId2" Type="http://schemas.openxmlformats.org/officeDocument/2006/relationships/slideLayout" Target="../slideLayouts/slideLayout1.xml"/><Relationship Id="rId16" Type="http://schemas.openxmlformats.org/officeDocument/2006/relationships/image" Target="../media/image56.wmf"/><Relationship Id="rId20" Type="http://schemas.openxmlformats.org/officeDocument/2006/relationships/image" Target="../media/image58.wmf"/><Relationship Id="rId1" Type="http://schemas.openxmlformats.org/officeDocument/2006/relationships/vmlDrawing" Target="../drawings/vmlDrawing7.vml"/><Relationship Id="rId6" Type="http://schemas.openxmlformats.org/officeDocument/2006/relationships/image" Target="../media/image51.wmf"/><Relationship Id="rId11" Type="http://schemas.openxmlformats.org/officeDocument/2006/relationships/oleObject" Target="../embeddings/oleObject38.bin"/><Relationship Id="rId5" Type="http://schemas.openxmlformats.org/officeDocument/2006/relationships/oleObject" Target="../embeddings/oleObject35.bin"/><Relationship Id="rId15" Type="http://schemas.openxmlformats.org/officeDocument/2006/relationships/oleObject" Target="../embeddings/oleObject40.bin"/><Relationship Id="rId10" Type="http://schemas.openxmlformats.org/officeDocument/2006/relationships/image" Target="../media/image53.wmf"/><Relationship Id="rId19" Type="http://schemas.openxmlformats.org/officeDocument/2006/relationships/oleObject" Target="../embeddings/oleObject42.bin"/><Relationship Id="rId4" Type="http://schemas.openxmlformats.org/officeDocument/2006/relationships/image" Target="../media/image50.wmf"/><Relationship Id="rId9" Type="http://schemas.openxmlformats.org/officeDocument/2006/relationships/oleObject" Target="../embeddings/oleObject37.bin"/><Relationship Id="rId14" Type="http://schemas.openxmlformats.org/officeDocument/2006/relationships/image" Target="../media/image55.wmf"/></Relationships>
</file>

<file path=ppt/slides/_rels/slide15.xml.rels><?xml version="1.0" encoding="UTF-8" standalone="yes"?>
<Relationships xmlns="http://schemas.openxmlformats.org/package/2006/relationships"><Relationship Id="rId8" Type="http://schemas.openxmlformats.org/officeDocument/2006/relationships/image" Target="../media/image61.wmf"/><Relationship Id="rId13" Type="http://schemas.openxmlformats.org/officeDocument/2006/relationships/oleObject" Target="../embeddings/oleObject49.bin"/><Relationship Id="rId18" Type="http://schemas.openxmlformats.org/officeDocument/2006/relationships/oleObject" Target="../embeddings/oleObject52.bin"/><Relationship Id="rId3" Type="http://schemas.openxmlformats.org/officeDocument/2006/relationships/oleObject" Target="../embeddings/oleObject44.bin"/><Relationship Id="rId21" Type="http://schemas.openxmlformats.org/officeDocument/2006/relationships/image" Target="../media/image67.wmf"/><Relationship Id="rId7" Type="http://schemas.openxmlformats.org/officeDocument/2006/relationships/oleObject" Target="../embeddings/oleObject46.bin"/><Relationship Id="rId12" Type="http://schemas.openxmlformats.org/officeDocument/2006/relationships/image" Target="../media/image63.wmf"/><Relationship Id="rId17" Type="http://schemas.openxmlformats.org/officeDocument/2006/relationships/image" Target="../media/image65.wmf"/><Relationship Id="rId2" Type="http://schemas.openxmlformats.org/officeDocument/2006/relationships/slideLayout" Target="../slideLayouts/slideLayout1.xml"/><Relationship Id="rId16" Type="http://schemas.openxmlformats.org/officeDocument/2006/relationships/oleObject" Target="../embeddings/oleObject51.bin"/><Relationship Id="rId20" Type="http://schemas.openxmlformats.org/officeDocument/2006/relationships/oleObject" Target="../embeddings/oleObject53.bin"/><Relationship Id="rId1" Type="http://schemas.openxmlformats.org/officeDocument/2006/relationships/vmlDrawing" Target="../drawings/vmlDrawing8.vml"/><Relationship Id="rId6" Type="http://schemas.openxmlformats.org/officeDocument/2006/relationships/image" Target="../media/image60.wmf"/><Relationship Id="rId11" Type="http://schemas.openxmlformats.org/officeDocument/2006/relationships/oleObject" Target="../embeddings/oleObject48.bin"/><Relationship Id="rId5" Type="http://schemas.openxmlformats.org/officeDocument/2006/relationships/oleObject" Target="../embeddings/oleObject45.bin"/><Relationship Id="rId15" Type="http://schemas.openxmlformats.org/officeDocument/2006/relationships/image" Target="../media/image64.wmf"/><Relationship Id="rId23" Type="http://schemas.openxmlformats.org/officeDocument/2006/relationships/image" Target="../media/image68.wmf"/><Relationship Id="rId10" Type="http://schemas.openxmlformats.org/officeDocument/2006/relationships/image" Target="../media/image62.wmf"/><Relationship Id="rId19" Type="http://schemas.openxmlformats.org/officeDocument/2006/relationships/image" Target="../media/image66.wmf"/><Relationship Id="rId4" Type="http://schemas.openxmlformats.org/officeDocument/2006/relationships/image" Target="../media/image59.wmf"/><Relationship Id="rId9" Type="http://schemas.openxmlformats.org/officeDocument/2006/relationships/oleObject" Target="../embeddings/oleObject47.bin"/><Relationship Id="rId14" Type="http://schemas.openxmlformats.org/officeDocument/2006/relationships/oleObject" Target="../embeddings/oleObject50.bin"/><Relationship Id="rId22" Type="http://schemas.openxmlformats.org/officeDocument/2006/relationships/oleObject" Target="../embeddings/oleObject54.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1.xml"/><Relationship Id="rId1" Type="http://schemas.openxmlformats.org/officeDocument/2006/relationships/vmlDrawing" Target="../drawings/vmlDrawing9.vml"/><Relationship Id="rId6" Type="http://schemas.openxmlformats.org/officeDocument/2006/relationships/image" Target="../media/image70.wmf"/><Relationship Id="rId5" Type="http://schemas.openxmlformats.org/officeDocument/2006/relationships/oleObject" Target="../embeddings/oleObject56.bin"/><Relationship Id="rId4" Type="http://schemas.openxmlformats.org/officeDocument/2006/relationships/image" Target="../media/image69.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73.wmf"/><Relationship Id="rId3" Type="http://schemas.openxmlformats.org/officeDocument/2006/relationships/oleObject" Target="../embeddings/oleObject57.bin"/><Relationship Id="rId7" Type="http://schemas.openxmlformats.org/officeDocument/2006/relationships/oleObject" Target="../embeddings/oleObject59.bin"/><Relationship Id="rId12" Type="http://schemas.openxmlformats.org/officeDocument/2006/relationships/image" Target="../media/image75.wmf"/><Relationship Id="rId2" Type="http://schemas.openxmlformats.org/officeDocument/2006/relationships/slideLayout" Target="../slideLayouts/slideLayout32.xml"/><Relationship Id="rId1" Type="http://schemas.openxmlformats.org/officeDocument/2006/relationships/vmlDrawing" Target="../drawings/vmlDrawing10.vml"/><Relationship Id="rId6" Type="http://schemas.openxmlformats.org/officeDocument/2006/relationships/image" Target="../media/image72.wmf"/><Relationship Id="rId11" Type="http://schemas.openxmlformats.org/officeDocument/2006/relationships/oleObject" Target="../embeddings/oleObject61.bin"/><Relationship Id="rId5" Type="http://schemas.openxmlformats.org/officeDocument/2006/relationships/oleObject" Target="../embeddings/oleObject58.bin"/><Relationship Id="rId10" Type="http://schemas.openxmlformats.org/officeDocument/2006/relationships/image" Target="../media/image74.wmf"/><Relationship Id="rId4" Type="http://schemas.openxmlformats.org/officeDocument/2006/relationships/image" Target="../media/image71.wmf"/><Relationship Id="rId9" Type="http://schemas.openxmlformats.org/officeDocument/2006/relationships/oleObject" Target="../embeddings/oleObject60.bin"/></Relationships>
</file>

<file path=ppt/slides/_rels/slide19.xml.rels><?xml version="1.0" encoding="UTF-8" standalone="yes"?>
<Relationships xmlns="http://schemas.openxmlformats.org/package/2006/relationships"><Relationship Id="rId8" Type="http://schemas.openxmlformats.org/officeDocument/2006/relationships/image" Target="../media/image78.wmf"/><Relationship Id="rId13" Type="http://schemas.openxmlformats.org/officeDocument/2006/relationships/oleObject" Target="../embeddings/oleObject67.bin"/><Relationship Id="rId3" Type="http://schemas.openxmlformats.org/officeDocument/2006/relationships/oleObject" Target="../embeddings/oleObject62.bin"/><Relationship Id="rId7" Type="http://schemas.openxmlformats.org/officeDocument/2006/relationships/oleObject" Target="../embeddings/oleObject64.bin"/><Relationship Id="rId12" Type="http://schemas.openxmlformats.org/officeDocument/2006/relationships/image" Target="../media/image80.wmf"/><Relationship Id="rId2" Type="http://schemas.openxmlformats.org/officeDocument/2006/relationships/slideLayout" Target="../slideLayouts/slideLayout32.xml"/><Relationship Id="rId1" Type="http://schemas.openxmlformats.org/officeDocument/2006/relationships/vmlDrawing" Target="../drawings/vmlDrawing11.vml"/><Relationship Id="rId6" Type="http://schemas.openxmlformats.org/officeDocument/2006/relationships/image" Target="../media/image77.wmf"/><Relationship Id="rId11" Type="http://schemas.openxmlformats.org/officeDocument/2006/relationships/oleObject" Target="../embeddings/oleObject66.bin"/><Relationship Id="rId5" Type="http://schemas.openxmlformats.org/officeDocument/2006/relationships/oleObject" Target="../embeddings/oleObject63.bin"/><Relationship Id="rId10" Type="http://schemas.openxmlformats.org/officeDocument/2006/relationships/image" Target="../media/image79.wmf"/><Relationship Id="rId4" Type="http://schemas.openxmlformats.org/officeDocument/2006/relationships/image" Target="../media/image76.wmf"/><Relationship Id="rId9" Type="http://schemas.openxmlformats.org/officeDocument/2006/relationships/oleObject" Target="../embeddings/oleObject65.bin"/><Relationship Id="rId14" Type="http://schemas.openxmlformats.org/officeDocument/2006/relationships/image" Target="../media/image81.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32.xml"/><Relationship Id="rId1" Type="http://schemas.openxmlformats.org/officeDocument/2006/relationships/vmlDrawing" Target="../drawings/vmlDrawing12.vml"/><Relationship Id="rId5" Type="http://schemas.openxmlformats.org/officeDocument/2006/relationships/image" Target="../media/image32.png"/><Relationship Id="rId4" Type="http://schemas.openxmlformats.org/officeDocument/2006/relationships/image" Target="../media/image82.wmf"/></Relationships>
</file>

<file path=ppt/slides/_rels/slide21.xml.rels><?xml version="1.0" encoding="UTF-8" standalone="yes"?>
<Relationships xmlns="http://schemas.openxmlformats.org/package/2006/relationships"><Relationship Id="rId8" Type="http://schemas.openxmlformats.org/officeDocument/2006/relationships/image" Target="../media/image85.wmf"/><Relationship Id="rId3" Type="http://schemas.openxmlformats.org/officeDocument/2006/relationships/oleObject" Target="../embeddings/oleObject69.bin"/><Relationship Id="rId7" Type="http://schemas.openxmlformats.org/officeDocument/2006/relationships/oleObject" Target="../embeddings/oleObject71.bin"/><Relationship Id="rId2" Type="http://schemas.openxmlformats.org/officeDocument/2006/relationships/slideLayout" Target="../slideLayouts/slideLayout32.xml"/><Relationship Id="rId1" Type="http://schemas.openxmlformats.org/officeDocument/2006/relationships/vmlDrawing" Target="../drawings/vmlDrawing13.vml"/><Relationship Id="rId6" Type="http://schemas.openxmlformats.org/officeDocument/2006/relationships/image" Target="../media/image84.wmf"/><Relationship Id="rId5" Type="http://schemas.openxmlformats.org/officeDocument/2006/relationships/oleObject" Target="../embeddings/oleObject70.bin"/><Relationship Id="rId10" Type="http://schemas.openxmlformats.org/officeDocument/2006/relationships/image" Target="../media/image86.wmf"/><Relationship Id="rId4" Type="http://schemas.openxmlformats.org/officeDocument/2006/relationships/image" Target="../media/image83.wmf"/><Relationship Id="rId9" Type="http://schemas.openxmlformats.org/officeDocument/2006/relationships/oleObject" Target="../embeddings/oleObject72.bin"/></Relationships>
</file>

<file path=ppt/slides/_rels/slide22.xml.rels><?xml version="1.0" encoding="UTF-8" standalone="yes"?>
<Relationships xmlns="http://schemas.openxmlformats.org/package/2006/relationships"><Relationship Id="rId3" Type="http://schemas.openxmlformats.org/officeDocument/2006/relationships/image" Target="../media/image88.png"/><Relationship Id="rId7" Type="http://schemas.openxmlformats.org/officeDocument/2006/relationships/image" Target="../media/image92.png"/><Relationship Id="rId2" Type="http://schemas.openxmlformats.org/officeDocument/2006/relationships/image" Target="../media/image87.png"/><Relationship Id="rId1" Type="http://schemas.openxmlformats.org/officeDocument/2006/relationships/slideLayout" Target="../slideLayouts/slideLayout33.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23.xml.rels><?xml version="1.0" encoding="UTF-8" standalone="yes"?>
<Relationships xmlns="http://schemas.openxmlformats.org/package/2006/relationships"><Relationship Id="rId8" Type="http://schemas.openxmlformats.org/officeDocument/2006/relationships/image" Target="../media/image95.wmf"/><Relationship Id="rId13" Type="http://schemas.openxmlformats.org/officeDocument/2006/relationships/oleObject" Target="../embeddings/oleObject78.bin"/><Relationship Id="rId18" Type="http://schemas.openxmlformats.org/officeDocument/2006/relationships/image" Target="../media/image100.wmf"/><Relationship Id="rId3" Type="http://schemas.openxmlformats.org/officeDocument/2006/relationships/oleObject" Target="../embeddings/oleObject73.bin"/><Relationship Id="rId7" Type="http://schemas.openxmlformats.org/officeDocument/2006/relationships/oleObject" Target="../embeddings/oleObject75.bin"/><Relationship Id="rId12" Type="http://schemas.openxmlformats.org/officeDocument/2006/relationships/image" Target="../media/image97.wmf"/><Relationship Id="rId17" Type="http://schemas.openxmlformats.org/officeDocument/2006/relationships/oleObject" Target="../embeddings/oleObject80.bin"/><Relationship Id="rId2" Type="http://schemas.openxmlformats.org/officeDocument/2006/relationships/slideLayout" Target="../slideLayouts/slideLayout32.xml"/><Relationship Id="rId16" Type="http://schemas.openxmlformats.org/officeDocument/2006/relationships/image" Target="../media/image99.wmf"/><Relationship Id="rId1" Type="http://schemas.openxmlformats.org/officeDocument/2006/relationships/vmlDrawing" Target="../drawings/vmlDrawing14.vml"/><Relationship Id="rId6" Type="http://schemas.openxmlformats.org/officeDocument/2006/relationships/image" Target="../media/image94.wmf"/><Relationship Id="rId11" Type="http://schemas.openxmlformats.org/officeDocument/2006/relationships/oleObject" Target="../embeddings/oleObject77.bin"/><Relationship Id="rId5" Type="http://schemas.openxmlformats.org/officeDocument/2006/relationships/oleObject" Target="../embeddings/oleObject74.bin"/><Relationship Id="rId15" Type="http://schemas.openxmlformats.org/officeDocument/2006/relationships/oleObject" Target="../embeddings/oleObject79.bin"/><Relationship Id="rId10" Type="http://schemas.openxmlformats.org/officeDocument/2006/relationships/image" Target="../media/image96.wmf"/><Relationship Id="rId4" Type="http://schemas.openxmlformats.org/officeDocument/2006/relationships/image" Target="../media/image93.wmf"/><Relationship Id="rId9" Type="http://schemas.openxmlformats.org/officeDocument/2006/relationships/oleObject" Target="../embeddings/oleObject76.bin"/><Relationship Id="rId14" Type="http://schemas.openxmlformats.org/officeDocument/2006/relationships/image" Target="../media/image98.wmf"/></Relationships>
</file>

<file path=ppt/slides/_rels/slide24.xml.rels><?xml version="1.0" encoding="UTF-8" standalone="yes"?>
<Relationships xmlns="http://schemas.openxmlformats.org/package/2006/relationships"><Relationship Id="rId8" Type="http://schemas.openxmlformats.org/officeDocument/2006/relationships/image" Target="../media/image103.wmf"/><Relationship Id="rId13" Type="http://schemas.openxmlformats.org/officeDocument/2006/relationships/oleObject" Target="../embeddings/oleObject86.bin"/><Relationship Id="rId3" Type="http://schemas.openxmlformats.org/officeDocument/2006/relationships/oleObject" Target="../embeddings/oleObject81.bin"/><Relationship Id="rId7" Type="http://schemas.openxmlformats.org/officeDocument/2006/relationships/oleObject" Target="../embeddings/oleObject83.bin"/><Relationship Id="rId12" Type="http://schemas.openxmlformats.org/officeDocument/2006/relationships/image" Target="../media/image105.wmf"/><Relationship Id="rId2" Type="http://schemas.openxmlformats.org/officeDocument/2006/relationships/slideLayout" Target="../slideLayouts/slideLayout32.xml"/><Relationship Id="rId16" Type="http://schemas.openxmlformats.org/officeDocument/2006/relationships/image" Target="../media/image107.wmf"/><Relationship Id="rId1" Type="http://schemas.openxmlformats.org/officeDocument/2006/relationships/vmlDrawing" Target="../drawings/vmlDrawing15.vml"/><Relationship Id="rId6" Type="http://schemas.openxmlformats.org/officeDocument/2006/relationships/image" Target="../media/image102.wmf"/><Relationship Id="rId11" Type="http://schemas.openxmlformats.org/officeDocument/2006/relationships/oleObject" Target="../embeddings/oleObject85.bin"/><Relationship Id="rId5" Type="http://schemas.openxmlformats.org/officeDocument/2006/relationships/oleObject" Target="../embeddings/oleObject82.bin"/><Relationship Id="rId15" Type="http://schemas.openxmlformats.org/officeDocument/2006/relationships/oleObject" Target="../embeddings/oleObject87.bin"/><Relationship Id="rId10" Type="http://schemas.openxmlformats.org/officeDocument/2006/relationships/image" Target="../media/image104.wmf"/><Relationship Id="rId4" Type="http://schemas.openxmlformats.org/officeDocument/2006/relationships/image" Target="../media/image101.wmf"/><Relationship Id="rId9" Type="http://schemas.openxmlformats.org/officeDocument/2006/relationships/oleObject" Target="../embeddings/oleObject84.bin"/><Relationship Id="rId14" Type="http://schemas.openxmlformats.org/officeDocument/2006/relationships/image" Target="../media/image106.wmf"/></Relationships>
</file>

<file path=ppt/slides/_rels/slide25.xml.rels><?xml version="1.0" encoding="UTF-8" standalone="yes"?>
<Relationships xmlns="http://schemas.openxmlformats.org/package/2006/relationships"><Relationship Id="rId8" Type="http://schemas.openxmlformats.org/officeDocument/2006/relationships/image" Target="../media/image110.wmf"/><Relationship Id="rId13" Type="http://schemas.openxmlformats.org/officeDocument/2006/relationships/oleObject" Target="../embeddings/oleObject93.bin"/><Relationship Id="rId18" Type="http://schemas.openxmlformats.org/officeDocument/2006/relationships/oleObject" Target="../embeddings/oleObject96.bin"/><Relationship Id="rId3" Type="http://schemas.openxmlformats.org/officeDocument/2006/relationships/oleObject" Target="../embeddings/oleObject88.bin"/><Relationship Id="rId7" Type="http://schemas.openxmlformats.org/officeDocument/2006/relationships/oleObject" Target="../embeddings/oleObject90.bin"/><Relationship Id="rId12" Type="http://schemas.openxmlformats.org/officeDocument/2006/relationships/image" Target="../media/image112.wmf"/><Relationship Id="rId17" Type="http://schemas.openxmlformats.org/officeDocument/2006/relationships/oleObject" Target="../embeddings/oleObject95.bin"/><Relationship Id="rId2" Type="http://schemas.openxmlformats.org/officeDocument/2006/relationships/slideLayout" Target="../slideLayouts/slideLayout32.xml"/><Relationship Id="rId16" Type="http://schemas.openxmlformats.org/officeDocument/2006/relationships/image" Target="../media/image114.wmf"/><Relationship Id="rId1" Type="http://schemas.openxmlformats.org/officeDocument/2006/relationships/vmlDrawing" Target="../drawings/vmlDrawing16.vml"/><Relationship Id="rId6" Type="http://schemas.openxmlformats.org/officeDocument/2006/relationships/image" Target="../media/image109.wmf"/><Relationship Id="rId11" Type="http://schemas.openxmlformats.org/officeDocument/2006/relationships/oleObject" Target="../embeddings/oleObject92.bin"/><Relationship Id="rId5" Type="http://schemas.openxmlformats.org/officeDocument/2006/relationships/oleObject" Target="../embeddings/oleObject89.bin"/><Relationship Id="rId15" Type="http://schemas.openxmlformats.org/officeDocument/2006/relationships/oleObject" Target="../embeddings/oleObject94.bin"/><Relationship Id="rId10" Type="http://schemas.openxmlformats.org/officeDocument/2006/relationships/image" Target="../media/image111.wmf"/><Relationship Id="rId19" Type="http://schemas.openxmlformats.org/officeDocument/2006/relationships/oleObject" Target="../embeddings/oleObject97.bin"/><Relationship Id="rId4" Type="http://schemas.openxmlformats.org/officeDocument/2006/relationships/image" Target="../media/image108.wmf"/><Relationship Id="rId9" Type="http://schemas.openxmlformats.org/officeDocument/2006/relationships/oleObject" Target="../embeddings/oleObject91.bin"/><Relationship Id="rId14" Type="http://schemas.openxmlformats.org/officeDocument/2006/relationships/image" Target="../media/image113.wmf"/></Relationships>
</file>

<file path=ppt/slides/_rels/slide26.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33.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98.bin"/><Relationship Id="rId7" Type="http://schemas.openxmlformats.org/officeDocument/2006/relationships/image" Target="../media/image118.png"/><Relationship Id="rId2" Type="http://schemas.openxmlformats.org/officeDocument/2006/relationships/slideLayout" Target="../slideLayouts/slideLayout32.xml"/><Relationship Id="rId1" Type="http://schemas.openxmlformats.org/officeDocument/2006/relationships/vmlDrawing" Target="../drawings/vmlDrawing17.vml"/><Relationship Id="rId6" Type="http://schemas.openxmlformats.org/officeDocument/2006/relationships/image" Target="../media/image117.wmf"/><Relationship Id="rId5" Type="http://schemas.openxmlformats.org/officeDocument/2006/relationships/oleObject" Target="../embeddings/oleObject99.bin"/><Relationship Id="rId4" Type="http://schemas.openxmlformats.org/officeDocument/2006/relationships/image" Target="../media/image116.wmf"/></Relationships>
</file>

<file path=ppt/slides/_rels/slide28.xml.rels><?xml version="1.0" encoding="UTF-8" standalone="yes"?>
<Relationships xmlns="http://schemas.openxmlformats.org/package/2006/relationships"><Relationship Id="rId8" Type="http://schemas.openxmlformats.org/officeDocument/2006/relationships/image" Target="../media/image121.wmf"/><Relationship Id="rId3" Type="http://schemas.openxmlformats.org/officeDocument/2006/relationships/oleObject" Target="../embeddings/oleObject100.bin"/><Relationship Id="rId7" Type="http://schemas.openxmlformats.org/officeDocument/2006/relationships/oleObject" Target="../embeddings/oleObject102.bin"/><Relationship Id="rId2" Type="http://schemas.openxmlformats.org/officeDocument/2006/relationships/slideLayout" Target="../slideLayouts/slideLayout32.xml"/><Relationship Id="rId1" Type="http://schemas.openxmlformats.org/officeDocument/2006/relationships/vmlDrawing" Target="../drawings/vmlDrawing18.vml"/><Relationship Id="rId6" Type="http://schemas.openxmlformats.org/officeDocument/2006/relationships/image" Target="../media/image120.wmf"/><Relationship Id="rId5" Type="http://schemas.openxmlformats.org/officeDocument/2006/relationships/oleObject" Target="../embeddings/oleObject101.bin"/><Relationship Id="rId4" Type="http://schemas.openxmlformats.org/officeDocument/2006/relationships/image" Target="../media/image119.wmf"/></Relationships>
</file>

<file path=ppt/slides/_rels/slide29.xml.rels><?xml version="1.0" encoding="UTF-8" standalone="yes"?>
<Relationships xmlns="http://schemas.openxmlformats.org/package/2006/relationships"><Relationship Id="rId8" Type="http://schemas.openxmlformats.org/officeDocument/2006/relationships/image" Target="../media/image124.wmf"/><Relationship Id="rId13" Type="http://schemas.openxmlformats.org/officeDocument/2006/relationships/oleObject" Target="../embeddings/oleObject108.bin"/><Relationship Id="rId18" Type="http://schemas.openxmlformats.org/officeDocument/2006/relationships/image" Target="../media/image129.wmf"/><Relationship Id="rId3" Type="http://schemas.openxmlformats.org/officeDocument/2006/relationships/oleObject" Target="../embeddings/oleObject103.bin"/><Relationship Id="rId21" Type="http://schemas.openxmlformats.org/officeDocument/2006/relationships/oleObject" Target="../embeddings/oleObject112.bin"/><Relationship Id="rId7" Type="http://schemas.openxmlformats.org/officeDocument/2006/relationships/oleObject" Target="../embeddings/oleObject105.bin"/><Relationship Id="rId12" Type="http://schemas.openxmlformats.org/officeDocument/2006/relationships/image" Target="../media/image126.wmf"/><Relationship Id="rId17" Type="http://schemas.openxmlformats.org/officeDocument/2006/relationships/oleObject" Target="../embeddings/oleObject110.bin"/><Relationship Id="rId2" Type="http://schemas.openxmlformats.org/officeDocument/2006/relationships/slideLayout" Target="../slideLayouts/slideLayout32.xml"/><Relationship Id="rId16" Type="http://schemas.openxmlformats.org/officeDocument/2006/relationships/image" Target="../media/image128.wmf"/><Relationship Id="rId20" Type="http://schemas.openxmlformats.org/officeDocument/2006/relationships/image" Target="../media/image130.wmf"/><Relationship Id="rId1" Type="http://schemas.openxmlformats.org/officeDocument/2006/relationships/vmlDrawing" Target="../drawings/vmlDrawing19.vml"/><Relationship Id="rId6" Type="http://schemas.openxmlformats.org/officeDocument/2006/relationships/image" Target="../media/image123.wmf"/><Relationship Id="rId11" Type="http://schemas.openxmlformats.org/officeDocument/2006/relationships/oleObject" Target="../embeddings/oleObject107.bin"/><Relationship Id="rId5" Type="http://schemas.openxmlformats.org/officeDocument/2006/relationships/oleObject" Target="../embeddings/oleObject104.bin"/><Relationship Id="rId15" Type="http://schemas.openxmlformats.org/officeDocument/2006/relationships/oleObject" Target="../embeddings/oleObject109.bin"/><Relationship Id="rId10" Type="http://schemas.openxmlformats.org/officeDocument/2006/relationships/image" Target="../media/image125.wmf"/><Relationship Id="rId19" Type="http://schemas.openxmlformats.org/officeDocument/2006/relationships/oleObject" Target="../embeddings/oleObject111.bin"/><Relationship Id="rId4" Type="http://schemas.openxmlformats.org/officeDocument/2006/relationships/image" Target="../media/image122.wmf"/><Relationship Id="rId9" Type="http://schemas.openxmlformats.org/officeDocument/2006/relationships/oleObject" Target="../embeddings/oleObject106.bin"/><Relationship Id="rId14" Type="http://schemas.openxmlformats.org/officeDocument/2006/relationships/image" Target="../media/image127.wmf"/><Relationship Id="rId22" Type="http://schemas.openxmlformats.org/officeDocument/2006/relationships/image" Target="../media/image131.wmf"/></Relationships>
</file>

<file path=ppt/slides/_rels/slide30.xml.rels><?xml version="1.0" encoding="UTF-8" standalone="yes"?>
<Relationships xmlns="http://schemas.openxmlformats.org/package/2006/relationships"><Relationship Id="rId8" Type="http://schemas.openxmlformats.org/officeDocument/2006/relationships/image" Target="../media/image134.wmf"/><Relationship Id="rId3" Type="http://schemas.openxmlformats.org/officeDocument/2006/relationships/oleObject" Target="../embeddings/oleObject113.bin"/><Relationship Id="rId7" Type="http://schemas.openxmlformats.org/officeDocument/2006/relationships/oleObject" Target="../embeddings/oleObject115.bin"/><Relationship Id="rId12" Type="http://schemas.openxmlformats.org/officeDocument/2006/relationships/image" Target="../media/image136.wmf"/><Relationship Id="rId2" Type="http://schemas.openxmlformats.org/officeDocument/2006/relationships/slideLayout" Target="../slideLayouts/slideLayout32.xml"/><Relationship Id="rId1" Type="http://schemas.openxmlformats.org/officeDocument/2006/relationships/vmlDrawing" Target="../drawings/vmlDrawing20.vml"/><Relationship Id="rId6" Type="http://schemas.openxmlformats.org/officeDocument/2006/relationships/image" Target="../media/image133.wmf"/><Relationship Id="rId11" Type="http://schemas.openxmlformats.org/officeDocument/2006/relationships/oleObject" Target="../embeddings/oleObject117.bin"/><Relationship Id="rId5" Type="http://schemas.openxmlformats.org/officeDocument/2006/relationships/oleObject" Target="../embeddings/oleObject114.bin"/><Relationship Id="rId10" Type="http://schemas.openxmlformats.org/officeDocument/2006/relationships/image" Target="../media/image135.wmf"/><Relationship Id="rId4" Type="http://schemas.openxmlformats.org/officeDocument/2006/relationships/image" Target="../media/image132.wmf"/><Relationship Id="rId9" Type="http://schemas.openxmlformats.org/officeDocument/2006/relationships/oleObject" Target="../embeddings/oleObject116.bin"/></Relationships>
</file>

<file path=ppt/slides/_rels/slide31.xml.rels><?xml version="1.0" encoding="UTF-8" standalone="yes"?>
<Relationships xmlns="http://schemas.openxmlformats.org/package/2006/relationships"><Relationship Id="rId8" Type="http://schemas.openxmlformats.org/officeDocument/2006/relationships/image" Target="../media/image139.wmf"/><Relationship Id="rId13" Type="http://schemas.openxmlformats.org/officeDocument/2006/relationships/oleObject" Target="../embeddings/oleObject123.bin"/><Relationship Id="rId18" Type="http://schemas.openxmlformats.org/officeDocument/2006/relationships/image" Target="../media/image144.wmf"/><Relationship Id="rId26" Type="http://schemas.openxmlformats.org/officeDocument/2006/relationships/image" Target="../media/image146.wmf"/><Relationship Id="rId3" Type="http://schemas.openxmlformats.org/officeDocument/2006/relationships/oleObject" Target="../embeddings/oleObject118.bin"/><Relationship Id="rId21" Type="http://schemas.openxmlformats.org/officeDocument/2006/relationships/oleObject" Target="../embeddings/oleObject128.bin"/><Relationship Id="rId7" Type="http://schemas.openxmlformats.org/officeDocument/2006/relationships/oleObject" Target="../embeddings/oleObject120.bin"/><Relationship Id="rId12" Type="http://schemas.openxmlformats.org/officeDocument/2006/relationships/image" Target="../media/image141.wmf"/><Relationship Id="rId17" Type="http://schemas.openxmlformats.org/officeDocument/2006/relationships/oleObject" Target="../embeddings/oleObject125.bin"/><Relationship Id="rId25" Type="http://schemas.openxmlformats.org/officeDocument/2006/relationships/oleObject" Target="../embeddings/oleObject131.bin"/><Relationship Id="rId2" Type="http://schemas.openxmlformats.org/officeDocument/2006/relationships/slideLayout" Target="../slideLayouts/slideLayout32.xml"/><Relationship Id="rId16" Type="http://schemas.openxmlformats.org/officeDocument/2006/relationships/image" Target="../media/image143.wmf"/><Relationship Id="rId20" Type="http://schemas.openxmlformats.org/officeDocument/2006/relationships/oleObject" Target="../embeddings/oleObject127.bin"/><Relationship Id="rId29" Type="http://schemas.openxmlformats.org/officeDocument/2006/relationships/oleObject" Target="../embeddings/oleObject133.bin"/><Relationship Id="rId1" Type="http://schemas.openxmlformats.org/officeDocument/2006/relationships/vmlDrawing" Target="../drawings/vmlDrawing21.vml"/><Relationship Id="rId6" Type="http://schemas.openxmlformats.org/officeDocument/2006/relationships/image" Target="../media/image138.wmf"/><Relationship Id="rId11" Type="http://schemas.openxmlformats.org/officeDocument/2006/relationships/oleObject" Target="../embeddings/oleObject122.bin"/><Relationship Id="rId24" Type="http://schemas.openxmlformats.org/officeDocument/2006/relationships/oleObject" Target="../embeddings/oleObject130.bin"/><Relationship Id="rId5" Type="http://schemas.openxmlformats.org/officeDocument/2006/relationships/oleObject" Target="../embeddings/oleObject119.bin"/><Relationship Id="rId15" Type="http://schemas.openxmlformats.org/officeDocument/2006/relationships/oleObject" Target="../embeddings/oleObject124.bin"/><Relationship Id="rId23" Type="http://schemas.openxmlformats.org/officeDocument/2006/relationships/oleObject" Target="../embeddings/oleObject129.bin"/><Relationship Id="rId28" Type="http://schemas.openxmlformats.org/officeDocument/2006/relationships/image" Target="../media/image147.emf"/><Relationship Id="rId10" Type="http://schemas.openxmlformats.org/officeDocument/2006/relationships/image" Target="../media/image140.wmf"/><Relationship Id="rId19" Type="http://schemas.openxmlformats.org/officeDocument/2006/relationships/oleObject" Target="../embeddings/oleObject126.bin"/><Relationship Id="rId31" Type="http://schemas.openxmlformats.org/officeDocument/2006/relationships/image" Target="../media/image148.jpeg"/><Relationship Id="rId4" Type="http://schemas.openxmlformats.org/officeDocument/2006/relationships/image" Target="../media/image137.wmf"/><Relationship Id="rId9" Type="http://schemas.openxmlformats.org/officeDocument/2006/relationships/oleObject" Target="../embeddings/oleObject121.bin"/><Relationship Id="rId14" Type="http://schemas.openxmlformats.org/officeDocument/2006/relationships/image" Target="../media/image142.wmf"/><Relationship Id="rId22" Type="http://schemas.openxmlformats.org/officeDocument/2006/relationships/image" Target="../media/image145.wmf"/><Relationship Id="rId27" Type="http://schemas.openxmlformats.org/officeDocument/2006/relationships/oleObject" Target="../embeddings/oleObject132.bin"/><Relationship Id="rId30" Type="http://schemas.openxmlformats.org/officeDocument/2006/relationships/image" Target="../media/image119.wmf"/></Relationships>
</file>

<file path=ppt/slides/_rels/slide32.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oleObject" Target="../embeddings/oleObject134.bin"/><Relationship Id="rId7" Type="http://schemas.openxmlformats.org/officeDocument/2006/relationships/image" Target="../media/image150.wmf"/><Relationship Id="rId2" Type="http://schemas.openxmlformats.org/officeDocument/2006/relationships/slideLayout" Target="../slideLayouts/slideLayout1.xml"/><Relationship Id="rId1" Type="http://schemas.openxmlformats.org/officeDocument/2006/relationships/vmlDrawing" Target="../drawings/vmlDrawing22.vml"/><Relationship Id="rId6" Type="http://schemas.openxmlformats.org/officeDocument/2006/relationships/oleObject" Target="../embeddings/oleObject135.bin"/><Relationship Id="rId5" Type="http://schemas.openxmlformats.org/officeDocument/2006/relationships/image" Target="../media/image151.wmf"/><Relationship Id="rId4" Type="http://schemas.openxmlformats.org/officeDocument/2006/relationships/image" Target="../media/image149.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36.bin"/><Relationship Id="rId2" Type="http://schemas.openxmlformats.org/officeDocument/2006/relationships/slideLayout" Target="../slideLayouts/slideLayout1.xml"/><Relationship Id="rId1" Type="http://schemas.openxmlformats.org/officeDocument/2006/relationships/vmlDrawing" Target="../drawings/vmlDrawing23.vml"/><Relationship Id="rId6" Type="http://schemas.openxmlformats.org/officeDocument/2006/relationships/image" Target="../media/image153.wmf"/><Relationship Id="rId5" Type="http://schemas.openxmlformats.org/officeDocument/2006/relationships/oleObject" Target="../embeddings/oleObject137.bin"/><Relationship Id="rId4" Type="http://schemas.openxmlformats.org/officeDocument/2006/relationships/image" Target="../media/image152.wmf"/></Relationships>
</file>

<file path=ppt/slides/_rels/slide34.xml.rels><?xml version="1.0" encoding="UTF-8" standalone="yes"?>
<Relationships xmlns="http://schemas.openxmlformats.org/package/2006/relationships"><Relationship Id="rId2" Type="http://schemas.openxmlformats.org/officeDocument/2006/relationships/image" Target="../media/image15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161.wmf"/><Relationship Id="rId3" Type="http://schemas.openxmlformats.org/officeDocument/2006/relationships/image" Target="../media/image156.wmf"/><Relationship Id="rId7" Type="http://schemas.openxmlformats.org/officeDocument/2006/relationships/image" Target="../media/image160.wmf"/><Relationship Id="rId2" Type="http://schemas.openxmlformats.org/officeDocument/2006/relationships/image" Target="../media/image155.wmf"/><Relationship Id="rId1" Type="http://schemas.openxmlformats.org/officeDocument/2006/relationships/slideLayout" Target="../slideLayouts/slideLayout1.xml"/><Relationship Id="rId6" Type="http://schemas.openxmlformats.org/officeDocument/2006/relationships/image" Target="../media/image159.wmf"/><Relationship Id="rId11" Type="http://schemas.openxmlformats.org/officeDocument/2006/relationships/image" Target="../media/image164.wmf"/><Relationship Id="rId5" Type="http://schemas.openxmlformats.org/officeDocument/2006/relationships/image" Target="../media/image158.wmf"/><Relationship Id="rId10" Type="http://schemas.openxmlformats.org/officeDocument/2006/relationships/image" Target="../media/image163.wmf"/><Relationship Id="rId4" Type="http://schemas.openxmlformats.org/officeDocument/2006/relationships/image" Target="../media/image157.wmf"/><Relationship Id="rId9" Type="http://schemas.openxmlformats.org/officeDocument/2006/relationships/image" Target="../media/image162.wmf"/></Relationships>
</file>

<file path=ppt/slides/_rels/slide36.xml.rels><?xml version="1.0" encoding="UTF-8" standalone="yes"?>
<Relationships xmlns="http://schemas.openxmlformats.org/package/2006/relationships"><Relationship Id="rId8" Type="http://schemas.openxmlformats.org/officeDocument/2006/relationships/image" Target="../media/image167.wmf"/><Relationship Id="rId3" Type="http://schemas.openxmlformats.org/officeDocument/2006/relationships/oleObject" Target="../embeddings/oleObject138.bin"/><Relationship Id="rId7" Type="http://schemas.openxmlformats.org/officeDocument/2006/relationships/oleObject" Target="../embeddings/oleObject140.bin"/><Relationship Id="rId2" Type="http://schemas.openxmlformats.org/officeDocument/2006/relationships/slideLayout" Target="../slideLayouts/slideLayout1.xml"/><Relationship Id="rId1" Type="http://schemas.openxmlformats.org/officeDocument/2006/relationships/vmlDrawing" Target="../drawings/vmlDrawing24.vml"/><Relationship Id="rId6" Type="http://schemas.openxmlformats.org/officeDocument/2006/relationships/image" Target="../media/image166.wmf"/><Relationship Id="rId11" Type="http://schemas.openxmlformats.org/officeDocument/2006/relationships/image" Target="../media/image169.png"/><Relationship Id="rId5" Type="http://schemas.openxmlformats.org/officeDocument/2006/relationships/oleObject" Target="../embeddings/oleObject139.bin"/><Relationship Id="rId10" Type="http://schemas.openxmlformats.org/officeDocument/2006/relationships/image" Target="../media/image168.emf"/><Relationship Id="rId4" Type="http://schemas.openxmlformats.org/officeDocument/2006/relationships/image" Target="../media/image165.wmf"/><Relationship Id="rId9" Type="http://schemas.openxmlformats.org/officeDocument/2006/relationships/oleObject" Target="../embeddings/oleObject141.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42.bin"/><Relationship Id="rId2" Type="http://schemas.openxmlformats.org/officeDocument/2006/relationships/slideLayout" Target="../slideLayouts/slideLayout13.xml"/><Relationship Id="rId1" Type="http://schemas.openxmlformats.org/officeDocument/2006/relationships/vmlDrawing" Target="../drawings/vmlDrawing25.vml"/><Relationship Id="rId4" Type="http://schemas.openxmlformats.org/officeDocument/2006/relationships/image" Target="../media/image170.wmf"/></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45.bin"/><Relationship Id="rId13" Type="http://schemas.openxmlformats.org/officeDocument/2006/relationships/image" Target="../media/image175.wmf"/><Relationship Id="rId18" Type="http://schemas.openxmlformats.org/officeDocument/2006/relationships/image" Target="../media/image182.wmf"/><Relationship Id="rId26" Type="http://schemas.openxmlformats.org/officeDocument/2006/relationships/image" Target="../media/image179.wmf"/><Relationship Id="rId3" Type="http://schemas.openxmlformats.org/officeDocument/2006/relationships/image" Target="../media/image180.wmf"/><Relationship Id="rId21" Type="http://schemas.openxmlformats.org/officeDocument/2006/relationships/oleObject" Target="../embeddings/oleObject149.bin"/><Relationship Id="rId7" Type="http://schemas.openxmlformats.org/officeDocument/2006/relationships/image" Target="../media/image172.wmf"/><Relationship Id="rId12" Type="http://schemas.openxmlformats.org/officeDocument/2006/relationships/oleObject" Target="../embeddings/oleObject147.bin"/><Relationship Id="rId17" Type="http://schemas.openxmlformats.org/officeDocument/2006/relationships/image" Target="../media/image176.wmf"/><Relationship Id="rId25" Type="http://schemas.openxmlformats.org/officeDocument/2006/relationships/oleObject" Target="../embeddings/oleObject152.bin"/><Relationship Id="rId2" Type="http://schemas.openxmlformats.org/officeDocument/2006/relationships/slideLayout" Target="../slideLayouts/slideLayout1.xml"/><Relationship Id="rId16" Type="http://schemas.openxmlformats.org/officeDocument/2006/relationships/oleObject" Target="../embeddings/oleObject148.bin"/><Relationship Id="rId20" Type="http://schemas.openxmlformats.org/officeDocument/2006/relationships/image" Target="../media/image184.wmf"/><Relationship Id="rId1" Type="http://schemas.openxmlformats.org/officeDocument/2006/relationships/vmlDrawing" Target="../drawings/vmlDrawing26.vml"/><Relationship Id="rId6" Type="http://schemas.openxmlformats.org/officeDocument/2006/relationships/oleObject" Target="../embeddings/oleObject144.bin"/><Relationship Id="rId11" Type="http://schemas.openxmlformats.org/officeDocument/2006/relationships/image" Target="../media/image174.wmf"/><Relationship Id="rId24" Type="http://schemas.openxmlformats.org/officeDocument/2006/relationships/oleObject" Target="../embeddings/oleObject151.bin"/><Relationship Id="rId5" Type="http://schemas.openxmlformats.org/officeDocument/2006/relationships/image" Target="../media/image171.wmf"/><Relationship Id="rId15" Type="http://schemas.openxmlformats.org/officeDocument/2006/relationships/image" Target="../media/image178.wmf"/><Relationship Id="rId23" Type="http://schemas.openxmlformats.org/officeDocument/2006/relationships/oleObject" Target="../embeddings/oleObject150.bin"/><Relationship Id="rId10" Type="http://schemas.openxmlformats.org/officeDocument/2006/relationships/oleObject" Target="../embeddings/oleObject146.bin"/><Relationship Id="rId19" Type="http://schemas.openxmlformats.org/officeDocument/2006/relationships/image" Target="../media/image183.wmf"/><Relationship Id="rId4" Type="http://schemas.openxmlformats.org/officeDocument/2006/relationships/oleObject" Target="../embeddings/oleObject143.bin"/><Relationship Id="rId9" Type="http://schemas.openxmlformats.org/officeDocument/2006/relationships/image" Target="../media/image173.wmf"/><Relationship Id="rId14" Type="http://schemas.openxmlformats.org/officeDocument/2006/relationships/image" Target="../media/image181.wmf"/><Relationship Id="rId22" Type="http://schemas.openxmlformats.org/officeDocument/2006/relationships/image" Target="../media/image177.wmf"/><Relationship Id="rId27" Type="http://schemas.openxmlformats.org/officeDocument/2006/relationships/image" Target="../media/image185.wmf"/></Relationships>
</file>

<file path=ppt/slides/_rels/slide40.xml.rels><?xml version="1.0" encoding="UTF-8" standalone="yes"?>
<Relationships xmlns="http://schemas.openxmlformats.org/package/2006/relationships"><Relationship Id="rId3" Type="http://schemas.openxmlformats.org/officeDocument/2006/relationships/image" Target="../media/image187.wmf"/><Relationship Id="rId2" Type="http://schemas.openxmlformats.org/officeDocument/2006/relationships/image" Target="../media/image186.wmf"/><Relationship Id="rId1" Type="http://schemas.openxmlformats.org/officeDocument/2006/relationships/slideLayout" Target="../slideLayouts/slideLayout1.xml"/><Relationship Id="rId6" Type="http://schemas.openxmlformats.org/officeDocument/2006/relationships/image" Target="../media/image189.wmf"/><Relationship Id="rId5" Type="http://schemas.openxmlformats.org/officeDocument/2006/relationships/image" Target="../media/image188.wmf"/><Relationship Id="rId4" Type="http://schemas.openxmlformats.org/officeDocument/2006/relationships/image" Target="../media/image180.wmf"/></Relationships>
</file>

<file path=ppt/slides/_rels/slide41.xml.rels><?xml version="1.0" encoding="UTF-8" standalone="yes"?>
<Relationships xmlns="http://schemas.openxmlformats.org/package/2006/relationships"><Relationship Id="rId8" Type="http://schemas.openxmlformats.org/officeDocument/2006/relationships/image" Target="../media/image193.png"/><Relationship Id="rId3" Type="http://schemas.openxmlformats.org/officeDocument/2006/relationships/oleObject" Target="../embeddings/oleObject153.bin"/><Relationship Id="rId7" Type="http://schemas.openxmlformats.org/officeDocument/2006/relationships/image" Target="../media/image192.wmf"/><Relationship Id="rId2" Type="http://schemas.openxmlformats.org/officeDocument/2006/relationships/slideLayout" Target="../slideLayouts/slideLayout1.xml"/><Relationship Id="rId1" Type="http://schemas.openxmlformats.org/officeDocument/2006/relationships/vmlDrawing" Target="../drawings/vmlDrawing27.vml"/><Relationship Id="rId6" Type="http://schemas.openxmlformats.org/officeDocument/2006/relationships/image" Target="../media/image191.wmf"/><Relationship Id="rId5" Type="http://schemas.openxmlformats.org/officeDocument/2006/relationships/oleObject" Target="../embeddings/oleObject154.bin"/><Relationship Id="rId4" Type="http://schemas.openxmlformats.org/officeDocument/2006/relationships/image" Target="../media/image190.wmf"/></Relationships>
</file>

<file path=ppt/slides/_rels/slide42.xml.rels><?xml version="1.0" encoding="UTF-8" standalone="yes"?>
<Relationships xmlns="http://schemas.openxmlformats.org/package/2006/relationships"><Relationship Id="rId2" Type="http://schemas.openxmlformats.org/officeDocument/2006/relationships/image" Target="../media/image19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201.wmf"/><Relationship Id="rId13" Type="http://schemas.openxmlformats.org/officeDocument/2006/relationships/oleObject" Target="../embeddings/oleObject160.bin"/><Relationship Id="rId18" Type="http://schemas.openxmlformats.org/officeDocument/2006/relationships/image" Target="../media/image209.wmf"/><Relationship Id="rId3" Type="http://schemas.openxmlformats.org/officeDocument/2006/relationships/oleObject" Target="../embeddings/oleObject155.bin"/><Relationship Id="rId21" Type="http://schemas.openxmlformats.org/officeDocument/2006/relationships/image" Target="../media/image206.wmf"/><Relationship Id="rId7" Type="http://schemas.openxmlformats.org/officeDocument/2006/relationships/oleObject" Target="../embeddings/oleObject157.bin"/><Relationship Id="rId12" Type="http://schemas.openxmlformats.org/officeDocument/2006/relationships/image" Target="../media/image203.wmf"/><Relationship Id="rId17" Type="http://schemas.openxmlformats.org/officeDocument/2006/relationships/image" Target="../media/image208.wmf"/><Relationship Id="rId2" Type="http://schemas.openxmlformats.org/officeDocument/2006/relationships/slideLayout" Target="../slideLayouts/slideLayout1.xml"/><Relationship Id="rId16" Type="http://schemas.openxmlformats.org/officeDocument/2006/relationships/image" Target="../media/image205.wmf"/><Relationship Id="rId20" Type="http://schemas.openxmlformats.org/officeDocument/2006/relationships/oleObject" Target="../embeddings/oleObject162.bin"/><Relationship Id="rId1" Type="http://schemas.openxmlformats.org/officeDocument/2006/relationships/vmlDrawing" Target="../drawings/vmlDrawing28.vml"/><Relationship Id="rId6" Type="http://schemas.openxmlformats.org/officeDocument/2006/relationships/image" Target="../media/image200.wmf"/><Relationship Id="rId11" Type="http://schemas.openxmlformats.org/officeDocument/2006/relationships/oleObject" Target="../embeddings/oleObject159.bin"/><Relationship Id="rId5" Type="http://schemas.openxmlformats.org/officeDocument/2006/relationships/oleObject" Target="../embeddings/oleObject156.bin"/><Relationship Id="rId15" Type="http://schemas.openxmlformats.org/officeDocument/2006/relationships/oleObject" Target="../embeddings/oleObject161.bin"/><Relationship Id="rId23" Type="http://schemas.openxmlformats.org/officeDocument/2006/relationships/image" Target="../media/image207.wmf"/><Relationship Id="rId10" Type="http://schemas.openxmlformats.org/officeDocument/2006/relationships/image" Target="../media/image202.wmf"/><Relationship Id="rId19" Type="http://schemas.openxmlformats.org/officeDocument/2006/relationships/image" Target="../media/image210.wmf"/><Relationship Id="rId4" Type="http://schemas.openxmlformats.org/officeDocument/2006/relationships/image" Target="../media/image199.wmf"/><Relationship Id="rId9" Type="http://schemas.openxmlformats.org/officeDocument/2006/relationships/oleObject" Target="../embeddings/oleObject158.bin"/><Relationship Id="rId14" Type="http://schemas.openxmlformats.org/officeDocument/2006/relationships/image" Target="../media/image204.wmf"/><Relationship Id="rId22" Type="http://schemas.openxmlformats.org/officeDocument/2006/relationships/oleObject" Target="../embeddings/oleObject163.bin"/></Relationships>
</file>

<file path=ppt/slides/_rels/slide48.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64.bin"/><Relationship Id="rId2" Type="http://schemas.openxmlformats.org/officeDocument/2006/relationships/slideLayout" Target="../slideLayouts/slideLayout1.xml"/><Relationship Id="rId1" Type="http://schemas.openxmlformats.org/officeDocument/2006/relationships/vmlDrawing" Target="../drawings/vmlDrawing29.vml"/><Relationship Id="rId4" Type="http://schemas.openxmlformats.org/officeDocument/2006/relationships/image" Target="../media/image212.w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65.bin"/><Relationship Id="rId2" Type="http://schemas.openxmlformats.org/officeDocument/2006/relationships/slideLayout" Target="../slideLayouts/slideLayout1.xml"/><Relationship Id="rId1" Type="http://schemas.openxmlformats.org/officeDocument/2006/relationships/vmlDrawing" Target="../drawings/vmlDrawing30.vml"/><Relationship Id="rId4" Type="http://schemas.openxmlformats.org/officeDocument/2006/relationships/image" Target="../media/image213.wmf"/></Relationships>
</file>

<file path=ppt/slides/_rels/slide51.xml.rels><?xml version="1.0" encoding="UTF-8" standalone="yes"?>
<Relationships xmlns="http://schemas.openxmlformats.org/package/2006/relationships"><Relationship Id="rId8" Type="http://schemas.openxmlformats.org/officeDocument/2006/relationships/image" Target="../media/image222.wmf"/><Relationship Id="rId13" Type="http://schemas.openxmlformats.org/officeDocument/2006/relationships/image" Target="../media/image223.wmf"/><Relationship Id="rId3" Type="http://schemas.openxmlformats.org/officeDocument/2006/relationships/image" Target="../media/image217.wmf"/><Relationship Id="rId7" Type="http://schemas.openxmlformats.org/officeDocument/2006/relationships/image" Target="../media/image221.wmf"/><Relationship Id="rId12" Type="http://schemas.openxmlformats.org/officeDocument/2006/relationships/image" Target="../media/image215.wmf"/><Relationship Id="rId17" Type="http://schemas.openxmlformats.org/officeDocument/2006/relationships/image" Target="../media/image216.wmf"/><Relationship Id="rId2" Type="http://schemas.openxmlformats.org/officeDocument/2006/relationships/slideLayout" Target="../slideLayouts/slideLayout1.xml"/><Relationship Id="rId16" Type="http://schemas.openxmlformats.org/officeDocument/2006/relationships/oleObject" Target="../embeddings/oleObject168.bin"/><Relationship Id="rId1" Type="http://schemas.openxmlformats.org/officeDocument/2006/relationships/vmlDrawing" Target="../drawings/vmlDrawing31.vml"/><Relationship Id="rId6" Type="http://schemas.openxmlformats.org/officeDocument/2006/relationships/image" Target="../media/image220.wmf"/><Relationship Id="rId11" Type="http://schemas.openxmlformats.org/officeDocument/2006/relationships/oleObject" Target="../embeddings/oleObject167.bin"/><Relationship Id="rId5" Type="http://schemas.openxmlformats.org/officeDocument/2006/relationships/image" Target="../media/image219.wmf"/><Relationship Id="rId15" Type="http://schemas.openxmlformats.org/officeDocument/2006/relationships/image" Target="../media/image225.wmf"/><Relationship Id="rId10" Type="http://schemas.openxmlformats.org/officeDocument/2006/relationships/image" Target="../media/image214.wmf"/><Relationship Id="rId4" Type="http://schemas.openxmlformats.org/officeDocument/2006/relationships/image" Target="../media/image218.wmf"/><Relationship Id="rId9" Type="http://schemas.openxmlformats.org/officeDocument/2006/relationships/oleObject" Target="../embeddings/oleObject166.bin"/><Relationship Id="rId14" Type="http://schemas.openxmlformats.org/officeDocument/2006/relationships/image" Target="../media/image224.wmf"/></Relationships>
</file>

<file path=ppt/slides/_rels/slide52.xml.rels><?xml version="1.0" encoding="UTF-8" standalone="yes"?>
<Relationships xmlns="http://schemas.openxmlformats.org/package/2006/relationships"><Relationship Id="rId8" Type="http://schemas.openxmlformats.org/officeDocument/2006/relationships/image" Target="../media/image227.wmf"/><Relationship Id="rId13" Type="http://schemas.openxmlformats.org/officeDocument/2006/relationships/oleObject" Target="../embeddings/oleObject172.bin"/><Relationship Id="rId3" Type="http://schemas.openxmlformats.org/officeDocument/2006/relationships/image" Target="../media/image222.wmf"/><Relationship Id="rId7" Type="http://schemas.openxmlformats.org/officeDocument/2006/relationships/oleObject" Target="../embeddings/oleObject170.bin"/><Relationship Id="rId12" Type="http://schemas.openxmlformats.org/officeDocument/2006/relationships/image" Target="../media/image228.wmf"/><Relationship Id="rId2" Type="http://schemas.openxmlformats.org/officeDocument/2006/relationships/slideLayout" Target="../slideLayouts/slideLayout1.xml"/><Relationship Id="rId1" Type="http://schemas.openxmlformats.org/officeDocument/2006/relationships/vmlDrawing" Target="../drawings/vmlDrawing32.vml"/><Relationship Id="rId6" Type="http://schemas.openxmlformats.org/officeDocument/2006/relationships/image" Target="../media/image226.wmf"/><Relationship Id="rId11" Type="http://schemas.openxmlformats.org/officeDocument/2006/relationships/oleObject" Target="../embeddings/oleObject171.bin"/><Relationship Id="rId5" Type="http://schemas.openxmlformats.org/officeDocument/2006/relationships/oleObject" Target="../embeddings/oleObject169.bin"/><Relationship Id="rId10" Type="http://schemas.openxmlformats.org/officeDocument/2006/relationships/image" Target="../media/image232.wmf"/><Relationship Id="rId4" Type="http://schemas.openxmlformats.org/officeDocument/2006/relationships/image" Target="../media/image230.wmf"/><Relationship Id="rId9" Type="http://schemas.openxmlformats.org/officeDocument/2006/relationships/image" Target="../media/image231.wmf"/><Relationship Id="rId14" Type="http://schemas.openxmlformats.org/officeDocument/2006/relationships/image" Target="../media/image229.wmf"/></Relationships>
</file>

<file path=ppt/slides/_rels/slide53.xml.rels><?xml version="1.0" encoding="UTF-8" standalone="yes"?>
<Relationships xmlns="http://schemas.openxmlformats.org/package/2006/relationships"><Relationship Id="rId2" Type="http://schemas.openxmlformats.org/officeDocument/2006/relationships/image" Target="../media/image23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175.bin"/><Relationship Id="rId13" Type="http://schemas.openxmlformats.org/officeDocument/2006/relationships/image" Target="../media/image243.wmf"/><Relationship Id="rId18" Type="http://schemas.openxmlformats.org/officeDocument/2006/relationships/oleObject" Target="../embeddings/oleObject179.bin"/><Relationship Id="rId3" Type="http://schemas.openxmlformats.org/officeDocument/2006/relationships/image" Target="../media/image241.wmf"/><Relationship Id="rId21" Type="http://schemas.openxmlformats.org/officeDocument/2006/relationships/image" Target="../media/image240.emf"/><Relationship Id="rId7" Type="http://schemas.openxmlformats.org/officeDocument/2006/relationships/image" Target="../media/image235.wmf"/><Relationship Id="rId12" Type="http://schemas.openxmlformats.org/officeDocument/2006/relationships/image" Target="../media/image242.wmf"/><Relationship Id="rId17" Type="http://schemas.openxmlformats.org/officeDocument/2006/relationships/image" Target="../media/image239.wmf"/><Relationship Id="rId2" Type="http://schemas.openxmlformats.org/officeDocument/2006/relationships/slideLayout" Target="../slideLayouts/slideLayout1.xml"/><Relationship Id="rId16" Type="http://schemas.openxmlformats.org/officeDocument/2006/relationships/oleObject" Target="../embeddings/oleObject178.bin"/><Relationship Id="rId20" Type="http://schemas.openxmlformats.org/officeDocument/2006/relationships/oleObject" Target="../embeddings/oleObject181.bin"/><Relationship Id="rId1" Type="http://schemas.openxmlformats.org/officeDocument/2006/relationships/vmlDrawing" Target="../drawings/vmlDrawing33.vml"/><Relationship Id="rId6" Type="http://schemas.openxmlformats.org/officeDocument/2006/relationships/oleObject" Target="../embeddings/oleObject174.bin"/><Relationship Id="rId11" Type="http://schemas.openxmlformats.org/officeDocument/2006/relationships/image" Target="../media/image237.wmf"/><Relationship Id="rId5" Type="http://schemas.openxmlformats.org/officeDocument/2006/relationships/image" Target="../media/image234.wmf"/><Relationship Id="rId15" Type="http://schemas.openxmlformats.org/officeDocument/2006/relationships/image" Target="../media/image238.wmf"/><Relationship Id="rId23" Type="http://schemas.openxmlformats.org/officeDocument/2006/relationships/image" Target="../media/image226.wmf"/><Relationship Id="rId10" Type="http://schemas.openxmlformats.org/officeDocument/2006/relationships/oleObject" Target="../embeddings/oleObject176.bin"/><Relationship Id="rId19" Type="http://schemas.openxmlformats.org/officeDocument/2006/relationships/oleObject" Target="../embeddings/oleObject180.bin"/><Relationship Id="rId4" Type="http://schemas.openxmlformats.org/officeDocument/2006/relationships/oleObject" Target="../embeddings/oleObject173.bin"/><Relationship Id="rId9" Type="http://schemas.openxmlformats.org/officeDocument/2006/relationships/image" Target="../media/image236.wmf"/><Relationship Id="rId14" Type="http://schemas.openxmlformats.org/officeDocument/2006/relationships/oleObject" Target="../embeddings/oleObject177.bin"/><Relationship Id="rId22" Type="http://schemas.openxmlformats.org/officeDocument/2006/relationships/oleObject" Target="../embeddings/oleObject182.bin"/></Relationships>
</file>

<file path=ppt/slides/_rels/slide55.xml.rels><?xml version="1.0" encoding="UTF-8" standalone="yes"?>
<Relationships xmlns="http://schemas.openxmlformats.org/package/2006/relationships"><Relationship Id="rId8" Type="http://schemas.openxmlformats.org/officeDocument/2006/relationships/image" Target="../media/image246.wmf"/><Relationship Id="rId13" Type="http://schemas.openxmlformats.org/officeDocument/2006/relationships/oleObject" Target="../embeddings/oleObject188.bin"/><Relationship Id="rId18" Type="http://schemas.openxmlformats.org/officeDocument/2006/relationships/image" Target="../media/image253.wmf"/><Relationship Id="rId3" Type="http://schemas.openxmlformats.org/officeDocument/2006/relationships/oleObject" Target="../embeddings/oleObject183.bin"/><Relationship Id="rId21" Type="http://schemas.openxmlformats.org/officeDocument/2006/relationships/oleObject" Target="../embeddings/oleObject191.bin"/><Relationship Id="rId7" Type="http://schemas.openxmlformats.org/officeDocument/2006/relationships/oleObject" Target="../embeddings/oleObject185.bin"/><Relationship Id="rId12" Type="http://schemas.openxmlformats.org/officeDocument/2006/relationships/image" Target="../media/image248.wmf"/><Relationship Id="rId17" Type="http://schemas.openxmlformats.org/officeDocument/2006/relationships/image" Target="../media/image250.wmf"/><Relationship Id="rId2" Type="http://schemas.openxmlformats.org/officeDocument/2006/relationships/slideLayout" Target="../slideLayouts/slideLayout32.xml"/><Relationship Id="rId16" Type="http://schemas.openxmlformats.org/officeDocument/2006/relationships/oleObject" Target="../embeddings/oleObject189.bin"/><Relationship Id="rId20" Type="http://schemas.openxmlformats.org/officeDocument/2006/relationships/image" Target="../media/image251.wmf"/><Relationship Id="rId1" Type="http://schemas.openxmlformats.org/officeDocument/2006/relationships/vmlDrawing" Target="../drawings/vmlDrawing34.vml"/><Relationship Id="rId6" Type="http://schemas.openxmlformats.org/officeDocument/2006/relationships/image" Target="../media/image245.wmf"/><Relationship Id="rId11" Type="http://schemas.openxmlformats.org/officeDocument/2006/relationships/oleObject" Target="../embeddings/oleObject187.bin"/><Relationship Id="rId24" Type="http://schemas.openxmlformats.org/officeDocument/2006/relationships/image" Target="../media/image226.wmf"/><Relationship Id="rId5" Type="http://schemas.openxmlformats.org/officeDocument/2006/relationships/oleObject" Target="../embeddings/oleObject184.bin"/><Relationship Id="rId15" Type="http://schemas.openxmlformats.org/officeDocument/2006/relationships/image" Target="../media/image252.wmf"/><Relationship Id="rId23" Type="http://schemas.openxmlformats.org/officeDocument/2006/relationships/oleObject" Target="../embeddings/oleObject192.bin"/><Relationship Id="rId10" Type="http://schemas.openxmlformats.org/officeDocument/2006/relationships/image" Target="../media/image247.wmf"/><Relationship Id="rId19" Type="http://schemas.openxmlformats.org/officeDocument/2006/relationships/oleObject" Target="../embeddings/oleObject190.bin"/><Relationship Id="rId4" Type="http://schemas.openxmlformats.org/officeDocument/2006/relationships/image" Target="../media/image244.wmf"/><Relationship Id="rId9" Type="http://schemas.openxmlformats.org/officeDocument/2006/relationships/oleObject" Target="../embeddings/oleObject186.bin"/><Relationship Id="rId14" Type="http://schemas.openxmlformats.org/officeDocument/2006/relationships/image" Target="../media/image249.wmf"/><Relationship Id="rId22" Type="http://schemas.openxmlformats.org/officeDocument/2006/relationships/image" Target="../media/image240.emf"/></Relationships>
</file>

<file path=ppt/slides/_rels/slide56.xml.rels><?xml version="1.0" encoding="UTF-8" standalone="yes"?>
<Relationships xmlns="http://schemas.openxmlformats.org/package/2006/relationships"><Relationship Id="rId8" Type="http://schemas.openxmlformats.org/officeDocument/2006/relationships/image" Target="../media/image256.wmf"/><Relationship Id="rId3" Type="http://schemas.openxmlformats.org/officeDocument/2006/relationships/oleObject" Target="../embeddings/oleObject193.bin"/><Relationship Id="rId7" Type="http://schemas.openxmlformats.org/officeDocument/2006/relationships/oleObject" Target="../embeddings/oleObject195.bin"/><Relationship Id="rId2" Type="http://schemas.openxmlformats.org/officeDocument/2006/relationships/slideLayout" Target="../slideLayouts/slideLayout1.xml"/><Relationship Id="rId1" Type="http://schemas.openxmlformats.org/officeDocument/2006/relationships/vmlDrawing" Target="../drawings/vmlDrawing35.vml"/><Relationship Id="rId6" Type="http://schemas.openxmlformats.org/officeDocument/2006/relationships/image" Target="../media/image255.wmf"/><Relationship Id="rId5" Type="http://schemas.openxmlformats.org/officeDocument/2006/relationships/oleObject" Target="../embeddings/oleObject194.bin"/><Relationship Id="rId4" Type="http://schemas.openxmlformats.org/officeDocument/2006/relationships/image" Target="../media/image254.wmf"/></Relationships>
</file>

<file path=ppt/slides/_rels/slide57.xml.rels><?xml version="1.0" encoding="UTF-8" standalone="yes"?>
<Relationships xmlns="http://schemas.openxmlformats.org/package/2006/relationships"><Relationship Id="rId3" Type="http://schemas.openxmlformats.org/officeDocument/2006/relationships/image" Target="../media/image259.wmf"/><Relationship Id="rId7" Type="http://schemas.openxmlformats.org/officeDocument/2006/relationships/image" Target="../media/image258.wmf"/><Relationship Id="rId2" Type="http://schemas.openxmlformats.org/officeDocument/2006/relationships/slideLayout" Target="../slideLayouts/slideLayout1.xml"/><Relationship Id="rId1" Type="http://schemas.openxmlformats.org/officeDocument/2006/relationships/vmlDrawing" Target="../drawings/vmlDrawing36.vml"/><Relationship Id="rId6" Type="http://schemas.openxmlformats.org/officeDocument/2006/relationships/oleObject" Target="../embeddings/oleObject197.bin"/><Relationship Id="rId5" Type="http://schemas.openxmlformats.org/officeDocument/2006/relationships/image" Target="../media/image257.wmf"/><Relationship Id="rId4" Type="http://schemas.openxmlformats.org/officeDocument/2006/relationships/oleObject" Target="../embeddings/oleObject196.bin"/></Relationships>
</file>

<file path=ppt/slides/_rels/slide58.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6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62.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6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6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6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67.png"/><Relationship Id="rId2" Type="http://schemas.openxmlformats.org/officeDocument/2006/relationships/image" Target="../media/image26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6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69.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70.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271.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p:cNvSpPr>
          <p:nvPr>
            <p:ph type="ctrTitle"/>
          </p:nvPr>
        </p:nvSpPr>
        <p:spPr>
          <a:xfrm>
            <a:off x="831850" y="2613381"/>
            <a:ext cx="7772400" cy="1470025"/>
          </a:xfrm>
        </p:spPr>
        <p:txBody>
          <a:bodyPr vert="horz" wrap="square" lIns="91440" tIns="45720" rIns="91440" bIns="45720" anchor="b" anchorCtr="0"/>
          <a:lstStyle/>
          <a:p>
            <a:pPr>
              <a:buClrTx/>
              <a:buSzTx/>
              <a:buFontTx/>
            </a:pPr>
            <a:br>
              <a:rPr lang="en-US" altLang="zh-CN" sz="4800" b="1" dirty="0">
                <a:solidFill>
                  <a:schemeClr val="tx1"/>
                </a:solidFill>
                <a:latin typeface="宋体" panose="02010600030101010101" pitchFamily="2" charset="-122"/>
                <a:ea typeface="宋体" panose="02010600030101010101" pitchFamily="2" charset="-122"/>
              </a:rPr>
            </a:br>
            <a:endParaRPr lang="zh-CN" altLang="en-US" sz="3000" b="1" dirty="0">
              <a:solidFill>
                <a:schemeClr val="tx1"/>
              </a:solidFill>
              <a:latin typeface="宋体" panose="02010600030101010101" pitchFamily="2" charset="-122"/>
              <a:ea typeface="宋体" panose="02010600030101010101" pitchFamily="2" charset="-122"/>
            </a:endParaRPr>
          </a:p>
        </p:txBody>
      </p:sp>
      <p:sp>
        <p:nvSpPr>
          <p:cNvPr id="26626" name="Rectangle 16"/>
          <p:cNvSpPr/>
          <p:nvPr/>
        </p:nvSpPr>
        <p:spPr>
          <a:xfrm>
            <a:off x="2538017" y="1052835"/>
            <a:ext cx="4067965" cy="769441"/>
          </a:xfrm>
          <a:prstGeom prst="rect">
            <a:avLst/>
          </a:prstGeom>
          <a:noFill/>
          <a:ln w="9525">
            <a:noFill/>
          </a:ln>
        </p:spPr>
        <p:txBody>
          <a:bodyPr wrap="square" lIns="90000" anchor="ctr" anchorCtr="0">
            <a:spAutoFit/>
          </a:bodyPr>
          <a:lstStyle/>
          <a:p>
            <a:pPr algn="ctr" eaLnBrk="0" hangingPunct="0">
              <a:buClr>
                <a:schemeClr val="folHlink"/>
              </a:buClr>
              <a:buSzPct val="60000"/>
            </a:pPr>
            <a:r>
              <a:rPr lang="zh-CN" altLang="en-US" sz="4400" b="1" dirty="0">
                <a:solidFill>
                  <a:srgbClr val="0000CC"/>
                </a:solidFill>
                <a:latin typeface="微软雅黑" panose="020B0503020204020204" pitchFamily="34" charset="-122"/>
                <a:ea typeface="微软雅黑" panose="020B0503020204020204" pitchFamily="34" charset="-122"/>
              </a:rPr>
              <a:t>支持向量机</a:t>
            </a:r>
          </a:p>
        </p:txBody>
      </p:sp>
      <p:pic>
        <p:nvPicPr>
          <p:cNvPr id="44034" name="Picture 2" descr="Vladimir Vapnik, the SVM guy. Best pic. : r/math"/>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8554" y="2017621"/>
            <a:ext cx="3851950" cy="288896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通俗讲解支持向量机SVM（三）非线性问题及软间隔之引出- 知乎"/>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18050" y="2407095"/>
            <a:ext cx="4326293" cy="2468110"/>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p:cNvSpPr txBox="1"/>
          <p:nvPr/>
        </p:nvSpPr>
        <p:spPr>
          <a:xfrm>
            <a:off x="4591579" y="1916895"/>
            <a:ext cx="4445805" cy="461665"/>
          </a:xfrm>
          <a:prstGeom prst="rect">
            <a:avLst/>
          </a:prstGeom>
          <a:noFill/>
        </p:spPr>
        <p:txBody>
          <a:bodyPr wrap="square">
            <a:spAutoFit/>
          </a:bodyPr>
          <a:lstStyle/>
          <a:p>
            <a:pPr algn="ctr"/>
            <a:r>
              <a:rPr lang="en-US" altLang="zh-CN" sz="2400" b="1" i="0" dirty="0">
                <a:effectLst/>
                <a:latin typeface="+mj-lt"/>
              </a:rPr>
              <a:t>Support Vector Machine</a:t>
            </a:r>
            <a:r>
              <a:rPr lang="zh-CN" altLang="en-US" sz="2400" b="1" i="0" dirty="0">
                <a:effectLst/>
                <a:latin typeface="+mj-lt"/>
              </a:rPr>
              <a:t>，</a:t>
            </a:r>
            <a:r>
              <a:rPr lang="en-US" altLang="zh-CN" sz="2400" b="1" i="0" dirty="0">
                <a:effectLst/>
                <a:latin typeface="+mj-lt"/>
              </a:rPr>
              <a:t>SVM</a:t>
            </a:r>
            <a:endParaRPr lang="zh-CN" altLang="en-US" sz="2400" b="1" dirty="0">
              <a:latin typeface="+mj-lt"/>
            </a:endParaRPr>
          </a:p>
        </p:txBody>
      </p:sp>
      <p:sp>
        <p:nvSpPr>
          <p:cNvPr id="7" name="Rectangle 16"/>
          <p:cNvSpPr/>
          <p:nvPr/>
        </p:nvSpPr>
        <p:spPr>
          <a:xfrm>
            <a:off x="2563197" y="5283088"/>
            <a:ext cx="4067965" cy="954107"/>
          </a:xfrm>
          <a:prstGeom prst="rect">
            <a:avLst/>
          </a:prstGeom>
          <a:noFill/>
          <a:ln w="9525">
            <a:noFill/>
          </a:ln>
        </p:spPr>
        <p:txBody>
          <a:bodyPr wrap="square" lIns="90000" anchor="ctr" anchorCtr="0">
            <a:spAutoFit/>
          </a:bodyPr>
          <a:lstStyle/>
          <a:p>
            <a:pPr algn="ctr" eaLnBrk="0" hangingPunct="0">
              <a:buClr>
                <a:schemeClr val="folHlink"/>
              </a:buClr>
              <a:buSzPct val="60000"/>
            </a:pPr>
            <a:r>
              <a:rPr lang="zh-CN" altLang="en-US" sz="2800" b="1" dirty="0">
                <a:latin typeface="微软雅黑" panose="020B0503020204020204" pitchFamily="34" charset="-122"/>
                <a:ea typeface="微软雅黑" panose="020B0503020204020204" pitchFamily="34" charset="-122"/>
              </a:rPr>
              <a:t>刘  旭</a:t>
            </a:r>
            <a:endParaRPr lang="en-US" altLang="zh-CN" sz="2800" b="1" dirty="0">
              <a:latin typeface="微软雅黑" panose="020B0503020204020204" pitchFamily="34" charset="-122"/>
              <a:ea typeface="微软雅黑" panose="020B0503020204020204" pitchFamily="34" charset="-122"/>
            </a:endParaRPr>
          </a:p>
          <a:p>
            <a:pPr algn="ctr" eaLnBrk="0" hangingPunct="0">
              <a:buClr>
                <a:schemeClr val="folHlink"/>
              </a:buClr>
              <a:buSzPct val="60000"/>
            </a:pPr>
            <a:r>
              <a:rPr lang="zh-CN" altLang="en-US" sz="2800" b="1" dirty="0">
                <a:latin typeface="微软雅黑" panose="020B0503020204020204" pitchFamily="34" charset="-122"/>
                <a:ea typeface="微软雅黑" panose="020B0503020204020204" pitchFamily="34" charset="-122"/>
              </a:rPr>
              <a:t>人工智能学院</a:t>
            </a:r>
            <a:endParaRPr lang="en-US" altLang="zh-CN" sz="28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Top 30 Svm GIFs | Find the best GIF on Gfycat"/>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937080" y="1268850"/>
            <a:ext cx="2667000" cy="2667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0" descr="LIBSVM使用：二维数据SVM支持向量、决策边界与分类间隔可视化（动图）_意疏的博客-CSDN博客_svm二维特征数据分类"/>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136437" y="987473"/>
            <a:ext cx="3987420" cy="2990565"/>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11850" y="3980836"/>
            <a:ext cx="3888270" cy="2619182"/>
          </a:xfrm>
          <a:prstGeom prst="rect">
            <a:avLst/>
          </a:prstGeom>
        </p:spPr>
      </p:pic>
      <p:sp>
        <p:nvSpPr>
          <p:cNvPr id="8" name="矩形 7"/>
          <p:cNvSpPr/>
          <p:nvPr/>
        </p:nvSpPr>
        <p:spPr bwMode="auto">
          <a:xfrm>
            <a:off x="5076035" y="6453210"/>
            <a:ext cx="936065" cy="144010"/>
          </a:xfrm>
          <a:prstGeom prst="rect">
            <a:avLst/>
          </a:prstGeom>
          <a:solidFill>
            <a:schemeClr val="bg1"/>
          </a:solidFill>
          <a:ln w="9525" cap="flat" cmpd="sng" algn="ctr">
            <a:noFill/>
            <a:prstDash val="solid"/>
            <a:miter lim="800000"/>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8" name="Picture 4" descr="SVM with polynomial kernel visualization animated 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83676" y="1995609"/>
            <a:ext cx="3429000" cy="2571750"/>
          </a:xfrm>
          <a:prstGeom prst="rect">
            <a:avLst/>
          </a:prstGeom>
          <a:noFill/>
          <a:extLst>
            <a:ext uri="{909E8E84-426E-40DD-AFC4-6F175D3DCCD1}">
              <a14:hiddenFill xmlns:a14="http://schemas.microsoft.com/office/drawing/2010/main">
                <a:solidFill>
                  <a:srgbClr val="FFFFFF"/>
                </a:solidFill>
              </a14:hiddenFill>
            </a:ext>
          </a:extLst>
        </p:spPr>
      </p:pic>
      <p:pic>
        <p:nvPicPr>
          <p:cNvPr id="129030" name="Picture 6" descr="Support vector machine — Machine learning book"/>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427988" y="2067615"/>
            <a:ext cx="3429000" cy="26574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8178" name="Picture 2" descr="1ker GIF - Find on GIF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634" y="1844868"/>
            <a:ext cx="4229100" cy="3390900"/>
          </a:xfrm>
          <a:prstGeom prst="rect">
            <a:avLst/>
          </a:prstGeom>
          <a:noFill/>
          <a:extLst>
            <a:ext uri="{909E8E84-426E-40DD-AFC4-6F175D3DCCD1}">
              <a14:hiddenFill xmlns:a14="http://schemas.microsoft.com/office/drawing/2010/main">
                <a:solidFill>
                  <a:srgbClr val="FFFFFF"/>
                </a:solidFill>
              </a14:hiddenFill>
            </a:ext>
          </a:extLst>
        </p:spPr>
      </p:pic>
      <p:pic>
        <p:nvPicPr>
          <p:cNvPr id="178182" name="Picture 6" descr="Top 30 Svm GIFs | Find the best GIF on Gfycat"/>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568471" y="2564928"/>
            <a:ext cx="4248354" cy="23907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67715" y="908825"/>
            <a:ext cx="7848545" cy="1482650"/>
          </a:xfrm>
          <a:prstGeom prst="rect">
            <a:avLst/>
          </a:prstGeom>
          <a:noFill/>
        </p:spPr>
        <p:txBody>
          <a:bodyPr wrap="square">
            <a:spAutoFit/>
          </a:bodyPr>
          <a:lstStyle/>
          <a:p>
            <a:pPr algn="ctr">
              <a:lnSpc>
                <a:spcPct val="150000"/>
              </a:lnSpc>
            </a:pPr>
            <a:r>
              <a:rPr lang="zh-CN" altLang="en-US" sz="3200" b="1" dirty="0">
                <a:latin typeface="微软雅黑" panose="020B0503020204020204" pitchFamily="34" charset="-122"/>
                <a:ea typeface="微软雅黑" panose="020B0503020204020204" pitchFamily="34" charset="-122"/>
              </a:rPr>
              <a:t>SVM模型本质是</a:t>
            </a:r>
            <a:r>
              <a:rPr lang="zh-CN" altLang="en-US" sz="3200" b="1" dirty="0">
                <a:solidFill>
                  <a:srgbClr val="C00000"/>
                </a:solidFill>
                <a:latin typeface="微软雅黑" panose="020B0503020204020204" pitchFamily="34" charset="-122"/>
                <a:ea typeface="微软雅黑" panose="020B0503020204020204" pitchFamily="34" charset="-122"/>
              </a:rPr>
              <a:t>特征空间</a:t>
            </a:r>
            <a:r>
              <a:rPr lang="zh-CN" altLang="en-US" sz="3200" b="1" dirty="0">
                <a:latin typeface="微软雅黑" panose="020B0503020204020204" pitchFamily="34" charset="-122"/>
                <a:ea typeface="微软雅黑" panose="020B0503020204020204" pitchFamily="34" charset="-122"/>
              </a:rPr>
              <a:t>中</a:t>
            </a:r>
            <a:r>
              <a:rPr lang="zh-CN" altLang="en-US" sz="3200" b="1" dirty="0">
                <a:solidFill>
                  <a:schemeClr val="tx2"/>
                </a:solidFill>
                <a:latin typeface="微软雅黑" panose="020B0503020204020204" pitchFamily="34" charset="-122"/>
                <a:ea typeface="微软雅黑" panose="020B0503020204020204" pitchFamily="34" charset="-122"/>
              </a:rPr>
              <a:t>最大化间隔</a:t>
            </a:r>
            <a:r>
              <a:rPr lang="zh-CN" altLang="en-US" sz="3200" b="1" dirty="0">
                <a:latin typeface="微软雅黑" panose="020B0503020204020204" pitchFamily="34" charset="-122"/>
                <a:ea typeface="微软雅黑" panose="020B0503020204020204" pitchFamily="34" charset="-122"/>
              </a:rPr>
              <a:t>的</a:t>
            </a:r>
            <a:r>
              <a:rPr lang="zh-CN" altLang="en-US" sz="3200" b="1" dirty="0">
                <a:solidFill>
                  <a:srgbClr val="C00000"/>
                </a:solidFill>
                <a:latin typeface="微软雅黑" panose="020B0503020204020204" pitchFamily="34" charset="-122"/>
                <a:ea typeface="微软雅黑" panose="020B0503020204020204" pitchFamily="34" charset="-122"/>
              </a:rPr>
              <a:t>线性分类器</a:t>
            </a:r>
            <a:r>
              <a:rPr lang="zh-CN" altLang="en-US" sz="3200" b="1" dirty="0">
                <a:latin typeface="微软雅黑" panose="020B0503020204020204" pitchFamily="34" charset="-122"/>
                <a:ea typeface="微软雅黑" panose="020B0503020204020204" pitchFamily="34" charset="-122"/>
              </a:rPr>
              <a:t>，是一种</a:t>
            </a:r>
            <a:r>
              <a:rPr lang="zh-CN" altLang="en-US" sz="3200" b="1" dirty="0">
                <a:solidFill>
                  <a:schemeClr val="tx2"/>
                </a:solidFill>
                <a:latin typeface="微软雅黑" panose="020B0503020204020204" pitchFamily="34" charset="-122"/>
                <a:ea typeface="微软雅黑" panose="020B0503020204020204" pitchFamily="34" charset="-122"/>
              </a:rPr>
              <a:t>二分类</a:t>
            </a:r>
            <a:r>
              <a:rPr lang="zh-CN" altLang="en-US" sz="3200" b="1" dirty="0">
                <a:latin typeface="微软雅黑" panose="020B0503020204020204" pitchFamily="34" charset="-122"/>
                <a:ea typeface="微软雅黑" panose="020B0503020204020204" pitchFamily="34" charset="-122"/>
              </a:rPr>
              <a:t>模型</a:t>
            </a: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5007" y="2492935"/>
            <a:ext cx="7233986" cy="3269851"/>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539720" y="1796213"/>
            <a:ext cx="8208569" cy="3265574"/>
          </a:xfrm>
          <a:prstGeom prst="rect">
            <a:avLst/>
          </a:prstGeom>
          <a:noFill/>
        </p:spPr>
        <p:txBody>
          <a:bodyPr wrap="square">
            <a:spAutoFit/>
          </a:bodyPr>
          <a:lstStyle/>
          <a:p>
            <a:pPr algn="just">
              <a:lnSpc>
                <a:spcPct val="150000"/>
              </a:lnSpc>
            </a:pPr>
            <a:r>
              <a:rPr lang="zh-CN" altLang="en-US" sz="2000" dirty="0"/>
              <a:t>原始</a:t>
            </a:r>
            <a:r>
              <a:rPr lang="en-US" altLang="zh-CN" sz="2000" dirty="0"/>
              <a:t>SVM</a:t>
            </a:r>
            <a:r>
              <a:rPr lang="zh-CN" altLang="en-US" sz="2000" dirty="0"/>
              <a:t>算法是由苏联数学家弗拉基米尔</a:t>
            </a:r>
            <a:r>
              <a:rPr lang="en-US" altLang="zh-CN" sz="2000" dirty="0"/>
              <a:t>·</a:t>
            </a:r>
            <a:r>
              <a:rPr lang="zh-CN" altLang="en-US" sz="2000" b="1" dirty="0"/>
              <a:t>瓦普尼克</a:t>
            </a:r>
            <a:r>
              <a:rPr lang="zh-CN" altLang="en-US" sz="2000" dirty="0"/>
              <a:t>和亚历克塞</a:t>
            </a:r>
            <a:r>
              <a:rPr lang="en-US" altLang="zh-CN" sz="2000" dirty="0"/>
              <a:t>·</a:t>
            </a:r>
            <a:r>
              <a:rPr lang="zh-CN" altLang="en-US" sz="2000" dirty="0"/>
              <a:t>泽范兰杰斯于</a:t>
            </a:r>
            <a:r>
              <a:rPr lang="en-US" altLang="zh-CN" sz="2000" dirty="0"/>
              <a:t>1963</a:t>
            </a:r>
            <a:r>
              <a:rPr lang="zh-CN" altLang="en-US" sz="2000" dirty="0"/>
              <a:t>年发明的。</a:t>
            </a:r>
            <a:endParaRPr lang="en-US" altLang="zh-CN" sz="2000" dirty="0"/>
          </a:p>
          <a:p>
            <a:pPr algn="just">
              <a:lnSpc>
                <a:spcPct val="150000"/>
              </a:lnSpc>
            </a:pPr>
            <a:r>
              <a:rPr lang="en-US" altLang="zh-CN" sz="2000" dirty="0"/>
              <a:t>1992</a:t>
            </a:r>
            <a:r>
              <a:rPr lang="zh-CN" altLang="en-US" sz="2000" dirty="0"/>
              <a:t>年，伯恩哈德</a:t>
            </a:r>
            <a:r>
              <a:rPr lang="en-US" altLang="zh-CN" sz="2000" dirty="0"/>
              <a:t>·E·</a:t>
            </a:r>
            <a:r>
              <a:rPr lang="zh-CN" altLang="en-US" sz="2000" dirty="0"/>
              <a:t>博瑟（</a:t>
            </a:r>
            <a:r>
              <a:rPr lang="en-US" altLang="zh-CN" sz="2000" dirty="0"/>
              <a:t>Bernhard E. </a:t>
            </a:r>
            <a:r>
              <a:rPr lang="en-US" altLang="zh-CN" sz="2000" dirty="0" err="1"/>
              <a:t>Boser</a:t>
            </a:r>
            <a:r>
              <a:rPr lang="zh-CN" altLang="en-US" sz="2000" dirty="0"/>
              <a:t>）、伊莎贝尔</a:t>
            </a:r>
            <a:r>
              <a:rPr lang="en-US" altLang="zh-CN" sz="2000" dirty="0"/>
              <a:t>·M·</a:t>
            </a:r>
            <a:r>
              <a:rPr lang="zh-CN" altLang="en-US" sz="2000" dirty="0"/>
              <a:t>盖昂（</a:t>
            </a:r>
            <a:r>
              <a:rPr lang="en-US" altLang="zh-CN" sz="2000" dirty="0"/>
              <a:t>Isabelle M. Guyon</a:t>
            </a:r>
            <a:r>
              <a:rPr lang="zh-CN" altLang="en-US" sz="2000" dirty="0"/>
              <a:t>）和</a:t>
            </a:r>
            <a:r>
              <a:rPr lang="en-US" altLang="zh-CN" sz="2000" b="1" dirty="0"/>
              <a:t>Vladimir </a:t>
            </a:r>
            <a:r>
              <a:rPr lang="en-US" altLang="zh-CN" sz="2000" b="1" dirty="0" err="1"/>
              <a:t>Vapnik</a:t>
            </a:r>
            <a:r>
              <a:rPr lang="zh-CN" altLang="en-US" sz="2000" dirty="0"/>
              <a:t>提出了一种通过将核技巧应用于最大间隔超平面来创建非线性分类器的方法。</a:t>
            </a:r>
            <a:endParaRPr lang="en-US" altLang="zh-CN" sz="2000" dirty="0"/>
          </a:p>
          <a:p>
            <a:pPr algn="just">
              <a:lnSpc>
                <a:spcPct val="150000"/>
              </a:lnSpc>
            </a:pPr>
            <a:r>
              <a:rPr lang="zh-CN" altLang="en-US" sz="2000" dirty="0"/>
              <a:t>当前标准的前身（软间隔）由科琳娜</a:t>
            </a:r>
            <a:r>
              <a:rPr lang="en-US" altLang="zh-CN" sz="2000" dirty="0"/>
              <a:t>·</a:t>
            </a:r>
            <a:r>
              <a:rPr lang="zh-CN" altLang="en-US" sz="2000" dirty="0"/>
              <a:t>科特斯和</a:t>
            </a:r>
            <a:r>
              <a:rPr lang="zh-CN" altLang="en-US" sz="2000" b="1" dirty="0"/>
              <a:t>瓦普尼克</a:t>
            </a:r>
            <a:r>
              <a:rPr lang="zh-CN" altLang="en-US" sz="2000" dirty="0"/>
              <a:t>于</a:t>
            </a:r>
            <a:r>
              <a:rPr lang="en-US" altLang="zh-CN" sz="2000" dirty="0"/>
              <a:t>1993</a:t>
            </a:r>
            <a:r>
              <a:rPr lang="zh-CN" altLang="en-US" sz="2000" dirty="0"/>
              <a:t>年提出，并于</a:t>
            </a:r>
            <a:r>
              <a:rPr lang="en-US" altLang="zh-CN" sz="2000" dirty="0"/>
              <a:t>1995</a:t>
            </a:r>
            <a:r>
              <a:rPr lang="zh-CN" altLang="en-US" sz="2000" dirty="0"/>
              <a:t>年发表。</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2"/>
          <p:cNvSpPr>
            <a:spLocks noGrp="1"/>
          </p:cNvSpPr>
          <p:nvPr>
            <p:ph type="title"/>
          </p:nvPr>
        </p:nvSpPr>
        <p:spPr>
          <a:xfrm>
            <a:off x="827088" y="404813"/>
            <a:ext cx="7793038" cy="1143000"/>
          </a:xfrm>
        </p:spPr>
        <p:txBody>
          <a:bodyPr vert="horz" wrap="square" lIns="91440" tIns="45720" rIns="91440" bIns="4572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华文新魏" panose="02010800040101010101" pitchFamily="2" charset="-122"/>
                <a:sym typeface="+mn-ea"/>
              </a:rPr>
              <a:t>目录</a:t>
            </a:r>
          </a:p>
        </p:txBody>
      </p:sp>
      <p:sp>
        <p:nvSpPr>
          <p:cNvPr id="27650" name="Rectangle 3"/>
          <p:cNvSpPr>
            <a:spLocks noGrp="1"/>
          </p:cNvSpPr>
          <p:nvPr>
            <p:ph idx="1"/>
          </p:nvPr>
        </p:nvSpPr>
        <p:spPr>
          <a:xfrm>
            <a:off x="735013" y="1493838"/>
            <a:ext cx="7772400" cy="4608512"/>
          </a:xfrm>
        </p:spPr>
        <p:txBody>
          <a:bodyPr vert="horz" wrap="square" lIns="91440" tIns="45720" rIns="91440" bIns="45720" anchor="t" anchorCtr="0"/>
          <a:lstStyle/>
          <a:p>
            <a:pPr algn="just"/>
            <a:endParaRPr lang="en-US" altLang="zh-CN" b="1" dirty="0"/>
          </a:p>
          <a:p>
            <a:pPr algn="just"/>
            <a:r>
              <a:rPr lang="en-US" altLang="zh-CN" b="1" dirty="0"/>
              <a:t>1. </a:t>
            </a:r>
            <a:r>
              <a:rPr lang="zh-CN" altLang="en-US" b="1" dirty="0">
                <a:ea typeface="宋体" panose="02010600030101010101" pitchFamily="2" charset="-122"/>
              </a:rPr>
              <a:t>支持向量机的引入</a:t>
            </a:r>
            <a:endParaRPr lang="zh-CN" altLang="zh-CN" b="1" dirty="0"/>
          </a:p>
          <a:p>
            <a:pPr algn="just"/>
            <a:r>
              <a:rPr lang="en-US" altLang="zh-CN" b="1" dirty="0">
                <a:ea typeface="宋体" panose="02010600030101010101" pitchFamily="2" charset="-122"/>
              </a:rPr>
              <a:t>2. </a:t>
            </a:r>
            <a:r>
              <a:rPr lang="zh-CN" altLang="en-US" b="1" dirty="0">
                <a:ea typeface="宋体" panose="02010600030101010101" pitchFamily="2" charset="-122"/>
              </a:rPr>
              <a:t>线性可分支持向量机的学习</a:t>
            </a:r>
          </a:p>
          <a:p>
            <a:pPr algn="just"/>
            <a:r>
              <a:rPr lang="en-US" altLang="zh-CN" b="1" dirty="0">
                <a:ea typeface="宋体" panose="02010600030101010101" pitchFamily="2" charset="-122"/>
              </a:rPr>
              <a:t>3. </a:t>
            </a:r>
            <a:r>
              <a:rPr lang="zh-CN" altLang="en-US" b="1" dirty="0">
                <a:ea typeface="宋体" panose="02010600030101010101" pitchFamily="2" charset="-122"/>
              </a:rPr>
              <a:t>线性支持向量机的学习</a:t>
            </a:r>
          </a:p>
          <a:p>
            <a:pPr algn="just"/>
            <a:r>
              <a:rPr lang="en-US" altLang="zh-CN" b="1" dirty="0">
                <a:ea typeface="宋体" panose="02010600030101010101" pitchFamily="2" charset="-122"/>
              </a:rPr>
              <a:t>4. </a:t>
            </a:r>
            <a:r>
              <a:rPr lang="zh-CN" altLang="en-US" b="1" dirty="0">
                <a:ea typeface="宋体" panose="02010600030101010101" pitchFamily="2" charset="-122"/>
              </a:rPr>
              <a:t>非线性支持向量机的学习</a:t>
            </a:r>
          </a:p>
          <a:p>
            <a:r>
              <a:rPr lang="en-US" altLang="zh-CN" b="1" dirty="0"/>
              <a:t>5 .</a:t>
            </a:r>
            <a:r>
              <a:rPr lang="zh-CN" altLang="en-US" b="1" dirty="0">
                <a:ea typeface="宋体" panose="02010600030101010101" pitchFamily="2" charset="-122"/>
              </a:rPr>
              <a:t>SMO算法</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2"/>
          <p:cNvSpPr>
            <a:spLocks noGrp="1"/>
          </p:cNvSpPr>
          <p:nvPr>
            <p:ph type="title"/>
          </p:nvPr>
        </p:nvSpPr>
        <p:spPr>
          <a:xfrm>
            <a:off x="827088" y="404813"/>
            <a:ext cx="7793038" cy="1143000"/>
          </a:xfrm>
        </p:spPr>
        <p:txBody>
          <a:bodyPr vert="horz" wrap="square" lIns="91440" tIns="45720" rIns="91440" bIns="4572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华文新魏" panose="02010800040101010101" pitchFamily="2" charset="-122"/>
                <a:sym typeface="+mn-ea"/>
              </a:rPr>
              <a:t>间隔的概念</a:t>
            </a:r>
          </a:p>
        </p:txBody>
      </p:sp>
      <p:sp>
        <p:nvSpPr>
          <p:cNvPr id="28674" name="Rectangle 3"/>
          <p:cNvSpPr>
            <a:spLocks noGrp="1"/>
          </p:cNvSpPr>
          <p:nvPr>
            <p:ph idx="1"/>
          </p:nvPr>
        </p:nvSpPr>
        <p:spPr>
          <a:xfrm>
            <a:off x="419100" y="1620838"/>
            <a:ext cx="8305800" cy="4392612"/>
          </a:xfrm>
        </p:spPr>
        <p:txBody>
          <a:bodyPr vert="horz" wrap="square" lIns="91440" tIns="45720" rIns="91440" bIns="45720" anchor="t" anchorCtr="0"/>
          <a:lstStyle/>
          <a:p>
            <a:pPr algn="just">
              <a:lnSpc>
                <a:spcPct val="90000"/>
              </a:lnSpc>
            </a:pPr>
            <a:r>
              <a:rPr lang="en-US" altLang="zh-CN" sz="2800" b="1" dirty="0" err="1">
                <a:latin typeface="宋体" panose="02010600030101010101" pitchFamily="2" charset="-122"/>
                <a:ea typeface="宋体" panose="02010600030101010101" pitchFamily="2" charset="-122"/>
              </a:rPr>
              <a:t>在正式介绍支持向量机及其学习算法之前，本节我们先对其涉及到的一些基本概念进行阐述</a:t>
            </a:r>
            <a:r>
              <a:rPr lang="en-US" altLang="zh-CN" sz="2800" b="1" dirty="0">
                <a:latin typeface="宋体" panose="02010600030101010101" pitchFamily="2" charset="-122"/>
                <a:ea typeface="宋体" panose="02010600030101010101" pitchFamily="2" charset="-122"/>
              </a:rPr>
              <a:t>。</a:t>
            </a:r>
          </a:p>
          <a:p>
            <a:pPr algn="just">
              <a:lnSpc>
                <a:spcPct val="90000"/>
              </a:lnSpc>
            </a:pPr>
            <a:endParaRPr lang="en-US" altLang="zh-CN" sz="2800" b="1" dirty="0">
              <a:latin typeface="宋体" panose="02010600030101010101" pitchFamily="2" charset="-122"/>
              <a:ea typeface="宋体" panose="02010600030101010101" pitchFamily="2" charset="-122"/>
            </a:endParaRPr>
          </a:p>
          <a:p>
            <a:pPr algn="just">
              <a:lnSpc>
                <a:spcPct val="90000"/>
              </a:lnSpc>
            </a:pPr>
            <a:r>
              <a:rPr lang="en-US" altLang="zh-CN" sz="2800" b="1" dirty="0">
                <a:latin typeface="宋体" panose="02010600030101010101" pitchFamily="2" charset="-122"/>
                <a:ea typeface="宋体" panose="02010600030101010101" pitchFamily="2" charset="-122"/>
              </a:rPr>
              <a:t>对于给定的训练数据集</a:t>
            </a:r>
          </a:p>
          <a:p>
            <a:pPr algn="just">
              <a:lnSpc>
                <a:spcPct val="90000"/>
              </a:lnSpc>
            </a:pPr>
            <a:endParaRPr lang="en-US" altLang="zh-CN" sz="2800" b="1" dirty="0">
              <a:latin typeface="宋体" panose="02010600030101010101" pitchFamily="2" charset="-122"/>
              <a:ea typeface="宋体" panose="02010600030101010101" pitchFamily="2" charset="-122"/>
            </a:endParaRPr>
          </a:p>
          <a:p>
            <a:pPr algn="just">
              <a:lnSpc>
                <a:spcPct val="90000"/>
              </a:lnSpc>
            </a:pPr>
            <a:endParaRPr lang="en-US" altLang="zh-CN" sz="2800" b="1" dirty="0">
              <a:latin typeface="宋体" panose="02010600030101010101" pitchFamily="2" charset="-122"/>
              <a:ea typeface="宋体" panose="02010600030101010101" pitchFamily="2" charset="-122"/>
            </a:endParaRPr>
          </a:p>
          <a:p>
            <a:pPr>
              <a:lnSpc>
                <a:spcPct val="90000"/>
              </a:lnSpc>
            </a:pPr>
            <a:r>
              <a:rPr lang="en-US" altLang="zh-CN" sz="2800" b="1" dirty="0">
                <a:latin typeface="宋体" panose="02010600030101010101" pitchFamily="2" charset="-122"/>
                <a:ea typeface="宋体" panose="02010600030101010101" pitchFamily="2" charset="-122"/>
              </a:rPr>
              <a:t>其中，                 ，        这里称   的样例为正例，反之为负例。</a:t>
            </a:r>
          </a:p>
          <a:p>
            <a:pPr algn="just">
              <a:lnSpc>
                <a:spcPct val="90000"/>
              </a:lnSpc>
            </a:pPr>
            <a:endParaRPr lang="en-US" altLang="zh-CN" sz="2800" b="1" dirty="0">
              <a:latin typeface="宋体" panose="02010600030101010101" pitchFamily="2" charset="-122"/>
              <a:ea typeface="宋体" panose="02010600030101010101" pitchFamily="2" charset="-122"/>
            </a:endParaRPr>
          </a:p>
        </p:txBody>
      </p:sp>
      <p:graphicFrame>
        <p:nvGraphicFramePr>
          <p:cNvPr id="28675" name="对象 -2147482233"/>
          <p:cNvGraphicFramePr>
            <a:graphicFrameLocks noChangeAspect="1"/>
          </p:cNvGraphicFramePr>
          <p:nvPr/>
        </p:nvGraphicFramePr>
        <p:xfrm>
          <a:off x="2279650" y="3409950"/>
          <a:ext cx="4506913" cy="530225"/>
        </p:xfrm>
        <a:graphic>
          <a:graphicData uri="http://schemas.openxmlformats.org/presentationml/2006/ole">
            <mc:AlternateContent xmlns:mc="http://schemas.openxmlformats.org/markup-compatibility/2006">
              <mc:Choice xmlns:v="urn:schemas-microsoft-com:vml" Requires="v">
                <p:oleObj spid="_x0000_s3543" r:id="rId3" imgW="48463200" imgH="5486400" progId="Equation.DSMT4">
                  <p:embed/>
                </p:oleObj>
              </mc:Choice>
              <mc:Fallback>
                <p:oleObj r:id="rId3" imgW="48463200" imgH="5486400" progId="Equation.DSMT4">
                  <p:embed/>
                  <p:pic>
                    <p:nvPicPr>
                      <p:cNvPr id="0" name="图片 3076"/>
                      <p:cNvPicPr/>
                      <p:nvPr/>
                    </p:nvPicPr>
                    <p:blipFill>
                      <a:blip r:embed="rId4"/>
                      <a:stretch>
                        <a:fillRect/>
                      </a:stretch>
                    </p:blipFill>
                    <p:spPr>
                      <a:xfrm>
                        <a:off x="2279650" y="3409950"/>
                        <a:ext cx="4506913" cy="530225"/>
                      </a:xfrm>
                      <a:prstGeom prst="rect">
                        <a:avLst/>
                      </a:prstGeom>
                      <a:noFill/>
                      <a:ln w="38100">
                        <a:noFill/>
                        <a:miter/>
                      </a:ln>
                    </p:spPr>
                  </p:pic>
                </p:oleObj>
              </mc:Fallback>
            </mc:AlternateContent>
          </a:graphicData>
        </a:graphic>
      </p:graphicFrame>
      <p:graphicFrame>
        <p:nvGraphicFramePr>
          <p:cNvPr id="28676" name="对象 -2147482623"/>
          <p:cNvGraphicFramePr>
            <a:graphicFrameLocks noChangeAspect="1"/>
          </p:cNvGraphicFramePr>
          <p:nvPr/>
        </p:nvGraphicFramePr>
        <p:xfrm>
          <a:off x="1758950" y="4221055"/>
          <a:ext cx="1651000" cy="546100"/>
        </p:xfrm>
        <a:graphic>
          <a:graphicData uri="http://schemas.openxmlformats.org/presentationml/2006/ole">
            <mc:AlternateContent xmlns:mc="http://schemas.openxmlformats.org/markup-compatibility/2006">
              <mc:Choice xmlns:v="urn:schemas-microsoft-com:vml" Requires="v">
                <p:oleObj spid="_x0000_s3544" r:id="rId5" imgW="19488150" imgH="6715125" progId="Equation.DSMT4">
                  <p:embed/>
                </p:oleObj>
              </mc:Choice>
              <mc:Fallback>
                <p:oleObj r:id="rId5" imgW="19488150" imgH="6715125" progId="Equation.DSMT4">
                  <p:embed/>
                  <p:pic>
                    <p:nvPicPr>
                      <p:cNvPr id="0" name="图片 3077"/>
                      <p:cNvPicPr/>
                      <p:nvPr/>
                    </p:nvPicPr>
                    <p:blipFill>
                      <a:blip r:embed="rId6"/>
                      <a:stretch>
                        <a:fillRect/>
                      </a:stretch>
                    </p:blipFill>
                    <p:spPr>
                      <a:xfrm>
                        <a:off x="1758950" y="4221055"/>
                        <a:ext cx="1651000" cy="546100"/>
                      </a:xfrm>
                      <a:prstGeom prst="rect">
                        <a:avLst/>
                      </a:prstGeom>
                      <a:noFill/>
                      <a:ln w="38100">
                        <a:noFill/>
                        <a:miter/>
                      </a:ln>
                    </p:spPr>
                  </p:pic>
                </p:oleObj>
              </mc:Fallback>
            </mc:AlternateContent>
          </a:graphicData>
        </a:graphic>
      </p:graphicFrame>
      <p:graphicFrame>
        <p:nvGraphicFramePr>
          <p:cNvPr id="28677" name="对象 -2147482622"/>
          <p:cNvGraphicFramePr>
            <a:graphicFrameLocks noChangeAspect="1"/>
          </p:cNvGraphicFramePr>
          <p:nvPr/>
        </p:nvGraphicFramePr>
        <p:xfrm>
          <a:off x="3524250" y="4278313"/>
          <a:ext cx="1346200" cy="398462"/>
        </p:xfrm>
        <a:graphic>
          <a:graphicData uri="http://schemas.openxmlformats.org/presentationml/2006/ole">
            <mc:AlternateContent xmlns:mc="http://schemas.openxmlformats.org/markup-compatibility/2006">
              <mc:Choice xmlns:v="urn:schemas-microsoft-com:vml" Requires="v">
                <p:oleObj spid="_x0000_s3545" r:id="rId7" imgW="18592800" imgH="5486400" progId="Equation.DSMT4">
                  <p:embed/>
                </p:oleObj>
              </mc:Choice>
              <mc:Fallback>
                <p:oleObj r:id="rId7" imgW="18592800" imgH="5486400" progId="Equation.DSMT4">
                  <p:embed/>
                  <p:pic>
                    <p:nvPicPr>
                      <p:cNvPr id="0" name="图片 3075"/>
                      <p:cNvPicPr/>
                      <p:nvPr/>
                    </p:nvPicPr>
                    <p:blipFill>
                      <a:blip r:embed="rId8"/>
                      <a:stretch>
                        <a:fillRect/>
                      </a:stretch>
                    </p:blipFill>
                    <p:spPr>
                      <a:xfrm>
                        <a:off x="3524250" y="4278313"/>
                        <a:ext cx="1346200" cy="398462"/>
                      </a:xfrm>
                      <a:prstGeom prst="rect">
                        <a:avLst/>
                      </a:prstGeom>
                      <a:noFill/>
                      <a:ln w="38100">
                        <a:noFill/>
                        <a:miter/>
                      </a:ln>
                    </p:spPr>
                  </p:pic>
                </p:oleObj>
              </mc:Fallback>
            </mc:AlternateContent>
          </a:graphicData>
        </a:graphic>
      </p:graphicFrame>
      <p:graphicFrame>
        <p:nvGraphicFramePr>
          <p:cNvPr id="28678" name="对象 -2147482621"/>
          <p:cNvGraphicFramePr>
            <a:graphicFrameLocks noChangeAspect="1"/>
          </p:cNvGraphicFramePr>
          <p:nvPr/>
        </p:nvGraphicFramePr>
        <p:xfrm>
          <a:off x="5157788" y="4332288"/>
          <a:ext cx="1530350" cy="344487"/>
        </p:xfrm>
        <a:graphic>
          <a:graphicData uri="http://schemas.openxmlformats.org/presentationml/2006/ole">
            <mc:AlternateContent xmlns:mc="http://schemas.openxmlformats.org/markup-compatibility/2006">
              <mc:Choice xmlns:v="urn:schemas-microsoft-com:vml" Requires="v">
                <p:oleObj spid="_x0000_s3546" r:id="rId9" imgW="21336000" imgH="4876800" progId="Equation.DSMT4">
                  <p:embed/>
                </p:oleObj>
              </mc:Choice>
              <mc:Fallback>
                <p:oleObj r:id="rId9" imgW="21336000" imgH="4876800" progId="Equation.DSMT4">
                  <p:embed/>
                  <p:pic>
                    <p:nvPicPr>
                      <p:cNvPr id="0" name="图片 3082"/>
                      <p:cNvPicPr/>
                      <p:nvPr/>
                    </p:nvPicPr>
                    <p:blipFill>
                      <a:blip r:embed="rId10"/>
                      <a:stretch>
                        <a:fillRect/>
                      </a:stretch>
                    </p:blipFill>
                    <p:spPr>
                      <a:xfrm>
                        <a:off x="5157788" y="4332288"/>
                        <a:ext cx="1530350" cy="344487"/>
                      </a:xfrm>
                      <a:prstGeom prst="rect">
                        <a:avLst/>
                      </a:prstGeom>
                      <a:noFill/>
                      <a:ln w="38100">
                        <a:noFill/>
                        <a:miter/>
                      </a:ln>
                    </p:spPr>
                  </p:pic>
                </p:oleObj>
              </mc:Fallback>
            </mc:AlternateContent>
          </a:graphicData>
        </a:graphic>
      </p:graphicFrame>
      <p:graphicFrame>
        <p:nvGraphicFramePr>
          <p:cNvPr id="28679" name="对象 -2147482620"/>
          <p:cNvGraphicFramePr>
            <a:graphicFrameLocks noChangeAspect="1"/>
          </p:cNvGraphicFramePr>
          <p:nvPr/>
        </p:nvGraphicFramePr>
        <p:xfrm>
          <a:off x="7839075" y="4206875"/>
          <a:ext cx="1027113" cy="503238"/>
        </p:xfrm>
        <a:graphic>
          <a:graphicData uri="http://schemas.openxmlformats.org/presentationml/2006/ole">
            <mc:AlternateContent xmlns:mc="http://schemas.openxmlformats.org/markup-compatibility/2006">
              <mc:Choice xmlns:v="urn:schemas-microsoft-com:vml" Requires="v">
                <p:oleObj spid="_x0000_s3547" r:id="rId11" imgW="11277600" imgH="5486400" progId="Equation.DSMT4">
                  <p:embed/>
                </p:oleObj>
              </mc:Choice>
              <mc:Fallback>
                <p:oleObj r:id="rId11" imgW="11277600" imgH="5486400" progId="Equation.DSMT4">
                  <p:embed/>
                  <p:pic>
                    <p:nvPicPr>
                      <p:cNvPr id="0" name="图片 3085"/>
                      <p:cNvPicPr/>
                      <p:nvPr/>
                    </p:nvPicPr>
                    <p:blipFill>
                      <a:blip r:embed="rId12"/>
                      <a:stretch>
                        <a:fillRect/>
                      </a:stretch>
                    </p:blipFill>
                    <p:spPr>
                      <a:xfrm>
                        <a:off x="7839075" y="4206875"/>
                        <a:ext cx="1027113" cy="503238"/>
                      </a:xfrm>
                      <a:prstGeom prst="rect">
                        <a:avLst/>
                      </a:prstGeom>
                      <a:noFill/>
                      <a:ln w="38100">
                        <a:noFill/>
                        <a:miter/>
                      </a:ln>
                    </p:spPr>
                  </p:pic>
                </p:oleObj>
              </mc:Fallback>
            </mc:AlternateContent>
          </a:graphicData>
        </a:graphic>
      </p:graphicFrame>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2"/>
          <p:cNvSpPr>
            <a:spLocks noGrp="1"/>
          </p:cNvSpPr>
          <p:nvPr>
            <p:ph type="title"/>
          </p:nvPr>
        </p:nvSpPr>
        <p:spPr>
          <a:xfrm>
            <a:off x="827088" y="404813"/>
            <a:ext cx="7793038" cy="1143000"/>
          </a:xfrm>
        </p:spPr>
        <p:txBody>
          <a:bodyPr vert="horz" wrap="square" lIns="91440" tIns="45720" rIns="91440" bIns="4572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黑体" panose="02010609060101010101" pitchFamily="49" charset="-122"/>
                <a:ea typeface="宋体" panose="02010600030101010101" pitchFamily="2" charset="-122"/>
                <a:cs typeface="华文新魏" panose="02010800040101010101" pitchFamily="2" charset="-122"/>
                <a:sym typeface="+mn-ea"/>
              </a:rPr>
              <a:t>数据集的线性可分性</a:t>
            </a:r>
          </a:p>
        </p:txBody>
      </p:sp>
      <p:sp>
        <p:nvSpPr>
          <p:cNvPr id="28675" name="Rectangle 3"/>
          <p:cNvSpPr>
            <a:spLocks noGrp="1"/>
          </p:cNvSpPr>
          <p:nvPr>
            <p:ph idx="1"/>
          </p:nvPr>
        </p:nvSpPr>
        <p:spPr>
          <a:xfrm>
            <a:off x="449263" y="1744663"/>
            <a:ext cx="8170863" cy="4400550"/>
          </a:xfrm>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20000"/>
              </a:spcBef>
              <a:spcAft>
                <a:spcPct val="0"/>
              </a:spcAft>
              <a:buClr>
                <a:schemeClr val="folHlink"/>
              </a:buClr>
              <a:buSzPct val="60000"/>
              <a:buFont typeface="Wingdings" panose="05000000000000000000" pitchFamily="2" charset="2"/>
              <a:buChar char="n"/>
              <a:defRPr/>
            </a:pPr>
            <a:r>
              <a:rPr kumimoji="1" lang="zh-CN" altLang="en-US" sz="3600" b="1" i="0" u="none" strike="noStrike" kern="0" cap="none" spc="0" normalizeH="0" baseline="0" noProof="1">
                <a:ln>
                  <a:noFill/>
                </a:ln>
                <a:solidFill>
                  <a:schemeClr val="tx1"/>
                </a:solidFill>
                <a:effectLst/>
                <a:uLnTx/>
                <a:uFillTx/>
                <a:latin typeface="+mn-lt"/>
                <a:ea typeface="+mn-ea"/>
                <a:cs typeface="Times New Roman" panose="02020603050405020304" pitchFamily="18" charset="0"/>
                <a:sym typeface="+mn-ea"/>
              </a:rPr>
              <a:t> </a:t>
            </a:r>
            <a:r>
              <a:rPr kumimoji="1" lang="zh-CN" altLang="en-US" sz="2800" b="1" i="0" u="none" strike="noStrike" kern="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给出的训练数据集，存在法向量           </a:t>
            </a:r>
          </a:p>
          <a:p>
            <a:pPr marL="0" marR="0" lvl="0" indent="-342900" algn="l" defTabSz="914400" rtl="0" eaLnBrk="0" fontAlgn="base" latinLnBrk="0" hangingPunct="0">
              <a:lnSpc>
                <a:spcPct val="90000"/>
              </a:lnSpc>
              <a:spcBef>
                <a:spcPct val="20000"/>
              </a:spcBef>
              <a:spcAft>
                <a:spcPct val="0"/>
              </a:spcAft>
              <a:buClr>
                <a:schemeClr val="folHlink"/>
              </a:buClr>
              <a:buSzPct val="60000"/>
              <a:buFont typeface="Wingdings" panose="05000000000000000000" pitchFamily="2" charset="2"/>
              <a:buNone/>
              <a:defRPr/>
            </a:pPr>
            <a:r>
              <a:rPr kumimoji="1" lang="zh-CN" altLang="en-US" sz="2800" b="1" i="0" u="none" strike="noStrike" kern="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  位移项  ，使得超平面           ，能够将数据集中的不同类别的样例正确地划分开，即</a:t>
            </a:r>
            <a:r>
              <a:rPr kumimoji="1" lang="zh-CN" altLang="en-US" sz="3200" b="1" i="0" u="none" strike="noStrike" kern="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a:t>
            </a:r>
          </a:p>
          <a:p>
            <a:pPr marL="342900" marR="0" lvl="0" indent="-342900" algn="l" defTabSz="914400" rtl="0" eaLnBrk="0" fontAlgn="base" latinLnBrk="0" hangingPunct="0">
              <a:lnSpc>
                <a:spcPct val="90000"/>
              </a:lnSpc>
              <a:spcBef>
                <a:spcPct val="20000"/>
              </a:spcBef>
              <a:spcAft>
                <a:spcPct val="0"/>
              </a:spcAft>
              <a:buClr>
                <a:schemeClr val="folHlink"/>
              </a:buClr>
              <a:buSzPct val="60000"/>
              <a:buFont typeface="Wingdings" panose="05000000000000000000" pitchFamily="2" charset="2"/>
              <a:buChar char="n"/>
              <a:defRPr/>
            </a:pPr>
            <a:endParaRPr kumimoji="1" lang="zh-CN" altLang="en-US" sz="3200" b="1" i="0" u="none" strike="noStrike" kern="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endParaRPr>
          </a:p>
          <a:p>
            <a:pPr marL="0" marR="0" lvl="0" indent="-342900" algn="l" defTabSz="914400" rtl="0" eaLnBrk="0" fontAlgn="base" latinLnBrk="0" hangingPunct="0">
              <a:lnSpc>
                <a:spcPct val="90000"/>
              </a:lnSpc>
              <a:spcBef>
                <a:spcPct val="20000"/>
              </a:spcBef>
              <a:spcAft>
                <a:spcPct val="0"/>
              </a:spcAft>
              <a:buClr>
                <a:schemeClr val="folHlink"/>
              </a:buClr>
              <a:buSzPct val="60000"/>
              <a:buFont typeface="Wingdings" panose="05000000000000000000" pitchFamily="2" charset="2"/>
              <a:buNone/>
              <a:defRPr/>
            </a:pPr>
            <a:r>
              <a:rPr kumimoji="1" lang="zh-CN" altLang="en-US" sz="2800" b="1" i="0" u="none" strike="noStrike" kern="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  </a:t>
            </a:r>
          </a:p>
          <a:p>
            <a:pPr marL="457200" marR="0" lvl="1" indent="-285750" algn="l" defTabSz="914400" rtl="0" eaLnBrk="0" fontAlgn="base" latinLnBrk="0" hangingPunct="0">
              <a:lnSpc>
                <a:spcPct val="90000"/>
              </a:lnSpc>
              <a:spcBef>
                <a:spcPct val="20000"/>
              </a:spcBef>
              <a:spcAft>
                <a:spcPct val="0"/>
              </a:spcAft>
              <a:buClr>
                <a:schemeClr val="hlink"/>
              </a:buClr>
              <a:buSzPct val="55000"/>
              <a:buFont typeface="Wingdings" panose="05000000000000000000" pitchFamily="2" charset="2"/>
              <a:buNone/>
              <a:defRPr/>
            </a:pPr>
            <a:r>
              <a:rPr kumimoji="1" lang="zh-CN" altLang="en-US" sz="2800" b="1" i="0" u="none" strike="noStrike" kern="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则称该数据集为线性可分数据集，否则称该数据线性不可分。</a:t>
            </a:r>
          </a:p>
          <a:p>
            <a:pPr marL="342900" marR="0" lvl="0" indent="-342900" algn="l" defTabSz="914400" rtl="0" eaLnBrk="0" fontAlgn="base" latinLnBrk="0" hangingPunct="0">
              <a:lnSpc>
                <a:spcPct val="90000"/>
              </a:lnSpc>
              <a:spcBef>
                <a:spcPct val="20000"/>
              </a:spcBef>
              <a:spcAft>
                <a:spcPct val="0"/>
              </a:spcAft>
              <a:buClr>
                <a:schemeClr val="folHlink"/>
              </a:buClr>
              <a:buSzPct val="60000"/>
              <a:buFont typeface="Wingdings" panose="05000000000000000000" pitchFamily="2" charset="2"/>
              <a:buNone/>
              <a:defRPr/>
            </a:pPr>
            <a:endParaRPr kumimoji="1" lang="zh-CN" altLang="en-US" sz="3200" b="1" i="0" u="none" strike="noStrike" kern="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endParaRPr>
          </a:p>
        </p:txBody>
      </p:sp>
      <p:sp>
        <p:nvSpPr>
          <p:cNvPr id="29699" name="Rectangle 20"/>
          <p:cNvSpPr/>
          <p:nvPr/>
        </p:nvSpPr>
        <p:spPr>
          <a:xfrm>
            <a:off x="4062413" y="3309938"/>
            <a:ext cx="9144000" cy="0"/>
          </a:xfrm>
          <a:prstGeom prst="rect">
            <a:avLst/>
          </a:prstGeom>
          <a:noFill/>
          <a:ln w="9525">
            <a:noFill/>
          </a:ln>
        </p:spPr>
        <p:txBody>
          <a:bodyPr anchor="t" anchorCtr="0">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29700" name="对象 -2147482618"/>
          <p:cNvGraphicFramePr>
            <a:graphicFrameLocks noChangeAspect="1"/>
          </p:cNvGraphicFramePr>
          <p:nvPr/>
        </p:nvGraphicFramePr>
        <p:xfrm>
          <a:off x="5989638" y="1822450"/>
          <a:ext cx="2157412" cy="438150"/>
        </p:xfrm>
        <a:graphic>
          <a:graphicData uri="http://schemas.openxmlformats.org/presentationml/2006/ole">
            <mc:AlternateContent xmlns:mc="http://schemas.openxmlformats.org/markup-compatibility/2006">
              <mc:Choice xmlns:v="urn:schemas-microsoft-com:vml" Requires="v">
                <p:oleObj spid="_x0000_s4461" r:id="rId3" imgW="30908625" imgH="6048375" progId="Equation.DSMT4">
                  <p:embed/>
                </p:oleObj>
              </mc:Choice>
              <mc:Fallback>
                <p:oleObj r:id="rId3" imgW="30908625" imgH="6048375" progId="Equation.DSMT4">
                  <p:embed/>
                  <p:pic>
                    <p:nvPicPr>
                      <p:cNvPr id="0" name="图片 3084"/>
                      <p:cNvPicPr/>
                      <p:nvPr/>
                    </p:nvPicPr>
                    <p:blipFill>
                      <a:blip r:embed="rId4"/>
                      <a:stretch>
                        <a:fillRect/>
                      </a:stretch>
                    </p:blipFill>
                    <p:spPr>
                      <a:xfrm>
                        <a:off x="5989638" y="1822450"/>
                        <a:ext cx="2157412" cy="438150"/>
                      </a:xfrm>
                      <a:prstGeom prst="rect">
                        <a:avLst/>
                      </a:prstGeom>
                      <a:noFill/>
                      <a:ln w="38100">
                        <a:noFill/>
                        <a:miter/>
                      </a:ln>
                    </p:spPr>
                  </p:pic>
                </p:oleObj>
              </mc:Fallback>
            </mc:AlternateContent>
          </a:graphicData>
        </a:graphic>
      </p:graphicFrame>
      <p:graphicFrame>
        <p:nvGraphicFramePr>
          <p:cNvPr id="29701" name="对象 4"/>
          <p:cNvGraphicFramePr>
            <a:graphicFrameLocks noChangeAspect="1"/>
          </p:cNvGraphicFramePr>
          <p:nvPr/>
        </p:nvGraphicFramePr>
        <p:xfrm>
          <a:off x="2089150" y="2339975"/>
          <a:ext cx="339725" cy="425450"/>
        </p:xfrm>
        <a:graphic>
          <a:graphicData uri="http://schemas.openxmlformats.org/presentationml/2006/ole">
            <mc:AlternateContent xmlns:mc="http://schemas.openxmlformats.org/markup-compatibility/2006">
              <mc:Choice xmlns:v="urn:schemas-microsoft-com:vml" Requires="v">
                <p:oleObj spid="_x0000_s4462" r:id="rId5" imgW="3048000" imgH="4267200" progId="Equation.DSMT4">
                  <p:embed/>
                </p:oleObj>
              </mc:Choice>
              <mc:Fallback>
                <p:oleObj r:id="rId5" imgW="3048000" imgH="4267200" progId="Equation.DSMT4">
                  <p:embed/>
                  <p:pic>
                    <p:nvPicPr>
                      <p:cNvPr id="0" name="图片 3081"/>
                      <p:cNvPicPr/>
                      <p:nvPr/>
                    </p:nvPicPr>
                    <p:blipFill>
                      <a:blip r:embed="rId6"/>
                      <a:stretch>
                        <a:fillRect/>
                      </a:stretch>
                    </p:blipFill>
                    <p:spPr>
                      <a:xfrm>
                        <a:off x="2089150" y="2339975"/>
                        <a:ext cx="339725" cy="425450"/>
                      </a:xfrm>
                      <a:prstGeom prst="rect">
                        <a:avLst/>
                      </a:prstGeom>
                      <a:noFill/>
                      <a:ln w="38100">
                        <a:noFill/>
                        <a:miter/>
                      </a:ln>
                    </p:spPr>
                  </p:pic>
                </p:oleObj>
              </mc:Fallback>
            </mc:AlternateContent>
          </a:graphicData>
        </a:graphic>
      </p:graphicFrame>
      <p:graphicFrame>
        <p:nvGraphicFramePr>
          <p:cNvPr id="29702" name="对象 -2147482241"/>
          <p:cNvGraphicFramePr>
            <a:graphicFrameLocks noChangeAspect="1"/>
          </p:cNvGraphicFramePr>
          <p:nvPr/>
        </p:nvGraphicFramePr>
        <p:xfrm>
          <a:off x="4754563" y="2255838"/>
          <a:ext cx="1581150" cy="438150"/>
        </p:xfrm>
        <a:graphic>
          <a:graphicData uri="http://schemas.openxmlformats.org/presentationml/2006/ole">
            <mc:AlternateContent xmlns:mc="http://schemas.openxmlformats.org/markup-compatibility/2006">
              <mc:Choice xmlns:v="urn:schemas-microsoft-com:vml" Requires="v">
                <p:oleObj spid="_x0000_s4463" r:id="rId7" imgW="19488150" imgH="5372100" progId="Equation.DSMT4">
                  <p:embed/>
                </p:oleObj>
              </mc:Choice>
              <mc:Fallback>
                <p:oleObj r:id="rId7" imgW="19488150" imgH="5372100" progId="Equation.DSMT4">
                  <p:embed/>
                  <p:pic>
                    <p:nvPicPr>
                      <p:cNvPr id="0" name="图片 3087"/>
                      <p:cNvPicPr/>
                      <p:nvPr/>
                    </p:nvPicPr>
                    <p:blipFill>
                      <a:blip r:embed="rId8"/>
                      <a:stretch>
                        <a:fillRect/>
                      </a:stretch>
                    </p:blipFill>
                    <p:spPr>
                      <a:xfrm>
                        <a:off x="4754563" y="2255838"/>
                        <a:ext cx="1581150" cy="438150"/>
                      </a:xfrm>
                      <a:prstGeom prst="rect">
                        <a:avLst/>
                      </a:prstGeom>
                      <a:noFill/>
                      <a:ln w="38100">
                        <a:noFill/>
                        <a:miter/>
                      </a:ln>
                    </p:spPr>
                  </p:pic>
                </p:oleObj>
              </mc:Fallback>
            </mc:AlternateContent>
          </a:graphicData>
        </a:graphic>
      </p:graphicFrame>
      <p:graphicFrame>
        <p:nvGraphicFramePr>
          <p:cNvPr id="29703" name="对象 -2147482615"/>
          <p:cNvGraphicFramePr>
            <a:graphicFrameLocks noChangeAspect="1"/>
          </p:cNvGraphicFramePr>
          <p:nvPr/>
        </p:nvGraphicFramePr>
        <p:xfrm>
          <a:off x="2555875" y="3186113"/>
          <a:ext cx="4337050" cy="933450"/>
        </p:xfrm>
        <a:graphic>
          <a:graphicData uri="http://schemas.openxmlformats.org/presentationml/2006/ole">
            <mc:AlternateContent xmlns:mc="http://schemas.openxmlformats.org/markup-compatibility/2006">
              <mc:Choice xmlns:v="urn:schemas-microsoft-com:vml" Requires="v">
                <p:oleObj spid="_x0000_s4464" r:id="rId9" imgW="41452800" imgH="14935200" progId="Equation.DSMT4">
                  <p:embed/>
                </p:oleObj>
              </mc:Choice>
              <mc:Fallback>
                <p:oleObj r:id="rId9" imgW="41452800" imgH="14935200" progId="Equation.DSMT4">
                  <p:embed/>
                  <p:pic>
                    <p:nvPicPr>
                      <p:cNvPr id="0" name="图片 3079"/>
                      <p:cNvPicPr/>
                      <p:nvPr/>
                    </p:nvPicPr>
                    <p:blipFill>
                      <a:blip r:embed="rId10"/>
                      <a:stretch>
                        <a:fillRect/>
                      </a:stretch>
                    </p:blipFill>
                    <p:spPr>
                      <a:xfrm>
                        <a:off x="2555875" y="3186113"/>
                        <a:ext cx="4337050" cy="933450"/>
                      </a:xfrm>
                      <a:prstGeom prst="rect">
                        <a:avLst/>
                      </a:prstGeom>
                      <a:noFill/>
                      <a:ln w="38100">
                        <a:noFill/>
                        <a:miter/>
                      </a:ln>
                    </p:spPr>
                  </p:pic>
                </p:oleObj>
              </mc:Fallback>
            </mc:AlternateContent>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3" name="Rectangle 3"/>
          <p:cNvSpPr>
            <a:spLocks noGrp="1"/>
          </p:cNvSpPr>
          <p:nvPr>
            <p:ph idx="1"/>
          </p:nvPr>
        </p:nvSpPr>
        <p:spPr>
          <a:xfrm>
            <a:off x="0" y="1447800"/>
            <a:ext cx="8459788" cy="5005388"/>
          </a:xfrm>
        </p:spPr>
        <p:txBody>
          <a:bodyPr vert="horz" wrap="square" lIns="91440" tIns="45720" rIns="91440" bIns="45720" numCol="1" anchor="t" anchorCtr="0" compatLnSpc="1">
            <a:normAutofit/>
          </a:bodyPr>
          <a:lstStyle/>
          <a:p>
            <a:pPr marL="342900" marR="0" lvl="0" indent="-342900" algn="just" defTabSz="914400" rtl="0" eaLnBrk="0" fontAlgn="base" latinLnBrk="0" hangingPunct="0">
              <a:lnSpc>
                <a:spcPct val="12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现要找出一个线性分类器将两种类别的样本（假定它们是线性可分的）分开，即在</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n</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维的样本空间中找到一个划分超平面“分隔”两种类别的样本. </a:t>
            </a:r>
          </a:p>
          <a:p>
            <a:pPr marL="342900" marR="0" lvl="0" indent="-342900" algn="just" defTabSz="914400" rtl="0" eaLnBrk="0" fontAlgn="base" latinLnBrk="0" hangingPunct="0">
              <a:lnSpc>
                <a:spcPct val="12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划分超平面对应于下面的方程</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a:t>
            </a:r>
            <a:endPar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endParaRPr>
          </a:p>
          <a:p>
            <a:pPr marL="342900" marR="0" lvl="0" indent="-342900" algn="just" defTabSz="914400" rtl="0" eaLnBrk="0" fontAlgn="base" latinLnBrk="0" hangingPunct="0">
              <a:lnSpc>
                <a:spcPct val="90000"/>
              </a:lnSpc>
              <a:spcBef>
                <a:spcPct val="20000"/>
              </a:spcBef>
              <a:spcAft>
                <a:spcPct val="0"/>
              </a:spcAft>
              <a:buClr>
                <a:schemeClr val="folHlink"/>
              </a:buClr>
              <a:buSzPct val="60000"/>
              <a:buFont typeface="Wingdings" panose="05000000000000000000" pitchFamily="2" charset="2"/>
              <a:buChar char="n"/>
              <a:defRPr/>
            </a:pPr>
            <a:endPar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endParaRPr>
          </a:p>
          <a:p>
            <a:pPr marL="342900" marR="0" lvl="0" indent="-342900" algn="just" defTabSz="914400" rtl="0" eaLnBrk="0" fontAlgn="base" latinLnBrk="0" hangingPunct="0">
              <a:lnSpc>
                <a:spcPct val="90000"/>
              </a:lnSpc>
              <a:spcBef>
                <a:spcPct val="20000"/>
              </a:spcBef>
              <a:spcAft>
                <a:spcPct val="0"/>
              </a:spcAft>
              <a:buClr>
                <a:schemeClr val="folHlink"/>
              </a:buClr>
              <a:buSzPct val="60000"/>
              <a:buFont typeface="Wingdings" panose="05000000000000000000" pitchFamily="2" charset="2"/>
              <a:buChar char="n"/>
              <a:defRPr/>
            </a:pPr>
            <a:endPar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endParaRPr>
          </a:p>
          <a:p>
            <a:pPr marL="342900" marR="0" lvl="0" indent="-342900" algn="just" defTabSz="914400" rtl="0" eaLnBrk="0" fontAlgn="base" latinLnBrk="0" hangingPunct="0">
              <a:lnSpc>
                <a:spcPct val="90000"/>
              </a:lnSpc>
              <a:spcBef>
                <a:spcPct val="20000"/>
              </a:spcBef>
              <a:spcAft>
                <a:spcPct val="0"/>
              </a:spcAft>
              <a:buClr>
                <a:schemeClr val="folHlink"/>
              </a:buClr>
              <a:buSzPct val="60000"/>
              <a:buFont typeface="Wingdings" panose="05000000000000000000" pitchFamily="2" charset="2"/>
              <a:buChar char="n"/>
              <a:defRPr/>
            </a:pPr>
            <a:endParaRPr kumimoji="1" lang="en-US" altLang="zh-CN"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endParaRPr>
          </a:p>
          <a:p>
            <a:pPr marL="342900" marR="0" lvl="0" indent="-342900" algn="just" defTabSz="914400" rtl="0" eaLnBrk="0" fontAlgn="base" latinLnBrk="0" hangingPunct="0">
              <a:lnSpc>
                <a:spcPct val="90000"/>
              </a:lnSpc>
              <a:spcBef>
                <a:spcPct val="20000"/>
              </a:spcBef>
              <a:spcAft>
                <a:spcPct val="0"/>
              </a:spcAft>
              <a:buClr>
                <a:schemeClr val="folHlink"/>
              </a:buClr>
              <a:buSzPct val="60000"/>
              <a:buFont typeface="Wingdings" panose="05000000000000000000" pitchFamily="2" charset="2"/>
              <a:buChar char="n"/>
              <a:defRPr/>
            </a:pPr>
            <a:endParaRPr kumimoji="1" lang="zh-CN" altLang="en-US" sz="1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endParaRPr>
          </a:p>
          <a:p>
            <a:pPr marL="0" marR="0" lvl="0" indent="-342900" algn="just" defTabSz="914400" rtl="0" eaLnBrk="0" fontAlgn="base" latinLnBrk="0" hangingPunct="0">
              <a:lnSpc>
                <a:spcPct val="9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 其中  是法向量，b是位移项。 </a:t>
            </a:r>
          </a:p>
          <a:p>
            <a:pPr marL="0" marR="0" lvl="0" indent="-342900" algn="just" defTabSz="914400" rtl="0" eaLnBrk="0" fontAlgn="base" latinLnBrk="0" hangingPunct="0">
              <a:lnSpc>
                <a:spcPct val="9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划分超平面由这两个参数唯一确定.</a:t>
            </a:r>
          </a:p>
          <a:p>
            <a:pPr marL="0" marR="0" lvl="0" indent="-342900" algn="just" defTabSz="914400" rtl="0" eaLnBrk="0" fontAlgn="base" latinLnBrk="0" hangingPunct="0">
              <a:lnSpc>
                <a:spcPct val="9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划分超平面将特征空间分为两个部分. </a:t>
            </a:r>
          </a:p>
        </p:txBody>
      </p:sp>
      <p:pic>
        <p:nvPicPr>
          <p:cNvPr id="30722" name="Picture 5"/>
          <p:cNvPicPr>
            <a:picLocks noChangeAspect="1"/>
          </p:cNvPicPr>
          <p:nvPr/>
        </p:nvPicPr>
        <p:blipFill>
          <a:blip r:embed="rId3"/>
          <a:stretch>
            <a:fillRect/>
          </a:stretch>
        </p:blipFill>
        <p:spPr>
          <a:xfrm>
            <a:off x="5259388" y="3676650"/>
            <a:ext cx="3884612" cy="2646363"/>
          </a:xfrm>
          <a:prstGeom prst="rect">
            <a:avLst/>
          </a:prstGeom>
          <a:noFill/>
          <a:ln w="9525">
            <a:noFill/>
          </a:ln>
        </p:spPr>
      </p:pic>
      <p:sp>
        <p:nvSpPr>
          <p:cNvPr id="7" name="Rectangle 2"/>
          <p:cNvSpPr txBox="1"/>
          <p:nvPr/>
        </p:nvSpPr>
        <p:spPr bwMode="auto">
          <a:xfrm>
            <a:off x="684213" y="260350"/>
            <a:ext cx="7793038" cy="1143000"/>
          </a:xfrm>
          <a:prstGeom prst="rect">
            <a:avLst/>
          </a:prstGeom>
          <a:noFill/>
          <a:ln w="9525">
            <a:noFill/>
            <a:miter lim="800000"/>
          </a:ln>
        </p:spPr>
        <p:txBody>
          <a:bodyPr anchor="b"/>
          <a:lstStyle/>
          <a:p>
            <a:pPr marR="0" algn="ctr" defTabSz="914400" eaLnBrk="0" hangingPunct="0">
              <a:buClrTx/>
              <a:buSzTx/>
              <a:buFont typeface="Arial" panose="020B0604020202020204" pitchFamily="34" charset="0"/>
              <a:buNone/>
              <a:defRPr/>
            </a:pPr>
            <a:r>
              <a:rPr kumimoji="1" sz="3600" b="1" kern="1200" cap="none" spc="0" normalizeH="0" baseline="0" noProof="0">
                <a:solidFill>
                  <a:srgbClr val="0000CC"/>
                </a:solidFill>
                <a:effectLst>
                  <a:outerShdw blurRad="38100" dist="38100" dir="2700000" algn="tl">
                    <a:srgbClr val="C0C0C0"/>
                  </a:outerShdw>
                </a:effectLst>
                <a:latin typeface="Times New Roman" panose="02020603050405020304" pitchFamily="18" charset="0"/>
                <a:ea typeface="华文新魏" panose="02010800040101010101" pitchFamily="2" charset="-122"/>
                <a:cs typeface="+mn-cs"/>
                <a:sym typeface="+mn-ea"/>
              </a:rPr>
              <a:t>超平面</a:t>
            </a:r>
            <a:endParaRPr kumimoji="1" lang="zh-CN" altLang="en-US" sz="3600" b="1" kern="1200" cap="none" spc="0" normalizeH="0" baseline="0" noProof="0">
              <a:solidFill>
                <a:srgbClr val="0000CC"/>
              </a:solidFill>
              <a:effectLst>
                <a:outerShdw blurRad="38100" dist="38100" dir="2700000" algn="tl">
                  <a:srgbClr val="C0C0C0"/>
                </a:outerShdw>
              </a:effectLst>
              <a:latin typeface="Times New Roman" panose="02020603050405020304" pitchFamily="18" charset="0"/>
              <a:ea typeface="华文新魏" panose="02010800040101010101" pitchFamily="2" charset="-122"/>
              <a:cs typeface="+mn-cs"/>
              <a:sym typeface="+mn-ea"/>
            </a:endParaRPr>
          </a:p>
        </p:txBody>
      </p:sp>
      <p:graphicFrame>
        <p:nvGraphicFramePr>
          <p:cNvPr id="30724" name="对象 -2147482613"/>
          <p:cNvGraphicFramePr>
            <a:graphicFrameLocks noChangeAspect="1"/>
          </p:cNvGraphicFramePr>
          <p:nvPr/>
        </p:nvGraphicFramePr>
        <p:xfrm>
          <a:off x="3297238" y="3743325"/>
          <a:ext cx="1865312" cy="523875"/>
        </p:xfrm>
        <a:graphic>
          <a:graphicData uri="http://schemas.openxmlformats.org/presentationml/2006/ole">
            <mc:AlternateContent xmlns:mc="http://schemas.openxmlformats.org/markup-compatibility/2006">
              <mc:Choice xmlns:v="urn:schemas-microsoft-com:vml" Requires="v">
                <p:oleObj spid="_x0000_s5307" r:id="rId4" imgW="20421600" imgH="5486400" progId="Equation.DSMT4">
                  <p:embed/>
                </p:oleObj>
              </mc:Choice>
              <mc:Fallback>
                <p:oleObj r:id="rId4" imgW="20421600" imgH="5486400" progId="Equation.DSMT4">
                  <p:embed/>
                  <p:pic>
                    <p:nvPicPr>
                      <p:cNvPr id="0" name="图片 3086"/>
                      <p:cNvPicPr/>
                      <p:nvPr/>
                    </p:nvPicPr>
                    <p:blipFill>
                      <a:blip r:embed="rId5"/>
                      <a:stretch>
                        <a:fillRect/>
                      </a:stretch>
                    </p:blipFill>
                    <p:spPr>
                      <a:xfrm>
                        <a:off x="3297238" y="3743325"/>
                        <a:ext cx="1865312" cy="523875"/>
                      </a:xfrm>
                      <a:prstGeom prst="rect">
                        <a:avLst/>
                      </a:prstGeom>
                      <a:noFill/>
                      <a:ln w="38100">
                        <a:noFill/>
                        <a:miter/>
                      </a:ln>
                    </p:spPr>
                  </p:pic>
                </p:oleObj>
              </mc:Fallback>
            </mc:AlternateContent>
          </a:graphicData>
        </a:graphic>
      </p:graphicFrame>
      <p:graphicFrame>
        <p:nvGraphicFramePr>
          <p:cNvPr id="30725" name="对象 -2147482612"/>
          <p:cNvGraphicFramePr>
            <a:graphicFrameLocks noChangeAspect="1"/>
          </p:cNvGraphicFramePr>
          <p:nvPr/>
        </p:nvGraphicFramePr>
        <p:xfrm>
          <a:off x="733425" y="5222875"/>
          <a:ext cx="290513" cy="257175"/>
        </p:xfrm>
        <a:graphic>
          <a:graphicData uri="http://schemas.openxmlformats.org/presentationml/2006/ole">
            <mc:AlternateContent xmlns:mc="http://schemas.openxmlformats.org/markup-compatibility/2006">
              <mc:Choice xmlns:v="urn:schemas-microsoft-com:vml" Requires="v">
                <p:oleObj spid="_x0000_s5308" r:id="rId6" imgW="3962400" imgH="3657600" progId="Equation.DSMT4">
                  <p:embed/>
                </p:oleObj>
              </mc:Choice>
              <mc:Fallback>
                <p:oleObj r:id="rId6" imgW="3962400" imgH="3657600" progId="Equation.DSMT4">
                  <p:embed/>
                  <p:pic>
                    <p:nvPicPr>
                      <p:cNvPr id="0" name="图片 3083"/>
                      <p:cNvPicPr/>
                      <p:nvPr/>
                    </p:nvPicPr>
                    <p:blipFill>
                      <a:blip r:embed="rId7"/>
                      <a:stretch>
                        <a:fillRect/>
                      </a:stretch>
                    </p:blipFill>
                    <p:spPr>
                      <a:xfrm>
                        <a:off x="733425" y="5222875"/>
                        <a:ext cx="290513" cy="257175"/>
                      </a:xfrm>
                      <a:prstGeom prst="rect">
                        <a:avLst/>
                      </a:prstGeom>
                      <a:noFill/>
                      <a:ln w="38100">
                        <a:noFill/>
                        <a:miter/>
                      </a:ln>
                    </p:spPr>
                  </p:pic>
                </p:oleObj>
              </mc:Fallback>
            </mc:AlternateContent>
          </a:graphicData>
        </a:graphic>
      </p:graphicFrame>
      <p:cxnSp>
        <p:nvCxnSpPr>
          <p:cNvPr id="3" name="直接连接符 2"/>
          <p:cNvCxnSpPr/>
          <p:nvPr/>
        </p:nvCxnSpPr>
        <p:spPr bwMode="auto">
          <a:xfrm flipH="1">
            <a:off x="5796085" y="3429000"/>
            <a:ext cx="216015" cy="3024188"/>
          </a:xfrm>
          <a:prstGeom prst="line">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9" name="直接连接符 8"/>
          <p:cNvCxnSpPr/>
          <p:nvPr/>
        </p:nvCxnSpPr>
        <p:spPr bwMode="auto">
          <a:xfrm>
            <a:off x="7728326" y="3284990"/>
            <a:ext cx="828300" cy="2776538"/>
          </a:xfrm>
          <a:prstGeom prst="line">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1" name="直接连接符 10"/>
          <p:cNvCxnSpPr/>
          <p:nvPr/>
        </p:nvCxnSpPr>
        <p:spPr bwMode="auto">
          <a:xfrm flipH="1">
            <a:off x="6141937" y="3284990"/>
            <a:ext cx="813719" cy="2928938"/>
          </a:xfrm>
          <a:prstGeom prst="line">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3" name="直接连接符 12"/>
          <p:cNvCxnSpPr/>
          <p:nvPr/>
        </p:nvCxnSpPr>
        <p:spPr bwMode="auto">
          <a:xfrm>
            <a:off x="7108057" y="3437390"/>
            <a:ext cx="620269" cy="2624138"/>
          </a:xfrm>
          <a:prstGeom prst="line">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3"/>
          <p:cNvSpPr>
            <a:spLocks noGrp="1"/>
          </p:cNvSpPr>
          <p:nvPr>
            <p:ph idx="1"/>
          </p:nvPr>
        </p:nvSpPr>
        <p:spPr>
          <a:xfrm>
            <a:off x="142875" y="1628775"/>
            <a:ext cx="8459788" cy="4392613"/>
          </a:xfrm>
        </p:spPr>
        <p:txBody>
          <a:bodyPr vert="horz" wrap="square" lIns="91440" tIns="45720" rIns="91440" bIns="45720" anchor="t" anchorCtr="0"/>
          <a:lstStyle/>
          <a:p>
            <a:pPr algn="just">
              <a:buNone/>
            </a:pPr>
            <a:r>
              <a:rPr lang="en-US" altLang="zh-CN" dirty="0">
                <a:latin typeface="Comic Sans MS" panose="030F0702030302020204" pitchFamily="66" charset="0"/>
              </a:rPr>
              <a:t> </a:t>
            </a:r>
            <a:r>
              <a:rPr lang="zh-CN" altLang="en-US" sz="2400" b="1" dirty="0">
                <a:latin typeface="宋体" panose="02010600030101010101" pitchFamily="2" charset="-122"/>
                <a:ea typeface="宋体" panose="02010600030101010101" pitchFamily="2" charset="-122"/>
              </a:rPr>
              <a:t>特征空间的任一点x到超平面</a:t>
            </a:r>
          </a:p>
          <a:p>
            <a:pPr algn="just">
              <a:buNone/>
            </a:pPr>
            <a:r>
              <a:rPr lang="zh-CN" altLang="en-US" sz="2400" b="1" dirty="0">
                <a:latin typeface="宋体" panose="02010600030101010101" pitchFamily="2" charset="-122"/>
                <a:ea typeface="宋体" panose="02010600030101010101" pitchFamily="2" charset="-122"/>
              </a:rPr>
              <a:t>的距离定义为</a:t>
            </a:r>
            <a:r>
              <a:rPr lang="en-US" altLang="zh-CN" dirty="0">
                <a:latin typeface="Comic Sans MS" panose="030F0702030302020204" pitchFamily="66" charset="0"/>
              </a:rPr>
              <a:t>：</a:t>
            </a:r>
          </a:p>
          <a:p>
            <a:pPr algn="just"/>
            <a:endParaRPr lang="en-US" altLang="en-US" dirty="0"/>
          </a:p>
          <a:p>
            <a:pPr algn="just"/>
            <a:r>
              <a:rPr lang="zh-CN" altLang="en-US" sz="2400" b="1" dirty="0">
                <a:latin typeface="宋体" panose="02010600030101010101" pitchFamily="2" charset="-122"/>
                <a:ea typeface="宋体" panose="02010600030101010101" pitchFamily="2" charset="-122"/>
              </a:rPr>
              <a:t>由上述公式， 和  确定，则超平面确</a:t>
            </a:r>
          </a:p>
          <a:p>
            <a:pPr algn="just">
              <a:buNone/>
            </a:pPr>
            <a:r>
              <a:rPr lang="zh-CN" altLang="en-US" sz="2400" b="1" dirty="0">
                <a:latin typeface="宋体" panose="02010600030101010101" pitchFamily="2" charset="-122"/>
                <a:ea typeface="宋体" panose="02010600030101010101" pitchFamily="2" charset="-122"/>
              </a:rPr>
              <a:t>定，此时可以衡量点到超平面的距离. </a:t>
            </a:r>
          </a:p>
          <a:p>
            <a:pPr algn="just">
              <a:buNone/>
            </a:pPr>
            <a:r>
              <a:rPr lang="zh-CN" altLang="en-US" sz="2400" b="1" dirty="0">
                <a:latin typeface="宋体" panose="02010600030101010101" pitchFamily="2" charset="-122"/>
                <a:ea typeface="宋体" panose="02010600030101010101" pitchFamily="2" charset="-122"/>
              </a:rPr>
              <a:t>对样本      来说，通过观察      与  </a:t>
            </a:r>
          </a:p>
          <a:p>
            <a:pPr algn="just">
              <a:buNone/>
            </a:pPr>
            <a:r>
              <a:rPr lang="zh-CN" altLang="en-US" sz="2400" b="1" dirty="0">
                <a:latin typeface="宋体" panose="02010600030101010101" pitchFamily="2" charset="-122"/>
                <a:ea typeface="宋体" panose="02010600030101010101" pitchFamily="2" charset="-122"/>
              </a:rPr>
              <a:t>的符号是否一致判断分类是否正。 </a:t>
            </a:r>
          </a:p>
          <a:p>
            <a:pPr algn="just">
              <a:buNone/>
            </a:pPr>
            <a:r>
              <a:rPr lang="zh-CN" altLang="en-US" sz="2400" b="1" dirty="0">
                <a:latin typeface="宋体" panose="02010600030101010101" pitchFamily="2" charset="-122"/>
                <a:ea typeface="宋体" panose="02010600030101010101" pitchFamily="2" charset="-122"/>
              </a:rPr>
              <a:t>因此，可以通过           的符号</a:t>
            </a:r>
          </a:p>
          <a:p>
            <a:pPr algn="just">
              <a:buNone/>
            </a:pPr>
            <a:r>
              <a:rPr lang="zh-CN" altLang="en-US" sz="2400" b="1" dirty="0">
                <a:latin typeface="宋体" panose="02010600030101010101" pitchFamily="2" charset="-122"/>
                <a:ea typeface="宋体" panose="02010600030101010101" pitchFamily="2" charset="-122"/>
              </a:rPr>
              <a:t>来判断分类结果是否正确。</a:t>
            </a:r>
          </a:p>
          <a:p>
            <a:pPr algn="just">
              <a:buNone/>
            </a:pPr>
            <a:r>
              <a:rPr lang="zh-CN" altLang="en-US" sz="2400" b="1" dirty="0">
                <a:latin typeface="宋体" panose="02010600030101010101" pitchFamily="2" charset="-122"/>
                <a:ea typeface="宋体" panose="02010600030101010101" pitchFamily="2" charset="-122"/>
              </a:rPr>
              <a:t>由此，我们引出间隔的概念。</a:t>
            </a:r>
            <a:endParaRPr lang="en-US" altLang="en-US" sz="2800" dirty="0"/>
          </a:p>
          <a:p>
            <a:r>
              <a:rPr lang="en-US" altLang="en-US" sz="1400" dirty="0">
                <a:ea typeface="Times New Roman" panose="02020603050405020304" pitchFamily="18" charset="0"/>
              </a:rPr>
              <a:t>https://blog.csdn.net/m0_53062159/article/details/122729624</a:t>
            </a:r>
          </a:p>
        </p:txBody>
      </p:sp>
      <p:sp>
        <p:nvSpPr>
          <p:cNvPr id="31746" name="Rectangle 6"/>
          <p:cNvSpPr/>
          <p:nvPr/>
        </p:nvSpPr>
        <p:spPr>
          <a:xfrm>
            <a:off x="4048125" y="2827338"/>
            <a:ext cx="9144000" cy="0"/>
          </a:xfrm>
          <a:prstGeom prst="rect">
            <a:avLst/>
          </a:prstGeom>
          <a:noFill/>
          <a:ln w="9525">
            <a:noFill/>
          </a:ln>
        </p:spPr>
        <p:txBody>
          <a:bodyPr anchor="t" anchorCtr="0">
            <a:spAutoFit/>
          </a:bodyPr>
          <a:lstStyle/>
          <a:p>
            <a:endParaRPr lang="zh-CN" altLang="en-US" dirty="0">
              <a:latin typeface="Times New Roman" panose="02020603050405020304" pitchFamily="18" charset="0"/>
              <a:ea typeface="宋体" panose="02010600030101010101" pitchFamily="2" charset="-122"/>
            </a:endParaRPr>
          </a:p>
        </p:txBody>
      </p:sp>
      <p:sp>
        <p:nvSpPr>
          <p:cNvPr id="8" name="Rectangle 2"/>
          <p:cNvSpPr txBox="1"/>
          <p:nvPr/>
        </p:nvSpPr>
        <p:spPr bwMode="auto">
          <a:xfrm>
            <a:off x="674688" y="279400"/>
            <a:ext cx="7793038" cy="1143000"/>
          </a:xfrm>
          <a:prstGeom prst="rect">
            <a:avLst/>
          </a:prstGeom>
          <a:noFill/>
          <a:ln w="9525">
            <a:noFill/>
            <a:miter lim="800000"/>
          </a:ln>
        </p:spPr>
        <p:txBody>
          <a:bodyPr anchor="b"/>
          <a:lstStyle/>
          <a:p>
            <a:pPr marR="0" algn="ctr" defTabSz="914400" eaLnBrk="0" hangingPunct="0">
              <a:buClrTx/>
              <a:buSzTx/>
              <a:buFont typeface="Arial" panose="020B0604020202020204" pitchFamily="34" charset="0"/>
              <a:buNone/>
              <a:defRPr/>
            </a:pPr>
            <a:r>
              <a:rPr kumimoji="1" lang="zh-CN" altLang="en-US" sz="3600" b="1" kern="1200" cap="none" spc="0" normalizeH="0" baseline="0" noProof="0">
                <a:solidFill>
                  <a:srgbClr val="0000CC"/>
                </a:solidFill>
                <a:effectLst>
                  <a:outerShdw blurRad="38100" dist="38100" dir="2700000" algn="tl">
                    <a:srgbClr val="C0C0C0"/>
                  </a:outerShdw>
                </a:effectLst>
                <a:latin typeface="Times New Roman" panose="02020603050405020304" pitchFamily="18" charset="0"/>
                <a:ea typeface="华文新魏" panose="02010800040101010101" pitchFamily="2" charset="-122"/>
                <a:cs typeface="+mn-cs"/>
                <a:sym typeface="+mn-ea"/>
              </a:rPr>
              <a:t>超平面</a:t>
            </a:r>
          </a:p>
        </p:txBody>
      </p:sp>
      <p:graphicFrame>
        <p:nvGraphicFramePr>
          <p:cNvPr id="31748" name="对象 -2147482240"/>
          <p:cNvGraphicFramePr>
            <a:graphicFrameLocks noChangeAspect="1"/>
          </p:cNvGraphicFramePr>
          <p:nvPr/>
        </p:nvGraphicFramePr>
        <p:xfrm>
          <a:off x="2789238" y="2260600"/>
          <a:ext cx="2143125" cy="1073150"/>
        </p:xfrm>
        <a:graphic>
          <a:graphicData uri="http://schemas.openxmlformats.org/presentationml/2006/ole">
            <mc:AlternateContent xmlns:mc="http://schemas.openxmlformats.org/markup-compatibility/2006">
              <mc:Choice xmlns:v="urn:schemas-microsoft-com:vml" Requires="v">
                <p:oleObj spid="_x0000_s6786" r:id="rId3" imgW="26879550" imgH="13439775" progId="Equation.DSMT4">
                  <p:embed/>
                </p:oleObj>
              </mc:Choice>
              <mc:Fallback>
                <p:oleObj r:id="rId3" imgW="26879550" imgH="13439775" progId="Equation.DSMT4">
                  <p:embed/>
                  <p:pic>
                    <p:nvPicPr>
                      <p:cNvPr id="0" name="图片 3078"/>
                      <p:cNvPicPr/>
                      <p:nvPr/>
                    </p:nvPicPr>
                    <p:blipFill>
                      <a:blip r:embed="rId4"/>
                      <a:stretch>
                        <a:fillRect/>
                      </a:stretch>
                    </p:blipFill>
                    <p:spPr>
                      <a:xfrm>
                        <a:off x="2789238" y="2260600"/>
                        <a:ext cx="2143125" cy="1073150"/>
                      </a:xfrm>
                      <a:prstGeom prst="rect">
                        <a:avLst/>
                      </a:prstGeom>
                      <a:noFill/>
                      <a:ln w="38100">
                        <a:noFill/>
                        <a:miter/>
                      </a:ln>
                    </p:spPr>
                  </p:pic>
                </p:oleObj>
              </mc:Fallback>
            </mc:AlternateContent>
          </a:graphicData>
        </a:graphic>
      </p:graphicFrame>
      <p:graphicFrame>
        <p:nvGraphicFramePr>
          <p:cNvPr id="31749" name="对象 -2147482610"/>
          <p:cNvGraphicFramePr>
            <a:graphicFrameLocks noChangeAspect="1"/>
          </p:cNvGraphicFramePr>
          <p:nvPr/>
        </p:nvGraphicFramePr>
        <p:xfrm>
          <a:off x="2209800" y="3471863"/>
          <a:ext cx="347663" cy="309562"/>
        </p:xfrm>
        <a:graphic>
          <a:graphicData uri="http://schemas.openxmlformats.org/presentationml/2006/ole">
            <mc:AlternateContent xmlns:mc="http://schemas.openxmlformats.org/markup-compatibility/2006">
              <mc:Choice xmlns:v="urn:schemas-microsoft-com:vml" Requires="v">
                <p:oleObj spid="_x0000_s6787" r:id="rId5" imgW="3962400" imgH="3657600" progId="Equation.DSMT4">
                  <p:embed/>
                </p:oleObj>
              </mc:Choice>
              <mc:Fallback>
                <p:oleObj r:id="rId5" imgW="3962400" imgH="3657600" progId="Equation.DSMT4">
                  <p:embed/>
                  <p:pic>
                    <p:nvPicPr>
                      <p:cNvPr id="0" name="图片 3080"/>
                      <p:cNvPicPr/>
                      <p:nvPr/>
                    </p:nvPicPr>
                    <p:blipFill>
                      <a:blip r:embed="rId6"/>
                      <a:stretch>
                        <a:fillRect/>
                      </a:stretch>
                    </p:blipFill>
                    <p:spPr>
                      <a:xfrm>
                        <a:off x="2209800" y="3471863"/>
                        <a:ext cx="347663" cy="309562"/>
                      </a:xfrm>
                      <a:prstGeom prst="rect">
                        <a:avLst/>
                      </a:prstGeom>
                      <a:noFill/>
                      <a:ln w="38100">
                        <a:noFill/>
                        <a:miter/>
                      </a:ln>
                    </p:spPr>
                  </p:pic>
                </p:oleObj>
              </mc:Fallback>
            </mc:AlternateContent>
          </a:graphicData>
        </a:graphic>
      </p:graphicFrame>
      <p:graphicFrame>
        <p:nvGraphicFramePr>
          <p:cNvPr id="31750" name="对象 -2147482239"/>
          <p:cNvGraphicFramePr>
            <a:graphicFrameLocks noChangeAspect="1"/>
          </p:cNvGraphicFramePr>
          <p:nvPr/>
        </p:nvGraphicFramePr>
        <p:xfrm>
          <a:off x="2932113" y="3422650"/>
          <a:ext cx="233362" cy="358775"/>
        </p:xfrm>
        <a:graphic>
          <a:graphicData uri="http://schemas.openxmlformats.org/presentationml/2006/ole">
            <mc:AlternateContent xmlns:mc="http://schemas.openxmlformats.org/markup-compatibility/2006">
              <mc:Choice xmlns:v="urn:schemas-microsoft-com:vml" Requires="v">
                <p:oleObj spid="_x0000_s6788" r:id="rId7" imgW="3048000" imgH="4572000" progId="Equation.DSMT4">
                  <p:embed/>
                </p:oleObj>
              </mc:Choice>
              <mc:Fallback>
                <p:oleObj r:id="rId7" imgW="3048000" imgH="4572000" progId="Equation.DSMT4">
                  <p:embed/>
                  <p:pic>
                    <p:nvPicPr>
                      <p:cNvPr id="0" name="图片 3095"/>
                      <p:cNvPicPr/>
                      <p:nvPr/>
                    </p:nvPicPr>
                    <p:blipFill>
                      <a:blip r:embed="rId8"/>
                      <a:stretch>
                        <a:fillRect/>
                      </a:stretch>
                    </p:blipFill>
                    <p:spPr>
                      <a:xfrm>
                        <a:off x="2932113" y="3422650"/>
                        <a:ext cx="233362" cy="358775"/>
                      </a:xfrm>
                      <a:prstGeom prst="rect">
                        <a:avLst/>
                      </a:prstGeom>
                      <a:noFill/>
                      <a:ln w="38100">
                        <a:noFill/>
                        <a:miter/>
                      </a:ln>
                    </p:spPr>
                  </p:pic>
                </p:oleObj>
              </mc:Fallback>
            </mc:AlternateContent>
          </a:graphicData>
        </a:graphic>
      </p:graphicFrame>
      <p:graphicFrame>
        <p:nvGraphicFramePr>
          <p:cNvPr id="31751" name="对象 -2147482607"/>
          <p:cNvGraphicFramePr>
            <a:graphicFrameLocks noChangeAspect="1"/>
          </p:cNvGraphicFramePr>
          <p:nvPr/>
        </p:nvGraphicFramePr>
        <p:xfrm>
          <a:off x="1282700" y="4232275"/>
          <a:ext cx="876300" cy="422275"/>
        </p:xfrm>
        <a:graphic>
          <a:graphicData uri="http://schemas.openxmlformats.org/presentationml/2006/ole">
            <mc:AlternateContent xmlns:mc="http://schemas.openxmlformats.org/markup-compatibility/2006">
              <mc:Choice xmlns:v="urn:schemas-microsoft-com:vml" Requires="v">
                <p:oleObj spid="_x0000_s6789" r:id="rId9" imgW="13439775" imgH="6381750" progId="Equation.DSMT4">
                  <p:embed/>
                </p:oleObj>
              </mc:Choice>
              <mc:Fallback>
                <p:oleObj r:id="rId9" imgW="13439775" imgH="6381750" progId="Equation.DSMT4">
                  <p:embed/>
                  <p:pic>
                    <p:nvPicPr>
                      <p:cNvPr id="0" name="图片 3091"/>
                      <p:cNvPicPr/>
                      <p:nvPr/>
                    </p:nvPicPr>
                    <p:blipFill>
                      <a:blip r:embed="rId10"/>
                      <a:stretch>
                        <a:fillRect/>
                      </a:stretch>
                    </p:blipFill>
                    <p:spPr>
                      <a:xfrm>
                        <a:off x="1282700" y="4232275"/>
                        <a:ext cx="876300" cy="422275"/>
                      </a:xfrm>
                      <a:prstGeom prst="rect">
                        <a:avLst/>
                      </a:prstGeom>
                      <a:noFill/>
                      <a:ln w="38100">
                        <a:noFill/>
                        <a:miter/>
                      </a:ln>
                    </p:spPr>
                  </p:pic>
                </p:oleObj>
              </mc:Fallback>
            </mc:AlternateContent>
          </a:graphicData>
        </a:graphic>
      </p:graphicFrame>
      <p:graphicFrame>
        <p:nvGraphicFramePr>
          <p:cNvPr id="31752" name="对象 -2147482606"/>
          <p:cNvGraphicFramePr>
            <a:graphicFrameLocks noChangeAspect="1"/>
          </p:cNvGraphicFramePr>
          <p:nvPr/>
        </p:nvGraphicFramePr>
        <p:xfrm>
          <a:off x="4264025" y="4213225"/>
          <a:ext cx="989013" cy="434975"/>
        </p:xfrm>
        <a:graphic>
          <a:graphicData uri="http://schemas.openxmlformats.org/presentationml/2006/ole">
            <mc:AlternateContent xmlns:mc="http://schemas.openxmlformats.org/markup-compatibility/2006">
              <mc:Choice xmlns:v="urn:schemas-microsoft-com:vml" Requires="v">
                <p:oleObj spid="_x0000_s6790" r:id="rId11" imgW="16459200" imgH="7048500" progId="Equation.DSMT4">
                  <p:embed/>
                </p:oleObj>
              </mc:Choice>
              <mc:Fallback>
                <p:oleObj r:id="rId11" imgW="16459200" imgH="7048500" progId="Equation.DSMT4">
                  <p:embed/>
                  <p:pic>
                    <p:nvPicPr>
                      <p:cNvPr id="0" name="图片 3094"/>
                      <p:cNvPicPr/>
                      <p:nvPr/>
                    </p:nvPicPr>
                    <p:blipFill>
                      <a:blip r:embed="rId12"/>
                      <a:stretch>
                        <a:fillRect/>
                      </a:stretch>
                    </p:blipFill>
                    <p:spPr>
                      <a:xfrm>
                        <a:off x="4264025" y="4213225"/>
                        <a:ext cx="989013" cy="434975"/>
                      </a:xfrm>
                      <a:prstGeom prst="rect">
                        <a:avLst/>
                      </a:prstGeom>
                      <a:noFill/>
                      <a:ln w="38100">
                        <a:noFill/>
                        <a:miter/>
                      </a:ln>
                    </p:spPr>
                  </p:pic>
                </p:oleObj>
              </mc:Fallback>
            </mc:AlternateContent>
          </a:graphicData>
        </a:graphic>
      </p:graphicFrame>
      <p:graphicFrame>
        <p:nvGraphicFramePr>
          <p:cNvPr id="31753" name="对象 -2147482605"/>
          <p:cNvGraphicFramePr>
            <a:graphicFrameLocks noChangeAspect="1"/>
          </p:cNvGraphicFramePr>
          <p:nvPr/>
        </p:nvGraphicFramePr>
        <p:xfrm>
          <a:off x="5429250" y="4232275"/>
          <a:ext cx="315913" cy="415925"/>
        </p:xfrm>
        <a:graphic>
          <a:graphicData uri="http://schemas.openxmlformats.org/presentationml/2006/ole">
            <mc:AlternateContent xmlns:mc="http://schemas.openxmlformats.org/markup-compatibility/2006">
              <mc:Choice xmlns:v="urn:schemas-microsoft-com:vml" Requires="v">
                <p:oleObj spid="_x0000_s6791" r:id="rId13" imgW="4267200" imgH="5791200" progId="Equation.DSMT4">
                  <p:embed/>
                </p:oleObj>
              </mc:Choice>
              <mc:Fallback>
                <p:oleObj r:id="rId13" imgW="4267200" imgH="5791200" progId="Equation.DSMT4">
                  <p:embed/>
                  <p:pic>
                    <p:nvPicPr>
                      <p:cNvPr id="0" name="图片 3096"/>
                      <p:cNvPicPr/>
                      <p:nvPr/>
                    </p:nvPicPr>
                    <p:blipFill>
                      <a:blip r:embed="rId14"/>
                      <a:stretch>
                        <a:fillRect/>
                      </a:stretch>
                    </p:blipFill>
                    <p:spPr>
                      <a:xfrm>
                        <a:off x="5429250" y="4232275"/>
                        <a:ext cx="315913" cy="415925"/>
                      </a:xfrm>
                      <a:prstGeom prst="rect">
                        <a:avLst/>
                      </a:prstGeom>
                      <a:noFill/>
                      <a:ln w="38100">
                        <a:noFill/>
                        <a:miter/>
                      </a:ln>
                    </p:spPr>
                  </p:pic>
                </p:oleObj>
              </mc:Fallback>
            </mc:AlternateContent>
          </a:graphicData>
        </a:graphic>
      </p:graphicFrame>
      <p:graphicFrame>
        <p:nvGraphicFramePr>
          <p:cNvPr id="31754" name="对象 -2147482604"/>
          <p:cNvGraphicFramePr>
            <a:graphicFrameLocks noChangeAspect="1"/>
          </p:cNvGraphicFramePr>
          <p:nvPr/>
        </p:nvGraphicFramePr>
        <p:xfrm>
          <a:off x="2444750" y="5124450"/>
          <a:ext cx="1368425" cy="403225"/>
        </p:xfrm>
        <a:graphic>
          <a:graphicData uri="http://schemas.openxmlformats.org/presentationml/2006/ole">
            <mc:AlternateContent xmlns:mc="http://schemas.openxmlformats.org/markup-compatibility/2006">
              <mc:Choice xmlns:v="urn:schemas-microsoft-com:vml" Requires="v">
                <p:oleObj spid="_x0000_s6792" r:id="rId15" imgW="21640800" imgH="6400800" progId="Equation.DSMT4">
                  <p:embed/>
                </p:oleObj>
              </mc:Choice>
              <mc:Fallback>
                <p:oleObj r:id="rId15" imgW="21640800" imgH="6400800" progId="Equation.DSMT4">
                  <p:embed/>
                  <p:pic>
                    <p:nvPicPr>
                      <p:cNvPr id="0" name="图片 3097"/>
                      <p:cNvPicPr/>
                      <p:nvPr/>
                    </p:nvPicPr>
                    <p:blipFill>
                      <a:blip r:embed="rId16"/>
                      <a:stretch>
                        <a:fillRect/>
                      </a:stretch>
                    </p:blipFill>
                    <p:spPr>
                      <a:xfrm>
                        <a:off x="2444750" y="5124450"/>
                        <a:ext cx="1368425" cy="403225"/>
                      </a:xfrm>
                      <a:prstGeom prst="rect">
                        <a:avLst/>
                      </a:prstGeom>
                      <a:noFill/>
                      <a:ln w="38100">
                        <a:noFill/>
                        <a:miter/>
                      </a:ln>
                    </p:spPr>
                  </p:pic>
                </p:oleObj>
              </mc:Fallback>
            </mc:AlternateContent>
          </a:graphicData>
        </a:graphic>
      </p:graphicFrame>
      <p:pic>
        <p:nvPicPr>
          <p:cNvPr id="31755" name="图片 3"/>
          <p:cNvPicPr>
            <a:picLocks noChangeAspect="1"/>
          </p:cNvPicPr>
          <p:nvPr/>
        </p:nvPicPr>
        <p:blipFill>
          <a:blip r:embed="rId17"/>
          <a:stretch>
            <a:fillRect/>
          </a:stretch>
        </p:blipFill>
        <p:spPr>
          <a:xfrm>
            <a:off x="5653088" y="1665287"/>
            <a:ext cx="3136900" cy="2765425"/>
          </a:xfrm>
          <a:prstGeom prst="rect">
            <a:avLst/>
          </a:prstGeom>
          <a:noFill/>
          <a:ln w="9525">
            <a:noFill/>
          </a:ln>
        </p:spPr>
      </p:pic>
      <p:pic>
        <p:nvPicPr>
          <p:cNvPr id="3" name="图片 2"/>
          <p:cNvPicPr>
            <a:picLocks noChangeAspect="1"/>
          </p:cNvPicPr>
          <p:nvPr/>
        </p:nvPicPr>
        <p:blipFill>
          <a:blip r:embed="rId18"/>
          <a:stretch>
            <a:fillRect/>
          </a:stretch>
        </p:blipFill>
        <p:spPr>
          <a:xfrm>
            <a:off x="6060702" y="4735100"/>
            <a:ext cx="2515379" cy="777109"/>
          </a:xfrm>
          <a:prstGeom prst="rect">
            <a:avLst/>
          </a:prstGeom>
        </p:spPr>
      </p:pic>
      <p:pic>
        <p:nvPicPr>
          <p:cNvPr id="4" name="图片 3"/>
          <p:cNvPicPr>
            <a:picLocks noChangeAspect="1"/>
          </p:cNvPicPr>
          <p:nvPr/>
        </p:nvPicPr>
        <p:blipFill>
          <a:blip r:embed="rId19"/>
          <a:stretch>
            <a:fillRect/>
          </a:stretch>
        </p:blipFill>
        <p:spPr>
          <a:xfrm>
            <a:off x="6852476" y="5629275"/>
            <a:ext cx="1767649" cy="678284"/>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3"/>
          <p:cNvSpPr>
            <a:spLocks noGrp="1"/>
          </p:cNvSpPr>
          <p:nvPr>
            <p:ph idx="1"/>
          </p:nvPr>
        </p:nvSpPr>
        <p:spPr>
          <a:xfrm>
            <a:off x="228600" y="1628775"/>
            <a:ext cx="8231188" cy="4392613"/>
          </a:xfrm>
        </p:spPr>
        <p:txBody>
          <a:bodyPr vert="horz" wrap="square" lIns="91440" tIns="45720" rIns="91440" bIns="45720" anchor="t" anchorCtr="0"/>
          <a:lstStyle/>
          <a:p>
            <a:pPr algn="just"/>
            <a:r>
              <a:rPr lang="zh-CN" altLang="en-US" sz="2400" b="1" dirty="0">
                <a:latin typeface="宋体" panose="02010600030101010101" pitchFamily="2" charset="-122"/>
                <a:ea typeface="宋体" panose="02010600030101010101" pitchFamily="2" charset="-122"/>
              </a:rPr>
              <a:t>给定一个训练样本      ，定义单个样本的函数间隔为：</a:t>
            </a:r>
          </a:p>
        </p:txBody>
      </p:sp>
      <p:sp>
        <p:nvSpPr>
          <p:cNvPr id="32770" name="Text Box 7"/>
          <p:cNvSpPr txBox="1"/>
          <p:nvPr/>
        </p:nvSpPr>
        <p:spPr>
          <a:xfrm>
            <a:off x="1066800" y="3124200"/>
            <a:ext cx="1905000" cy="366713"/>
          </a:xfrm>
          <a:prstGeom prst="rect">
            <a:avLst/>
          </a:prstGeom>
          <a:noFill/>
          <a:ln w="9525">
            <a:noFill/>
          </a:ln>
        </p:spPr>
        <p:txBody>
          <a:bodyPr anchor="t" anchorCtr="0">
            <a:spAutoFit/>
          </a:bodyPr>
          <a:lstStyle/>
          <a:p>
            <a:pPr>
              <a:spcBef>
                <a:spcPct val="50000"/>
              </a:spcBef>
            </a:pPr>
            <a:endParaRPr lang="zh-CN" altLang="zh-CN" dirty="0">
              <a:latin typeface="Times New Roman" panose="02020603050405020304" pitchFamily="18" charset="0"/>
              <a:ea typeface="宋体" panose="02010600030101010101" pitchFamily="2" charset="-122"/>
            </a:endParaRPr>
          </a:p>
        </p:txBody>
      </p:sp>
      <p:sp>
        <p:nvSpPr>
          <p:cNvPr id="32771" name="Text Box 8"/>
          <p:cNvSpPr txBox="1"/>
          <p:nvPr/>
        </p:nvSpPr>
        <p:spPr>
          <a:xfrm>
            <a:off x="3198813" y="3276600"/>
            <a:ext cx="458787" cy="2743200"/>
          </a:xfrm>
          <a:prstGeom prst="rect">
            <a:avLst/>
          </a:prstGeom>
          <a:noFill/>
          <a:ln w="9525">
            <a:noFill/>
          </a:ln>
        </p:spPr>
        <p:txBody>
          <a:bodyPr vert="eaVert" anchor="t" anchorCtr="0">
            <a:spAutoFit/>
          </a:bodyPr>
          <a:lstStyle/>
          <a:p>
            <a:pPr>
              <a:spcBef>
                <a:spcPct val="50000"/>
              </a:spcBef>
            </a:pPr>
            <a:endParaRPr lang="zh-CN" altLang="zh-CN" dirty="0">
              <a:latin typeface="Times New Roman" panose="02020603050405020304" pitchFamily="18" charset="0"/>
              <a:ea typeface="宋体" panose="02010600030101010101" pitchFamily="2" charset="-122"/>
            </a:endParaRPr>
          </a:p>
        </p:txBody>
      </p:sp>
      <p:sp>
        <p:nvSpPr>
          <p:cNvPr id="32772" name="Text Box 9"/>
          <p:cNvSpPr txBox="1"/>
          <p:nvPr/>
        </p:nvSpPr>
        <p:spPr>
          <a:xfrm>
            <a:off x="1066800" y="3276600"/>
            <a:ext cx="2590800" cy="366713"/>
          </a:xfrm>
          <a:prstGeom prst="rect">
            <a:avLst/>
          </a:prstGeom>
          <a:noFill/>
          <a:ln w="9525">
            <a:noFill/>
          </a:ln>
        </p:spPr>
        <p:txBody>
          <a:bodyPr anchor="t" anchorCtr="0">
            <a:spAutoFit/>
          </a:bodyPr>
          <a:lstStyle/>
          <a:p>
            <a:pPr>
              <a:spcBef>
                <a:spcPct val="50000"/>
              </a:spcBef>
            </a:pPr>
            <a:endParaRPr lang="zh-CN" altLang="zh-CN" dirty="0">
              <a:latin typeface="Times New Roman" panose="02020603050405020304" pitchFamily="18" charset="0"/>
              <a:ea typeface="宋体" panose="02010600030101010101" pitchFamily="2" charset="-122"/>
            </a:endParaRPr>
          </a:p>
        </p:txBody>
      </p:sp>
      <p:sp>
        <p:nvSpPr>
          <p:cNvPr id="32773" name="Text Box 11"/>
          <p:cNvSpPr txBox="1"/>
          <p:nvPr/>
        </p:nvSpPr>
        <p:spPr>
          <a:xfrm>
            <a:off x="3351213" y="3429000"/>
            <a:ext cx="458787" cy="2743200"/>
          </a:xfrm>
          <a:prstGeom prst="rect">
            <a:avLst/>
          </a:prstGeom>
          <a:noFill/>
          <a:ln w="9525">
            <a:noFill/>
          </a:ln>
        </p:spPr>
        <p:txBody>
          <a:bodyPr vert="eaVert" anchor="t" anchorCtr="0">
            <a:spAutoFit/>
          </a:bodyPr>
          <a:lstStyle/>
          <a:p>
            <a:pPr>
              <a:spcBef>
                <a:spcPct val="50000"/>
              </a:spcBef>
            </a:pPr>
            <a:endParaRPr lang="zh-CN" altLang="zh-CN" dirty="0">
              <a:latin typeface="Times New Roman" panose="02020603050405020304" pitchFamily="18" charset="0"/>
              <a:ea typeface="宋体" panose="02010600030101010101" pitchFamily="2" charset="-122"/>
            </a:endParaRPr>
          </a:p>
        </p:txBody>
      </p:sp>
      <p:sp>
        <p:nvSpPr>
          <p:cNvPr id="32774" name="Text Box 12"/>
          <p:cNvSpPr txBox="1"/>
          <p:nvPr/>
        </p:nvSpPr>
        <p:spPr>
          <a:xfrm>
            <a:off x="144463" y="2995613"/>
            <a:ext cx="5672137" cy="2400300"/>
          </a:xfrm>
          <a:prstGeom prst="rect">
            <a:avLst/>
          </a:prstGeom>
          <a:noFill/>
          <a:ln w="9525">
            <a:noFill/>
          </a:ln>
        </p:spPr>
        <p:txBody>
          <a:bodyPr anchor="t" anchorCtr="0">
            <a:spAutoFit/>
          </a:bodyPr>
          <a:lstStyle/>
          <a:p>
            <a:pPr algn="just">
              <a:spcBef>
                <a:spcPct val="50000"/>
              </a:spcBef>
            </a:pPr>
            <a:r>
              <a:rPr lang="en-US" altLang="zh-CN" sz="2000" b="1" dirty="0">
                <a:latin typeface="Times New Roman" panose="02020603050405020304" pitchFamily="18" charset="0"/>
              </a:rPr>
              <a:t>当          时，                   ，   的值为                     ；</a:t>
            </a:r>
          </a:p>
          <a:p>
            <a:pPr algn="just">
              <a:spcBef>
                <a:spcPct val="50000"/>
              </a:spcBef>
            </a:pPr>
            <a:r>
              <a:rPr lang="en-US" altLang="zh-CN" sz="2000" b="1" dirty="0">
                <a:latin typeface="Times New Roman" panose="02020603050405020304" pitchFamily="18" charset="0"/>
              </a:rPr>
              <a:t>当           时，                   ，   的值为                     。 </a:t>
            </a:r>
          </a:p>
          <a:p>
            <a:pPr algn="just">
              <a:spcBef>
                <a:spcPct val="50000"/>
              </a:spcBef>
            </a:pPr>
            <a:r>
              <a:rPr lang="en-US" altLang="zh-CN" sz="2000" b="1" dirty="0">
                <a:latin typeface="Times New Roman" panose="02020603050405020304" pitchFamily="18" charset="0"/>
              </a:rPr>
              <a:t>当           时，我们希望                  是一个大的正数，反之应该是一个大的负数. </a:t>
            </a:r>
          </a:p>
          <a:p>
            <a:pPr algn="just">
              <a:spcBef>
                <a:spcPct val="50000"/>
              </a:spcBef>
            </a:pPr>
            <a:r>
              <a:rPr lang="en-US" altLang="zh-CN" sz="2000" b="1" dirty="0">
                <a:latin typeface="Times New Roman" panose="02020603050405020304" pitchFamily="18" charset="0"/>
              </a:rPr>
              <a:t>因此函数间隔代表了我们认为特征是正例还是负例的确信度。</a:t>
            </a:r>
          </a:p>
        </p:txBody>
      </p:sp>
      <p:sp>
        <p:nvSpPr>
          <p:cNvPr id="11" name="Rectangle 2"/>
          <p:cNvSpPr txBox="1"/>
          <p:nvPr/>
        </p:nvSpPr>
        <p:spPr bwMode="auto">
          <a:xfrm>
            <a:off x="684213" y="260350"/>
            <a:ext cx="7793038" cy="1143000"/>
          </a:xfrm>
          <a:prstGeom prst="rect">
            <a:avLst/>
          </a:prstGeom>
          <a:noFill/>
          <a:ln w="9525">
            <a:noFill/>
            <a:miter lim="800000"/>
          </a:ln>
        </p:spPr>
        <p:txBody>
          <a:bodyPr anchor="b"/>
          <a:lstStyle/>
          <a:p>
            <a:pPr marR="0" algn="ctr" defTabSz="914400" eaLnBrk="0" hangingPunct="0">
              <a:buClrTx/>
              <a:buSzTx/>
              <a:buFont typeface="Arial" panose="020B0604020202020204" pitchFamily="34" charset="0"/>
              <a:buNone/>
              <a:defRPr/>
            </a:pPr>
            <a:r>
              <a:rPr kumimoji="1" sz="3600" b="1" kern="1200" cap="none" spc="0" normalizeH="0" baseline="0" noProof="0">
                <a:solidFill>
                  <a:srgbClr val="0000CC"/>
                </a:solidFill>
                <a:effectLst>
                  <a:outerShdw blurRad="38100" dist="38100" dir="2700000" algn="tl">
                    <a:srgbClr val="C0C0C0"/>
                  </a:outerShdw>
                </a:effectLst>
                <a:latin typeface="Times New Roman" panose="02020603050405020304" pitchFamily="18" charset="0"/>
                <a:ea typeface="华文新魏" panose="02010800040101010101" pitchFamily="2" charset="-122"/>
                <a:cs typeface="+mn-cs"/>
                <a:sym typeface="+mn-ea"/>
              </a:rPr>
              <a:t>函数间隔</a:t>
            </a:r>
          </a:p>
        </p:txBody>
      </p:sp>
      <p:graphicFrame>
        <p:nvGraphicFramePr>
          <p:cNvPr id="32776" name="对象 -2147482603"/>
          <p:cNvGraphicFramePr>
            <a:graphicFrameLocks noChangeAspect="1"/>
          </p:cNvGraphicFramePr>
          <p:nvPr/>
        </p:nvGraphicFramePr>
        <p:xfrm>
          <a:off x="3114675" y="1628775"/>
          <a:ext cx="847725" cy="441325"/>
        </p:xfrm>
        <a:graphic>
          <a:graphicData uri="http://schemas.openxmlformats.org/presentationml/2006/ole">
            <mc:AlternateContent xmlns:mc="http://schemas.openxmlformats.org/markup-compatibility/2006">
              <mc:Choice xmlns:v="urn:schemas-microsoft-com:vml" Requires="v">
                <p:oleObj spid="_x0000_s46141" r:id="rId3" imgW="10668000" imgH="5486400" progId="Equation.DSMT4">
                  <p:embed/>
                </p:oleObj>
              </mc:Choice>
              <mc:Fallback>
                <p:oleObj r:id="rId3" imgW="10668000" imgH="5486400" progId="Equation.DSMT4">
                  <p:embed/>
                  <p:pic>
                    <p:nvPicPr>
                      <p:cNvPr id="0" name="图片 3098"/>
                      <p:cNvPicPr/>
                      <p:nvPr/>
                    </p:nvPicPr>
                    <p:blipFill>
                      <a:blip r:embed="rId4"/>
                      <a:stretch>
                        <a:fillRect/>
                      </a:stretch>
                    </p:blipFill>
                    <p:spPr>
                      <a:xfrm>
                        <a:off x="3114675" y="1628775"/>
                        <a:ext cx="847725" cy="441325"/>
                      </a:xfrm>
                      <a:prstGeom prst="rect">
                        <a:avLst/>
                      </a:prstGeom>
                      <a:noFill/>
                      <a:ln w="38100">
                        <a:noFill/>
                        <a:miter/>
                      </a:ln>
                    </p:spPr>
                  </p:pic>
                </p:oleObj>
              </mc:Fallback>
            </mc:AlternateContent>
          </a:graphicData>
        </a:graphic>
      </p:graphicFrame>
      <p:graphicFrame>
        <p:nvGraphicFramePr>
          <p:cNvPr id="32777" name="对象 -2147482602"/>
          <p:cNvGraphicFramePr>
            <a:graphicFrameLocks noChangeAspect="1"/>
          </p:cNvGraphicFramePr>
          <p:nvPr/>
        </p:nvGraphicFramePr>
        <p:xfrm>
          <a:off x="2597150" y="2070100"/>
          <a:ext cx="2530475" cy="552450"/>
        </p:xfrm>
        <a:graphic>
          <a:graphicData uri="http://schemas.openxmlformats.org/presentationml/2006/ole">
            <mc:AlternateContent xmlns:mc="http://schemas.openxmlformats.org/markup-compatibility/2006">
              <mc:Choice xmlns:v="urn:schemas-microsoft-com:vml" Requires="v">
                <p:oleObj spid="_x0000_s46142" r:id="rId5" imgW="28956000" imgH="6400800" progId="Equation.DSMT4">
                  <p:embed/>
                </p:oleObj>
              </mc:Choice>
              <mc:Fallback>
                <p:oleObj r:id="rId5" imgW="28956000" imgH="6400800" progId="Equation.DSMT4">
                  <p:embed/>
                  <p:pic>
                    <p:nvPicPr>
                      <p:cNvPr id="0" name="图片 3089"/>
                      <p:cNvPicPr/>
                      <p:nvPr/>
                    </p:nvPicPr>
                    <p:blipFill>
                      <a:blip r:embed="rId6"/>
                      <a:stretch>
                        <a:fillRect/>
                      </a:stretch>
                    </p:blipFill>
                    <p:spPr>
                      <a:xfrm>
                        <a:off x="2597150" y="2070100"/>
                        <a:ext cx="2530475" cy="552450"/>
                      </a:xfrm>
                      <a:prstGeom prst="rect">
                        <a:avLst/>
                      </a:prstGeom>
                      <a:noFill/>
                      <a:ln w="38100">
                        <a:noFill/>
                        <a:miter/>
                      </a:ln>
                    </p:spPr>
                  </p:pic>
                </p:oleObj>
              </mc:Fallback>
            </mc:AlternateContent>
          </a:graphicData>
        </a:graphic>
      </p:graphicFrame>
      <p:graphicFrame>
        <p:nvGraphicFramePr>
          <p:cNvPr id="32778" name="对象 -2147482601"/>
          <p:cNvGraphicFramePr>
            <a:graphicFrameLocks noChangeAspect="1"/>
          </p:cNvGraphicFramePr>
          <p:nvPr/>
        </p:nvGraphicFramePr>
        <p:xfrm>
          <a:off x="458788" y="3006725"/>
          <a:ext cx="622300" cy="354013"/>
        </p:xfrm>
        <a:graphic>
          <a:graphicData uri="http://schemas.openxmlformats.org/presentationml/2006/ole">
            <mc:AlternateContent xmlns:mc="http://schemas.openxmlformats.org/markup-compatibility/2006">
              <mc:Choice xmlns:v="urn:schemas-microsoft-com:vml" Requires="v">
                <p:oleObj spid="_x0000_s46143" r:id="rId7" imgW="10058400" imgH="5791200" progId="Equation.DSMT4">
                  <p:embed/>
                </p:oleObj>
              </mc:Choice>
              <mc:Fallback>
                <p:oleObj r:id="rId7" imgW="10058400" imgH="5791200" progId="Equation.DSMT4">
                  <p:embed/>
                  <p:pic>
                    <p:nvPicPr>
                      <p:cNvPr id="0" name="图片 3092"/>
                      <p:cNvPicPr/>
                      <p:nvPr/>
                    </p:nvPicPr>
                    <p:blipFill>
                      <a:blip r:embed="rId8"/>
                      <a:stretch>
                        <a:fillRect/>
                      </a:stretch>
                    </p:blipFill>
                    <p:spPr>
                      <a:xfrm>
                        <a:off x="458788" y="3006725"/>
                        <a:ext cx="622300" cy="354013"/>
                      </a:xfrm>
                      <a:prstGeom prst="rect">
                        <a:avLst/>
                      </a:prstGeom>
                      <a:noFill/>
                      <a:ln w="38100">
                        <a:noFill/>
                        <a:miter/>
                      </a:ln>
                    </p:spPr>
                  </p:pic>
                </p:oleObj>
              </mc:Fallback>
            </mc:AlternateContent>
          </a:graphicData>
        </a:graphic>
      </p:graphicFrame>
      <p:graphicFrame>
        <p:nvGraphicFramePr>
          <p:cNvPr id="32779" name="对象 -2147482600"/>
          <p:cNvGraphicFramePr>
            <a:graphicFrameLocks noChangeAspect="1"/>
          </p:cNvGraphicFramePr>
          <p:nvPr/>
        </p:nvGraphicFramePr>
        <p:xfrm>
          <a:off x="1481138" y="2949575"/>
          <a:ext cx="1304925" cy="403225"/>
        </p:xfrm>
        <a:graphic>
          <a:graphicData uri="http://schemas.openxmlformats.org/presentationml/2006/ole">
            <mc:AlternateContent xmlns:mc="http://schemas.openxmlformats.org/markup-compatibility/2006">
              <mc:Choice xmlns:v="urn:schemas-microsoft-com:vml" Requires="v">
                <p:oleObj spid="_x0000_s46144" r:id="rId9" imgW="21336000" imgH="6400800" progId="Equation.DSMT4">
                  <p:embed/>
                </p:oleObj>
              </mc:Choice>
              <mc:Fallback>
                <p:oleObj r:id="rId9" imgW="21336000" imgH="6400800" progId="Equation.DSMT4">
                  <p:embed/>
                  <p:pic>
                    <p:nvPicPr>
                      <p:cNvPr id="0" name="图片 3099"/>
                      <p:cNvPicPr/>
                      <p:nvPr/>
                    </p:nvPicPr>
                    <p:blipFill>
                      <a:blip r:embed="rId10"/>
                      <a:stretch>
                        <a:fillRect/>
                      </a:stretch>
                    </p:blipFill>
                    <p:spPr>
                      <a:xfrm>
                        <a:off x="1481138" y="2949575"/>
                        <a:ext cx="1304925" cy="403225"/>
                      </a:xfrm>
                      <a:prstGeom prst="rect">
                        <a:avLst/>
                      </a:prstGeom>
                      <a:noFill/>
                      <a:ln w="38100">
                        <a:noFill/>
                        <a:miter/>
                      </a:ln>
                    </p:spPr>
                  </p:pic>
                </p:oleObj>
              </mc:Fallback>
            </mc:AlternateContent>
          </a:graphicData>
        </a:graphic>
      </p:graphicFrame>
      <p:graphicFrame>
        <p:nvGraphicFramePr>
          <p:cNvPr id="32780" name="对象 -2147482599"/>
          <p:cNvGraphicFramePr>
            <a:graphicFrameLocks noChangeAspect="1"/>
          </p:cNvGraphicFramePr>
          <p:nvPr/>
        </p:nvGraphicFramePr>
        <p:xfrm>
          <a:off x="2971800" y="2995613"/>
          <a:ext cx="236538" cy="334962"/>
        </p:xfrm>
        <a:graphic>
          <a:graphicData uri="http://schemas.openxmlformats.org/presentationml/2006/ole">
            <mc:AlternateContent xmlns:mc="http://schemas.openxmlformats.org/markup-compatibility/2006">
              <mc:Choice xmlns:v="urn:schemas-microsoft-com:vml" Requires="v">
                <p:oleObj spid="_x0000_s46145" r:id="rId11" imgW="4362450" imgH="6381750" progId="Equation.DSMT4">
                  <p:embed/>
                </p:oleObj>
              </mc:Choice>
              <mc:Fallback>
                <p:oleObj r:id="rId11" imgW="4362450" imgH="6381750" progId="Equation.DSMT4">
                  <p:embed/>
                  <p:pic>
                    <p:nvPicPr>
                      <p:cNvPr id="0" name="图片 3088"/>
                      <p:cNvPicPr/>
                      <p:nvPr/>
                    </p:nvPicPr>
                    <p:blipFill>
                      <a:blip r:embed="rId12"/>
                      <a:stretch>
                        <a:fillRect/>
                      </a:stretch>
                    </p:blipFill>
                    <p:spPr>
                      <a:xfrm>
                        <a:off x="2971800" y="2995613"/>
                        <a:ext cx="236538" cy="334962"/>
                      </a:xfrm>
                      <a:prstGeom prst="rect">
                        <a:avLst/>
                      </a:prstGeom>
                      <a:noFill/>
                      <a:ln w="38100">
                        <a:noFill/>
                        <a:miter/>
                      </a:ln>
                    </p:spPr>
                  </p:pic>
                </p:oleObj>
              </mc:Fallback>
            </mc:AlternateContent>
          </a:graphicData>
        </a:graphic>
      </p:graphicFrame>
      <p:graphicFrame>
        <p:nvGraphicFramePr>
          <p:cNvPr id="32781" name="对象 -2147482598"/>
          <p:cNvGraphicFramePr>
            <a:graphicFrameLocks noChangeAspect="1"/>
          </p:cNvGraphicFramePr>
          <p:nvPr/>
        </p:nvGraphicFramePr>
        <p:xfrm>
          <a:off x="4044950" y="2927350"/>
          <a:ext cx="1306513" cy="447675"/>
        </p:xfrm>
        <a:graphic>
          <a:graphicData uri="http://schemas.openxmlformats.org/presentationml/2006/ole">
            <mc:AlternateContent xmlns:mc="http://schemas.openxmlformats.org/markup-compatibility/2006">
              <mc:Choice xmlns:v="urn:schemas-microsoft-com:vml" Requires="v">
                <p:oleObj spid="_x0000_s46146" r:id="rId13" imgW="17678400" imgH="6400800" progId="Equation.DSMT4">
                  <p:embed/>
                </p:oleObj>
              </mc:Choice>
              <mc:Fallback>
                <p:oleObj r:id="rId13" imgW="17678400" imgH="6400800" progId="Equation.DSMT4">
                  <p:embed/>
                  <p:pic>
                    <p:nvPicPr>
                      <p:cNvPr id="0" name="图片 3093"/>
                      <p:cNvPicPr/>
                      <p:nvPr/>
                    </p:nvPicPr>
                    <p:blipFill>
                      <a:blip r:embed="rId14"/>
                      <a:stretch>
                        <a:fillRect/>
                      </a:stretch>
                    </p:blipFill>
                    <p:spPr>
                      <a:xfrm>
                        <a:off x="4044950" y="2927350"/>
                        <a:ext cx="1306513" cy="447675"/>
                      </a:xfrm>
                      <a:prstGeom prst="rect">
                        <a:avLst/>
                      </a:prstGeom>
                      <a:noFill/>
                      <a:ln w="38100">
                        <a:noFill/>
                        <a:miter/>
                      </a:ln>
                    </p:spPr>
                  </p:pic>
                </p:oleObj>
              </mc:Fallback>
            </mc:AlternateContent>
          </a:graphicData>
        </a:graphic>
      </p:graphicFrame>
      <p:graphicFrame>
        <p:nvGraphicFramePr>
          <p:cNvPr id="32782" name="对象 -2147482597"/>
          <p:cNvGraphicFramePr>
            <a:graphicFrameLocks noChangeAspect="1"/>
          </p:cNvGraphicFramePr>
          <p:nvPr/>
        </p:nvGraphicFramePr>
        <p:xfrm>
          <a:off x="528638" y="3470275"/>
          <a:ext cx="706437" cy="339725"/>
        </p:xfrm>
        <a:graphic>
          <a:graphicData uri="http://schemas.openxmlformats.org/presentationml/2006/ole">
            <mc:AlternateContent xmlns:mc="http://schemas.openxmlformats.org/markup-compatibility/2006">
              <mc:Choice xmlns:v="urn:schemas-microsoft-com:vml" Requires="v">
                <p:oleObj spid="_x0000_s46147" r:id="rId15" imgW="11887200" imgH="5791200" progId="Equation.DSMT4">
                  <p:embed/>
                </p:oleObj>
              </mc:Choice>
              <mc:Fallback>
                <p:oleObj r:id="rId15" imgW="11887200" imgH="5791200" progId="Equation.DSMT4">
                  <p:embed/>
                  <p:pic>
                    <p:nvPicPr>
                      <p:cNvPr id="0" name="图片 3101"/>
                      <p:cNvPicPr/>
                      <p:nvPr/>
                    </p:nvPicPr>
                    <p:blipFill>
                      <a:blip r:embed="rId16"/>
                      <a:stretch>
                        <a:fillRect/>
                      </a:stretch>
                    </p:blipFill>
                    <p:spPr>
                      <a:xfrm>
                        <a:off x="528638" y="3470275"/>
                        <a:ext cx="706437" cy="339725"/>
                      </a:xfrm>
                      <a:prstGeom prst="rect">
                        <a:avLst/>
                      </a:prstGeom>
                      <a:noFill/>
                      <a:ln w="38100">
                        <a:noFill/>
                        <a:miter/>
                      </a:ln>
                    </p:spPr>
                  </p:pic>
                </p:oleObj>
              </mc:Fallback>
            </mc:AlternateContent>
          </a:graphicData>
        </a:graphic>
      </p:graphicFrame>
      <p:graphicFrame>
        <p:nvGraphicFramePr>
          <p:cNvPr id="32783" name="对象 -2147482596"/>
          <p:cNvGraphicFramePr>
            <a:graphicFrameLocks noChangeAspect="1"/>
          </p:cNvGraphicFramePr>
          <p:nvPr/>
        </p:nvGraphicFramePr>
        <p:xfrm>
          <a:off x="1593850" y="3433763"/>
          <a:ext cx="1327150" cy="407987"/>
        </p:xfrm>
        <a:graphic>
          <a:graphicData uri="http://schemas.openxmlformats.org/presentationml/2006/ole">
            <mc:AlternateContent xmlns:mc="http://schemas.openxmlformats.org/markup-compatibility/2006">
              <mc:Choice xmlns:v="urn:schemas-microsoft-com:vml" Requires="v">
                <p:oleObj spid="_x0000_s46148" r:id="rId17" imgW="21336000" imgH="6400800" progId="Equation.DSMT4">
                  <p:embed/>
                </p:oleObj>
              </mc:Choice>
              <mc:Fallback>
                <p:oleObj r:id="rId17" imgW="21336000" imgH="6400800" progId="Equation.DSMT4">
                  <p:embed/>
                  <p:pic>
                    <p:nvPicPr>
                      <p:cNvPr id="0" name="图片 3107"/>
                      <p:cNvPicPr/>
                      <p:nvPr/>
                    </p:nvPicPr>
                    <p:blipFill>
                      <a:blip r:embed="rId18"/>
                      <a:stretch>
                        <a:fillRect/>
                      </a:stretch>
                    </p:blipFill>
                    <p:spPr>
                      <a:xfrm>
                        <a:off x="1593850" y="3433763"/>
                        <a:ext cx="1327150" cy="407987"/>
                      </a:xfrm>
                      <a:prstGeom prst="rect">
                        <a:avLst/>
                      </a:prstGeom>
                      <a:noFill/>
                      <a:ln w="38100">
                        <a:noFill/>
                        <a:miter/>
                      </a:ln>
                    </p:spPr>
                  </p:pic>
                </p:oleObj>
              </mc:Fallback>
            </mc:AlternateContent>
          </a:graphicData>
        </a:graphic>
      </p:graphicFrame>
      <p:graphicFrame>
        <p:nvGraphicFramePr>
          <p:cNvPr id="32784" name="对象 -2147482595"/>
          <p:cNvGraphicFramePr>
            <a:graphicFrameLocks noChangeAspect="1"/>
          </p:cNvGraphicFramePr>
          <p:nvPr/>
        </p:nvGraphicFramePr>
        <p:xfrm>
          <a:off x="3038475" y="3433763"/>
          <a:ext cx="247650" cy="350837"/>
        </p:xfrm>
        <a:graphic>
          <a:graphicData uri="http://schemas.openxmlformats.org/presentationml/2006/ole">
            <mc:AlternateContent xmlns:mc="http://schemas.openxmlformats.org/markup-compatibility/2006">
              <mc:Choice xmlns:v="urn:schemas-microsoft-com:vml" Requires="v">
                <p:oleObj spid="_x0000_s46149" r:id="rId19" imgW="3962400" imgH="5791200" progId="Equation.DSMT4">
                  <p:embed/>
                </p:oleObj>
              </mc:Choice>
              <mc:Fallback>
                <p:oleObj r:id="rId19" imgW="3962400" imgH="5791200" progId="Equation.DSMT4">
                  <p:embed/>
                  <p:pic>
                    <p:nvPicPr>
                      <p:cNvPr id="0" name="图片 3100"/>
                      <p:cNvPicPr/>
                      <p:nvPr/>
                    </p:nvPicPr>
                    <p:blipFill>
                      <a:blip r:embed="rId20"/>
                      <a:stretch>
                        <a:fillRect/>
                      </a:stretch>
                    </p:blipFill>
                    <p:spPr>
                      <a:xfrm>
                        <a:off x="3038475" y="3433763"/>
                        <a:ext cx="247650" cy="350837"/>
                      </a:xfrm>
                      <a:prstGeom prst="rect">
                        <a:avLst/>
                      </a:prstGeom>
                      <a:noFill/>
                      <a:ln w="38100">
                        <a:noFill/>
                        <a:miter/>
                      </a:ln>
                    </p:spPr>
                  </p:pic>
                </p:oleObj>
              </mc:Fallback>
            </mc:AlternateContent>
          </a:graphicData>
        </a:graphic>
      </p:graphicFrame>
      <p:graphicFrame>
        <p:nvGraphicFramePr>
          <p:cNvPr id="32785" name="对象 -2147482594"/>
          <p:cNvGraphicFramePr>
            <a:graphicFrameLocks noChangeAspect="1"/>
          </p:cNvGraphicFramePr>
          <p:nvPr/>
        </p:nvGraphicFramePr>
        <p:xfrm>
          <a:off x="4162425" y="3379788"/>
          <a:ext cx="1216025" cy="415925"/>
        </p:xfrm>
        <a:graphic>
          <a:graphicData uri="http://schemas.openxmlformats.org/presentationml/2006/ole">
            <mc:AlternateContent xmlns:mc="http://schemas.openxmlformats.org/markup-compatibility/2006">
              <mc:Choice xmlns:v="urn:schemas-microsoft-com:vml" Requires="v">
                <p:oleObj spid="_x0000_s46150" r:id="rId21" imgW="17678400" imgH="6400800" progId="Equation.DSMT4">
                  <p:embed/>
                </p:oleObj>
              </mc:Choice>
              <mc:Fallback>
                <p:oleObj r:id="rId21" imgW="17678400" imgH="6400800" progId="Equation.DSMT4">
                  <p:embed/>
                  <p:pic>
                    <p:nvPicPr>
                      <p:cNvPr id="0" name="图片 3102"/>
                      <p:cNvPicPr/>
                      <p:nvPr/>
                    </p:nvPicPr>
                    <p:blipFill>
                      <a:blip r:embed="rId22"/>
                      <a:stretch>
                        <a:fillRect/>
                      </a:stretch>
                    </p:blipFill>
                    <p:spPr>
                      <a:xfrm>
                        <a:off x="4162425" y="3379788"/>
                        <a:ext cx="1216025" cy="415925"/>
                      </a:xfrm>
                      <a:prstGeom prst="rect">
                        <a:avLst/>
                      </a:prstGeom>
                      <a:noFill/>
                      <a:ln w="38100">
                        <a:noFill/>
                        <a:miter/>
                      </a:ln>
                    </p:spPr>
                  </p:pic>
                </p:oleObj>
              </mc:Fallback>
            </mc:AlternateContent>
          </a:graphicData>
        </a:graphic>
      </p:graphicFrame>
      <p:graphicFrame>
        <p:nvGraphicFramePr>
          <p:cNvPr id="32786" name="对象 -2147482238"/>
          <p:cNvGraphicFramePr>
            <a:graphicFrameLocks noChangeAspect="1"/>
          </p:cNvGraphicFramePr>
          <p:nvPr/>
        </p:nvGraphicFramePr>
        <p:xfrm>
          <a:off x="528638" y="3941763"/>
          <a:ext cx="639762" cy="361950"/>
        </p:xfrm>
        <a:graphic>
          <a:graphicData uri="http://schemas.openxmlformats.org/presentationml/2006/ole">
            <mc:AlternateContent xmlns:mc="http://schemas.openxmlformats.org/markup-compatibility/2006">
              <mc:Choice xmlns:v="urn:schemas-microsoft-com:vml" Requires="v">
                <p:oleObj spid="_x0000_s46151" r:id="rId23" imgW="10058400" imgH="5791200" progId="Equation.DSMT4">
                  <p:embed/>
                </p:oleObj>
              </mc:Choice>
              <mc:Fallback>
                <p:oleObj r:id="rId23" imgW="10058400" imgH="5791200" progId="Equation.DSMT4">
                  <p:embed/>
                  <p:pic>
                    <p:nvPicPr>
                      <p:cNvPr id="0" name="图片 3103"/>
                      <p:cNvPicPr/>
                      <p:nvPr/>
                    </p:nvPicPr>
                    <p:blipFill>
                      <a:blip r:embed="rId24"/>
                      <a:stretch>
                        <a:fillRect/>
                      </a:stretch>
                    </p:blipFill>
                    <p:spPr>
                      <a:xfrm>
                        <a:off x="528638" y="3941763"/>
                        <a:ext cx="639762" cy="361950"/>
                      </a:xfrm>
                      <a:prstGeom prst="rect">
                        <a:avLst/>
                      </a:prstGeom>
                      <a:noFill/>
                      <a:ln w="38100">
                        <a:noFill/>
                        <a:miter/>
                      </a:ln>
                    </p:spPr>
                  </p:pic>
                </p:oleObj>
              </mc:Fallback>
            </mc:AlternateContent>
          </a:graphicData>
        </a:graphic>
      </p:graphicFrame>
      <p:graphicFrame>
        <p:nvGraphicFramePr>
          <p:cNvPr id="32787" name="对象 -2147482237"/>
          <p:cNvGraphicFramePr>
            <a:graphicFrameLocks noChangeAspect="1"/>
          </p:cNvGraphicFramePr>
          <p:nvPr/>
        </p:nvGraphicFramePr>
        <p:xfrm>
          <a:off x="2786063" y="3887788"/>
          <a:ext cx="1023937" cy="449262"/>
        </p:xfrm>
        <a:graphic>
          <a:graphicData uri="http://schemas.openxmlformats.org/presentationml/2006/ole">
            <mc:AlternateContent xmlns:mc="http://schemas.openxmlformats.org/markup-compatibility/2006">
              <mc:Choice xmlns:v="urn:schemas-microsoft-com:vml" Requires="v">
                <p:oleObj spid="_x0000_s46152" r:id="rId25" imgW="14935200" imgH="6400800" progId="Equation.DSMT4">
                  <p:embed/>
                </p:oleObj>
              </mc:Choice>
              <mc:Fallback>
                <p:oleObj r:id="rId25" imgW="14935200" imgH="6400800" progId="Equation.DSMT4">
                  <p:embed/>
                  <p:pic>
                    <p:nvPicPr>
                      <p:cNvPr id="0" name="图片 3090"/>
                      <p:cNvPicPr/>
                      <p:nvPr/>
                    </p:nvPicPr>
                    <p:blipFill>
                      <a:blip r:embed="rId26"/>
                      <a:stretch>
                        <a:fillRect/>
                      </a:stretch>
                    </p:blipFill>
                    <p:spPr>
                      <a:xfrm>
                        <a:off x="2786063" y="3887788"/>
                        <a:ext cx="1023937" cy="449262"/>
                      </a:xfrm>
                      <a:prstGeom prst="rect">
                        <a:avLst/>
                      </a:prstGeom>
                      <a:noFill/>
                      <a:ln w="38100">
                        <a:noFill/>
                        <a:miter/>
                      </a:ln>
                    </p:spPr>
                  </p:pic>
                </p:oleObj>
              </mc:Fallback>
            </mc:AlternateContent>
          </a:graphicData>
        </a:graphic>
      </p:graphicFrame>
      <p:pic>
        <p:nvPicPr>
          <p:cNvPr id="32788" name="图片 1"/>
          <p:cNvPicPr>
            <a:picLocks noChangeAspect="1"/>
          </p:cNvPicPr>
          <p:nvPr/>
        </p:nvPicPr>
        <p:blipFill>
          <a:blip r:embed="rId27"/>
          <a:stretch>
            <a:fillRect/>
          </a:stretch>
        </p:blipFill>
        <p:spPr>
          <a:xfrm>
            <a:off x="5919788" y="2582863"/>
            <a:ext cx="3138487" cy="2763837"/>
          </a:xfrm>
          <a:prstGeom prst="rect">
            <a:avLst/>
          </a:prstGeom>
          <a:noFill/>
          <a:ln w="9525">
            <a:noFill/>
          </a:ln>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3"/>
          <p:cNvSpPr>
            <a:spLocks noGrp="1"/>
          </p:cNvSpPr>
          <p:nvPr>
            <p:ph idx="1"/>
          </p:nvPr>
        </p:nvSpPr>
        <p:spPr>
          <a:xfrm>
            <a:off x="228600" y="1628775"/>
            <a:ext cx="8231188" cy="4392613"/>
          </a:xfrm>
        </p:spPr>
        <p:txBody>
          <a:bodyPr vert="horz" wrap="square" lIns="91440" tIns="45720" rIns="91440" bIns="45720" anchor="t" anchorCtr="0"/>
          <a:lstStyle/>
          <a:p>
            <a:pPr algn="just"/>
            <a:r>
              <a:rPr lang="zh-CN" altLang="en-US" sz="2400" b="1" dirty="0">
                <a:latin typeface="宋体" panose="02010600030101010101" pitchFamily="2" charset="-122"/>
                <a:ea typeface="宋体" panose="02010600030101010101" pitchFamily="2" charset="-122"/>
              </a:rPr>
              <a:t>上面定义了单个样本的函数间隔，现在给出关于训练数据集的函数间隔的定义：</a:t>
            </a:r>
          </a:p>
          <a:p>
            <a:pPr algn="just"/>
            <a:endParaRPr lang="zh-CN" altLang="en-US" sz="2400" b="1" dirty="0">
              <a:latin typeface="宋体" panose="02010600030101010101" pitchFamily="2" charset="-122"/>
              <a:ea typeface="宋体" panose="02010600030101010101" pitchFamily="2" charset="-122"/>
            </a:endParaRPr>
          </a:p>
        </p:txBody>
      </p:sp>
      <p:sp>
        <p:nvSpPr>
          <p:cNvPr id="33794" name="Text Box 5"/>
          <p:cNvSpPr txBox="1"/>
          <p:nvPr/>
        </p:nvSpPr>
        <p:spPr>
          <a:xfrm>
            <a:off x="3503613" y="3352800"/>
            <a:ext cx="458787" cy="3505200"/>
          </a:xfrm>
          <a:prstGeom prst="rect">
            <a:avLst/>
          </a:prstGeom>
          <a:noFill/>
          <a:ln w="9525">
            <a:noFill/>
          </a:ln>
        </p:spPr>
        <p:txBody>
          <a:bodyPr vert="eaVert" anchor="t" anchorCtr="0">
            <a:spAutoFit/>
          </a:bodyPr>
          <a:lstStyle/>
          <a:p>
            <a:pPr>
              <a:spcBef>
                <a:spcPct val="50000"/>
              </a:spcBef>
            </a:pPr>
            <a:endParaRPr lang="zh-CN" altLang="zh-CN" dirty="0">
              <a:latin typeface="Times New Roman" panose="02020603050405020304" pitchFamily="18" charset="0"/>
              <a:ea typeface="宋体" panose="02010600030101010101" pitchFamily="2" charset="-122"/>
            </a:endParaRPr>
          </a:p>
        </p:txBody>
      </p:sp>
      <p:sp>
        <p:nvSpPr>
          <p:cNvPr id="33795" name="Text Box 7"/>
          <p:cNvSpPr txBox="1"/>
          <p:nvPr/>
        </p:nvSpPr>
        <p:spPr>
          <a:xfrm>
            <a:off x="1066800" y="3124200"/>
            <a:ext cx="1905000" cy="366713"/>
          </a:xfrm>
          <a:prstGeom prst="rect">
            <a:avLst/>
          </a:prstGeom>
          <a:noFill/>
          <a:ln w="9525">
            <a:noFill/>
          </a:ln>
        </p:spPr>
        <p:txBody>
          <a:bodyPr anchor="t" anchorCtr="0">
            <a:spAutoFit/>
          </a:bodyPr>
          <a:lstStyle/>
          <a:p>
            <a:pPr>
              <a:spcBef>
                <a:spcPct val="50000"/>
              </a:spcBef>
            </a:pPr>
            <a:endParaRPr lang="zh-CN" altLang="zh-CN" dirty="0">
              <a:latin typeface="Times New Roman" panose="02020603050405020304" pitchFamily="18" charset="0"/>
              <a:ea typeface="宋体" panose="02010600030101010101" pitchFamily="2" charset="-122"/>
            </a:endParaRPr>
          </a:p>
        </p:txBody>
      </p:sp>
      <p:sp>
        <p:nvSpPr>
          <p:cNvPr id="33796" name="Text Box 8"/>
          <p:cNvSpPr txBox="1"/>
          <p:nvPr/>
        </p:nvSpPr>
        <p:spPr>
          <a:xfrm>
            <a:off x="3198813" y="3276600"/>
            <a:ext cx="458787" cy="2743200"/>
          </a:xfrm>
          <a:prstGeom prst="rect">
            <a:avLst/>
          </a:prstGeom>
          <a:noFill/>
          <a:ln w="9525">
            <a:noFill/>
          </a:ln>
        </p:spPr>
        <p:txBody>
          <a:bodyPr vert="eaVert" anchor="t" anchorCtr="0">
            <a:spAutoFit/>
          </a:bodyPr>
          <a:lstStyle/>
          <a:p>
            <a:pPr>
              <a:spcBef>
                <a:spcPct val="50000"/>
              </a:spcBef>
            </a:pPr>
            <a:endParaRPr lang="zh-CN" altLang="zh-CN" dirty="0">
              <a:latin typeface="Times New Roman" panose="02020603050405020304" pitchFamily="18" charset="0"/>
              <a:ea typeface="宋体" panose="02010600030101010101" pitchFamily="2" charset="-122"/>
            </a:endParaRPr>
          </a:p>
        </p:txBody>
      </p:sp>
      <p:sp>
        <p:nvSpPr>
          <p:cNvPr id="32775" name="Text Box 9"/>
          <p:cNvSpPr txBox="1"/>
          <p:nvPr/>
        </p:nvSpPr>
        <p:spPr>
          <a:xfrm>
            <a:off x="449263" y="3030538"/>
            <a:ext cx="8029575" cy="341632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也就是说，全局样本的函数间隔指的是在训练数据集上最小的那个函数间隔。</a:t>
            </a:r>
            <a:endParaRPr kumimoji="1"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400" b="1" i="0" u="none" strike="noStrike" kern="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不难发现，这样定义的函数间隔是有问题的。当  和  成比例变化时（例如同时变成原来的</a:t>
            </a:r>
            <a:r>
              <a:rPr kumimoji="1" lang="en-US" altLang="zh-CN" sz="2400" b="1" i="0" u="none" strike="noStrike" kern="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3</a:t>
            </a:r>
            <a:r>
              <a:rPr kumimoji="1" lang="zh-CN" altLang="en-US" sz="2400" b="1" i="0" u="none" strike="noStrike" kern="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倍），超平面并不会发生改变，但函数间隔却变成了原来的3倍。</a:t>
            </a:r>
            <a:endParaRPr kumimoji="1" lang="en-US" altLang="zh-CN" sz="2400" b="1" i="0" u="none" strike="noStrike" kern="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华文新魏" panose="02010800040101010101" pitchFamily="2" charset="-122"/>
              <a:sym typeface="+mn-ea"/>
            </a:endParaRPr>
          </a:p>
          <a:p>
            <a:pPr marL="0" marR="0" lvl="0" indent="0" algn="l" defTabSz="914400" rtl="0" eaLnBrk="1" fontAlgn="base" latinLnBrk="0" hangingPunct="1">
              <a:lnSpc>
                <a:spcPct val="100000"/>
              </a:lnSpc>
              <a:spcBef>
                <a:spcPct val="50000"/>
              </a:spcBef>
              <a:spcAft>
                <a:spcPct val="0"/>
              </a:spcAft>
              <a:buClrTx/>
              <a:buSzTx/>
              <a:buFont typeface="Wingdings" panose="05000000000000000000" pitchFamily="2" charset="2"/>
              <a:buNone/>
              <a:defRPr/>
            </a:pPr>
            <a:r>
              <a:rPr kumimoji="1"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事实上，我们可以对法向量加些约束条件来解决这个问题。从而引出了真正定义点到超平面的距离——几何间隔（Geometrical Margin）的概念。</a:t>
            </a:r>
          </a:p>
        </p:txBody>
      </p:sp>
      <p:sp>
        <p:nvSpPr>
          <p:cNvPr id="11" name="Rectangle 2"/>
          <p:cNvSpPr txBox="1"/>
          <p:nvPr/>
        </p:nvSpPr>
        <p:spPr bwMode="auto">
          <a:xfrm>
            <a:off x="684213" y="260350"/>
            <a:ext cx="7793038" cy="1143000"/>
          </a:xfrm>
          <a:prstGeom prst="rect">
            <a:avLst/>
          </a:prstGeom>
          <a:noFill/>
          <a:ln w="9525">
            <a:noFill/>
            <a:miter lim="800000"/>
          </a:ln>
        </p:spPr>
        <p:txBody>
          <a:bodyPr anchor="b"/>
          <a:lstStyle/>
          <a:p>
            <a:pPr marR="0" algn="ctr" defTabSz="914400" eaLnBrk="0" hangingPunct="0">
              <a:buClrTx/>
              <a:buSzTx/>
              <a:buFont typeface="Arial" panose="020B0604020202020204" pitchFamily="34" charset="0"/>
              <a:buNone/>
              <a:defRPr/>
            </a:pPr>
            <a:r>
              <a:rPr kumimoji="1" sz="3600" b="1" kern="1200" cap="none" spc="0" normalizeH="0" baseline="0" noProof="0">
                <a:solidFill>
                  <a:srgbClr val="0000CC"/>
                </a:solidFill>
                <a:effectLst>
                  <a:outerShdw blurRad="38100" dist="38100" dir="2700000" algn="tl">
                    <a:srgbClr val="C0C0C0"/>
                  </a:outerShdw>
                </a:effectLst>
                <a:latin typeface="Times New Roman" panose="02020603050405020304" pitchFamily="18" charset="0"/>
                <a:ea typeface="华文新魏" panose="02010800040101010101" pitchFamily="2" charset="-122"/>
                <a:cs typeface="+mn-cs"/>
                <a:sym typeface="+mn-ea"/>
              </a:rPr>
              <a:t>函数间隔</a:t>
            </a:r>
          </a:p>
        </p:txBody>
      </p:sp>
      <p:graphicFrame>
        <p:nvGraphicFramePr>
          <p:cNvPr id="33799" name="对象 -2147482590"/>
          <p:cNvGraphicFramePr>
            <a:graphicFrameLocks noChangeAspect="1"/>
          </p:cNvGraphicFramePr>
          <p:nvPr/>
        </p:nvGraphicFramePr>
        <p:xfrm>
          <a:off x="3576637" y="2386013"/>
          <a:ext cx="1774825" cy="642937"/>
        </p:xfrm>
        <a:graphic>
          <a:graphicData uri="http://schemas.openxmlformats.org/presentationml/2006/ole">
            <mc:AlternateContent xmlns:mc="http://schemas.openxmlformats.org/markup-compatibility/2006">
              <mc:Choice xmlns:v="urn:schemas-microsoft-com:vml" Requires="v">
                <p:oleObj spid="_x0000_s43104" name="Equation" r:id="rId3" imgW="20726400" imgH="7620000" progId="Equation.DSMT4">
                  <p:embed/>
                </p:oleObj>
              </mc:Choice>
              <mc:Fallback>
                <p:oleObj name="Equation" r:id="rId3" imgW="20726400" imgH="7620000" progId="Equation.DSMT4">
                  <p:embed/>
                  <p:pic>
                    <p:nvPicPr>
                      <p:cNvPr id="0" name="对象 -2147482590"/>
                      <p:cNvPicPr/>
                      <p:nvPr/>
                    </p:nvPicPr>
                    <p:blipFill>
                      <a:blip r:embed="rId4"/>
                      <a:stretch>
                        <a:fillRect/>
                      </a:stretch>
                    </p:blipFill>
                    <p:spPr>
                      <a:xfrm>
                        <a:off x="3576637" y="2386013"/>
                        <a:ext cx="1774825" cy="642937"/>
                      </a:xfrm>
                      <a:prstGeom prst="rect">
                        <a:avLst/>
                      </a:prstGeom>
                      <a:noFill/>
                      <a:ln w="38100">
                        <a:noFill/>
                        <a:miter/>
                      </a:ln>
                    </p:spPr>
                  </p:pic>
                </p:oleObj>
              </mc:Fallback>
            </mc:AlternateContent>
          </a:graphicData>
        </a:graphic>
      </p:graphicFrame>
      <p:graphicFrame>
        <p:nvGraphicFramePr>
          <p:cNvPr id="33800" name="对象 -2147482236"/>
          <p:cNvGraphicFramePr>
            <a:graphicFrameLocks noChangeAspect="1"/>
          </p:cNvGraphicFramePr>
          <p:nvPr/>
        </p:nvGraphicFramePr>
        <p:xfrm>
          <a:off x="6948488" y="4064000"/>
          <a:ext cx="355600" cy="331788"/>
        </p:xfrm>
        <a:graphic>
          <a:graphicData uri="http://schemas.openxmlformats.org/presentationml/2006/ole">
            <mc:AlternateContent xmlns:mc="http://schemas.openxmlformats.org/markup-compatibility/2006">
              <mc:Choice xmlns:v="urn:schemas-microsoft-com:vml" Requires="v">
                <p:oleObj spid="_x0000_s43105" r:id="rId5" imgW="3657600" imgH="3352800" progId="Equation.DSMT4">
                  <p:embed/>
                </p:oleObj>
              </mc:Choice>
              <mc:Fallback>
                <p:oleObj r:id="rId5" imgW="3657600" imgH="3352800" progId="Equation.DSMT4">
                  <p:embed/>
                  <p:pic>
                    <p:nvPicPr>
                      <p:cNvPr id="0" name="对象 -2147482236"/>
                      <p:cNvPicPr/>
                      <p:nvPr/>
                    </p:nvPicPr>
                    <p:blipFill>
                      <a:blip r:embed="rId6"/>
                      <a:stretch>
                        <a:fillRect/>
                      </a:stretch>
                    </p:blipFill>
                    <p:spPr>
                      <a:xfrm>
                        <a:off x="6948488" y="4064000"/>
                        <a:ext cx="355600" cy="331788"/>
                      </a:xfrm>
                      <a:prstGeom prst="rect">
                        <a:avLst/>
                      </a:prstGeom>
                      <a:noFill/>
                      <a:ln w="38100">
                        <a:noFill/>
                        <a:miter/>
                      </a:ln>
                    </p:spPr>
                  </p:pic>
                </p:oleObj>
              </mc:Fallback>
            </mc:AlternateContent>
          </a:graphicData>
        </a:graphic>
      </p:graphicFrame>
      <p:graphicFrame>
        <p:nvGraphicFramePr>
          <p:cNvPr id="33801" name="对象 -2147482588"/>
          <p:cNvGraphicFramePr>
            <a:graphicFrameLocks noChangeAspect="1"/>
          </p:cNvGraphicFramePr>
          <p:nvPr/>
        </p:nvGraphicFramePr>
        <p:xfrm>
          <a:off x="7597775" y="4005263"/>
          <a:ext cx="282575" cy="390525"/>
        </p:xfrm>
        <a:graphic>
          <a:graphicData uri="http://schemas.openxmlformats.org/presentationml/2006/ole">
            <mc:AlternateContent xmlns:mc="http://schemas.openxmlformats.org/markup-compatibility/2006">
              <mc:Choice xmlns:v="urn:schemas-microsoft-com:vml" Requires="v">
                <p:oleObj spid="_x0000_s43106" r:id="rId7" imgW="3048000" imgH="4267200" progId="Equation.DSMT4">
                  <p:embed/>
                </p:oleObj>
              </mc:Choice>
              <mc:Fallback>
                <p:oleObj r:id="rId7" imgW="3048000" imgH="4267200" progId="Equation.DSMT4">
                  <p:embed/>
                  <p:pic>
                    <p:nvPicPr>
                      <p:cNvPr id="0" name="对象 -2147482588"/>
                      <p:cNvPicPr/>
                      <p:nvPr/>
                    </p:nvPicPr>
                    <p:blipFill>
                      <a:blip r:embed="rId8"/>
                      <a:stretch>
                        <a:fillRect/>
                      </a:stretch>
                    </p:blipFill>
                    <p:spPr>
                      <a:xfrm>
                        <a:off x="7597775" y="4005263"/>
                        <a:ext cx="282575" cy="390525"/>
                      </a:xfrm>
                      <a:prstGeom prst="rect">
                        <a:avLst/>
                      </a:prstGeom>
                      <a:noFill/>
                      <a:ln w="38100">
                        <a:noFill/>
                        <a:miter/>
                      </a:ln>
                    </p:spPr>
                  </p:pic>
                </p:oleObj>
              </mc:Fallback>
            </mc:AlternateContent>
          </a:graphicData>
        </a:graphic>
      </p:graphicFrame>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p:cNvSpPr>
            <a:spLocks noGrp="1"/>
          </p:cNvSpPr>
          <p:nvPr>
            <p:ph idx="1"/>
          </p:nvPr>
        </p:nvSpPr>
        <p:spPr>
          <a:xfrm>
            <a:off x="381000" y="1628775"/>
            <a:ext cx="8078788" cy="4392613"/>
          </a:xfrm>
        </p:spPr>
        <p:txBody>
          <a:bodyPr vert="horz" wrap="square" lIns="91440" tIns="45720" rIns="91440" bIns="45720" anchor="t" anchorCtr="0"/>
          <a:lstStyle/>
          <a:p>
            <a:pPr marL="0" indent="0" algn="just">
              <a:buNone/>
            </a:pPr>
            <a:r>
              <a:rPr lang="zh-CN" altLang="en-US" sz="2000" b="1" dirty="0">
                <a:latin typeface="宋体" panose="02010600030101010101" pitchFamily="2" charset="-122"/>
                <a:ea typeface="宋体" panose="02010600030101010101" pitchFamily="2" charset="-122"/>
              </a:rPr>
              <a:t>如图所示，给定超平面         ，设A为任一个样本    （不妨设其在超平面划分空间的</a:t>
            </a:r>
            <a:r>
              <a:rPr lang="zh-CN" altLang="en-US" sz="2000" b="1" dirty="0">
                <a:solidFill>
                  <a:srgbClr val="C00000"/>
                </a:solidFill>
                <a:latin typeface="宋体" panose="02010600030101010101" pitchFamily="2" charset="-122"/>
                <a:ea typeface="宋体" panose="02010600030101010101" pitchFamily="2" charset="-122"/>
              </a:rPr>
              <a:t>正面</a:t>
            </a:r>
            <a:r>
              <a:rPr lang="zh-CN" altLang="en-US" sz="2000" b="1" dirty="0">
                <a:latin typeface="宋体" panose="02010600030101010101" pitchFamily="2" charset="-122"/>
                <a:ea typeface="宋体" panose="02010600030101010101" pitchFamily="2" charset="-122"/>
              </a:rPr>
              <a:t>），B点为其在超平面的投影，则BA的方向为   。设</a:t>
            </a:r>
            <a:r>
              <a:rPr lang="en-US" altLang="zh-CN" sz="2000" b="1" dirty="0">
                <a:latin typeface="宋体" panose="02010600030101010101" pitchFamily="2" charset="-122"/>
                <a:ea typeface="宋体" panose="02010600030101010101" pitchFamily="2" charset="-122"/>
              </a:rPr>
              <a:t>A</a:t>
            </a:r>
            <a:r>
              <a:rPr lang="zh-CN" altLang="en-US" sz="2000" b="1" dirty="0">
                <a:latin typeface="宋体" panose="02010600030101010101" pitchFamily="2" charset="-122"/>
                <a:ea typeface="宋体" panose="02010600030101010101" pitchFamily="2" charset="-122"/>
              </a:rPr>
              <a:t>到该超平面的距离为  ，那么我们很容易知道B点可以表示为</a:t>
            </a:r>
          </a:p>
          <a:p>
            <a:pPr marL="0" indent="0" algn="just">
              <a:buNone/>
            </a:pPr>
            <a:r>
              <a:rPr lang="zh-CN" altLang="en-US" sz="2000" b="1" dirty="0">
                <a:latin typeface="宋体" panose="02010600030101010101" pitchFamily="2" charset="-122"/>
                <a:ea typeface="宋体" panose="02010600030101010101" pitchFamily="2" charset="-122"/>
              </a:rPr>
              <a:t>     </a:t>
            </a:r>
          </a:p>
          <a:p>
            <a:pPr marL="0" indent="0" algn="just">
              <a:buNone/>
            </a:pPr>
            <a:endParaRPr lang="zh-CN" altLang="en-US" sz="2000" b="1" dirty="0">
              <a:latin typeface="宋体" panose="02010600030101010101" pitchFamily="2" charset="-122"/>
              <a:ea typeface="宋体" panose="02010600030101010101" pitchFamily="2" charset="-122"/>
            </a:endParaRPr>
          </a:p>
          <a:p>
            <a:pPr marL="0" indent="0" algn="just">
              <a:buNone/>
            </a:pPr>
            <a:r>
              <a:rPr lang="zh-CN" altLang="en-US" sz="2000" b="1" dirty="0">
                <a:latin typeface="宋体" panose="02010600030101010101" pitchFamily="2" charset="-122"/>
                <a:ea typeface="宋体" panose="02010600030101010101" pitchFamily="2" charset="-122"/>
              </a:rPr>
              <a:t>将其带入到超平面中          得到：</a:t>
            </a:r>
          </a:p>
          <a:p>
            <a:pPr marL="0" indent="0" algn="just">
              <a:buNone/>
            </a:pPr>
            <a:endParaRPr lang="zh-CN" altLang="en-US" sz="2000" b="1" dirty="0">
              <a:latin typeface="宋体" panose="02010600030101010101" pitchFamily="2" charset="-122"/>
              <a:ea typeface="宋体" panose="02010600030101010101" pitchFamily="2" charset="-122"/>
            </a:endParaRPr>
          </a:p>
          <a:p>
            <a:pPr marL="0" indent="0" algn="just">
              <a:buNone/>
            </a:pPr>
            <a:endParaRPr lang="zh-CN" altLang="en-US" sz="2000" b="1" dirty="0">
              <a:latin typeface="宋体" panose="02010600030101010101" pitchFamily="2" charset="-122"/>
              <a:ea typeface="宋体" panose="02010600030101010101" pitchFamily="2" charset="-122"/>
            </a:endParaRPr>
          </a:p>
          <a:p>
            <a:pPr marL="0" indent="0" algn="just">
              <a:buNone/>
            </a:pPr>
            <a:r>
              <a:rPr lang="zh-CN" altLang="en-US" sz="2000" b="1" dirty="0">
                <a:latin typeface="宋体" panose="02010600030101010101" pitchFamily="2" charset="-122"/>
                <a:ea typeface="宋体" panose="02010600030101010101" pitchFamily="2" charset="-122"/>
              </a:rPr>
              <a:t>由此推出：</a:t>
            </a:r>
          </a:p>
          <a:p>
            <a:pPr marL="0" indent="0" algn="just">
              <a:buNone/>
            </a:pPr>
            <a:endParaRPr lang="zh-CN" altLang="en-US" sz="2000" b="1" dirty="0">
              <a:latin typeface="宋体" panose="02010600030101010101" pitchFamily="2" charset="-122"/>
              <a:ea typeface="宋体" panose="02010600030101010101" pitchFamily="2" charset="-122"/>
            </a:endParaRPr>
          </a:p>
          <a:p>
            <a:pPr marL="0" indent="0" algn="just">
              <a:buNone/>
            </a:pPr>
            <a:endParaRPr lang="zh-CN" altLang="en-US" sz="2000" b="1" dirty="0">
              <a:latin typeface="宋体" panose="02010600030101010101" pitchFamily="2" charset="-122"/>
              <a:ea typeface="宋体" panose="02010600030101010101" pitchFamily="2" charset="-122"/>
            </a:endParaRPr>
          </a:p>
          <a:p>
            <a:pPr marL="0" indent="0" algn="just">
              <a:buNone/>
            </a:pPr>
            <a:r>
              <a:rPr lang="zh-CN" altLang="en-US" sz="2000" b="1" dirty="0">
                <a:latin typeface="宋体" panose="02010600030101010101" pitchFamily="2" charset="-122"/>
                <a:ea typeface="宋体" panose="02010600030101010101" pitchFamily="2" charset="-122"/>
              </a:rPr>
              <a:t>这里的   实际上就是点到平面距离. </a:t>
            </a:r>
          </a:p>
        </p:txBody>
      </p:sp>
      <p:sp>
        <p:nvSpPr>
          <p:cNvPr id="4" name="Rectangle 2"/>
          <p:cNvSpPr txBox="1"/>
          <p:nvPr/>
        </p:nvSpPr>
        <p:spPr bwMode="auto">
          <a:xfrm>
            <a:off x="2052638" y="874713"/>
            <a:ext cx="5543550" cy="503238"/>
          </a:xfrm>
          <a:prstGeom prst="rect">
            <a:avLst/>
          </a:prstGeom>
          <a:noFill/>
          <a:ln w="9525">
            <a:noFill/>
            <a:miter lim="800000"/>
          </a:ln>
        </p:spPr>
        <p:txBody>
          <a:bodyPr anchor="b"/>
          <a:lstStyle/>
          <a:p>
            <a:pPr marR="0" algn="ctr" defTabSz="914400" eaLnBrk="0" hangingPunct="0">
              <a:buClrTx/>
              <a:buSzTx/>
              <a:buFont typeface="Arial" panose="020B0604020202020204" pitchFamily="34" charset="0"/>
              <a:buNone/>
              <a:defRPr/>
            </a:pPr>
            <a:r>
              <a:rPr kumimoji="1" lang="zh-CN" sz="3600" b="1" kern="1200" cap="none" spc="0" normalizeH="0" baseline="0" noProof="0">
                <a:solidFill>
                  <a:srgbClr val="0000CC"/>
                </a:solidFill>
                <a:effectLst>
                  <a:outerShdw blurRad="38100" dist="38100" dir="2700000" algn="tl">
                    <a:srgbClr val="C0C0C0"/>
                  </a:outerShdw>
                </a:effectLst>
                <a:latin typeface="Times New Roman" panose="02020603050405020304" pitchFamily="18" charset="0"/>
                <a:ea typeface="华文新魏" panose="02010800040101010101" pitchFamily="2" charset="-122"/>
                <a:cs typeface="+mn-cs"/>
                <a:sym typeface="+mn-ea"/>
              </a:rPr>
              <a:t>几何间隔</a:t>
            </a:r>
          </a:p>
        </p:txBody>
      </p:sp>
      <p:graphicFrame>
        <p:nvGraphicFramePr>
          <p:cNvPr id="35843" name="对象 -2147482585"/>
          <p:cNvGraphicFramePr>
            <a:graphicFrameLocks noChangeAspect="1"/>
          </p:cNvGraphicFramePr>
          <p:nvPr/>
        </p:nvGraphicFramePr>
        <p:xfrm>
          <a:off x="3030538" y="1628775"/>
          <a:ext cx="1312862" cy="368300"/>
        </p:xfrm>
        <a:graphic>
          <a:graphicData uri="http://schemas.openxmlformats.org/presentationml/2006/ole">
            <mc:AlternateContent xmlns:mc="http://schemas.openxmlformats.org/markup-compatibility/2006">
              <mc:Choice xmlns:v="urn:schemas-microsoft-com:vml" Requires="v">
                <p:oleObj spid="_x0000_s11155" r:id="rId3" imgW="20421600" imgH="5486400" progId="Equation.DSMT4">
                  <p:embed/>
                </p:oleObj>
              </mc:Choice>
              <mc:Fallback>
                <p:oleObj r:id="rId3" imgW="20421600" imgH="5486400" progId="Equation.DSMT4">
                  <p:embed/>
                  <p:pic>
                    <p:nvPicPr>
                      <p:cNvPr id="0" name="图片 3109"/>
                      <p:cNvPicPr/>
                      <p:nvPr/>
                    </p:nvPicPr>
                    <p:blipFill>
                      <a:blip r:embed="rId4"/>
                      <a:stretch>
                        <a:fillRect/>
                      </a:stretch>
                    </p:blipFill>
                    <p:spPr>
                      <a:xfrm>
                        <a:off x="3030538" y="1628775"/>
                        <a:ext cx="1312862" cy="368300"/>
                      </a:xfrm>
                      <a:prstGeom prst="rect">
                        <a:avLst/>
                      </a:prstGeom>
                      <a:noFill/>
                      <a:ln w="38100">
                        <a:noFill/>
                        <a:miter/>
                      </a:ln>
                    </p:spPr>
                  </p:pic>
                </p:oleObj>
              </mc:Fallback>
            </mc:AlternateContent>
          </a:graphicData>
        </a:graphic>
      </p:graphicFrame>
      <p:graphicFrame>
        <p:nvGraphicFramePr>
          <p:cNvPr id="35844" name="对象 -2147482584"/>
          <p:cNvGraphicFramePr>
            <a:graphicFrameLocks noChangeAspect="1"/>
          </p:cNvGraphicFramePr>
          <p:nvPr/>
        </p:nvGraphicFramePr>
        <p:xfrm>
          <a:off x="6515100" y="1651000"/>
          <a:ext cx="635000" cy="346075"/>
        </p:xfrm>
        <a:graphic>
          <a:graphicData uri="http://schemas.openxmlformats.org/presentationml/2006/ole">
            <mc:AlternateContent xmlns:mc="http://schemas.openxmlformats.org/markup-compatibility/2006">
              <mc:Choice xmlns:v="urn:schemas-microsoft-com:vml" Requires="v">
                <p:oleObj spid="_x0000_s11156" r:id="rId5" imgW="10668000" imgH="5486400" progId="Equation.DSMT4">
                  <p:embed/>
                </p:oleObj>
              </mc:Choice>
              <mc:Fallback>
                <p:oleObj r:id="rId5" imgW="10668000" imgH="5486400" progId="Equation.DSMT4">
                  <p:embed/>
                  <p:pic>
                    <p:nvPicPr>
                      <p:cNvPr id="0" name="图片 3110"/>
                      <p:cNvPicPr/>
                      <p:nvPr/>
                    </p:nvPicPr>
                    <p:blipFill>
                      <a:blip r:embed="rId6"/>
                      <a:stretch>
                        <a:fillRect/>
                      </a:stretch>
                    </p:blipFill>
                    <p:spPr>
                      <a:xfrm>
                        <a:off x="6515100" y="1651000"/>
                        <a:ext cx="635000" cy="346075"/>
                      </a:xfrm>
                      <a:prstGeom prst="rect">
                        <a:avLst/>
                      </a:prstGeom>
                      <a:noFill/>
                      <a:ln w="38100">
                        <a:noFill/>
                        <a:miter/>
                      </a:ln>
                    </p:spPr>
                  </p:pic>
                </p:oleObj>
              </mc:Fallback>
            </mc:AlternateContent>
          </a:graphicData>
        </a:graphic>
      </p:graphicFrame>
      <p:graphicFrame>
        <p:nvGraphicFramePr>
          <p:cNvPr id="35845" name="对象 -2147482583"/>
          <p:cNvGraphicFramePr>
            <a:graphicFrameLocks noChangeAspect="1"/>
          </p:cNvGraphicFramePr>
          <p:nvPr/>
        </p:nvGraphicFramePr>
        <p:xfrm>
          <a:off x="8326438" y="2066925"/>
          <a:ext cx="266700" cy="242888"/>
        </p:xfrm>
        <a:graphic>
          <a:graphicData uri="http://schemas.openxmlformats.org/presentationml/2006/ole">
            <mc:AlternateContent xmlns:mc="http://schemas.openxmlformats.org/markup-compatibility/2006">
              <mc:Choice xmlns:v="urn:schemas-microsoft-com:vml" Requires="v">
                <p:oleObj spid="_x0000_s11157" r:id="rId7" imgW="3962400" imgH="3657600" progId="Equation.DSMT4">
                  <p:embed/>
                </p:oleObj>
              </mc:Choice>
              <mc:Fallback>
                <p:oleObj r:id="rId7" imgW="3962400" imgH="3657600" progId="Equation.DSMT4">
                  <p:embed/>
                  <p:pic>
                    <p:nvPicPr>
                      <p:cNvPr id="0" name="图片 3114"/>
                      <p:cNvPicPr/>
                      <p:nvPr/>
                    </p:nvPicPr>
                    <p:blipFill>
                      <a:blip r:embed="rId8"/>
                      <a:stretch>
                        <a:fillRect/>
                      </a:stretch>
                    </p:blipFill>
                    <p:spPr>
                      <a:xfrm>
                        <a:off x="8326438" y="2066925"/>
                        <a:ext cx="266700" cy="242888"/>
                      </a:xfrm>
                      <a:prstGeom prst="rect">
                        <a:avLst/>
                      </a:prstGeom>
                      <a:noFill/>
                      <a:ln w="38100">
                        <a:noFill/>
                        <a:miter/>
                      </a:ln>
                    </p:spPr>
                  </p:pic>
                </p:oleObj>
              </mc:Fallback>
            </mc:AlternateContent>
          </a:graphicData>
        </a:graphic>
      </p:graphicFrame>
      <p:graphicFrame>
        <p:nvGraphicFramePr>
          <p:cNvPr id="35846" name="对象 -2147482582"/>
          <p:cNvGraphicFramePr>
            <a:graphicFrameLocks noChangeAspect="1"/>
          </p:cNvGraphicFramePr>
          <p:nvPr/>
        </p:nvGraphicFramePr>
        <p:xfrm>
          <a:off x="3400425" y="2239963"/>
          <a:ext cx="279400" cy="395287"/>
        </p:xfrm>
        <a:graphic>
          <a:graphicData uri="http://schemas.openxmlformats.org/presentationml/2006/ole">
            <mc:AlternateContent xmlns:mc="http://schemas.openxmlformats.org/markup-compatibility/2006">
              <mc:Choice xmlns:v="urn:schemas-microsoft-com:vml" Requires="v">
                <p:oleObj spid="_x0000_s11158" r:id="rId9" imgW="3962400" imgH="5791200" progId="Equation.DSMT4">
                  <p:embed/>
                </p:oleObj>
              </mc:Choice>
              <mc:Fallback>
                <p:oleObj r:id="rId9" imgW="3962400" imgH="5791200" progId="Equation.DSMT4">
                  <p:embed/>
                  <p:pic>
                    <p:nvPicPr>
                      <p:cNvPr id="0" name="图片 3118"/>
                      <p:cNvPicPr/>
                      <p:nvPr/>
                    </p:nvPicPr>
                    <p:blipFill>
                      <a:blip r:embed="rId10"/>
                      <a:stretch>
                        <a:fillRect/>
                      </a:stretch>
                    </p:blipFill>
                    <p:spPr>
                      <a:xfrm>
                        <a:off x="3400425" y="2239963"/>
                        <a:ext cx="279400" cy="395287"/>
                      </a:xfrm>
                      <a:prstGeom prst="rect">
                        <a:avLst/>
                      </a:prstGeom>
                      <a:noFill/>
                      <a:ln w="38100">
                        <a:noFill/>
                        <a:miter/>
                      </a:ln>
                    </p:spPr>
                  </p:pic>
                </p:oleObj>
              </mc:Fallback>
            </mc:AlternateContent>
          </a:graphicData>
        </a:graphic>
      </p:graphicFrame>
      <p:graphicFrame>
        <p:nvGraphicFramePr>
          <p:cNvPr id="35847" name="对象 -2147482581"/>
          <p:cNvGraphicFramePr>
            <a:graphicFrameLocks noChangeAspect="1"/>
          </p:cNvGraphicFramePr>
          <p:nvPr/>
        </p:nvGraphicFramePr>
        <p:xfrm>
          <a:off x="3098800" y="2505075"/>
          <a:ext cx="1825625" cy="793750"/>
        </p:xfrm>
        <a:graphic>
          <a:graphicData uri="http://schemas.openxmlformats.org/presentationml/2006/ole">
            <mc:AlternateContent xmlns:mc="http://schemas.openxmlformats.org/markup-compatibility/2006">
              <mc:Choice xmlns:v="urn:schemas-microsoft-com:vml" Requires="v">
                <p:oleObj spid="_x0000_s11159" r:id="rId11" imgW="26212800" imgH="11582400" progId="Equation.DSMT4">
                  <p:embed/>
                </p:oleObj>
              </mc:Choice>
              <mc:Fallback>
                <p:oleObj r:id="rId11" imgW="26212800" imgH="11582400" progId="Equation.DSMT4">
                  <p:embed/>
                  <p:pic>
                    <p:nvPicPr>
                      <p:cNvPr id="0" name="图片 3111"/>
                      <p:cNvPicPr/>
                      <p:nvPr/>
                    </p:nvPicPr>
                    <p:blipFill>
                      <a:blip r:embed="rId12"/>
                      <a:stretch>
                        <a:fillRect/>
                      </a:stretch>
                    </p:blipFill>
                    <p:spPr>
                      <a:xfrm>
                        <a:off x="3098800" y="2505075"/>
                        <a:ext cx="1825625" cy="793750"/>
                      </a:xfrm>
                      <a:prstGeom prst="rect">
                        <a:avLst/>
                      </a:prstGeom>
                      <a:noFill/>
                      <a:ln w="38100">
                        <a:noFill/>
                        <a:miter/>
                      </a:ln>
                    </p:spPr>
                  </p:pic>
                </p:oleObj>
              </mc:Fallback>
            </mc:AlternateContent>
          </a:graphicData>
        </a:graphic>
      </p:graphicFrame>
      <p:graphicFrame>
        <p:nvGraphicFramePr>
          <p:cNvPr id="35848" name="对象 -2147482580"/>
          <p:cNvGraphicFramePr>
            <a:graphicFrameLocks noChangeAspect="1"/>
          </p:cNvGraphicFramePr>
          <p:nvPr/>
        </p:nvGraphicFramePr>
        <p:xfrm>
          <a:off x="2759075" y="3298825"/>
          <a:ext cx="1300163" cy="365125"/>
        </p:xfrm>
        <a:graphic>
          <a:graphicData uri="http://schemas.openxmlformats.org/presentationml/2006/ole">
            <mc:AlternateContent xmlns:mc="http://schemas.openxmlformats.org/markup-compatibility/2006">
              <mc:Choice xmlns:v="urn:schemas-microsoft-com:vml" Requires="v">
                <p:oleObj spid="_x0000_s11160" r:id="rId13" imgW="20421600" imgH="5486400" progId="Equation.DSMT4">
                  <p:embed/>
                </p:oleObj>
              </mc:Choice>
              <mc:Fallback>
                <p:oleObj r:id="rId13" imgW="20421600" imgH="5486400" progId="Equation.DSMT4">
                  <p:embed/>
                  <p:pic>
                    <p:nvPicPr>
                      <p:cNvPr id="0" name="图片 3112"/>
                      <p:cNvPicPr/>
                      <p:nvPr/>
                    </p:nvPicPr>
                    <p:blipFill>
                      <a:blip r:embed="rId14"/>
                      <a:stretch>
                        <a:fillRect/>
                      </a:stretch>
                    </p:blipFill>
                    <p:spPr>
                      <a:xfrm>
                        <a:off x="2759075" y="3298825"/>
                        <a:ext cx="1300163" cy="365125"/>
                      </a:xfrm>
                      <a:prstGeom prst="rect">
                        <a:avLst/>
                      </a:prstGeom>
                      <a:noFill/>
                      <a:ln w="38100">
                        <a:noFill/>
                        <a:miter/>
                      </a:ln>
                    </p:spPr>
                  </p:pic>
                </p:oleObj>
              </mc:Fallback>
            </mc:AlternateContent>
          </a:graphicData>
        </a:graphic>
      </p:graphicFrame>
      <p:graphicFrame>
        <p:nvGraphicFramePr>
          <p:cNvPr id="35849" name="对象 -2147482579"/>
          <p:cNvGraphicFramePr>
            <a:graphicFrameLocks noChangeAspect="1"/>
          </p:cNvGraphicFramePr>
          <p:nvPr/>
        </p:nvGraphicFramePr>
        <p:xfrm>
          <a:off x="2606675" y="3798888"/>
          <a:ext cx="2479675" cy="704850"/>
        </p:xfrm>
        <a:graphic>
          <a:graphicData uri="http://schemas.openxmlformats.org/presentationml/2006/ole">
            <mc:AlternateContent xmlns:mc="http://schemas.openxmlformats.org/markup-compatibility/2006">
              <mc:Choice xmlns:v="urn:schemas-microsoft-com:vml" Requires="v">
                <p:oleObj spid="_x0000_s11161" r:id="rId15" imgW="40233600" imgH="11582400" progId="Equation.DSMT4">
                  <p:embed/>
                </p:oleObj>
              </mc:Choice>
              <mc:Fallback>
                <p:oleObj r:id="rId15" imgW="40233600" imgH="11582400" progId="Equation.DSMT4">
                  <p:embed/>
                  <p:pic>
                    <p:nvPicPr>
                      <p:cNvPr id="0" name="图片 3113"/>
                      <p:cNvPicPr/>
                      <p:nvPr/>
                    </p:nvPicPr>
                    <p:blipFill>
                      <a:blip r:embed="rId16"/>
                      <a:stretch>
                        <a:fillRect/>
                      </a:stretch>
                    </p:blipFill>
                    <p:spPr>
                      <a:xfrm>
                        <a:off x="2606675" y="3798888"/>
                        <a:ext cx="2479675" cy="704850"/>
                      </a:xfrm>
                      <a:prstGeom prst="rect">
                        <a:avLst/>
                      </a:prstGeom>
                      <a:noFill/>
                      <a:ln w="38100">
                        <a:noFill/>
                        <a:miter/>
                      </a:ln>
                    </p:spPr>
                  </p:pic>
                </p:oleObj>
              </mc:Fallback>
            </mc:AlternateContent>
          </a:graphicData>
        </a:graphic>
      </p:graphicFrame>
      <p:graphicFrame>
        <p:nvGraphicFramePr>
          <p:cNvPr id="35850" name="对象 -2147482578"/>
          <p:cNvGraphicFramePr>
            <a:graphicFrameLocks noChangeAspect="1"/>
          </p:cNvGraphicFramePr>
          <p:nvPr/>
        </p:nvGraphicFramePr>
        <p:xfrm>
          <a:off x="5302250" y="2717800"/>
          <a:ext cx="3573463" cy="2987675"/>
        </p:xfrm>
        <a:graphic>
          <a:graphicData uri="http://schemas.openxmlformats.org/presentationml/2006/ole">
            <mc:AlternateContent xmlns:mc="http://schemas.openxmlformats.org/markup-compatibility/2006">
              <mc:Choice xmlns:v="urn:schemas-microsoft-com:vml" Requires="v">
                <p:oleObj spid="_x0000_s11162" r:id="rId17" imgW="4893310" imgH="4085590" progId="Visio.Drawing.15">
                  <p:embed/>
                </p:oleObj>
              </mc:Choice>
              <mc:Fallback>
                <p:oleObj r:id="rId17" imgW="4893310" imgH="4085590" progId="Visio.Drawing.15">
                  <p:embed/>
                  <p:pic>
                    <p:nvPicPr>
                      <p:cNvPr id="0" name="图片 3120"/>
                      <p:cNvPicPr/>
                      <p:nvPr/>
                    </p:nvPicPr>
                    <p:blipFill>
                      <a:blip r:embed="rId18"/>
                      <a:stretch>
                        <a:fillRect/>
                      </a:stretch>
                    </p:blipFill>
                    <p:spPr>
                      <a:xfrm>
                        <a:off x="5302250" y="2717800"/>
                        <a:ext cx="3573463" cy="2987675"/>
                      </a:xfrm>
                      <a:prstGeom prst="rect">
                        <a:avLst/>
                      </a:prstGeom>
                      <a:noFill/>
                      <a:ln w="38100">
                        <a:noFill/>
                        <a:miter/>
                      </a:ln>
                    </p:spPr>
                  </p:pic>
                </p:oleObj>
              </mc:Fallback>
            </mc:AlternateContent>
          </a:graphicData>
        </a:graphic>
      </p:graphicFrame>
      <p:graphicFrame>
        <p:nvGraphicFramePr>
          <p:cNvPr id="35851" name="对象 -2147482235"/>
          <p:cNvGraphicFramePr>
            <a:graphicFrameLocks noChangeAspect="1"/>
          </p:cNvGraphicFramePr>
          <p:nvPr/>
        </p:nvGraphicFramePr>
        <p:xfrm>
          <a:off x="2182813" y="4640263"/>
          <a:ext cx="2062162" cy="644525"/>
        </p:xfrm>
        <a:graphic>
          <a:graphicData uri="http://schemas.openxmlformats.org/presentationml/2006/ole">
            <mc:AlternateContent xmlns:mc="http://schemas.openxmlformats.org/markup-compatibility/2006">
              <mc:Choice xmlns:v="urn:schemas-microsoft-com:vml" Requires="v">
                <p:oleObj spid="_x0000_s11163" r:id="rId19" imgW="36576000" imgH="11582400" progId="Equation.DSMT4">
                  <p:embed/>
                </p:oleObj>
              </mc:Choice>
              <mc:Fallback>
                <p:oleObj r:id="rId19" imgW="36576000" imgH="11582400" progId="Equation.DSMT4">
                  <p:embed/>
                  <p:pic>
                    <p:nvPicPr>
                      <p:cNvPr id="0" name="图片 3115"/>
                      <p:cNvPicPr/>
                      <p:nvPr/>
                    </p:nvPicPr>
                    <p:blipFill>
                      <a:blip r:embed="rId20"/>
                      <a:stretch>
                        <a:fillRect/>
                      </a:stretch>
                    </p:blipFill>
                    <p:spPr>
                      <a:xfrm>
                        <a:off x="2182813" y="4640263"/>
                        <a:ext cx="2062162" cy="644525"/>
                      </a:xfrm>
                      <a:prstGeom prst="rect">
                        <a:avLst/>
                      </a:prstGeom>
                      <a:noFill/>
                      <a:ln w="38100">
                        <a:noFill/>
                        <a:miter/>
                      </a:ln>
                    </p:spPr>
                  </p:pic>
                </p:oleObj>
              </mc:Fallback>
            </mc:AlternateContent>
          </a:graphicData>
        </a:graphic>
      </p:graphicFrame>
      <p:graphicFrame>
        <p:nvGraphicFramePr>
          <p:cNvPr id="35852" name="对象 -2147482582"/>
          <p:cNvGraphicFramePr>
            <a:graphicFrameLocks noChangeAspect="1"/>
          </p:cNvGraphicFramePr>
          <p:nvPr/>
        </p:nvGraphicFramePr>
        <p:xfrm>
          <a:off x="1276350" y="5508625"/>
          <a:ext cx="279400" cy="395288"/>
        </p:xfrm>
        <a:graphic>
          <a:graphicData uri="http://schemas.openxmlformats.org/presentationml/2006/ole">
            <mc:AlternateContent xmlns:mc="http://schemas.openxmlformats.org/markup-compatibility/2006">
              <mc:Choice xmlns:v="urn:schemas-microsoft-com:vml" Requires="v">
                <p:oleObj spid="_x0000_s11164" r:id="rId21" imgW="3962400" imgH="5791200" progId="Equation.DSMT4">
                  <p:embed/>
                </p:oleObj>
              </mc:Choice>
              <mc:Fallback>
                <p:oleObj r:id="rId21" imgW="3962400" imgH="5791200" progId="Equation.DSMT4">
                  <p:embed/>
                  <p:pic>
                    <p:nvPicPr>
                      <p:cNvPr id="0" name="图片 3117"/>
                      <p:cNvPicPr/>
                      <p:nvPr/>
                    </p:nvPicPr>
                    <p:blipFill>
                      <a:blip r:embed="rId10"/>
                      <a:stretch>
                        <a:fillRect/>
                      </a:stretch>
                    </p:blipFill>
                    <p:spPr>
                      <a:xfrm>
                        <a:off x="1276350" y="5508625"/>
                        <a:ext cx="279400" cy="395288"/>
                      </a:xfrm>
                      <a:prstGeom prst="rect">
                        <a:avLst/>
                      </a:prstGeom>
                      <a:noFill/>
                      <a:ln w="38100">
                        <a:noFill/>
                        <a:miter/>
                      </a:ln>
                    </p:spPr>
                  </p:pic>
                </p:oleObj>
              </mc:Fallback>
            </mc:AlternateContent>
          </a:graphicData>
        </a:graphic>
      </p:graphicFrame>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p:cNvSpPr>
          <p:nvPr>
            <p:ph idx="1"/>
          </p:nvPr>
        </p:nvSpPr>
        <p:spPr>
          <a:xfrm>
            <a:off x="228600" y="1628775"/>
            <a:ext cx="8763000" cy="439261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当点  位于超平面的另一侧时，  写作：</a:t>
            </a: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即当样本被正确分类时，  到划分超平面的距离是：</a:t>
            </a:r>
          </a:p>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endParaRPr>
          </a:p>
          <a:p>
            <a:pPr marL="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对于给定的训练集，称：</a:t>
            </a:r>
          </a:p>
          <a:p>
            <a:pPr marL="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                    </a:t>
            </a:r>
          </a:p>
          <a:p>
            <a:pPr marL="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为超平面           关于单个样本点      的</a:t>
            </a:r>
            <a:r>
              <a:rPr kumimoji="1" lang="zh-CN" altLang="en-US" sz="2400" b="1" i="0" u="none" strike="noStrike" kern="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几何间隔</a:t>
            </a:r>
            <a:r>
              <a:rPr kumimoji="1"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，同样定义           为全局样本的几何间隔。</a:t>
            </a:r>
          </a:p>
          <a:p>
            <a:pPr marL="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rPr>
              <a:t>可以发现，       时，几何间隔其实就是函数间隔。并且，有下式成立：</a:t>
            </a:r>
          </a:p>
          <a:p>
            <a:pPr marL="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endParaRPr>
          </a:p>
          <a:p>
            <a:pPr marL="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mn-ea"/>
            </a:endParaRPr>
          </a:p>
        </p:txBody>
      </p:sp>
      <p:sp>
        <p:nvSpPr>
          <p:cNvPr id="5" name="Rectangle 2"/>
          <p:cNvSpPr txBox="1"/>
          <p:nvPr/>
        </p:nvSpPr>
        <p:spPr bwMode="auto">
          <a:xfrm>
            <a:off x="2181225" y="1019175"/>
            <a:ext cx="5651500" cy="503238"/>
          </a:xfrm>
          <a:prstGeom prst="rect">
            <a:avLst/>
          </a:prstGeom>
          <a:noFill/>
          <a:ln w="9525">
            <a:noFill/>
            <a:miter lim="800000"/>
          </a:ln>
        </p:spPr>
        <p:txBody>
          <a:bodyPr anchor="b"/>
          <a:lstStyle/>
          <a:p>
            <a:pPr marR="0" algn="ctr" defTabSz="914400" eaLnBrk="0" hangingPunct="0">
              <a:buClrTx/>
              <a:buSzTx/>
              <a:buFont typeface="Arial" panose="020B0604020202020204" pitchFamily="34" charset="0"/>
              <a:buNone/>
              <a:defRPr/>
            </a:pPr>
            <a:r>
              <a:rPr kumimoji="1" lang="zh-CN" sz="3600" b="1" kern="1200" cap="none" spc="0" normalizeH="0" baseline="0" noProof="0">
                <a:solidFill>
                  <a:srgbClr val="0000CC"/>
                </a:solidFill>
                <a:effectLst>
                  <a:outerShdw blurRad="38100" dist="38100" dir="2700000" algn="tl">
                    <a:srgbClr val="C0C0C0"/>
                  </a:outerShdw>
                </a:effectLst>
                <a:latin typeface="Times New Roman" panose="02020603050405020304" pitchFamily="18" charset="0"/>
                <a:ea typeface="华文新魏" panose="02010800040101010101" pitchFamily="2" charset="-122"/>
                <a:cs typeface="+mn-cs"/>
                <a:sym typeface="+mn-ea"/>
              </a:rPr>
              <a:t>几何间隔</a:t>
            </a:r>
          </a:p>
        </p:txBody>
      </p:sp>
      <p:graphicFrame>
        <p:nvGraphicFramePr>
          <p:cNvPr id="36867" name="对象 -2147482575"/>
          <p:cNvGraphicFramePr>
            <a:graphicFrameLocks noChangeAspect="1"/>
          </p:cNvGraphicFramePr>
          <p:nvPr/>
        </p:nvGraphicFramePr>
        <p:xfrm>
          <a:off x="1168400" y="1628775"/>
          <a:ext cx="261938" cy="295275"/>
        </p:xfrm>
        <a:graphic>
          <a:graphicData uri="http://schemas.openxmlformats.org/presentationml/2006/ole">
            <mc:AlternateContent xmlns:mc="http://schemas.openxmlformats.org/markup-compatibility/2006">
              <mc:Choice xmlns:v="urn:schemas-microsoft-com:vml" Requires="v">
                <p:oleObj spid="_x0000_s12259" r:id="rId3" imgW="3657600" imgH="3962400" progId="Equation.DSMT4">
                  <p:embed/>
                </p:oleObj>
              </mc:Choice>
              <mc:Fallback>
                <p:oleObj r:id="rId3" imgW="3657600" imgH="3962400" progId="Equation.DSMT4">
                  <p:embed/>
                  <p:pic>
                    <p:nvPicPr>
                      <p:cNvPr id="0" name="图片 3112"/>
                      <p:cNvPicPr/>
                      <p:nvPr/>
                    </p:nvPicPr>
                    <p:blipFill>
                      <a:blip r:embed="rId4"/>
                      <a:stretch>
                        <a:fillRect/>
                      </a:stretch>
                    </p:blipFill>
                    <p:spPr>
                      <a:xfrm>
                        <a:off x="1168400" y="1628775"/>
                        <a:ext cx="261938" cy="295275"/>
                      </a:xfrm>
                      <a:prstGeom prst="rect">
                        <a:avLst/>
                      </a:prstGeom>
                      <a:noFill/>
                      <a:ln w="38100">
                        <a:noFill/>
                        <a:miter/>
                      </a:ln>
                    </p:spPr>
                  </p:pic>
                </p:oleObj>
              </mc:Fallback>
            </mc:AlternateContent>
          </a:graphicData>
        </a:graphic>
      </p:graphicFrame>
      <p:graphicFrame>
        <p:nvGraphicFramePr>
          <p:cNvPr id="36868" name="对象 -2147482574"/>
          <p:cNvGraphicFramePr>
            <a:graphicFrameLocks noChangeAspect="1"/>
          </p:cNvGraphicFramePr>
          <p:nvPr/>
        </p:nvGraphicFramePr>
        <p:xfrm>
          <a:off x="4130675" y="1595438"/>
          <a:ext cx="255588" cy="360362"/>
        </p:xfrm>
        <a:graphic>
          <a:graphicData uri="http://schemas.openxmlformats.org/presentationml/2006/ole">
            <mc:AlternateContent xmlns:mc="http://schemas.openxmlformats.org/markup-compatibility/2006">
              <mc:Choice xmlns:v="urn:schemas-microsoft-com:vml" Requires="v">
                <p:oleObj spid="_x0000_s12260" r:id="rId5" imgW="3962400" imgH="5791200" progId="Equation.DSMT4">
                  <p:embed/>
                </p:oleObj>
              </mc:Choice>
              <mc:Fallback>
                <p:oleObj r:id="rId5" imgW="3962400" imgH="5791200" progId="Equation.DSMT4">
                  <p:embed/>
                  <p:pic>
                    <p:nvPicPr>
                      <p:cNvPr id="0" name="图片 3103"/>
                      <p:cNvPicPr/>
                      <p:nvPr/>
                    </p:nvPicPr>
                    <p:blipFill>
                      <a:blip r:embed="rId6"/>
                      <a:stretch>
                        <a:fillRect/>
                      </a:stretch>
                    </p:blipFill>
                    <p:spPr>
                      <a:xfrm>
                        <a:off x="4130675" y="1595438"/>
                        <a:ext cx="255588" cy="360362"/>
                      </a:xfrm>
                      <a:prstGeom prst="rect">
                        <a:avLst/>
                      </a:prstGeom>
                      <a:noFill/>
                      <a:ln w="38100">
                        <a:noFill/>
                        <a:miter/>
                      </a:ln>
                    </p:spPr>
                  </p:pic>
                </p:oleObj>
              </mc:Fallback>
            </mc:AlternateContent>
          </a:graphicData>
        </a:graphic>
      </p:graphicFrame>
      <p:graphicFrame>
        <p:nvGraphicFramePr>
          <p:cNvPr id="36869" name="对象 -2147482234"/>
          <p:cNvGraphicFramePr>
            <a:graphicFrameLocks noChangeAspect="1"/>
          </p:cNvGraphicFramePr>
          <p:nvPr/>
        </p:nvGraphicFramePr>
        <p:xfrm>
          <a:off x="5260975" y="1476375"/>
          <a:ext cx="2192338" cy="600075"/>
        </p:xfrm>
        <a:graphic>
          <a:graphicData uri="http://schemas.openxmlformats.org/presentationml/2006/ole">
            <mc:AlternateContent xmlns:mc="http://schemas.openxmlformats.org/markup-compatibility/2006">
              <mc:Choice xmlns:v="urn:schemas-microsoft-com:vml" Requires="v">
                <p:oleObj spid="_x0000_s12261" r:id="rId7" imgW="46034325" imgH="12763500" progId="Equation.DSMT4">
                  <p:embed/>
                </p:oleObj>
              </mc:Choice>
              <mc:Fallback>
                <p:oleObj r:id="rId7" imgW="46034325" imgH="12763500" progId="Equation.DSMT4">
                  <p:embed/>
                  <p:pic>
                    <p:nvPicPr>
                      <p:cNvPr id="0" name="图片 3107"/>
                      <p:cNvPicPr/>
                      <p:nvPr/>
                    </p:nvPicPr>
                    <p:blipFill>
                      <a:blip r:embed="rId8"/>
                      <a:stretch>
                        <a:fillRect/>
                      </a:stretch>
                    </p:blipFill>
                    <p:spPr>
                      <a:xfrm>
                        <a:off x="5260975" y="1476375"/>
                        <a:ext cx="2192338" cy="600075"/>
                      </a:xfrm>
                      <a:prstGeom prst="rect">
                        <a:avLst/>
                      </a:prstGeom>
                      <a:noFill/>
                      <a:ln w="38100">
                        <a:noFill/>
                        <a:miter/>
                      </a:ln>
                    </p:spPr>
                  </p:pic>
                </p:oleObj>
              </mc:Fallback>
            </mc:AlternateContent>
          </a:graphicData>
        </a:graphic>
      </p:graphicFrame>
      <p:graphicFrame>
        <p:nvGraphicFramePr>
          <p:cNvPr id="36870" name="对象 -2147482572"/>
          <p:cNvGraphicFramePr>
            <a:graphicFrameLocks noChangeAspect="1"/>
          </p:cNvGraphicFramePr>
          <p:nvPr/>
        </p:nvGraphicFramePr>
        <p:xfrm>
          <a:off x="3433763" y="1924050"/>
          <a:ext cx="288925" cy="441325"/>
        </p:xfrm>
        <a:graphic>
          <a:graphicData uri="http://schemas.openxmlformats.org/presentationml/2006/ole">
            <mc:AlternateContent xmlns:mc="http://schemas.openxmlformats.org/markup-compatibility/2006">
              <mc:Choice xmlns:v="urn:schemas-microsoft-com:vml" Requires="v">
                <p:oleObj spid="_x0000_s12262" r:id="rId9" imgW="3962400" imgH="5791200" progId="Equation.DSMT4">
                  <p:embed/>
                </p:oleObj>
              </mc:Choice>
              <mc:Fallback>
                <p:oleObj r:id="rId9" imgW="3962400" imgH="5791200" progId="Equation.DSMT4">
                  <p:embed/>
                  <p:pic>
                    <p:nvPicPr>
                      <p:cNvPr id="0" name="图片 3113"/>
                      <p:cNvPicPr/>
                      <p:nvPr/>
                    </p:nvPicPr>
                    <p:blipFill>
                      <a:blip r:embed="rId10"/>
                      <a:stretch>
                        <a:fillRect/>
                      </a:stretch>
                    </p:blipFill>
                    <p:spPr>
                      <a:xfrm>
                        <a:off x="3433763" y="1924050"/>
                        <a:ext cx="288925" cy="441325"/>
                      </a:xfrm>
                      <a:prstGeom prst="rect">
                        <a:avLst/>
                      </a:prstGeom>
                      <a:noFill/>
                      <a:ln w="38100">
                        <a:noFill/>
                        <a:miter/>
                      </a:ln>
                    </p:spPr>
                  </p:pic>
                </p:oleObj>
              </mc:Fallback>
            </mc:AlternateContent>
          </a:graphicData>
        </a:graphic>
      </p:graphicFrame>
      <p:graphicFrame>
        <p:nvGraphicFramePr>
          <p:cNvPr id="36871" name="对象 -2147482233"/>
          <p:cNvGraphicFramePr>
            <a:graphicFrameLocks noChangeAspect="1"/>
          </p:cNvGraphicFramePr>
          <p:nvPr/>
        </p:nvGraphicFramePr>
        <p:xfrm>
          <a:off x="6561138" y="1924050"/>
          <a:ext cx="2068512" cy="552450"/>
        </p:xfrm>
        <a:graphic>
          <a:graphicData uri="http://schemas.openxmlformats.org/presentationml/2006/ole">
            <mc:AlternateContent xmlns:mc="http://schemas.openxmlformats.org/markup-compatibility/2006">
              <mc:Choice xmlns:v="urn:schemas-microsoft-com:vml" Requires="v">
                <p:oleObj spid="_x0000_s12263" r:id="rId11" imgW="42976800" imgH="11582400" progId="Equation.DSMT4">
                  <p:embed/>
                </p:oleObj>
              </mc:Choice>
              <mc:Fallback>
                <p:oleObj r:id="rId11" imgW="42976800" imgH="11582400" progId="Equation.DSMT4">
                  <p:embed/>
                  <p:pic>
                    <p:nvPicPr>
                      <p:cNvPr id="0" name="图片 3102"/>
                      <p:cNvPicPr/>
                      <p:nvPr/>
                    </p:nvPicPr>
                    <p:blipFill>
                      <a:blip r:embed="rId12"/>
                      <a:stretch>
                        <a:fillRect/>
                      </a:stretch>
                    </p:blipFill>
                    <p:spPr>
                      <a:xfrm>
                        <a:off x="6561138" y="1924050"/>
                        <a:ext cx="2068512" cy="552450"/>
                      </a:xfrm>
                      <a:prstGeom prst="rect">
                        <a:avLst/>
                      </a:prstGeom>
                      <a:noFill/>
                      <a:ln w="38100">
                        <a:noFill/>
                        <a:miter/>
                      </a:ln>
                    </p:spPr>
                  </p:pic>
                </p:oleObj>
              </mc:Fallback>
            </mc:AlternateContent>
          </a:graphicData>
        </a:graphic>
      </p:graphicFrame>
      <p:graphicFrame>
        <p:nvGraphicFramePr>
          <p:cNvPr id="36872" name="对象 -2147482570"/>
          <p:cNvGraphicFramePr>
            <a:graphicFrameLocks noChangeAspect="1"/>
          </p:cNvGraphicFramePr>
          <p:nvPr/>
        </p:nvGraphicFramePr>
        <p:xfrm>
          <a:off x="3592513" y="2932113"/>
          <a:ext cx="2820987" cy="754062"/>
        </p:xfrm>
        <a:graphic>
          <a:graphicData uri="http://schemas.openxmlformats.org/presentationml/2006/ole">
            <mc:AlternateContent xmlns:mc="http://schemas.openxmlformats.org/markup-compatibility/2006">
              <mc:Choice xmlns:v="urn:schemas-microsoft-com:vml" Requires="v">
                <p:oleObj spid="_x0000_s12264" r:id="rId13" imgW="42976800" imgH="11582400" progId="Equation.DSMT4">
                  <p:embed/>
                </p:oleObj>
              </mc:Choice>
              <mc:Fallback>
                <p:oleObj r:id="rId13" imgW="42976800" imgH="11582400" progId="Equation.DSMT4">
                  <p:embed/>
                  <p:pic>
                    <p:nvPicPr>
                      <p:cNvPr id="0" name="图片 3108"/>
                      <p:cNvPicPr/>
                      <p:nvPr/>
                    </p:nvPicPr>
                    <p:blipFill>
                      <a:blip r:embed="rId12"/>
                      <a:stretch>
                        <a:fillRect/>
                      </a:stretch>
                    </p:blipFill>
                    <p:spPr>
                      <a:xfrm>
                        <a:off x="3592513" y="2932113"/>
                        <a:ext cx="2820987" cy="754062"/>
                      </a:xfrm>
                      <a:prstGeom prst="rect">
                        <a:avLst/>
                      </a:prstGeom>
                      <a:noFill/>
                      <a:ln w="38100">
                        <a:noFill/>
                        <a:miter/>
                      </a:ln>
                    </p:spPr>
                  </p:pic>
                </p:oleObj>
              </mc:Fallback>
            </mc:AlternateContent>
          </a:graphicData>
        </a:graphic>
      </p:graphicFrame>
      <p:graphicFrame>
        <p:nvGraphicFramePr>
          <p:cNvPr id="36873" name="对象 -2147482569"/>
          <p:cNvGraphicFramePr>
            <a:graphicFrameLocks noChangeAspect="1"/>
          </p:cNvGraphicFramePr>
          <p:nvPr/>
        </p:nvGraphicFramePr>
        <p:xfrm>
          <a:off x="1844675" y="3706813"/>
          <a:ext cx="1201738" cy="338137"/>
        </p:xfrm>
        <a:graphic>
          <a:graphicData uri="http://schemas.openxmlformats.org/presentationml/2006/ole">
            <mc:AlternateContent xmlns:mc="http://schemas.openxmlformats.org/markup-compatibility/2006">
              <mc:Choice xmlns:v="urn:schemas-microsoft-com:vml" Requires="v">
                <p:oleObj spid="_x0000_s12265" r:id="rId14" imgW="20421600" imgH="5486400" progId="Equation.DSMT4">
                  <p:embed/>
                </p:oleObj>
              </mc:Choice>
              <mc:Fallback>
                <p:oleObj r:id="rId14" imgW="20421600" imgH="5486400" progId="Equation.DSMT4">
                  <p:embed/>
                  <p:pic>
                    <p:nvPicPr>
                      <p:cNvPr id="0" name="图片 3114"/>
                      <p:cNvPicPr/>
                      <p:nvPr/>
                    </p:nvPicPr>
                    <p:blipFill>
                      <a:blip r:embed="rId15"/>
                      <a:stretch>
                        <a:fillRect/>
                      </a:stretch>
                    </p:blipFill>
                    <p:spPr>
                      <a:xfrm>
                        <a:off x="1844675" y="3706813"/>
                        <a:ext cx="1201738" cy="338137"/>
                      </a:xfrm>
                      <a:prstGeom prst="rect">
                        <a:avLst/>
                      </a:prstGeom>
                      <a:noFill/>
                      <a:ln w="38100">
                        <a:noFill/>
                        <a:miter/>
                      </a:ln>
                    </p:spPr>
                  </p:pic>
                </p:oleObj>
              </mc:Fallback>
            </mc:AlternateContent>
          </a:graphicData>
        </a:graphic>
      </p:graphicFrame>
      <p:graphicFrame>
        <p:nvGraphicFramePr>
          <p:cNvPr id="36874" name="对象 -2147482232"/>
          <p:cNvGraphicFramePr>
            <a:graphicFrameLocks noChangeAspect="1"/>
          </p:cNvGraphicFramePr>
          <p:nvPr/>
        </p:nvGraphicFramePr>
        <p:xfrm>
          <a:off x="5478463" y="3695700"/>
          <a:ext cx="673100" cy="358775"/>
        </p:xfrm>
        <a:graphic>
          <a:graphicData uri="http://schemas.openxmlformats.org/presentationml/2006/ole">
            <mc:AlternateContent xmlns:mc="http://schemas.openxmlformats.org/markup-compatibility/2006">
              <mc:Choice xmlns:v="urn:schemas-microsoft-com:vml" Requires="v">
                <p:oleObj spid="_x0000_s12266" r:id="rId16" imgW="12192000" imgH="5791200" progId="Equation.DSMT4">
                  <p:embed/>
                </p:oleObj>
              </mc:Choice>
              <mc:Fallback>
                <p:oleObj r:id="rId16" imgW="12192000" imgH="5791200" progId="Equation.DSMT4">
                  <p:embed/>
                  <p:pic>
                    <p:nvPicPr>
                      <p:cNvPr id="0" name="图片 3104"/>
                      <p:cNvPicPr/>
                      <p:nvPr/>
                    </p:nvPicPr>
                    <p:blipFill>
                      <a:blip r:embed="rId17"/>
                      <a:stretch>
                        <a:fillRect/>
                      </a:stretch>
                    </p:blipFill>
                    <p:spPr>
                      <a:xfrm>
                        <a:off x="5478463" y="3695700"/>
                        <a:ext cx="673100" cy="358775"/>
                      </a:xfrm>
                      <a:prstGeom prst="rect">
                        <a:avLst/>
                      </a:prstGeom>
                      <a:noFill/>
                      <a:ln w="38100">
                        <a:noFill/>
                        <a:miter/>
                      </a:ln>
                    </p:spPr>
                  </p:pic>
                </p:oleObj>
              </mc:Fallback>
            </mc:AlternateContent>
          </a:graphicData>
        </a:graphic>
      </p:graphicFrame>
      <p:graphicFrame>
        <p:nvGraphicFramePr>
          <p:cNvPr id="36875" name="对象 -2147482567"/>
          <p:cNvGraphicFramePr>
            <a:graphicFrameLocks noChangeAspect="1"/>
          </p:cNvGraphicFramePr>
          <p:nvPr/>
        </p:nvGraphicFramePr>
        <p:xfrm>
          <a:off x="1039813" y="4054475"/>
          <a:ext cx="1293812" cy="533400"/>
        </p:xfrm>
        <a:graphic>
          <a:graphicData uri="http://schemas.openxmlformats.org/presentationml/2006/ole">
            <mc:AlternateContent xmlns:mc="http://schemas.openxmlformats.org/markup-compatibility/2006">
              <mc:Choice xmlns:v="urn:schemas-microsoft-com:vml" Requires="v">
                <p:oleObj spid="_x0000_s12267" r:id="rId18" imgW="18592800" imgH="7620000" progId="Equation.DSMT4">
                  <p:embed/>
                </p:oleObj>
              </mc:Choice>
              <mc:Fallback>
                <p:oleObj r:id="rId18" imgW="18592800" imgH="7620000" progId="Equation.DSMT4">
                  <p:embed/>
                  <p:pic>
                    <p:nvPicPr>
                      <p:cNvPr id="0" name="图片 3109"/>
                      <p:cNvPicPr/>
                      <p:nvPr/>
                    </p:nvPicPr>
                    <p:blipFill>
                      <a:blip r:embed="rId19"/>
                      <a:stretch>
                        <a:fillRect/>
                      </a:stretch>
                    </p:blipFill>
                    <p:spPr>
                      <a:xfrm>
                        <a:off x="1039813" y="4054475"/>
                        <a:ext cx="1293812" cy="533400"/>
                      </a:xfrm>
                      <a:prstGeom prst="rect">
                        <a:avLst/>
                      </a:prstGeom>
                      <a:noFill/>
                      <a:ln w="38100">
                        <a:noFill/>
                        <a:miter/>
                      </a:ln>
                    </p:spPr>
                  </p:pic>
                </p:oleObj>
              </mc:Fallback>
            </mc:AlternateContent>
          </a:graphicData>
        </a:graphic>
      </p:graphicFrame>
      <p:graphicFrame>
        <p:nvGraphicFramePr>
          <p:cNvPr id="36876" name="对象 -2147482566"/>
          <p:cNvGraphicFramePr>
            <a:graphicFrameLocks noChangeAspect="1"/>
          </p:cNvGraphicFramePr>
          <p:nvPr/>
        </p:nvGraphicFramePr>
        <p:xfrm>
          <a:off x="1968500" y="4587875"/>
          <a:ext cx="838200" cy="338138"/>
        </p:xfrm>
        <a:graphic>
          <a:graphicData uri="http://schemas.openxmlformats.org/presentationml/2006/ole">
            <mc:AlternateContent xmlns:mc="http://schemas.openxmlformats.org/markup-compatibility/2006">
              <mc:Choice xmlns:v="urn:schemas-microsoft-com:vml" Requires="v">
                <p:oleObj spid="_x0000_s12268" r:id="rId20" imgW="13106400" imgH="5181600" progId="Equation.DSMT4">
                  <p:embed/>
                </p:oleObj>
              </mc:Choice>
              <mc:Fallback>
                <p:oleObj r:id="rId20" imgW="13106400" imgH="5181600" progId="Equation.DSMT4">
                  <p:embed/>
                  <p:pic>
                    <p:nvPicPr>
                      <p:cNvPr id="0" name="图片 3105"/>
                      <p:cNvPicPr/>
                      <p:nvPr/>
                    </p:nvPicPr>
                    <p:blipFill>
                      <a:blip r:embed="rId21"/>
                      <a:stretch>
                        <a:fillRect/>
                      </a:stretch>
                    </p:blipFill>
                    <p:spPr>
                      <a:xfrm>
                        <a:off x="1968500" y="4587875"/>
                        <a:ext cx="838200" cy="338138"/>
                      </a:xfrm>
                      <a:prstGeom prst="rect">
                        <a:avLst/>
                      </a:prstGeom>
                      <a:noFill/>
                      <a:ln w="38100">
                        <a:noFill/>
                        <a:miter/>
                      </a:ln>
                    </p:spPr>
                  </p:pic>
                </p:oleObj>
              </mc:Fallback>
            </mc:AlternateContent>
          </a:graphicData>
        </a:graphic>
      </p:graphicFrame>
      <p:graphicFrame>
        <p:nvGraphicFramePr>
          <p:cNvPr id="36877" name="对象 -2147482565"/>
          <p:cNvGraphicFramePr>
            <a:graphicFrameLocks noChangeAspect="1"/>
          </p:cNvGraphicFramePr>
          <p:nvPr/>
        </p:nvGraphicFramePr>
        <p:xfrm>
          <a:off x="2906713" y="5000625"/>
          <a:ext cx="4021137" cy="774700"/>
        </p:xfrm>
        <a:graphic>
          <a:graphicData uri="http://schemas.openxmlformats.org/presentationml/2006/ole">
            <mc:AlternateContent xmlns:mc="http://schemas.openxmlformats.org/markup-compatibility/2006">
              <mc:Choice xmlns:v="urn:schemas-microsoft-com:vml" Requires="v">
                <p:oleObj spid="_x0000_s12269" r:id="rId22" imgW="41148000" imgH="10058400" progId="Equation.DSMT4">
                  <p:embed/>
                </p:oleObj>
              </mc:Choice>
              <mc:Fallback>
                <p:oleObj r:id="rId22" imgW="41148000" imgH="10058400" progId="Equation.DSMT4">
                  <p:embed/>
                  <p:pic>
                    <p:nvPicPr>
                      <p:cNvPr id="0" name="图片 3106"/>
                      <p:cNvPicPr/>
                      <p:nvPr/>
                    </p:nvPicPr>
                    <p:blipFill>
                      <a:blip r:embed="rId23"/>
                      <a:stretch>
                        <a:fillRect/>
                      </a:stretch>
                    </p:blipFill>
                    <p:spPr>
                      <a:xfrm>
                        <a:off x="2906713" y="5000625"/>
                        <a:ext cx="4021137" cy="774700"/>
                      </a:xfrm>
                      <a:prstGeom prst="rect">
                        <a:avLst/>
                      </a:prstGeom>
                      <a:noFill/>
                      <a:ln w="38100">
                        <a:noFill/>
                        <a:miter/>
                      </a:ln>
                    </p:spPr>
                  </p:pic>
                </p:oleObj>
              </mc:Fallback>
            </mc:AlternateContent>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3"/>
          <p:cNvSpPr>
            <a:spLocks noGrp="1"/>
          </p:cNvSpPr>
          <p:nvPr>
            <p:ph idx="1"/>
          </p:nvPr>
        </p:nvSpPr>
        <p:spPr>
          <a:xfrm>
            <a:off x="304800" y="1628775"/>
            <a:ext cx="8154988" cy="4392613"/>
          </a:xfrm>
        </p:spPr>
        <p:txBody>
          <a:bodyPr vert="horz" wrap="square" lIns="91440" tIns="45720" rIns="91440" bIns="45720" anchor="t" anchorCtr="0"/>
          <a:lstStyle/>
          <a:p>
            <a:pPr>
              <a:lnSpc>
                <a:spcPct val="120000"/>
              </a:lnSpc>
            </a:pPr>
            <a:r>
              <a:rPr lang="zh-CN" altLang="en-US" sz="2000" b="1" dirty="0">
                <a:solidFill>
                  <a:srgbClr val="0000FF"/>
                </a:solidFill>
                <a:latin typeface="宋体" panose="02010600030101010101" pitchFamily="2" charset="-122"/>
                <a:ea typeface="宋体" panose="02010600030101010101" pitchFamily="2" charset="-122"/>
              </a:rPr>
              <a:t>支持向量机是定义在特征空间上的间隔最大的线性分类器，它的学习思想是找到能够正确划分训练数据集并且使得几何间隔最大的分离超平面，</a:t>
            </a:r>
            <a:r>
              <a:rPr lang="zh-CN" altLang="en-US" sz="2000" b="1" dirty="0">
                <a:solidFill>
                  <a:srgbClr val="FF0000"/>
                </a:solidFill>
                <a:latin typeface="微软雅黑" panose="020B0503020204020204" pitchFamily="34" charset="-122"/>
                <a:ea typeface="微软雅黑" panose="020B0503020204020204" pitchFamily="34" charset="-122"/>
              </a:rPr>
              <a:t>数据点尽可能远离超平面</a:t>
            </a:r>
            <a:r>
              <a:rPr lang="zh-CN" altLang="en-US" sz="2000" b="1" dirty="0">
                <a:solidFill>
                  <a:srgbClr val="0000FF"/>
                </a:solidFill>
                <a:latin typeface="宋体" panose="02010600030101010101" pitchFamily="2" charset="-122"/>
                <a:ea typeface="宋体" panose="02010600030101010101" pitchFamily="2" charset="-122"/>
              </a:rPr>
              <a:t>。</a:t>
            </a:r>
            <a:endParaRPr lang="zh-CN" altLang="en-US" sz="2400" b="1" dirty="0">
              <a:solidFill>
                <a:srgbClr val="0000FF"/>
              </a:solidFill>
              <a:latin typeface="宋体" panose="02010600030101010101" pitchFamily="2" charset="-122"/>
              <a:ea typeface="宋体" panose="02010600030101010101" pitchFamily="2" charset="-122"/>
            </a:endParaRPr>
          </a:p>
          <a:p>
            <a:r>
              <a:rPr lang="zh-CN" altLang="en-US" sz="2000" b="1" dirty="0">
                <a:latin typeface="宋体" panose="02010600030101010101" pitchFamily="2" charset="-122"/>
                <a:ea typeface="宋体" panose="02010600030101010101" pitchFamily="2" charset="-122"/>
              </a:rPr>
              <a:t>最大几何间隔分离超平面的求解可以表述为下面的带约束最优化问题：</a:t>
            </a:r>
            <a:endParaRPr lang="en-US" altLang="zh-CN" b="1" dirty="0"/>
          </a:p>
          <a:p>
            <a:endParaRPr lang="en-US" altLang="zh-CN" b="1" dirty="0"/>
          </a:p>
          <a:p>
            <a:endParaRPr lang="zh-CN" altLang="en-US" sz="2000" b="1" dirty="0">
              <a:latin typeface="宋体" panose="02010600030101010101" pitchFamily="2" charset="-122"/>
              <a:ea typeface="宋体" panose="02010600030101010101" pitchFamily="2" charset="-122"/>
            </a:endParaRPr>
          </a:p>
          <a:p>
            <a:r>
              <a:rPr lang="zh-CN" altLang="en-US" sz="2000" b="1" dirty="0">
                <a:latin typeface="宋体" panose="02010600030101010101" pitchFamily="2" charset="-122"/>
                <a:ea typeface="宋体" panose="02010600030101010101" pitchFamily="2" charset="-122"/>
              </a:rPr>
              <a:t>由几何间隔与函数间隔的关系，上式可以写作：</a:t>
            </a:r>
          </a:p>
          <a:p>
            <a:endParaRPr lang="zh-CN" altLang="en-US" sz="2000" b="1" dirty="0">
              <a:latin typeface="宋体" panose="02010600030101010101" pitchFamily="2" charset="-122"/>
              <a:ea typeface="宋体" panose="02010600030101010101" pitchFamily="2" charset="-122"/>
            </a:endParaRPr>
          </a:p>
        </p:txBody>
      </p:sp>
      <p:sp>
        <p:nvSpPr>
          <p:cNvPr id="6" name="Rectangle 2"/>
          <p:cNvSpPr txBox="1"/>
          <p:nvPr/>
        </p:nvSpPr>
        <p:spPr bwMode="auto">
          <a:xfrm>
            <a:off x="-644525" y="981075"/>
            <a:ext cx="10515600" cy="596900"/>
          </a:xfrm>
          <a:prstGeom prst="rect">
            <a:avLst/>
          </a:prstGeom>
          <a:noFill/>
          <a:ln w="9525">
            <a:noFill/>
            <a:miter lim="800000"/>
          </a:ln>
        </p:spPr>
        <p:txBody>
          <a:bodyPr anchor="b"/>
          <a:lstStyle>
            <a:lvl1pPr>
              <a:defRPr>
                <a:solidFill>
                  <a:schemeClr val="tx1"/>
                </a:solidFill>
                <a:latin typeface="Times New Roman" panose="02020603050405020304" pitchFamily="18" charset="0"/>
                <a:ea typeface="宋体" panose="02010600030101010101" pitchFamily="2" charset="-122"/>
              </a:defRPr>
            </a:lvl1pPr>
            <a:lvl2pPr marL="742950" indent="-285750">
              <a:defRPr>
                <a:solidFill>
                  <a:schemeClr val="tx1"/>
                </a:solidFill>
                <a:latin typeface="Times New Roman" panose="02020603050405020304" pitchFamily="18" charset="0"/>
                <a:ea typeface="宋体" panose="02010600030101010101" pitchFamily="2" charset="-122"/>
              </a:defRPr>
            </a:lvl2pPr>
            <a:lvl3pPr marL="1143000" indent="-228600">
              <a:defRPr>
                <a:solidFill>
                  <a:schemeClr val="tx1"/>
                </a:solidFill>
                <a:latin typeface="Times New Roman" panose="02020603050405020304" pitchFamily="18" charset="0"/>
                <a:ea typeface="宋体" panose="02010600030101010101" pitchFamily="2" charset="-122"/>
              </a:defRPr>
            </a:lvl3pPr>
            <a:lvl4pPr marL="1600200" indent="-228600">
              <a:defRPr>
                <a:solidFill>
                  <a:schemeClr val="tx1"/>
                </a:solidFill>
                <a:latin typeface="Times New Roman" panose="02020603050405020304" pitchFamily="18" charset="0"/>
                <a:ea typeface="宋体" panose="02010600030101010101" pitchFamily="2" charset="-122"/>
              </a:defRPr>
            </a:lvl4pPr>
            <a:lvl5pPr marL="2057400" indent="-22860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1"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sym typeface="+mn-ea"/>
              </a:rPr>
              <a:t>最大间隔分离超平面</a:t>
            </a:r>
            <a:r>
              <a:rPr kumimoji="1" lang="zh-CN" altLang="en-US"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sym typeface="+mn-ea"/>
              </a:rPr>
              <a:t> </a:t>
            </a:r>
          </a:p>
        </p:txBody>
      </p:sp>
      <p:graphicFrame>
        <p:nvGraphicFramePr>
          <p:cNvPr id="37891" name="对象 -2147482564"/>
          <p:cNvGraphicFramePr>
            <a:graphicFrameLocks noChangeAspect="1"/>
          </p:cNvGraphicFramePr>
          <p:nvPr/>
        </p:nvGraphicFramePr>
        <p:xfrm>
          <a:off x="2590800" y="3178174"/>
          <a:ext cx="3582988" cy="1293813"/>
        </p:xfrm>
        <a:graphic>
          <a:graphicData uri="http://schemas.openxmlformats.org/presentationml/2006/ole">
            <mc:AlternateContent xmlns:mc="http://schemas.openxmlformats.org/markup-compatibility/2006">
              <mc:Choice xmlns:v="urn:schemas-microsoft-com:vml" Requires="v">
                <p:oleObj spid="_x0000_s12473" r:id="rId3" imgW="52730400" imgH="19202400" progId="Equation.DSMT4">
                  <p:embed/>
                </p:oleObj>
              </mc:Choice>
              <mc:Fallback>
                <p:oleObj r:id="rId3" imgW="52730400" imgH="19202400" progId="Equation.DSMT4">
                  <p:embed/>
                  <p:pic>
                    <p:nvPicPr>
                      <p:cNvPr id="0" name="图片 3110"/>
                      <p:cNvPicPr/>
                      <p:nvPr/>
                    </p:nvPicPr>
                    <p:blipFill>
                      <a:blip r:embed="rId4"/>
                      <a:stretch>
                        <a:fillRect/>
                      </a:stretch>
                    </p:blipFill>
                    <p:spPr>
                      <a:xfrm>
                        <a:off x="2590800" y="3178174"/>
                        <a:ext cx="3582988" cy="1293813"/>
                      </a:xfrm>
                      <a:prstGeom prst="rect">
                        <a:avLst/>
                      </a:prstGeom>
                      <a:noFill/>
                      <a:ln w="38100">
                        <a:noFill/>
                        <a:miter/>
                      </a:ln>
                    </p:spPr>
                  </p:pic>
                </p:oleObj>
              </mc:Fallback>
            </mc:AlternateContent>
          </a:graphicData>
        </a:graphic>
      </p:graphicFrame>
      <p:graphicFrame>
        <p:nvGraphicFramePr>
          <p:cNvPr id="37892" name="对象 -2147482563"/>
          <p:cNvGraphicFramePr>
            <a:graphicFrameLocks noChangeAspect="1"/>
          </p:cNvGraphicFramePr>
          <p:nvPr/>
        </p:nvGraphicFramePr>
        <p:xfrm>
          <a:off x="2652713" y="4916488"/>
          <a:ext cx="3460750" cy="1104900"/>
        </p:xfrm>
        <a:graphic>
          <a:graphicData uri="http://schemas.openxmlformats.org/presentationml/2006/ole">
            <mc:AlternateContent xmlns:mc="http://schemas.openxmlformats.org/markup-compatibility/2006">
              <mc:Choice xmlns:v="urn:schemas-microsoft-com:vml" Requires="v">
                <p:oleObj spid="_x0000_s12474" r:id="rId5" imgW="47548800" imgH="18592800" progId="Equation.DSMT4">
                  <p:embed/>
                </p:oleObj>
              </mc:Choice>
              <mc:Fallback>
                <p:oleObj r:id="rId5" imgW="47548800" imgH="18592800" progId="Equation.DSMT4">
                  <p:embed/>
                  <p:pic>
                    <p:nvPicPr>
                      <p:cNvPr id="0" name="图片 3111"/>
                      <p:cNvPicPr/>
                      <p:nvPr/>
                    </p:nvPicPr>
                    <p:blipFill>
                      <a:blip r:embed="rId6"/>
                      <a:stretch>
                        <a:fillRect/>
                      </a:stretch>
                    </p:blipFill>
                    <p:spPr>
                      <a:xfrm>
                        <a:off x="2652713" y="4916488"/>
                        <a:ext cx="3460750" cy="1104900"/>
                      </a:xfrm>
                      <a:prstGeom prst="rect">
                        <a:avLst/>
                      </a:prstGeom>
                      <a:noFill/>
                      <a:ln w="38100">
                        <a:noFill/>
                        <a:miter/>
                      </a:ln>
                    </p:spPr>
                  </p:pic>
                </p:oleObj>
              </mc:Fallback>
            </mc:AlternateContent>
          </a:graphicData>
        </a:graphic>
      </p:graphicFrame>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p:cNvSpPr>
            <a:spLocks noGrp="1"/>
          </p:cNvSpPr>
          <p:nvPr>
            <p:ph type="title"/>
          </p:nvPr>
        </p:nvSpPr>
        <p:spPr>
          <a:xfrm>
            <a:off x="827088" y="404813"/>
            <a:ext cx="7793038" cy="1143000"/>
          </a:xfrm>
        </p:spPr>
        <p:txBody>
          <a:bodyPr vert="horz" wrap="square" lIns="75301" tIns="37650" rIns="75301" bIns="3765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sym typeface="+mn-ea"/>
              </a:rPr>
              <a:t>支持矢量机学习算法</a:t>
            </a:r>
          </a:p>
        </p:txBody>
      </p:sp>
      <p:sp>
        <p:nvSpPr>
          <p:cNvPr id="37891" name="Rectangle 3"/>
          <p:cNvSpPr>
            <a:spLocks noGrp="1"/>
          </p:cNvSpPr>
          <p:nvPr>
            <p:ph idx="1"/>
          </p:nvPr>
        </p:nvSpPr>
        <p:spPr>
          <a:xfrm>
            <a:off x="827087" y="1700213"/>
            <a:ext cx="8137217" cy="4608513"/>
          </a:xfrm>
        </p:spPr>
        <p:txBody>
          <a:bodyPr vert="horz" wrap="square" lIns="75301" tIns="37650" rIns="75301" bIns="37650" numCol="1" anchor="t" anchorCtr="0" compatLnSpc="1"/>
          <a:lstStyle/>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0" lang="zh-CN" altLang="en-US" sz="3200" b="0"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rPr>
              <a:t>根据训练数据是否线性可分，支持向量机方法可分为三种模型：</a:t>
            </a:r>
            <a:endParaRPr kumimoji="0" lang="en-US" altLang="zh-CN" sz="3200" b="0"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rPr>
              <a:t>线性可分支持向量机</a:t>
            </a:r>
            <a:r>
              <a:rPr kumimoji="0" lang="en-US" altLang="zh-CN" sz="3200" b="0"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rPr>
              <a:t>(</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rPr>
              <a:t>数据和模型均线性</a:t>
            </a:r>
            <a:r>
              <a:rPr kumimoji="0" lang="en-US" altLang="zh-CN" sz="2400" b="0"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rPr>
              <a:t>,</a:t>
            </a:r>
            <a:r>
              <a:rPr lang="zh-CN" altLang="en-US" sz="2400" dirty="0">
                <a:ea typeface="宋体" panose="02010600030101010101" pitchFamily="2" charset="-122"/>
                <a:sym typeface="+mn-ea"/>
              </a:rPr>
              <a:t>硬间隔</a:t>
            </a:r>
            <a:r>
              <a:rPr kumimoji="0" lang="en-US" altLang="zh-CN" sz="3200" b="0"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rPr>
              <a:t>)</a:t>
            </a: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rPr>
              <a:t>线性支持向量机（</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rPr>
              <a:t>数据含噪，模型线性，软间隔</a:t>
            </a:r>
            <a:r>
              <a:rPr kumimoji="0" lang="zh-CN" altLang="en-US" sz="3200" b="0"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rPr>
              <a:t>）</a:t>
            </a:r>
            <a:endParaRPr kumimoji="0" lang="en-US" altLang="zh-CN" sz="3200" b="0"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rPr>
              <a:t>非线性向量机（</a:t>
            </a:r>
            <a:r>
              <a:rPr kumimoji="0" lang="zh-CN" altLang="en-US" sz="2400" b="0"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rPr>
              <a:t>数据和模型均非线性，核技巧</a:t>
            </a:r>
            <a:r>
              <a:rPr kumimoji="0" lang="zh-CN" altLang="en-US" sz="3200" b="0"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rPr>
              <a:t>）</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p:cNvSpPr>
            <a:spLocks noGrp="1"/>
          </p:cNvSpPr>
          <p:nvPr>
            <p:ph type="title"/>
          </p:nvPr>
        </p:nvSpPr>
        <p:spPr>
          <a:xfrm>
            <a:off x="827088" y="404813"/>
            <a:ext cx="7793038" cy="1143000"/>
          </a:xfrm>
        </p:spPr>
        <p:txBody>
          <a:bodyPr vert="horz" wrap="square" lIns="75301" tIns="37650" rIns="75301" bIns="3765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sym typeface="+mn-ea"/>
              </a:rPr>
              <a:t>1 </a:t>
            </a:r>
            <a:r>
              <a:rPr kumimoji="1" lang="zh-CN" altLang="en-US"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sym typeface="+mn-ea"/>
              </a:rPr>
              <a:t>线性可分支持向量机</a:t>
            </a:r>
          </a:p>
        </p:txBody>
      </p:sp>
      <p:sp>
        <p:nvSpPr>
          <p:cNvPr id="39938" name="Rectangle 3"/>
          <p:cNvSpPr>
            <a:spLocks noGrp="1"/>
          </p:cNvSpPr>
          <p:nvPr>
            <p:ph idx="1"/>
          </p:nvPr>
        </p:nvSpPr>
        <p:spPr/>
        <p:txBody>
          <a:bodyPr vert="horz" wrap="square" lIns="75301" tIns="37650" rIns="75301" bIns="37650" anchor="t" anchorCtr="0"/>
          <a:lstStyle/>
          <a:p>
            <a:pPr marL="0" indent="0" defTabSz="752475">
              <a:buNone/>
            </a:pPr>
            <a:r>
              <a:rPr lang="zh-CN" altLang="en-US" sz="2400" b="1" dirty="0">
                <a:solidFill>
                  <a:srgbClr val="0000FF"/>
                </a:solidFill>
                <a:ea typeface="宋体" panose="02010600030101010101" pitchFamily="2" charset="-122"/>
              </a:rPr>
              <a:t>对于给定的线性可分的训练数据集，通过间隔最大化或等价地求解相应的凸二次规划问题学习得到的分离超平面                为以及相应的分类决策函数                            称为</a:t>
            </a:r>
            <a:r>
              <a:rPr lang="zh-CN" altLang="en-US" sz="2400" b="1" dirty="0">
                <a:solidFill>
                  <a:srgbClr val="C00000"/>
                </a:solidFill>
                <a:ea typeface="宋体" panose="02010600030101010101" pitchFamily="2" charset="-122"/>
              </a:rPr>
              <a:t>线性可分支持向量机。</a:t>
            </a:r>
            <a:r>
              <a:rPr lang="zh-CN" altLang="en-US" b="1" dirty="0">
                <a:solidFill>
                  <a:srgbClr val="C00000"/>
                </a:solidFill>
                <a:ea typeface="宋体" panose="02010600030101010101" pitchFamily="2" charset="-122"/>
              </a:rPr>
              <a:t> </a:t>
            </a:r>
          </a:p>
          <a:p>
            <a:pPr marL="0" indent="0" defTabSz="752475">
              <a:buNone/>
            </a:pPr>
            <a:r>
              <a:rPr lang="zh-CN" altLang="en-US" sz="2400" b="1" dirty="0">
                <a:ea typeface="宋体" panose="02010600030101010101" pitchFamily="2" charset="-122"/>
              </a:rPr>
              <a:t>对于线性可分数据集，由于函数间隔的改变对上述最优化问题没有影响，</a:t>
            </a:r>
            <a:r>
              <a:rPr lang="zh-CN" altLang="en-US" sz="2400" b="1" u="sng" dirty="0">
                <a:ea typeface="宋体" panose="02010600030101010101" pitchFamily="2" charset="-122"/>
              </a:rPr>
              <a:t>我们可以取           </a:t>
            </a:r>
            <a:r>
              <a:rPr lang="zh-CN" altLang="en-US" sz="2400" b="1" dirty="0">
                <a:ea typeface="宋体" panose="02010600030101010101" pitchFamily="2" charset="-122"/>
              </a:rPr>
              <a:t>。即我们将全局的函数间隔定义为1，也即是定义离超平面最近的点的距离为</a:t>
            </a:r>
          </a:p>
          <a:p>
            <a:pPr marL="0" indent="0" defTabSz="752475">
              <a:buNone/>
            </a:pPr>
            <a:r>
              <a:rPr lang="zh-CN" altLang="en-US" sz="2400" b="1" dirty="0">
                <a:ea typeface="宋体" panose="02010600030101010101" pitchFamily="2" charset="-122"/>
              </a:rPr>
              <a:t>           。对目标函数进行改写后，得到如下的优化问题：</a:t>
            </a:r>
          </a:p>
          <a:p>
            <a:pPr marL="0" indent="0" defTabSz="752475">
              <a:buNone/>
            </a:pPr>
            <a:endParaRPr lang="zh-CN" altLang="en-US" b="1" dirty="0">
              <a:ea typeface="宋体" panose="02010600030101010101" pitchFamily="2" charset="-122"/>
            </a:endParaRPr>
          </a:p>
          <a:p>
            <a:pPr marL="0" indent="0" defTabSz="752475">
              <a:buNone/>
            </a:pPr>
            <a:r>
              <a:rPr lang="zh-CN" altLang="en-US" b="1" dirty="0">
                <a:ea typeface="宋体" panose="02010600030101010101" pitchFamily="2" charset="-122"/>
              </a:rPr>
              <a:t>                                                      </a:t>
            </a:r>
            <a:r>
              <a:rPr lang="zh-CN" altLang="en-US" sz="2000" b="1" dirty="0">
                <a:ea typeface="宋体" panose="02010600030101010101" pitchFamily="2" charset="-122"/>
              </a:rPr>
              <a:t>式（</a:t>
            </a:r>
            <a:r>
              <a:rPr lang="en-US" altLang="zh-CN" sz="2000" b="1" dirty="0">
                <a:ea typeface="宋体" panose="02010600030101010101" pitchFamily="2" charset="-122"/>
              </a:rPr>
              <a:t>1</a:t>
            </a:r>
            <a:r>
              <a:rPr lang="zh-CN" altLang="en-US" sz="2000" b="1" dirty="0">
                <a:ea typeface="宋体" panose="02010600030101010101" pitchFamily="2" charset="-122"/>
              </a:rPr>
              <a:t>）</a:t>
            </a:r>
          </a:p>
        </p:txBody>
      </p:sp>
      <p:graphicFrame>
        <p:nvGraphicFramePr>
          <p:cNvPr id="39939" name="对象 -2147482562"/>
          <p:cNvGraphicFramePr>
            <a:graphicFrameLocks noChangeAspect="1"/>
          </p:cNvGraphicFramePr>
          <p:nvPr/>
        </p:nvGraphicFramePr>
        <p:xfrm>
          <a:off x="1312863" y="2446338"/>
          <a:ext cx="1028700" cy="320675"/>
        </p:xfrm>
        <a:graphic>
          <a:graphicData uri="http://schemas.openxmlformats.org/presentationml/2006/ole">
            <mc:AlternateContent xmlns:mc="http://schemas.openxmlformats.org/markup-compatibility/2006">
              <mc:Choice xmlns:v="urn:schemas-microsoft-com:vml" Requires="v">
                <p:oleObj spid="_x0000_s13782" r:id="rId3" imgW="18592800" imgH="5486400" progId="Equation.DSMT4">
                  <p:embed/>
                </p:oleObj>
              </mc:Choice>
              <mc:Fallback>
                <p:oleObj r:id="rId3" imgW="18592800" imgH="5486400" progId="Equation.DSMT4">
                  <p:embed/>
                  <p:pic>
                    <p:nvPicPr>
                      <p:cNvPr id="0" name="图片 3118"/>
                      <p:cNvPicPr/>
                      <p:nvPr/>
                    </p:nvPicPr>
                    <p:blipFill>
                      <a:blip r:embed="rId4"/>
                      <a:stretch>
                        <a:fillRect/>
                      </a:stretch>
                    </p:blipFill>
                    <p:spPr>
                      <a:xfrm>
                        <a:off x="1312863" y="2446338"/>
                        <a:ext cx="1028700" cy="320675"/>
                      </a:xfrm>
                      <a:prstGeom prst="rect">
                        <a:avLst/>
                      </a:prstGeom>
                      <a:noFill/>
                      <a:ln w="38100">
                        <a:noFill/>
                        <a:miter/>
                      </a:ln>
                    </p:spPr>
                  </p:pic>
                </p:oleObj>
              </mc:Fallback>
            </mc:AlternateContent>
          </a:graphicData>
        </a:graphic>
      </p:graphicFrame>
      <p:graphicFrame>
        <p:nvGraphicFramePr>
          <p:cNvPr id="39940" name="对象 -2147482561"/>
          <p:cNvGraphicFramePr>
            <a:graphicFrameLocks noChangeAspect="1"/>
          </p:cNvGraphicFramePr>
          <p:nvPr/>
        </p:nvGraphicFramePr>
        <p:xfrm>
          <a:off x="6188075" y="2446338"/>
          <a:ext cx="2162175" cy="377825"/>
        </p:xfrm>
        <a:graphic>
          <a:graphicData uri="http://schemas.openxmlformats.org/presentationml/2006/ole">
            <mc:AlternateContent xmlns:mc="http://schemas.openxmlformats.org/markup-compatibility/2006">
              <mc:Choice xmlns:v="urn:schemas-microsoft-com:vml" Requires="v">
                <p:oleObj spid="_x0000_s13783" r:id="rId5" imgW="36576000" imgH="6400800" progId="Equation.DSMT4">
                  <p:embed/>
                </p:oleObj>
              </mc:Choice>
              <mc:Fallback>
                <p:oleObj r:id="rId5" imgW="36576000" imgH="6400800" progId="Equation.DSMT4">
                  <p:embed/>
                  <p:pic>
                    <p:nvPicPr>
                      <p:cNvPr id="0" name="图片 3119"/>
                      <p:cNvPicPr/>
                      <p:nvPr/>
                    </p:nvPicPr>
                    <p:blipFill>
                      <a:blip r:embed="rId6"/>
                      <a:stretch>
                        <a:fillRect/>
                      </a:stretch>
                    </p:blipFill>
                    <p:spPr>
                      <a:xfrm>
                        <a:off x="6188075" y="2446338"/>
                        <a:ext cx="2162175" cy="377825"/>
                      </a:xfrm>
                      <a:prstGeom prst="rect">
                        <a:avLst/>
                      </a:prstGeom>
                      <a:noFill/>
                      <a:ln w="38100">
                        <a:noFill/>
                        <a:miter/>
                      </a:ln>
                    </p:spPr>
                  </p:pic>
                </p:oleObj>
              </mc:Fallback>
            </mc:AlternateContent>
          </a:graphicData>
        </a:graphic>
      </p:graphicFrame>
      <p:graphicFrame>
        <p:nvGraphicFramePr>
          <p:cNvPr id="39941" name="对象 -2147482560"/>
          <p:cNvGraphicFramePr>
            <a:graphicFrameLocks noChangeAspect="1"/>
          </p:cNvGraphicFramePr>
          <p:nvPr/>
        </p:nvGraphicFramePr>
        <p:xfrm>
          <a:off x="4953000" y="3773488"/>
          <a:ext cx="735013" cy="336550"/>
        </p:xfrm>
        <a:graphic>
          <a:graphicData uri="http://schemas.openxmlformats.org/presentationml/2006/ole">
            <mc:AlternateContent xmlns:mc="http://schemas.openxmlformats.org/markup-compatibility/2006">
              <mc:Choice xmlns:v="urn:schemas-microsoft-com:vml" Requires="v">
                <p:oleObj spid="_x0000_s13784" r:id="rId7" imgW="8839200" imgH="5486400" progId="Equation.DSMT4">
                  <p:embed/>
                </p:oleObj>
              </mc:Choice>
              <mc:Fallback>
                <p:oleObj r:id="rId7" imgW="8839200" imgH="5486400" progId="Equation.DSMT4">
                  <p:embed/>
                  <p:pic>
                    <p:nvPicPr>
                      <p:cNvPr id="0" name="图片 3120"/>
                      <p:cNvPicPr/>
                      <p:nvPr/>
                    </p:nvPicPr>
                    <p:blipFill>
                      <a:blip r:embed="rId8"/>
                      <a:stretch>
                        <a:fillRect/>
                      </a:stretch>
                    </p:blipFill>
                    <p:spPr>
                      <a:xfrm>
                        <a:off x="4953000" y="3773488"/>
                        <a:ext cx="735013" cy="336550"/>
                      </a:xfrm>
                      <a:prstGeom prst="rect">
                        <a:avLst/>
                      </a:prstGeom>
                      <a:noFill/>
                      <a:ln w="38100">
                        <a:noFill/>
                        <a:miter/>
                      </a:ln>
                    </p:spPr>
                  </p:pic>
                </p:oleObj>
              </mc:Fallback>
            </mc:AlternateContent>
          </a:graphicData>
        </a:graphic>
      </p:graphicFrame>
      <p:graphicFrame>
        <p:nvGraphicFramePr>
          <p:cNvPr id="39942" name="对象 -2147482559"/>
          <p:cNvGraphicFramePr>
            <a:graphicFrameLocks noChangeAspect="1"/>
          </p:cNvGraphicFramePr>
          <p:nvPr/>
        </p:nvGraphicFramePr>
        <p:xfrm>
          <a:off x="1031875" y="4511675"/>
          <a:ext cx="669925" cy="815975"/>
        </p:xfrm>
        <a:graphic>
          <a:graphicData uri="http://schemas.openxmlformats.org/presentationml/2006/ole">
            <mc:AlternateContent xmlns:mc="http://schemas.openxmlformats.org/markup-compatibility/2006">
              <mc:Choice xmlns:v="urn:schemas-microsoft-com:vml" Requires="v">
                <p:oleObj spid="_x0000_s13785" r:id="rId9" imgW="9144000" imgH="11582400" progId="Equation.DSMT4">
                  <p:embed/>
                </p:oleObj>
              </mc:Choice>
              <mc:Fallback>
                <p:oleObj r:id="rId9" imgW="9144000" imgH="11582400" progId="Equation.DSMT4">
                  <p:embed/>
                  <p:pic>
                    <p:nvPicPr>
                      <p:cNvPr id="0" name="图片 3123"/>
                      <p:cNvPicPr/>
                      <p:nvPr/>
                    </p:nvPicPr>
                    <p:blipFill>
                      <a:blip r:embed="rId10"/>
                      <a:stretch>
                        <a:fillRect/>
                      </a:stretch>
                    </p:blipFill>
                    <p:spPr>
                      <a:xfrm>
                        <a:off x="1031875" y="4511675"/>
                        <a:ext cx="669925" cy="815975"/>
                      </a:xfrm>
                      <a:prstGeom prst="rect">
                        <a:avLst/>
                      </a:prstGeom>
                      <a:noFill/>
                      <a:ln w="38100">
                        <a:noFill/>
                        <a:miter/>
                      </a:ln>
                    </p:spPr>
                  </p:pic>
                </p:oleObj>
              </mc:Fallback>
            </mc:AlternateContent>
          </a:graphicData>
        </a:graphic>
      </p:graphicFrame>
      <p:graphicFrame>
        <p:nvGraphicFramePr>
          <p:cNvPr id="39943" name="对象 -2147482556"/>
          <p:cNvGraphicFramePr>
            <a:graphicFrameLocks noChangeAspect="1"/>
          </p:cNvGraphicFramePr>
          <p:nvPr/>
        </p:nvGraphicFramePr>
        <p:xfrm>
          <a:off x="2341563" y="5065713"/>
          <a:ext cx="3440112" cy="1349375"/>
        </p:xfrm>
        <a:graphic>
          <a:graphicData uri="http://schemas.openxmlformats.org/presentationml/2006/ole">
            <mc:AlternateContent xmlns:mc="http://schemas.openxmlformats.org/markup-compatibility/2006">
              <mc:Choice xmlns:v="urn:schemas-microsoft-com:vml" Requires="v">
                <p:oleObj spid="_x0000_s13786" r:id="rId11" imgW="49072800" imgH="19202400" progId="Equation.DSMT4">
                  <p:embed/>
                </p:oleObj>
              </mc:Choice>
              <mc:Fallback>
                <p:oleObj r:id="rId11" imgW="49072800" imgH="19202400" progId="Equation.DSMT4">
                  <p:embed/>
                  <p:pic>
                    <p:nvPicPr>
                      <p:cNvPr id="0" name="图片 3116"/>
                      <p:cNvPicPr/>
                      <p:nvPr/>
                    </p:nvPicPr>
                    <p:blipFill>
                      <a:blip r:embed="rId12"/>
                      <a:stretch>
                        <a:fillRect/>
                      </a:stretch>
                    </p:blipFill>
                    <p:spPr>
                      <a:xfrm>
                        <a:off x="2341563" y="5065713"/>
                        <a:ext cx="3440112" cy="1349375"/>
                      </a:xfrm>
                      <a:prstGeom prst="rect">
                        <a:avLst/>
                      </a:prstGeom>
                      <a:noFill/>
                      <a:ln w="38100">
                        <a:noFill/>
                        <a:miter/>
                      </a:ln>
                    </p:spPr>
                  </p:pic>
                </p:oleObj>
              </mc:Fallback>
            </mc:AlternateContent>
          </a:graphicData>
        </a:graphic>
      </p:graphicFrame>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p:cNvSpPr>
            <a:spLocks noGrp="1"/>
          </p:cNvSpPr>
          <p:nvPr>
            <p:ph type="title"/>
          </p:nvPr>
        </p:nvSpPr>
        <p:spPr>
          <a:xfrm>
            <a:off x="827088" y="404813"/>
            <a:ext cx="7793038" cy="1143000"/>
          </a:xfrm>
        </p:spPr>
        <p:txBody>
          <a:bodyPr vert="horz" wrap="square" lIns="75301" tIns="37650" rIns="75301" bIns="3765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200" b="1" i="0" u="none" strike="noStrike" kern="120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sym typeface="+mn-ea"/>
              </a:rPr>
              <a:t>线性可分SVM的学习算法</a:t>
            </a:r>
            <a:r>
              <a:rPr kumimoji="1" lang="en-US" altLang="zh-CN" sz="3200" b="1" i="0" u="none" strike="noStrike" kern="120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sym typeface="+mn-ea"/>
              </a:rPr>
              <a:t>——</a:t>
            </a:r>
            <a:r>
              <a:rPr kumimoji="1" lang="zh-CN" altLang="en-US" sz="3200" b="1" i="0" u="none" strike="noStrike" kern="120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sym typeface="+mn-ea"/>
              </a:rPr>
              <a:t>最大间隔法</a:t>
            </a:r>
          </a:p>
        </p:txBody>
      </p:sp>
      <p:sp>
        <p:nvSpPr>
          <p:cNvPr id="51203" name="Rectangle 3"/>
          <p:cNvSpPr>
            <a:spLocks noGrp="1"/>
          </p:cNvSpPr>
          <p:nvPr>
            <p:ph idx="1"/>
          </p:nvPr>
        </p:nvSpPr>
        <p:spPr>
          <a:xfrm>
            <a:off x="827088" y="1700213"/>
            <a:ext cx="7772400" cy="4608513"/>
          </a:xfrm>
        </p:spPr>
        <p:txBody>
          <a:bodyPr vert="horz" wrap="square" lIns="75301" tIns="37650" rIns="75301" bIns="37650" numCol="1" anchor="t" anchorCtr="0" compatLnSpc="1"/>
          <a:lstStyle/>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输入：线性可分的训练数据集，                                  其中               </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               ，              。 </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通过求解上式（</a:t>
            </a:r>
            <a:r>
              <a:rPr kumimoji="1" lang="en-US" altLang="zh-CN"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1</a:t>
            </a:r>
            <a:r>
              <a:rPr kumimoji="1" lang="zh-CN" altLang="en-US"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）的约束最优化问题得到最优解，   和     ，从而得到最大间隔分离超平面和分类决策函数。</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输出：最大间隔划分超平面和分类决策函数。</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对线性可分的数据集，特征空间中存在无数的划分超平面将两类数据正确分离开。但由上述的</a:t>
            </a:r>
            <a:r>
              <a:rPr kumimoji="1" lang="zh-CN" altLang="en-US" sz="2400" b="1" i="0" u="none" strike="noStrike" kern="0" cap="none" spc="0" normalizeH="0" baseline="0" noProof="1">
                <a:ln>
                  <a:noFill/>
                </a:ln>
                <a:solidFill>
                  <a:srgbClr val="C00000"/>
                </a:solidFill>
                <a:effectLst/>
                <a:uLnTx/>
                <a:uFillTx/>
                <a:latin typeface="+mn-lt"/>
                <a:ea typeface="宋体" panose="02010600030101010101" pitchFamily="2" charset="-122"/>
                <a:cs typeface="华文新魏" panose="02010800040101010101" pitchFamily="2" charset="-122"/>
                <a:sym typeface="+mn-ea"/>
              </a:rPr>
              <a:t>最大间隔法求得的划分超平面是存在且唯一的。</a:t>
            </a:r>
          </a:p>
        </p:txBody>
      </p:sp>
      <p:graphicFrame>
        <p:nvGraphicFramePr>
          <p:cNvPr id="40963" name="对象 -2147482552"/>
          <p:cNvGraphicFramePr>
            <a:graphicFrameLocks noChangeAspect="1"/>
          </p:cNvGraphicFramePr>
          <p:nvPr/>
        </p:nvGraphicFramePr>
        <p:xfrm>
          <a:off x="5043488" y="1768475"/>
          <a:ext cx="2728912" cy="307975"/>
        </p:xfrm>
        <a:graphic>
          <a:graphicData uri="http://schemas.openxmlformats.org/presentationml/2006/ole">
            <mc:AlternateContent xmlns:mc="http://schemas.openxmlformats.org/markup-compatibility/2006">
              <mc:Choice xmlns:v="urn:schemas-microsoft-com:vml" Requires="v">
                <p:oleObj spid="_x0000_s14881" r:id="rId3" imgW="48463200" imgH="5486400" progId="Equation.DSMT4">
                  <p:embed/>
                </p:oleObj>
              </mc:Choice>
              <mc:Fallback>
                <p:oleObj r:id="rId3" imgW="48463200" imgH="5486400" progId="Equation.DSMT4">
                  <p:embed/>
                  <p:pic>
                    <p:nvPicPr>
                      <p:cNvPr id="0" name="图片 3121"/>
                      <p:cNvPicPr/>
                      <p:nvPr/>
                    </p:nvPicPr>
                    <p:blipFill>
                      <a:blip r:embed="rId4"/>
                      <a:stretch>
                        <a:fillRect/>
                      </a:stretch>
                    </p:blipFill>
                    <p:spPr>
                      <a:xfrm>
                        <a:off x="5043488" y="1768475"/>
                        <a:ext cx="2728912" cy="307975"/>
                      </a:xfrm>
                      <a:prstGeom prst="rect">
                        <a:avLst/>
                      </a:prstGeom>
                      <a:noFill/>
                      <a:ln w="38100">
                        <a:noFill/>
                        <a:miter/>
                      </a:ln>
                    </p:spPr>
                  </p:pic>
                </p:oleObj>
              </mc:Fallback>
            </mc:AlternateContent>
          </a:graphicData>
        </a:graphic>
      </p:graphicFrame>
      <p:graphicFrame>
        <p:nvGraphicFramePr>
          <p:cNvPr id="40964" name="对象 -2147482551"/>
          <p:cNvGraphicFramePr>
            <a:graphicFrameLocks noChangeAspect="1"/>
          </p:cNvGraphicFramePr>
          <p:nvPr/>
        </p:nvGraphicFramePr>
        <p:xfrm>
          <a:off x="936625" y="2151063"/>
          <a:ext cx="1098550" cy="369887"/>
        </p:xfrm>
        <a:graphic>
          <a:graphicData uri="http://schemas.openxmlformats.org/presentationml/2006/ole">
            <mc:AlternateContent xmlns:mc="http://schemas.openxmlformats.org/markup-compatibility/2006">
              <mc:Choice xmlns:v="urn:schemas-microsoft-com:vml" Requires="v">
                <p:oleObj spid="_x0000_s14882" r:id="rId5" imgW="17373600" imgH="5791200" progId="Equation.DSMT4">
                  <p:embed/>
                </p:oleObj>
              </mc:Choice>
              <mc:Fallback>
                <p:oleObj r:id="rId5" imgW="17373600" imgH="5791200" progId="Equation.DSMT4">
                  <p:embed/>
                  <p:pic>
                    <p:nvPicPr>
                      <p:cNvPr id="0" name="图片 3124"/>
                      <p:cNvPicPr/>
                      <p:nvPr/>
                    </p:nvPicPr>
                    <p:blipFill>
                      <a:blip r:embed="rId6"/>
                      <a:stretch>
                        <a:fillRect/>
                      </a:stretch>
                    </p:blipFill>
                    <p:spPr>
                      <a:xfrm>
                        <a:off x="936625" y="2151063"/>
                        <a:ext cx="1098550" cy="369887"/>
                      </a:xfrm>
                      <a:prstGeom prst="rect">
                        <a:avLst/>
                      </a:prstGeom>
                      <a:noFill/>
                      <a:ln w="38100">
                        <a:noFill/>
                        <a:miter/>
                      </a:ln>
                    </p:spPr>
                  </p:pic>
                </p:oleObj>
              </mc:Fallback>
            </mc:AlternateContent>
          </a:graphicData>
        </a:graphic>
      </p:graphicFrame>
      <p:graphicFrame>
        <p:nvGraphicFramePr>
          <p:cNvPr id="40965" name="对象 -2147482550"/>
          <p:cNvGraphicFramePr>
            <a:graphicFrameLocks noChangeAspect="1"/>
          </p:cNvGraphicFramePr>
          <p:nvPr/>
        </p:nvGraphicFramePr>
        <p:xfrm>
          <a:off x="2212975" y="2151063"/>
          <a:ext cx="1249363" cy="369887"/>
        </p:xfrm>
        <a:graphic>
          <a:graphicData uri="http://schemas.openxmlformats.org/presentationml/2006/ole">
            <mc:AlternateContent xmlns:mc="http://schemas.openxmlformats.org/markup-compatibility/2006">
              <mc:Choice xmlns:v="urn:schemas-microsoft-com:vml" Requires="v">
                <p:oleObj spid="_x0000_s14883" r:id="rId7" imgW="18592800" imgH="5486400" progId="Equation.DSMT4">
                  <p:embed/>
                </p:oleObj>
              </mc:Choice>
              <mc:Fallback>
                <p:oleObj r:id="rId7" imgW="18592800" imgH="5486400" progId="Equation.DSMT4">
                  <p:embed/>
                  <p:pic>
                    <p:nvPicPr>
                      <p:cNvPr id="0" name="图片 3125"/>
                      <p:cNvPicPr/>
                      <p:nvPr/>
                    </p:nvPicPr>
                    <p:blipFill>
                      <a:blip r:embed="rId8"/>
                      <a:stretch>
                        <a:fillRect/>
                      </a:stretch>
                    </p:blipFill>
                    <p:spPr>
                      <a:xfrm>
                        <a:off x="2212975" y="2151063"/>
                        <a:ext cx="1249363" cy="369887"/>
                      </a:xfrm>
                      <a:prstGeom prst="rect">
                        <a:avLst/>
                      </a:prstGeom>
                      <a:noFill/>
                      <a:ln w="38100">
                        <a:noFill/>
                        <a:miter/>
                      </a:ln>
                    </p:spPr>
                  </p:pic>
                </p:oleObj>
              </mc:Fallback>
            </mc:AlternateContent>
          </a:graphicData>
        </a:graphic>
      </p:graphicFrame>
      <p:graphicFrame>
        <p:nvGraphicFramePr>
          <p:cNvPr id="40966" name="对象 -2147482549"/>
          <p:cNvGraphicFramePr>
            <a:graphicFrameLocks noChangeAspect="1"/>
          </p:cNvGraphicFramePr>
          <p:nvPr/>
        </p:nvGraphicFramePr>
        <p:xfrm>
          <a:off x="3683000" y="2182813"/>
          <a:ext cx="1065213" cy="306387"/>
        </p:xfrm>
        <a:graphic>
          <a:graphicData uri="http://schemas.openxmlformats.org/presentationml/2006/ole">
            <mc:AlternateContent xmlns:mc="http://schemas.openxmlformats.org/markup-compatibility/2006">
              <mc:Choice xmlns:v="urn:schemas-microsoft-com:vml" Requires="v">
                <p:oleObj spid="_x0000_s14884" r:id="rId9" imgW="16764000" imgH="4876800" progId="Equation.DSMT4">
                  <p:embed/>
                </p:oleObj>
              </mc:Choice>
              <mc:Fallback>
                <p:oleObj r:id="rId9" imgW="16764000" imgH="4876800" progId="Equation.DSMT4">
                  <p:embed/>
                  <p:pic>
                    <p:nvPicPr>
                      <p:cNvPr id="0" name="图片 3115"/>
                      <p:cNvPicPr/>
                      <p:nvPr/>
                    </p:nvPicPr>
                    <p:blipFill>
                      <a:blip r:embed="rId10"/>
                      <a:stretch>
                        <a:fillRect/>
                      </a:stretch>
                    </p:blipFill>
                    <p:spPr>
                      <a:xfrm>
                        <a:off x="3683000" y="2182813"/>
                        <a:ext cx="1065213" cy="306387"/>
                      </a:xfrm>
                      <a:prstGeom prst="rect">
                        <a:avLst/>
                      </a:prstGeom>
                      <a:noFill/>
                      <a:ln w="38100">
                        <a:noFill/>
                        <a:miter/>
                      </a:ln>
                    </p:spPr>
                  </p:pic>
                </p:oleObj>
              </mc:Fallback>
            </mc:AlternateContent>
          </a:graphicData>
        </a:graphic>
      </p:graphicFrame>
      <p:graphicFrame>
        <p:nvGraphicFramePr>
          <p:cNvPr id="40967" name="对象 -2147482548"/>
          <p:cNvGraphicFramePr>
            <a:graphicFrameLocks noChangeAspect="1"/>
          </p:cNvGraphicFramePr>
          <p:nvPr/>
        </p:nvGraphicFramePr>
        <p:xfrm>
          <a:off x="7640638" y="2489200"/>
          <a:ext cx="455612" cy="495300"/>
        </p:xfrm>
        <a:graphic>
          <a:graphicData uri="http://schemas.openxmlformats.org/presentationml/2006/ole">
            <mc:AlternateContent xmlns:mc="http://schemas.openxmlformats.org/markup-compatibility/2006">
              <mc:Choice xmlns:v="urn:schemas-microsoft-com:vml" Requires="v">
                <p:oleObj spid="_x0000_s14885" r:id="rId11" imgW="5181600" imgH="5486400" progId="Equation.DSMT4">
                  <p:embed/>
                </p:oleObj>
              </mc:Choice>
              <mc:Fallback>
                <p:oleObj r:id="rId11" imgW="5181600" imgH="5486400" progId="Equation.DSMT4">
                  <p:embed/>
                  <p:pic>
                    <p:nvPicPr>
                      <p:cNvPr id="0" name="图片 3122"/>
                      <p:cNvPicPr/>
                      <p:nvPr/>
                    </p:nvPicPr>
                    <p:blipFill>
                      <a:blip r:embed="rId12"/>
                      <a:stretch>
                        <a:fillRect/>
                      </a:stretch>
                    </p:blipFill>
                    <p:spPr>
                      <a:xfrm>
                        <a:off x="7640638" y="2489200"/>
                        <a:ext cx="455612" cy="495300"/>
                      </a:xfrm>
                      <a:prstGeom prst="rect">
                        <a:avLst/>
                      </a:prstGeom>
                      <a:noFill/>
                      <a:ln w="38100">
                        <a:noFill/>
                        <a:miter/>
                      </a:ln>
                    </p:spPr>
                  </p:pic>
                </p:oleObj>
              </mc:Fallback>
            </mc:AlternateContent>
          </a:graphicData>
        </a:graphic>
      </p:graphicFrame>
      <p:graphicFrame>
        <p:nvGraphicFramePr>
          <p:cNvPr id="40968" name="对象 -2147482547"/>
          <p:cNvGraphicFramePr>
            <a:graphicFrameLocks noChangeAspect="1"/>
          </p:cNvGraphicFramePr>
          <p:nvPr/>
        </p:nvGraphicFramePr>
        <p:xfrm>
          <a:off x="8382000" y="2524125"/>
          <a:ext cx="366713" cy="460375"/>
        </p:xfrm>
        <a:graphic>
          <a:graphicData uri="http://schemas.openxmlformats.org/presentationml/2006/ole">
            <mc:AlternateContent xmlns:mc="http://schemas.openxmlformats.org/markup-compatibility/2006">
              <mc:Choice xmlns:v="urn:schemas-microsoft-com:vml" Requires="v">
                <p:oleObj spid="_x0000_s14886" r:id="rId13" imgW="4267200" imgH="5486400" progId="Equation.DSMT4">
                  <p:embed/>
                </p:oleObj>
              </mc:Choice>
              <mc:Fallback>
                <p:oleObj r:id="rId13" imgW="4267200" imgH="5486400" progId="Equation.DSMT4">
                  <p:embed/>
                  <p:pic>
                    <p:nvPicPr>
                      <p:cNvPr id="0" name="图片 3117"/>
                      <p:cNvPicPr/>
                      <p:nvPr/>
                    </p:nvPicPr>
                    <p:blipFill>
                      <a:blip r:embed="rId14"/>
                      <a:stretch>
                        <a:fillRect/>
                      </a:stretch>
                    </p:blipFill>
                    <p:spPr>
                      <a:xfrm>
                        <a:off x="8382000" y="2524125"/>
                        <a:ext cx="366713" cy="460375"/>
                      </a:xfrm>
                      <a:prstGeom prst="rect">
                        <a:avLst/>
                      </a:prstGeom>
                      <a:noFill/>
                      <a:ln w="38100">
                        <a:noFill/>
                        <a:miter/>
                      </a:ln>
                    </p:spPr>
                  </p:pic>
                </p:oleObj>
              </mc:Fallback>
            </mc:AlternateContent>
          </a:graphicData>
        </a:graphic>
      </p:graphicFrame>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p:cNvSpPr>
            <a:spLocks noGrp="1"/>
          </p:cNvSpPr>
          <p:nvPr>
            <p:ph type="title"/>
          </p:nvPr>
        </p:nvSpPr>
        <p:spPr>
          <a:xfrm>
            <a:off x="827088" y="404813"/>
            <a:ext cx="7793038" cy="1143000"/>
          </a:xfrm>
        </p:spPr>
        <p:txBody>
          <a:bodyPr vert="horz" wrap="square" lIns="75301" tIns="37650" rIns="75301" bIns="3765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sym typeface="+mn-ea"/>
              </a:rPr>
              <a:t>支持向量</a:t>
            </a:r>
          </a:p>
        </p:txBody>
      </p:sp>
      <p:sp>
        <p:nvSpPr>
          <p:cNvPr id="51203" name="Rectangle 3"/>
          <p:cNvSpPr>
            <a:spLocks noGrp="1"/>
          </p:cNvSpPr>
          <p:nvPr>
            <p:ph idx="1"/>
          </p:nvPr>
        </p:nvSpPr>
        <p:spPr>
          <a:xfrm>
            <a:off x="827088" y="1700213"/>
            <a:ext cx="7772400" cy="4608513"/>
          </a:xfrm>
        </p:spPr>
        <p:txBody>
          <a:bodyPr vert="horz" wrap="square" lIns="75301" tIns="37650" rIns="75301" bIns="37650" numCol="1" anchor="t" anchorCtr="0" compatLnSpc="1"/>
          <a:lstStyle/>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在线性可分的前提下，使得上式（</a:t>
            </a:r>
            <a:r>
              <a:rPr kumimoji="1" lang="en-US" altLang="zh-CN" sz="28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1</a:t>
            </a:r>
            <a:r>
              <a:rPr kumimoji="1" lang="zh-CN" altLang="en-US" sz="28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）中约束中等号成立的点（即满足                                 </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8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的点）称为支持向量。</a:t>
            </a: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zh-CN" altLang="en-US" sz="28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zh-CN" altLang="en-US" sz="28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p:txBody>
      </p:sp>
      <p:graphicFrame>
        <p:nvGraphicFramePr>
          <p:cNvPr id="41987" name="对象 -2147482230"/>
          <p:cNvGraphicFramePr>
            <a:graphicFrameLocks noChangeAspect="1"/>
          </p:cNvGraphicFramePr>
          <p:nvPr/>
        </p:nvGraphicFramePr>
        <p:xfrm>
          <a:off x="5237163" y="2166938"/>
          <a:ext cx="3046412" cy="442912"/>
        </p:xfrm>
        <a:graphic>
          <a:graphicData uri="http://schemas.openxmlformats.org/presentationml/2006/ole">
            <mc:AlternateContent xmlns:mc="http://schemas.openxmlformats.org/markup-compatibility/2006">
              <mc:Choice xmlns:v="urn:schemas-microsoft-com:vml" Requires="v">
                <p:oleObj spid="_x0000_s15455" r:id="rId3" imgW="44196000" imgH="6400800" progId="Equation.DSMT4">
                  <p:embed/>
                </p:oleObj>
              </mc:Choice>
              <mc:Fallback>
                <p:oleObj r:id="rId3" imgW="44196000" imgH="6400800" progId="Equation.DSMT4">
                  <p:embed/>
                  <p:pic>
                    <p:nvPicPr>
                      <p:cNvPr id="0" name="图片 3129"/>
                      <p:cNvPicPr/>
                      <p:nvPr/>
                    </p:nvPicPr>
                    <p:blipFill>
                      <a:blip r:embed="rId4"/>
                      <a:stretch>
                        <a:fillRect/>
                      </a:stretch>
                    </p:blipFill>
                    <p:spPr>
                      <a:xfrm>
                        <a:off x="5237163" y="2166938"/>
                        <a:ext cx="3046412" cy="442912"/>
                      </a:xfrm>
                      <a:prstGeom prst="rect">
                        <a:avLst/>
                      </a:prstGeom>
                      <a:noFill/>
                      <a:ln w="38100">
                        <a:noFill/>
                        <a:miter/>
                      </a:ln>
                    </p:spPr>
                  </p:pic>
                </p:oleObj>
              </mc:Fallback>
            </mc:AlternateContent>
          </a:graphicData>
        </a:graphic>
      </p:graphicFrame>
      <p:pic>
        <p:nvPicPr>
          <p:cNvPr id="41988" name="图片 3"/>
          <p:cNvPicPr>
            <a:picLocks noChangeAspect="1"/>
          </p:cNvPicPr>
          <p:nvPr/>
        </p:nvPicPr>
        <p:blipFill>
          <a:blip r:embed="rId5"/>
          <a:stretch>
            <a:fillRect/>
          </a:stretch>
        </p:blipFill>
        <p:spPr>
          <a:xfrm>
            <a:off x="2416175" y="3082925"/>
            <a:ext cx="3968750" cy="3495675"/>
          </a:xfrm>
          <a:prstGeom prst="rect">
            <a:avLst/>
          </a:prstGeom>
          <a:noFill/>
          <a:ln w="9525">
            <a:noFill/>
          </a:ln>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p:cNvSpPr>
            <a:spLocks noGrp="1"/>
          </p:cNvSpPr>
          <p:nvPr>
            <p:ph type="title"/>
          </p:nvPr>
        </p:nvSpPr>
        <p:spPr>
          <a:xfrm>
            <a:off x="827088" y="404813"/>
            <a:ext cx="7793038" cy="1143000"/>
          </a:xfrm>
        </p:spPr>
        <p:txBody>
          <a:bodyPr vert="horz" wrap="square" lIns="75301" tIns="37650" rIns="75301" bIns="3765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sym typeface="+mn-ea"/>
              </a:rPr>
              <a:t>线性可分SVM的对偶学习</a:t>
            </a:r>
          </a:p>
        </p:txBody>
      </p:sp>
      <p:sp>
        <p:nvSpPr>
          <p:cNvPr id="51203" name="Rectangle 3"/>
          <p:cNvSpPr>
            <a:spLocks noGrp="1"/>
          </p:cNvSpPr>
          <p:nvPr>
            <p:ph idx="1"/>
          </p:nvPr>
        </p:nvSpPr>
        <p:spPr>
          <a:xfrm>
            <a:off x="827088" y="1608138"/>
            <a:ext cx="7772400" cy="4700588"/>
          </a:xfrm>
        </p:spPr>
        <p:txBody>
          <a:bodyPr vert="horz" wrap="square" lIns="75301" tIns="37650" rIns="75301" bIns="37650" numCol="1" anchor="t" anchorCtr="0" compatLnSpc="1"/>
          <a:lstStyle/>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考虑式（</a:t>
            </a:r>
            <a:r>
              <a:rPr kumimoji="1" lang="en-US" altLang="zh-CN"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1</a:t>
            </a:r>
            <a:r>
              <a:rPr kumimoji="1" lang="zh-CN" altLang="en-US"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）的求解问题，根据拉格朗日函数的对偶性，可以通过求解其对偶问题得到该问题的解。 我们将约束条件改写为：</a:t>
            </a: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zh-CN" altLang="en-US"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在这里，每一个约束都表示一个训练样本。 构造拉格朗日函数为</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a:t>
            </a:r>
            <a:r>
              <a:rPr kumimoji="1" lang="zh-CN" altLang="en-US" sz="18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式（</a:t>
            </a:r>
            <a:r>
              <a:rPr kumimoji="1" lang="en-US" altLang="zh-CN" sz="18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2</a:t>
            </a:r>
            <a:r>
              <a:rPr kumimoji="1" lang="zh-CN" altLang="en-US" sz="18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a:t>
            </a:r>
            <a:endParaRPr kumimoji="1" lang="zh-CN" altLang="en-US" sz="16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a:t>
            </a:r>
            <a:r>
              <a:rPr kumimoji="1" lang="zh-CN" altLang="en-US" sz="2400" b="1" i="0" u="sng"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这里引入了拉格朗日乘子</a:t>
            </a: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根据拉格朗日函数的对偶性，将原始问题转化为其对偶问题：</a:t>
            </a: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zh-CN" altLang="en-US"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p:txBody>
      </p:sp>
      <p:graphicFrame>
        <p:nvGraphicFramePr>
          <p:cNvPr id="43011" name="对象 -2147482542"/>
          <p:cNvGraphicFramePr>
            <a:graphicFrameLocks noChangeAspect="1"/>
          </p:cNvGraphicFramePr>
          <p:nvPr/>
        </p:nvGraphicFramePr>
        <p:xfrm>
          <a:off x="2119313" y="2635250"/>
          <a:ext cx="5662612" cy="520700"/>
        </p:xfrm>
        <a:graphic>
          <a:graphicData uri="http://schemas.openxmlformats.org/presentationml/2006/ole">
            <mc:AlternateContent xmlns:mc="http://schemas.openxmlformats.org/markup-compatibility/2006">
              <mc:Choice xmlns:v="urn:schemas-microsoft-com:vml" Requires="v">
                <p:oleObj spid="_x0000_s16757" r:id="rId3" imgW="69494400" imgH="6400800" progId="Equation.DSMT4">
                  <p:embed/>
                </p:oleObj>
              </mc:Choice>
              <mc:Fallback>
                <p:oleObj r:id="rId3" imgW="69494400" imgH="6400800" progId="Equation.DSMT4">
                  <p:embed/>
                  <p:pic>
                    <p:nvPicPr>
                      <p:cNvPr id="0" name="图片 3126"/>
                      <p:cNvPicPr/>
                      <p:nvPr/>
                    </p:nvPicPr>
                    <p:blipFill>
                      <a:blip r:embed="rId4"/>
                      <a:stretch>
                        <a:fillRect/>
                      </a:stretch>
                    </p:blipFill>
                    <p:spPr>
                      <a:xfrm>
                        <a:off x="2119313" y="2635250"/>
                        <a:ext cx="5662612" cy="520700"/>
                      </a:xfrm>
                      <a:prstGeom prst="rect">
                        <a:avLst/>
                      </a:prstGeom>
                      <a:noFill/>
                      <a:ln w="38100">
                        <a:noFill/>
                        <a:miter/>
                      </a:ln>
                    </p:spPr>
                  </p:pic>
                </p:oleObj>
              </mc:Fallback>
            </mc:AlternateContent>
          </a:graphicData>
        </a:graphic>
      </p:graphicFrame>
      <p:graphicFrame>
        <p:nvGraphicFramePr>
          <p:cNvPr id="43012" name="对象 -2147482541"/>
          <p:cNvGraphicFramePr>
            <a:graphicFrameLocks noChangeAspect="1"/>
          </p:cNvGraphicFramePr>
          <p:nvPr/>
        </p:nvGraphicFramePr>
        <p:xfrm>
          <a:off x="1357313" y="3859213"/>
          <a:ext cx="5605462" cy="892175"/>
        </p:xfrm>
        <a:graphic>
          <a:graphicData uri="http://schemas.openxmlformats.org/presentationml/2006/ole">
            <mc:AlternateContent xmlns:mc="http://schemas.openxmlformats.org/markup-compatibility/2006">
              <mc:Choice xmlns:v="urn:schemas-microsoft-com:vml" Requires="v">
                <p:oleObj spid="_x0000_s16758" r:id="rId5" imgW="74676000" imgH="11887200" progId="Equation.DSMT4">
                  <p:embed/>
                </p:oleObj>
              </mc:Choice>
              <mc:Fallback>
                <p:oleObj r:id="rId5" imgW="74676000" imgH="11887200" progId="Equation.DSMT4">
                  <p:embed/>
                  <p:pic>
                    <p:nvPicPr>
                      <p:cNvPr id="0" name="图片 3127"/>
                      <p:cNvPicPr/>
                      <p:nvPr/>
                    </p:nvPicPr>
                    <p:blipFill>
                      <a:blip r:embed="rId6"/>
                      <a:stretch>
                        <a:fillRect/>
                      </a:stretch>
                    </p:blipFill>
                    <p:spPr>
                      <a:xfrm>
                        <a:off x="1357313" y="3859213"/>
                        <a:ext cx="5605462" cy="892175"/>
                      </a:xfrm>
                      <a:prstGeom prst="rect">
                        <a:avLst/>
                      </a:prstGeom>
                      <a:noFill/>
                      <a:ln w="38100">
                        <a:noFill/>
                        <a:miter/>
                      </a:ln>
                    </p:spPr>
                  </p:pic>
                </p:oleObj>
              </mc:Fallback>
            </mc:AlternateContent>
          </a:graphicData>
        </a:graphic>
      </p:graphicFrame>
      <p:graphicFrame>
        <p:nvGraphicFramePr>
          <p:cNvPr id="43013" name="对象 -2147482229"/>
          <p:cNvGraphicFramePr>
            <a:graphicFrameLocks noChangeAspect="1"/>
          </p:cNvGraphicFramePr>
          <p:nvPr/>
        </p:nvGraphicFramePr>
        <p:xfrm>
          <a:off x="4373563" y="4899025"/>
          <a:ext cx="1878012" cy="374650"/>
        </p:xfrm>
        <a:graphic>
          <a:graphicData uri="http://schemas.openxmlformats.org/presentationml/2006/ole">
            <mc:AlternateContent xmlns:mc="http://schemas.openxmlformats.org/markup-compatibility/2006">
              <mc:Choice xmlns:v="urn:schemas-microsoft-com:vml" Requires="v">
                <p:oleObj spid="_x0000_s16759" r:id="rId7" imgW="27432000" imgH="5486400" progId="Equation.DSMT4">
                  <p:embed/>
                </p:oleObj>
              </mc:Choice>
              <mc:Fallback>
                <p:oleObj r:id="rId7" imgW="27432000" imgH="5486400" progId="Equation.DSMT4">
                  <p:embed/>
                  <p:pic>
                    <p:nvPicPr>
                      <p:cNvPr id="0" name="图片 3128"/>
                      <p:cNvPicPr/>
                      <p:nvPr/>
                    </p:nvPicPr>
                    <p:blipFill>
                      <a:blip r:embed="rId8"/>
                      <a:stretch>
                        <a:fillRect/>
                      </a:stretch>
                    </p:blipFill>
                    <p:spPr>
                      <a:xfrm>
                        <a:off x="4373563" y="4899025"/>
                        <a:ext cx="1878012" cy="374650"/>
                      </a:xfrm>
                      <a:prstGeom prst="rect">
                        <a:avLst/>
                      </a:prstGeom>
                      <a:noFill/>
                      <a:ln w="38100">
                        <a:noFill/>
                        <a:miter/>
                      </a:ln>
                    </p:spPr>
                  </p:pic>
                </p:oleObj>
              </mc:Fallback>
            </mc:AlternateContent>
          </a:graphicData>
        </a:graphic>
      </p:graphicFrame>
      <p:graphicFrame>
        <p:nvGraphicFramePr>
          <p:cNvPr id="43014" name="对象 -2147482228"/>
          <p:cNvGraphicFramePr>
            <a:graphicFrameLocks noChangeAspect="1"/>
          </p:cNvGraphicFramePr>
          <p:nvPr/>
        </p:nvGraphicFramePr>
        <p:xfrm>
          <a:off x="2843213" y="5784850"/>
          <a:ext cx="3324225" cy="646113"/>
        </p:xfrm>
        <a:graphic>
          <a:graphicData uri="http://schemas.openxmlformats.org/presentationml/2006/ole">
            <mc:AlternateContent xmlns:mc="http://schemas.openxmlformats.org/markup-compatibility/2006">
              <mc:Choice xmlns:v="urn:schemas-microsoft-com:vml" Requires="v">
                <p:oleObj spid="_x0000_s16760" r:id="rId9" imgW="41148000" imgH="7924800" progId="Equation.DSMT4">
                  <p:embed/>
                </p:oleObj>
              </mc:Choice>
              <mc:Fallback>
                <p:oleObj r:id="rId9" imgW="41148000" imgH="7924800" progId="Equation.DSMT4">
                  <p:embed/>
                  <p:pic>
                    <p:nvPicPr>
                      <p:cNvPr id="0" name="图片 3130"/>
                      <p:cNvPicPr/>
                      <p:nvPr/>
                    </p:nvPicPr>
                    <p:blipFill>
                      <a:blip r:embed="rId10"/>
                      <a:stretch>
                        <a:fillRect/>
                      </a:stretch>
                    </p:blipFill>
                    <p:spPr>
                      <a:xfrm>
                        <a:off x="2843213" y="5784850"/>
                        <a:ext cx="3324225" cy="646113"/>
                      </a:xfrm>
                      <a:prstGeom prst="rect">
                        <a:avLst/>
                      </a:prstGeom>
                      <a:noFill/>
                      <a:ln w="38100">
                        <a:noFill/>
                        <a:miter/>
                      </a:ln>
                    </p:spPr>
                  </p:pic>
                </p:oleObj>
              </mc:Fallback>
            </mc:AlternateContent>
          </a:graphicData>
        </a:graphic>
      </p:graphicFrame>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51700" y="639598"/>
            <a:ext cx="8784610" cy="2246769"/>
          </a:xfrm>
          <a:prstGeom prst="rect">
            <a:avLst/>
          </a:prstGeom>
          <a:noFill/>
        </p:spPr>
        <p:txBody>
          <a:bodyPr wrap="square">
            <a:spAutoFit/>
          </a:bodyPr>
          <a:lstStyle/>
          <a:p>
            <a:pPr algn="ctr"/>
            <a:r>
              <a:rPr lang="zh-CN" altLang="en-US" sz="3200" b="1" dirty="0"/>
              <a:t>三类最优化问题</a:t>
            </a:r>
            <a:endParaRPr lang="en-US" altLang="zh-CN" sz="3200" b="1" dirty="0"/>
          </a:p>
          <a:p>
            <a:endParaRPr lang="en-US" altLang="zh-CN" dirty="0"/>
          </a:p>
          <a:p>
            <a:pPr marL="342900" indent="-342900">
              <a:buFont typeface="+mj-lt"/>
              <a:buAutoNum type="arabicPeriod"/>
            </a:pPr>
            <a:r>
              <a:rPr lang="zh-CN" altLang="en-US" b="1" dirty="0"/>
              <a:t>无约束优化问题，可以表示为：</a:t>
            </a:r>
            <a:endParaRPr lang="en-US" altLang="zh-CN" b="1" dirty="0"/>
          </a:p>
          <a:p>
            <a:pPr marL="342900" indent="-342900">
              <a:buFont typeface="+mj-lt"/>
              <a:buAutoNum type="arabicPeriod"/>
            </a:pPr>
            <a:endParaRPr lang="en-US" altLang="zh-CN" b="1" dirty="0"/>
          </a:p>
          <a:p>
            <a:pPr marL="342900" indent="-342900">
              <a:buFont typeface="+mj-lt"/>
              <a:buAutoNum type="arabicPeriod"/>
            </a:pPr>
            <a:r>
              <a:rPr lang="zh-CN" altLang="en-US" b="1" dirty="0"/>
              <a:t>有等式约束的优化问题，可以表示为：</a:t>
            </a:r>
            <a:endParaRPr lang="en-US" altLang="zh-CN" b="1" dirty="0"/>
          </a:p>
          <a:p>
            <a:pPr marL="342900" indent="-342900">
              <a:buFont typeface="+mj-lt"/>
              <a:buAutoNum type="arabicPeriod"/>
            </a:pPr>
            <a:endParaRPr lang="en-US" altLang="zh-CN" b="1" dirty="0"/>
          </a:p>
          <a:p>
            <a:pPr marL="342900" indent="-342900">
              <a:buFont typeface="+mj-lt"/>
              <a:buAutoNum type="arabicPeriod"/>
            </a:pPr>
            <a:r>
              <a:rPr lang="zh-CN" altLang="en-US" b="1" dirty="0"/>
              <a:t>有不等式约束的优化问题，可以表示为：</a:t>
            </a:r>
          </a:p>
        </p:txBody>
      </p:sp>
      <p:pic>
        <p:nvPicPr>
          <p:cNvPr id="7" name="图片 6"/>
          <p:cNvPicPr>
            <a:picLocks noChangeAspect="1"/>
          </p:cNvPicPr>
          <p:nvPr/>
        </p:nvPicPr>
        <p:blipFill>
          <a:blip r:embed="rId2"/>
          <a:stretch>
            <a:fillRect/>
          </a:stretch>
        </p:blipFill>
        <p:spPr>
          <a:xfrm>
            <a:off x="4067965" y="1359648"/>
            <a:ext cx="1296090" cy="448031"/>
          </a:xfrm>
          <a:prstGeom prst="rect">
            <a:avLst/>
          </a:prstGeom>
        </p:spPr>
      </p:pic>
      <p:pic>
        <p:nvPicPr>
          <p:cNvPr id="8" name="图片 7"/>
          <p:cNvPicPr>
            <a:picLocks noChangeAspect="1"/>
          </p:cNvPicPr>
          <p:nvPr/>
        </p:nvPicPr>
        <p:blipFill>
          <a:blip r:embed="rId3"/>
          <a:stretch>
            <a:fillRect/>
          </a:stretch>
        </p:blipFill>
        <p:spPr>
          <a:xfrm>
            <a:off x="4499995" y="1955762"/>
            <a:ext cx="1152080" cy="411956"/>
          </a:xfrm>
          <a:prstGeom prst="rect">
            <a:avLst/>
          </a:prstGeom>
        </p:spPr>
      </p:pic>
      <p:pic>
        <p:nvPicPr>
          <p:cNvPr id="9" name="图片 8"/>
          <p:cNvPicPr>
            <a:picLocks noChangeAspect="1"/>
          </p:cNvPicPr>
          <p:nvPr/>
        </p:nvPicPr>
        <p:blipFill>
          <a:blip r:embed="rId4"/>
          <a:stretch>
            <a:fillRect/>
          </a:stretch>
        </p:blipFill>
        <p:spPr>
          <a:xfrm>
            <a:off x="5722624" y="1935688"/>
            <a:ext cx="3168220" cy="362774"/>
          </a:xfrm>
          <a:prstGeom prst="rect">
            <a:avLst/>
          </a:prstGeom>
        </p:spPr>
      </p:pic>
      <p:pic>
        <p:nvPicPr>
          <p:cNvPr id="10" name="图片 9"/>
          <p:cNvPicPr>
            <a:picLocks noChangeAspect="1"/>
          </p:cNvPicPr>
          <p:nvPr/>
        </p:nvPicPr>
        <p:blipFill>
          <a:blip r:embed="rId5"/>
          <a:stretch>
            <a:fillRect/>
          </a:stretch>
        </p:blipFill>
        <p:spPr>
          <a:xfrm>
            <a:off x="4788014" y="2507251"/>
            <a:ext cx="1152081" cy="417714"/>
          </a:xfrm>
          <a:prstGeom prst="rect">
            <a:avLst/>
          </a:prstGeom>
        </p:spPr>
      </p:pic>
      <p:pic>
        <p:nvPicPr>
          <p:cNvPr id="11" name="图片 10"/>
          <p:cNvPicPr>
            <a:picLocks noChangeAspect="1"/>
          </p:cNvPicPr>
          <p:nvPr/>
        </p:nvPicPr>
        <p:blipFill>
          <a:blip r:embed="rId6"/>
          <a:stretch>
            <a:fillRect/>
          </a:stretch>
        </p:blipFill>
        <p:spPr>
          <a:xfrm>
            <a:off x="6084105" y="2507251"/>
            <a:ext cx="1440100" cy="292120"/>
          </a:xfrm>
          <a:prstGeom prst="rect">
            <a:avLst/>
          </a:prstGeom>
        </p:spPr>
      </p:pic>
      <p:pic>
        <p:nvPicPr>
          <p:cNvPr id="12" name="图片 11"/>
          <p:cNvPicPr>
            <a:picLocks noChangeAspect="1"/>
          </p:cNvPicPr>
          <p:nvPr/>
        </p:nvPicPr>
        <p:blipFill>
          <a:blip r:embed="rId7"/>
          <a:stretch>
            <a:fillRect/>
          </a:stretch>
        </p:blipFill>
        <p:spPr>
          <a:xfrm>
            <a:off x="7596210" y="2507250"/>
            <a:ext cx="956548" cy="292119"/>
          </a:xfrm>
          <a:prstGeom prst="rect">
            <a:avLst/>
          </a:prstGeom>
        </p:spPr>
      </p:pic>
      <p:sp>
        <p:nvSpPr>
          <p:cNvPr id="15" name="文本框 14"/>
          <p:cNvSpPr txBox="1"/>
          <p:nvPr/>
        </p:nvSpPr>
        <p:spPr>
          <a:xfrm>
            <a:off x="311454" y="2924965"/>
            <a:ext cx="8377081" cy="3384516"/>
          </a:xfrm>
          <a:prstGeom prst="rect">
            <a:avLst/>
          </a:prstGeom>
          <a:solidFill>
            <a:schemeClr val="bg2">
              <a:lumMod val="10000"/>
              <a:lumOff val="90000"/>
            </a:schemeClr>
          </a:solidFill>
        </p:spPr>
        <p:txBody>
          <a:bodyPr wrap="square">
            <a:spAutoFit/>
          </a:bodyPr>
          <a:lstStyle/>
          <a:p>
            <a:pPr marL="400050" indent="-400050" algn="just">
              <a:lnSpc>
                <a:spcPct val="120000"/>
              </a:lnSpc>
              <a:buFont typeface="+mj-lt"/>
              <a:buAutoNum type="romanUcPeriod"/>
            </a:pPr>
            <a:r>
              <a:rPr lang="zh-CN" altLang="en-US" dirty="0"/>
              <a:t>第1类优化问题，通过求取函数f(x)的导数，然后令其为零，可以求得候选最优值，再在这些候选值中验证，如果是凸函数，就可以保证是最优解。</a:t>
            </a:r>
            <a:endParaRPr lang="en-US" altLang="zh-CN" dirty="0"/>
          </a:p>
          <a:p>
            <a:pPr marL="400050" indent="-400050" algn="just">
              <a:lnSpc>
                <a:spcPct val="120000"/>
              </a:lnSpc>
              <a:buFont typeface="+mj-lt"/>
              <a:buAutoNum type="romanUcPeriod"/>
            </a:pPr>
            <a:r>
              <a:rPr lang="zh-CN" altLang="en-US" dirty="0"/>
              <a:t>第2类的优化问题，常使用拉格朗日乘子法（Lagrange Multiplier) ，即把等式约束用一个系数与目标函数写为一个式子，称为拉格朗日函数，而系数称为拉格朗日乘子。通过拉格朗日函数对各个变量求导，令其为零，可以求得候选值集合，然后验证求得最优值。</a:t>
            </a:r>
            <a:endParaRPr lang="en-US" altLang="zh-CN" dirty="0"/>
          </a:p>
          <a:p>
            <a:pPr marL="400050" indent="-400050" algn="just">
              <a:lnSpc>
                <a:spcPct val="120000"/>
              </a:lnSpc>
              <a:buFont typeface="+mj-lt"/>
              <a:buAutoNum type="romanUcPeriod"/>
            </a:pPr>
            <a:r>
              <a:rPr lang="zh-CN" altLang="en-US" dirty="0"/>
              <a:t>第3类的优化问题（拉格朗日乘子法的推广），常使用的方法就是KKT条件。同样地，我们把所有的等式、不等式约束与目标函数写为一个式子，也叫拉格朗日函数，系数也称拉格朗日乘子，</a:t>
            </a:r>
            <a:r>
              <a:rPr lang="zh-CN" altLang="en-US" b="1" dirty="0"/>
              <a:t>通过一些条件，可以求出最优值的必要条件，这个条件称为KKT条件</a:t>
            </a:r>
            <a:r>
              <a:rPr lang="zh-CN" altLang="en-US" dirty="0"/>
              <a:t>。</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3"/>
          <p:cNvSpPr>
            <a:spLocks noGrp="1"/>
          </p:cNvSpPr>
          <p:nvPr>
            <p:ph idx="1"/>
          </p:nvPr>
        </p:nvSpPr>
        <p:spPr>
          <a:xfrm>
            <a:off x="685800" y="1123950"/>
            <a:ext cx="7772400" cy="4608513"/>
          </a:xfrm>
        </p:spPr>
        <p:txBody>
          <a:bodyPr vert="horz" wrap="square" lIns="75301" tIns="37650" rIns="75301" bIns="37650" anchor="t" anchorCtr="0"/>
          <a:lstStyle/>
          <a:p>
            <a:pPr marL="0" indent="0" defTabSz="752475">
              <a:buNone/>
            </a:pPr>
            <a:r>
              <a:rPr lang="zh-CN" altLang="en-US" sz="2000" b="1" dirty="0">
                <a:ea typeface="宋体" panose="02010600030101010101" pitchFamily="2" charset="-122"/>
              </a:rPr>
              <a:t>首先，我们固定    求             的极小值，对   和   分别求偏导数并令其等于0，即：</a:t>
            </a:r>
          </a:p>
          <a:p>
            <a:pPr marL="0" indent="0" defTabSz="752475">
              <a:buNone/>
            </a:pPr>
            <a:r>
              <a:rPr lang="zh-CN" altLang="en-US" sz="2400" b="1" dirty="0">
                <a:ea typeface="宋体" panose="02010600030101010101" pitchFamily="2" charset="-122"/>
              </a:rPr>
              <a:t>                                                                                        </a:t>
            </a:r>
            <a:r>
              <a:rPr lang="zh-CN" altLang="en-US" sz="2000" b="1" dirty="0">
                <a:ea typeface="宋体" panose="02010600030101010101" pitchFamily="2" charset="-122"/>
              </a:rPr>
              <a:t>式（</a:t>
            </a:r>
            <a:r>
              <a:rPr lang="en-US" altLang="zh-CN" sz="2000" b="1" dirty="0">
                <a:ea typeface="宋体" panose="02010600030101010101" pitchFamily="2" charset="-122"/>
              </a:rPr>
              <a:t>3</a:t>
            </a:r>
            <a:r>
              <a:rPr lang="zh-CN" altLang="en-US" sz="2000" b="1" dirty="0">
                <a:ea typeface="宋体" panose="02010600030101010101" pitchFamily="2" charset="-122"/>
              </a:rPr>
              <a:t>）</a:t>
            </a:r>
          </a:p>
          <a:p>
            <a:pPr marL="0" indent="0" defTabSz="752475">
              <a:buNone/>
            </a:pPr>
            <a:endParaRPr lang="zh-CN" altLang="en-US" sz="2400" b="1" dirty="0">
              <a:ea typeface="宋体" panose="02010600030101010101" pitchFamily="2" charset="-122"/>
            </a:endParaRPr>
          </a:p>
          <a:p>
            <a:pPr marL="0" indent="0" defTabSz="752475">
              <a:buNone/>
            </a:pPr>
            <a:endParaRPr lang="zh-CN" altLang="en-US" sz="2400" b="1" dirty="0">
              <a:ea typeface="宋体" panose="02010600030101010101" pitchFamily="2" charset="-122"/>
            </a:endParaRPr>
          </a:p>
          <a:p>
            <a:pPr marL="0" indent="0" defTabSz="752475">
              <a:buNone/>
            </a:pPr>
            <a:r>
              <a:rPr lang="zh-CN" altLang="en-US" sz="2000" b="1" dirty="0">
                <a:ea typeface="宋体" panose="02010600030101010101" pitchFamily="2" charset="-122"/>
              </a:rPr>
              <a:t>得到</a:t>
            </a:r>
            <a:r>
              <a:rPr lang="en-US" altLang="zh-CN" sz="2000" b="1" dirty="0">
                <a:ea typeface="宋体" panose="02010600030101010101" pitchFamily="2" charset="-122"/>
              </a:rPr>
              <a:t>:</a:t>
            </a:r>
            <a:r>
              <a:rPr lang="en-US" altLang="zh-CN" sz="2400" b="1" dirty="0">
                <a:ea typeface="宋体" panose="02010600030101010101" pitchFamily="2" charset="-122"/>
              </a:rPr>
              <a:t>                               </a:t>
            </a:r>
            <a:r>
              <a:rPr lang="en-US" altLang="zh-CN" sz="2000" b="1" dirty="0">
                <a:ea typeface="宋体" panose="02010600030101010101" pitchFamily="2" charset="-122"/>
              </a:rPr>
              <a:t> </a:t>
            </a:r>
            <a:r>
              <a:rPr lang="zh-CN" altLang="en-US" sz="2000" b="1" dirty="0">
                <a:ea typeface="宋体" panose="02010600030101010101" pitchFamily="2" charset="-122"/>
              </a:rPr>
              <a:t>式（</a:t>
            </a:r>
            <a:r>
              <a:rPr lang="en-US" altLang="zh-CN" sz="2000" b="1" dirty="0">
                <a:ea typeface="宋体" panose="02010600030101010101" pitchFamily="2" charset="-122"/>
              </a:rPr>
              <a:t>4</a:t>
            </a:r>
            <a:r>
              <a:rPr lang="zh-CN" altLang="en-US" sz="2000" b="1" dirty="0">
                <a:ea typeface="宋体" panose="02010600030101010101" pitchFamily="2" charset="-122"/>
              </a:rPr>
              <a:t>）</a:t>
            </a:r>
          </a:p>
          <a:p>
            <a:pPr marL="0" indent="0" defTabSz="752475">
              <a:buNone/>
            </a:pPr>
            <a:r>
              <a:rPr lang="zh-CN" altLang="en-US" sz="2000" b="1" dirty="0">
                <a:ea typeface="宋体" panose="02010600030101010101" pitchFamily="2" charset="-122"/>
              </a:rPr>
              <a:t>将式（</a:t>
            </a:r>
            <a:r>
              <a:rPr lang="en-US" altLang="zh-CN" sz="2000" b="1" dirty="0">
                <a:ea typeface="宋体" panose="02010600030101010101" pitchFamily="2" charset="-122"/>
              </a:rPr>
              <a:t>3</a:t>
            </a:r>
            <a:r>
              <a:rPr lang="zh-CN" altLang="en-US" sz="2000" b="1" dirty="0">
                <a:ea typeface="宋体" panose="02010600030101010101" pitchFamily="2" charset="-122"/>
              </a:rPr>
              <a:t>）代入式（</a:t>
            </a:r>
            <a:r>
              <a:rPr lang="en-US" altLang="zh-CN" sz="2000" b="1" dirty="0">
                <a:ea typeface="宋体" panose="02010600030101010101" pitchFamily="2" charset="-122"/>
              </a:rPr>
              <a:t>2</a:t>
            </a:r>
            <a:r>
              <a:rPr lang="zh-CN" altLang="en-US" sz="2000" b="1" dirty="0">
                <a:ea typeface="宋体" panose="02010600030101010101" pitchFamily="2" charset="-122"/>
              </a:rPr>
              <a:t>）拉格朗日函数表达式，</a:t>
            </a: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p:txBody>
      </p:sp>
      <p:graphicFrame>
        <p:nvGraphicFramePr>
          <p:cNvPr id="44034" name="对象 -2147482538"/>
          <p:cNvGraphicFramePr>
            <a:graphicFrameLocks noChangeAspect="1"/>
          </p:cNvGraphicFramePr>
          <p:nvPr/>
        </p:nvGraphicFramePr>
        <p:xfrm>
          <a:off x="2490788" y="1069975"/>
          <a:ext cx="354012" cy="463550"/>
        </p:xfrm>
        <a:graphic>
          <a:graphicData uri="http://schemas.openxmlformats.org/presentationml/2006/ole">
            <mc:AlternateContent xmlns:mc="http://schemas.openxmlformats.org/markup-compatibility/2006">
              <mc:Choice xmlns:v="urn:schemas-microsoft-com:vml" Requires="v">
                <p:oleObj spid="_x0000_s18149" r:id="rId3" imgW="4572000" imgH="5791200" progId="Equation.DSMT4">
                  <p:embed/>
                </p:oleObj>
              </mc:Choice>
              <mc:Fallback>
                <p:oleObj r:id="rId3" imgW="4572000" imgH="5791200" progId="Equation.DSMT4">
                  <p:embed/>
                  <p:pic>
                    <p:nvPicPr>
                      <p:cNvPr id="0" name="图片 3083"/>
                      <p:cNvPicPr/>
                      <p:nvPr/>
                    </p:nvPicPr>
                    <p:blipFill>
                      <a:blip r:embed="rId4"/>
                      <a:stretch>
                        <a:fillRect/>
                      </a:stretch>
                    </p:blipFill>
                    <p:spPr>
                      <a:xfrm>
                        <a:off x="2490788" y="1069975"/>
                        <a:ext cx="354012" cy="463550"/>
                      </a:xfrm>
                      <a:prstGeom prst="rect">
                        <a:avLst/>
                      </a:prstGeom>
                      <a:noFill/>
                      <a:ln w="38100">
                        <a:noFill/>
                        <a:miter/>
                      </a:ln>
                    </p:spPr>
                  </p:pic>
                </p:oleObj>
              </mc:Fallback>
            </mc:AlternateContent>
          </a:graphicData>
        </a:graphic>
      </p:graphicFrame>
      <p:graphicFrame>
        <p:nvGraphicFramePr>
          <p:cNvPr id="44035" name="对象 -2147482227"/>
          <p:cNvGraphicFramePr>
            <a:graphicFrameLocks noChangeAspect="1"/>
          </p:cNvGraphicFramePr>
          <p:nvPr/>
        </p:nvGraphicFramePr>
        <p:xfrm>
          <a:off x="2997200" y="1176338"/>
          <a:ext cx="919163" cy="301625"/>
        </p:xfrm>
        <a:graphic>
          <a:graphicData uri="http://schemas.openxmlformats.org/presentationml/2006/ole">
            <mc:AlternateContent xmlns:mc="http://schemas.openxmlformats.org/markup-compatibility/2006">
              <mc:Choice xmlns:v="urn:schemas-microsoft-com:vml" Requires="v">
                <p:oleObj spid="_x0000_s18150" r:id="rId5" imgW="17373600" imgH="5486400" progId="Equation.DSMT4">
                  <p:embed/>
                </p:oleObj>
              </mc:Choice>
              <mc:Fallback>
                <p:oleObj r:id="rId5" imgW="17373600" imgH="5486400" progId="Equation.DSMT4">
                  <p:embed/>
                  <p:pic>
                    <p:nvPicPr>
                      <p:cNvPr id="0" name="图片 3075"/>
                      <p:cNvPicPr/>
                      <p:nvPr/>
                    </p:nvPicPr>
                    <p:blipFill>
                      <a:blip r:embed="rId6"/>
                      <a:stretch>
                        <a:fillRect/>
                      </a:stretch>
                    </p:blipFill>
                    <p:spPr>
                      <a:xfrm>
                        <a:off x="2997200" y="1176338"/>
                        <a:ext cx="919163" cy="301625"/>
                      </a:xfrm>
                      <a:prstGeom prst="rect">
                        <a:avLst/>
                      </a:prstGeom>
                      <a:noFill/>
                      <a:ln w="38100">
                        <a:noFill/>
                        <a:miter/>
                      </a:ln>
                    </p:spPr>
                  </p:pic>
                </p:oleObj>
              </mc:Fallback>
            </mc:AlternateContent>
          </a:graphicData>
        </a:graphic>
      </p:graphicFrame>
      <p:graphicFrame>
        <p:nvGraphicFramePr>
          <p:cNvPr id="44036" name="对象 -2147482536"/>
          <p:cNvGraphicFramePr>
            <a:graphicFrameLocks noChangeAspect="1"/>
          </p:cNvGraphicFramePr>
          <p:nvPr/>
        </p:nvGraphicFramePr>
        <p:xfrm>
          <a:off x="5334000" y="1209675"/>
          <a:ext cx="339725" cy="236538"/>
        </p:xfrm>
        <a:graphic>
          <a:graphicData uri="http://schemas.openxmlformats.org/presentationml/2006/ole">
            <mc:AlternateContent xmlns:mc="http://schemas.openxmlformats.org/markup-compatibility/2006">
              <mc:Choice xmlns:v="urn:schemas-microsoft-com:vml" Requires="v">
                <p:oleObj spid="_x0000_s18151" r:id="rId7" imgW="3962400" imgH="3657600" progId="Equation.DSMT4">
                  <p:embed/>
                </p:oleObj>
              </mc:Choice>
              <mc:Fallback>
                <p:oleObj r:id="rId7" imgW="3962400" imgH="3657600" progId="Equation.DSMT4">
                  <p:embed/>
                  <p:pic>
                    <p:nvPicPr>
                      <p:cNvPr id="0" name="图片 3081"/>
                      <p:cNvPicPr/>
                      <p:nvPr/>
                    </p:nvPicPr>
                    <p:blipFill>
                      <a:blip r:embed="rId8"/>
                      <a:stretch>
                        <a:fillRect/>
                      </a:stretch>
                    </p:blipFill>
                    <p:spPr>
                      <a:xfrm>
                        <a:off x="5334000" y="1209675"/>
                        <a:ext cx="339725" cy="236538"/>
                      </a:xfrm>
                      <a:prstGeom prst="rect">
                        <a:avLst/>
                      </a:prstGeom>
                      <a:noFill/>
                      <a:ln w="38100">
                        <a:noFill/>
                        <a:miter/>
                      </a:ln>
                    </p:spPr>
                  </p:pic>
                </p:oleObj>
              </mc:Fallback>
            </mc:AlternateContent>
          </a:graphicData>
        </a:graphic>
      </p:graphicFrame>
      <p:graphicFrame>
        <p:nvGraphicFramePr>
          <p:cNvPr id="44037" name="对象 -2147482535"/>
          <p:cNvGraphicFramePr>
            <a:graphicFrameLocks noChangeAspect="1"/>
          </p:cNvGraphicFramePr>
          <p:nvPr/>
        </p:nvGraphicFramePr>
        <p:xfrm>
          <a:off x="5884863" y="1144588"/>
          <a:ext cx="217487" cy="333375"/>
        </p:xfrm>
        <a:graphic>
          <a:graphicData uri="http://schemas.openxmlformats.org/presentationml/2006/ole">
            <mc:AlternateContent xmlns:mc="http://schemas.openxmlformats.org/markup-compatibility/2006">
              <mc:Choice xmlns:v="urn:schemas-microsoft-com:vml" Requires="v">
                <p:oleObj spid="_x0000_s18152" r:id="rId9" imgW="3048000" imgH="4572000" progId="Equation.DSMT4">
                  <p:embed/>
                </p:oleObj>
              </mc:Choice>
              <mc:Fallback>
                <p:oleObj r:id="rId9" imgW="3048000" imgH="4572000" progId="Equation.DSMT4">
                  <p:embed/>
                  <p:pic>
                    <p:nvPicPr>
                      <p:cNvPr id="0" name="图片 3078"/>
                      <p:cNvPicPr/>
                      <p:nvPr/>
                    </p:nvPicPr>
                    <p:blipFill>
                      <a:blip r:embed="rId10"/>
                      <a:stretch>
                        <a:fillRect/>
                      </a:stretch>
                    </p:blipFill>
                    <p:spPr>
                      <a:xfrm>
                        <a:off x="5884863" y="1144588"/>
                        <a:ext cx="217487" cy="333375"/>
                      </a:xfrm>
                      <a:prstGeom prst="rect">
                        <a:avLst/>
                      </a:prstGeom>
                      <a:noFill/>
                      <a:ln w="38100">
                        <a:noFill/>
                        <a:miter/>
                      </a:ln>
                    </p:spPr>
                  </p:pic>
                </p:oleObj>
              </mc:Fallback>
            </mc:AlternateContent>
          </a:graphicData>
        </a:graphic>
      </p:graphicFrame>
      <p:graphicFrame>
        <p:nvGraphicFramePr>
          <p:cNvPr id="44038" name="对象 -2147482534"/>
          <p:cNvGraphicFramePr>
            <a:graphicFrameLocks noChangeAspect="1"/>
          </p:cNvGraphicFramePr>
          <p:nvPr/>
        </p:nvGraphicFramePr>
        <p:xfrm>
          <a:off x="2460625" y="1587500"/>
          <a:ext cx="4083050" cy="720725"/>
        </p:xfrm>
        <a:graphic>
          <a:graphicData uri="http://schemas.openxmlformats.org/presentationml/2006/ole">
            <mc:AlternateContent xmlns:mc="http://schemas.openxmlformats.org/markup-compatibility/2006">
              <mc:Choice xmlns:v="urn:schemas-microsoft-com:vml" Requires="v">
                <p:oleObj spid="_x0000_s18153" r:id="rId11" imgW="54254400" imgH="11887200" progId="Equation.DSMT4">
                  <p:embed/>
                </p:oleObj>
              </mc:Choice>
              <mc:Fallback>
                <p:oleObj r:id="rId11" imgW="54254400" imgH="11887200" progId="Equation.DSMT4">
                  <p:embed/>
                  <p:pic>
                    <p:nvPicPr>
                      <p:cNvPr id="0" name="图片 3084"/>
                      <p:cNvPicPr/>
                      <p:nvPr/>
                    </p:nvPicPr>
                    <p:blipFill>
                      <a:blip r:embed="rId12"/>
                      <a:stretch>
                        <a:fillRect/>
                      </a:stretch>
                    </p:blipFill>
                    <p:spPr>
                      <a:xfrm>
                        <a:off x="2460625" y="1587500"/>
                        <a:ext cx="4083050" cy="720725"/>
                      </a:xfrm>
                      <a:prstGeom prst="rect">
                        <a:avLst/>
                      </a:prstGeom>
                      <a:noFill/>
                      <a:ln w="38100">
                        <a:noFill/>
                        <a:miter/>
                      </a:ln>
                    </p:spPr>
                  </p:pic>
                </p:oleObj>
              </mc:Fallback>
            </mc:AlternateContent>
          </a:graphicData>
        </a:graphic>
      </p:graphicFrame>
      <p:graphicFrame>
        <p:nvGraphicFramePr>
          <p:cNvPr id="44039" name="对象 -2147482533"/>
          <p:cNvGraphicFramePr>
            <a:graphicFrameLocks noChangeAspect="1"/>
          </p:cNvGraphicFramePr>
          <p:nvPr/>
        </p:nvGraphicFramePr>
        <p:xfrm>
          <a:off x="3322638" y="2198688"/>
          <a:ext cx="2357437" cy="635000"/>
        </p:xfrm>
        <a:graphic>
          <a:graphicData uri="http://schemas.openxmlformats.org/presentationml/2006/ole">
            <mc:AlternateContent xmlns:mc="http://schemas.openxmlformats.org/markup-compatibility/2006">
              <mc:Choice xmlns:v="urn:schemas-microsoft-com:vml" Requires="v">
                <p:oleObj spid="_x0000_s18154" r:id="rId13" imgW="44196000" imgH="11887200" progId="Equation.DSMT4">
                  <p:embed/>
                </p:oleObj>
              </mc:Choice>
              <mc:Fallback>
                <p:oleObj r:id="rId13" imgW="44196000" imgH="11887200" progId="Equation.DSMT4">
                  <p:embed/>
                  <p:pic>
                    <p:nvPicPr>
                      <p:cNvPr id="0" name="图片 3079"/>
                      <p:cNvPicPr/>
                      <p:nvPr/>
                    </p:nvPicPr>
                    <p:blipFill>
                      <a:blip r:embed="rId14"/>
                      <a:stretch>
                        <a:fillRect/>
                      </a:stretch>
                    </p:blipFill>
                    <p:spPr>
                      <a:xfrm>
                        <a:off x="3322638" y="2198688"/>
                        <a:ext cx="2357437" cy="635000"/>
                      </a:xfrm>
                      <a:prstGeom prst="rect">
                        <a:avLst/>
                      </a:prstGeom>
                      <a:noFill/>
                      <a:ln w="38100">
                        <a:noFill/>
                        <a:miter/>
                      </a:ln>
                    </p:spPr>
                  </p:pic>
                </p:oleObj>
              </mc:Fallback>
            </mc:AlternateContent>
          </a:graphicData>
        </a:graphic>
      </p:graphicFrame>
      <p:graphicFrame>
        <p:nvGraphicFramePr>
          <p:cNvPr id="44040" name="对象 -2147482532"/>
          <p:cNvGraphicFramePr>
            <a:graphicFrameLocks noChangeAspect="1"/>
          </p:cNvGraphicFramePr>
          <p:nvPr/>
        </p:nvGraphicFramePr>
        <p:xfrm>
          <a:off x="1601788" y="2905125"/>
          <a:ext cx="1466850" cy="771525"/>
        </p:xfrm>
        <a:graphic>
          <a:graphicData uri="http://schemas.openxmlformats.org/presentationml/2006/ole">
            <mc:AlternateContent xmlns:mc="http://schemas.openxmlformats.org/markup-compatibility/2006">
              <mc:Choice xmlns:v="urn:schemas-microsoft-com:vml" Requires="v">
                <p:oleObj spid="_x0000_s18155" r:id="rId15" imgW="22555200" imgH="11887200" progId="Equation.DSMT4">
                  <p:embed/>
                </p:oleObj>
              </mc:Choice>
              <mc:Fallback>
                <p:oleObj r:id="rId15" imgW="22555200" imgH="11887200" progId="Equation.DSMT4">
                  <p:embed/>
                  <p:pic>
                    <p:nvPicPr>
                      <p:cNvPr id="0" name="图片 3088"/>
                      <p:cNvPicPr/>
                      <p:nvPr/>
                    </p:nvPicPr>
                    <p:blipFill>
                      <a:blip r:embed="rId16"/>
                      <a:stretch>
                        <a:fillRect/>
                      </a:stretch>
                    </p:blipFill>
                    <p:spPr>
                      <a:xfrm>
                        <a:off x="1601788" y="2905125"/>
                        <a:ext cx="1466850" cy="771525"/>
                      </a:xfrm>
                      <a:prstGeom prst="rect">
                        <a:avLst/>
                      </a:prstGeom>
                      <a:noFill/>
                      <a:ln w="38100">
                        <a:noFill/>
                        <a:miter/>
                      </a:ln>
                    </p:spPr>
                  </p:pic>
                </p:oleObj>
              </mc:Fallback>
            </mc:AlternateContent>
          </a:graphicData>
        </a:graphic>
      </p:graphicFrame>
      <p:graphicFrame>
        <p:nvGraphicFramePr>
          <p:cNvPr id="44041" name="对象 -2147482531"/>
          <p:cNvGraphicFramePr>
            <a:graphicFrameLocks noChangeAspect="1"/>
          </p:cNvGraphicFramePr>
          <p:nvPr/>
        </p:nvGraphicFramePr>
        <p:xfrm>
          <a:off x="1473200" y="3995738"/>
          <a:ext cx="5811838" cy="1500187"/>
        </p:xfrm>
        <a:graphic>
          <a:graphicData uri="http://schemas.openxmlformats.org/presentationml/2006/ole">
            <mc:AlternateContent xmlns:mc="http://schemas.openxmlformats.org/markup-compatibility/2006">
              <mc:Choice xmlns:v="urn:schemas-microsoft-com:vml" Requires="v">
                <p:oleObj spid="_x0000_s18156" name="Equation" r:id="rId17" imgW="95097600" imgH="24688800" progId="Equation.DSMT4">
                  <p:embed/>
                </p:oleObj>
              </mc:Choice>
              <mc:Fallback>
                <p:oleObj name="Equation" r:id="rId17" imgW="95097600" imgH="24688800" progId="Equation.DSMT4">
                  <p:embed/>
                  <p:pic>
                    <p:nvPicPr>
                      <p:cNvPr id="0" name="图片 3077"/>
                      <p:cNvPicPr/>
                      <p:nvPr/>
                    </p:nvPicPr>
                    <p:blipFill>
                      <a:blip r:embed="rId18"/>
                      <a:stretch>
                        <a:fillRect/>
                      </a:stretch>
                    </p:blipFill>
                    <p:spPr>
                      <a:xfrm>
                        <a:off x="1473200" y="3995738"/>
                        <a:ext cx="5811838" cy="1500187"/>
                      </a:xfrm>
                      <a:prstGeom prst="rect">
                        <a:avLst/>
                      </a:prstGeom>
                      <a:noFill/>
                      <a:ln w="38100">
                        <a:noFill/>
                        <a:miter/>
                      </a:ln>
                    </p:spPr>
                  </p:pic>
                </p:oleObj>
              </mc:Fallback>
            </mc:AlternateContent>
          </a:graphicData>
        </a:graphic>
      </p:graphicFrame>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3"/>
          <p:cNvSpPr>
            <a:spLocks noGrp="1"/>
          </p:cNvSpPr>
          <p:nvPr>
            <p:ph idx="1"/>
          </p:nvPr>
        </p:nvSpPr>
        <p:spPr>
          <a:xfrm>
            <a:off x="685800" y="1123950"/>
            <a:ext cx="7772400" cy="4608513"/>
          </a:xfrm>
        </p:spPr>
        <p:txBody>
          <a:bodyPr vert="horz" wrap="square" lIns="75301" tIns="37650" rIns="75301" bIns="37650" anchor="t" anchorCtr="0"/>
          <a:lstStyle/>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p:txBody>
      </p:sp>
      <p:sp>
        <p:nvSpPr>
          <p:cNvPr id="45058" name="Rectangle 3"/>
          <p:cNvSpPr>
            <a:spLocks noGrp="1"/>
          </p:cNvSpPr>
          <p:nvPr/>
        </p:nvSpPr>
        <p:spPr>
          <a:xfrm>
            <a:off x="795338" y="955675"/>
            <a:ext cx="7772400" cy="4776788"/>
          </a:xfrm>
          <a:prstGeom prst="rect">
            <a:avLst/>
          </a:prstGeom>
          <a:noFill/>
          <a:ln w="9525">
            <a:noFill/>
          </a:ln>
        </p:spPr>
        <p:txBody>
          <a:bodyPr lIns="75301" tIns="37650" rIns="75301" bIns="37650" anchor="t" anchorCtr="0"/>
          <a:lstStyle/>
          <a:p>
            <a:pPr defTabSz="752475" eaLnBrk="0" hangingPunct="0">
              <a:spcBef>
                <a:spcPct val="20000"/>
              </a:spcBef>
              <a:buClr>
                <a:schemeClr val="folHlink"/>
              </a:buClr>
              <a:buSzPct val="60000"/>
            </a:pPr>
            <a:r>
              <a:rPr lang="zh-CN" altLang="en-US" sz="2000" b="1" dirty="0">
                <a:latin typeface="Times New Roman" panose="02020603050405020304" pitchFamily="18" charset="0"/>
                <a:ea typeface="宋体" panose="02010600030101010101" pitchFamily="2" charset="-122"/>
              </a:rPr>
              <a:t>又由式（</a:t>
            </a:r>
            <a:r>
              <a:rPr lang="en-US" altLang="zh-CN" sz="2000" b="1" dirty="0">
                <a:latin typeface="Times New Roman" panose="02020603050405020304" pitchFamily="18" charset="0"/>
              </a:rPr>
              <a:t>3</a:t>
            </a:r>
            <a:r>
              <a:rPr lang="zh-CN" altLang="en-US" sz="2000" b="1" dirty="0">
                <a:latin typeface="Times New Roman" panose="02020603050405020304" pitchFamily="18" charset="0"/>
                <a:ea typeface="宋体" panose="02010600030101010101" pitchFamily="2" charset="-122"/>
              </a:rPr>
              <a:t>），              ，代入上式即得：    </a:t>
            </a:r>
          </a:p>
          <a:p>
            <a:pPr defTabSz="752475" eaLnBrk="0" hangingPunct="0">
              <a:spcBef>
                <a:spcPct val="20000"/>
              </a:spcBef>
              <a:buClr>
                <a:schemeClr val="folHlink"/>
              </a:buClr>
              <a:buSzPct val="60000"/>
            </a:pPr>
            <a:endParaRPr lang="zh-CN" altLang="en-US" sz="2000" b="1" dirty="0">
              <a:latin typeface="Times New Roman" panose="02020603050405020304" pitchFamily="18" charset="0"/>
              <a:ea typeface="宋体" panose="02010600030101010101" pitchFamily="2" charset="-122"/>
            </a:endParaRPr>
          </a:p>
          <a:p>
            <a:pPr defTabSz="752475" eaLnBrk="0" hangingPunct="0">
              <a:spcBef>
                <a:spcPct val="20000"/>
              </a:spcBef>
              <a:buClr>
                <a:schemeClr val="folHlink"/>
              </a:buClr>
              <a:buSzPct val="60000"/>
            </a:pPr>
            <a:endParaRPr lang="zh-CN" altLang="en-US" sz="2000" b="1" dirty="0">
              <a:latin typeface="Times New Roman" panose="02020603050405020304" pitchFamily="18" charset="0"/>
              <a:ea typeface="宋体" panose="02010600030101010101" pitchFamily="2" charset="-122"/>
            </a:endParaRPr>
          </a:p>
          <a:p>
            <a:pPr defTabSz="752475" eaLnBrk="0" hangingPunct="0">
              <a:spcBef>
                <a:spcPct val="20000"/>
              </a:spcBef>
              <a:buClr>
                <a:schemeClr val="folHlink"/>
              </a:buClr>
              <a:buSzPct val="60000"/>
            </a:pPr>
            <a:r>
              <a:rPr lang="zh-CN" altLang="en-US" sz="2000" b="1" dirty="0">
                <a:latin typeface="Times New Roman" panose="02020603050405020304" pitchFamily="18" charset="0"/>
                <a:ea typeface="宋体" panose="02010600030101010101" pitchFamily="2" charset="-122"/>
              </a:rPr>
              <a:t>由此就求出了                      ，接着求解                       关于    的极大化，也就是：</a:t>
            </a:r>
          </a:p>
          <a:p>
            <a:pPr defTabSz="752475" eaLnBrk="0" hangingPunct="0">
              <a:spcBef>
                <a:spcPct val="20000"/>
              </a:spcBef>
              <a:buClr>
                <a:schemeClr val="folHlink"/>
              </a:buClr>
              <a:buSzPct val="60000"/>
            </a:pPr>
            <a:endParaRPr lang="zh-CN" altLang="en-US" sz="2000" b="1" dirty="0">
              <a:latin typeface="Times New Roman" panose="02020603050405020304" pitchFamily="18" charset="0"/>
              <a:ea typeface="宋体" panose="02010600030101010101" pitchFamily="2" charset="-122"/>
            </a:endParaRPr>
          </a:p>
          <a:p>
            <a:pPr defTabSz="752475" eaLnBrk="0" hangingPunct="0">
              <a:spcBef>
                <a:spcPct val="20000"/>
              </a:spcBef>
              <a:buClr>
                <a:schemeClr val="folHlink"/>
              </a:buClr>
              <a:buSzPct val="60000"/>
            </a:pPr>
            <a:endParaRPr lang="zh-CN" altLang="en-US" sz="2000" b="1" dirty="0">
              <a:latin typeface="Times New Roman" panose="02020603050405020304" pitchFamily="18" charset="0"/>
              <a:ea typeface="宋体" panose="02010600030101010101" pitchFamily="2" charset="-122"/>
            </a:endParaRPr>
          </a:p>
          <a:p>
            <a:pPr defTabSz="752475" eaLnBrk="0" hangingPunct="0">
              <a:spcBef>
                <a:spcPct val="20000"/>
              </a:spcBef>
              <a:buClr>
                <a:schemeClr val="folHlink"/>
              </a:buClr>
              <a:buSzPct val="60000"/>
            </a:pPr>
            <a:endParaRPr lang="zh-CN" altLang="en-US" sz="2000" b="1" dirty="0">
              <a:latin typeface="Times New Roman" panose="02020603050405020304" pitchFamily="18" charset="0"/>
              <a:ea typeface="宋体" panose="02010600030101010101" pitchFamily="2" charset="-122"/>
            </a:endParaRPr>
          </a:p>
          <a:p>
            <a:pPr defTabSz="752475" eaLnBrk="0" hangingPunct="0">
              <a:spcBef>
                <a:spcPct val="20000"/>
              </a:spcBef>
              <a:buClr>
                <a:schemeClr val="folHlink"/>
              </a:buClr>
              <a:buSzPct val="60000"/>
            </a:pPr>
            <a:endParaRPr lang="zh-CN" altLang="en-US" sz="2000" b="1" dirty="0">
              <a:latin typeface="Times New Roman" panose="02020603050405020304" pitchFamily="18" charset="0"/>
              <a:ea typeface="宋体" panose="02010600030101010101" pitchFamily="2" charset="-122"/>
            </a:endParaRPr>
          </a:p>
          <a:p>
            <a:pPr defTabSz="752475" eaLnBrk="0" hangingPunct="0">
              <a:spcBef>
                <a:spcPct val="20000"/>
              </a:spcBef>
              <a:buClr>
                <a:schemeClr val="folHlink"/>
              </a:buClr>
              <a:buSzPct val="60000"/>
            </a:pPr>
            <a:endParaRPr lang="en-US" altLang="zh-CN" sz="2000" b="1" dirty="0">
              <a:latin typeface="Times New Roman" panose="02020603050405020304" pitchFamily="18" charset="0"/>
              <a:ea typeface="宋体" panose="02010600030101010101" pitchFamily="2" charset="-122"/>
            </a:endParaRPr>
          </a:p>
          <a:p>
            <a:pPr defTabSz="752475" eaLnBrk="0" hangingPunct="0">
              <a:spcBef>
                <a:spcPct val="20000"/>
              </a:spcBef>
              <a:buClr>
                <a:schemeClr val="folHlink"/>
              </a:buClr>
              <a:buSzPct val="60000"/>
            </a:pPr>
            <a:r>
              <a:rPr lang="zh-CN" altLang="en-US" sz="2000" b="1" dirty="0">
                <a:latin typeface="Times New Roman" panose="02020603050405020304" pitchFamily="18" charset="0"/>
                <a:ea typeface="宋体" panose="02010600030101010101" pitchFamily="2" charset="-122"/>
              </a:rPr>
              <a:t>上式又与下面的最优化问题等价：</a:t>
            </a:r>
          </a:p>
          <a:p>
            <a:pPr defTabSz="752475" eaLnBrk="0" hangingPunct="0">
              <a:spcBef>
                <a:spcPct val="20000"/>
              </a:spcBef>
              <a:buClr>
                <a:schemeClr val="folHlink"/>
              </a:buClr>
              <a:buSzPct val="60000"/>
            </a:pPr>
            <a:endParaRPr lang="zh-CN" altLang="en-US" sz="2000" b="1" dirty="0">
              <a:latin typeface="Times New Roman" panose="02020603050405020304" pitchFamily="18" charset="0"/>
              <a:ea typeface="宋体" panose="02010600030101010101" pitchFamily="2" charset="-122"/>
            </a:endParaRPr>
          </a:p>
          <a:p>
            <a:pPr defTabSz="752475" eaLnBrk="0" hangingPunct="0">
              <a:spcBef>
                <a:spcPct val="20000"/>
              </a:spcBef>
              <a:buClr>
                <a:schemeClr val="folHlink"/>
              </a:buClr>
              <a:buSzPct val="60000"/>
            </a:pPr>
            <a:endParaRPr lang="zh-CN" altLang="en-US" sz="2000" b="1" dirty="0">
              <a:latin typeface="Times New Roman" panose="02020603050405020304" pitchFamily="18" charset="0"/>
              <a:ea typeface="宋体" panose="02010600030101010101" pitchFamily="2" charset="-122"/>
            </a:endParaRPr>
          </a:p>
          <a:p>
            <a:pPr defTabSz="752475" eaLnBrk="0" hangingPunct="0">
              <a:spcBef>
                <a:spcPct val="20000"/>
              </a:spcBef>
              <a:buClr>
                <a:schemeClr val="folHlink"/>
              </a:buClr>
              <a:buSzPct val="60000"/>
            </a:pPr>
            <a:r>
              <a:rPr lang="zh-CN" altLang="en-US" sz="2000" b="1" dirty="0">
                <a:latin typeface="Times New Roman" panose="02020603050405020304" pitchFamily="18" charset="0"/>
                <a:ea typeface="宋体" panose="02010600030101010101" pitchFamily="2" charset="-122"/>
              </a:rPr>
              <a:t>                                                                                             式（</a:t>
            </a:r>
            <a:r>
              <a:rPr lang="en-US" altLang="zh-CN" sz="2000" b="1" dirty="0">
                <a:latin typeface="Times New Roman" panose="02020603050405020304" pitchFamily="18" charset="0"/>
              </a:rPr>
              <a:t>5</a:t>
            </a:r>
            <a:r>
              <a:rPr lang="zh-CN" altLang="en-US" sz="2000" b="1" dirty="0">
                <a:latin typeface="Times New Roman" panose="02020603050405020304" pitchFamily="18" charset="0"/>
                <a:ea typeface="宋体" panose="02010600030101010101" pitchFamily="2" charset="-122"/>
              </a:rPr>
              <a:t>）</a:t>
            </a:r>
          </a:p>
          <a:p>
            <a:pPr defTabSz="752475" eaLnBrk="0" hangingPunct="0">
              <a:spcBef>
                <a:spcPct val="20000"/>
              </a:spcBef>
              <a:buClr>
                <a:schemeClr val="folHlink"/>
              </a:buClr>
              <a:buSzPct val="60000"/>
            </a:pPr>
            <a:endParaRPr lang="zh-CN" altLang="en-US" sz="2000" b="1" dirty="0">
              <a:latin typeface="Times New Roman" panose="02020603050405020304" pitchFamily="18" charset="0"/>
              <a:ea typeface="宋体" panose="02010600030101010101" pitchFamily="2" charset="-122"/>
            </a:endParaRPr>
          </a:p>
        </p:txBody>
      </p:sp>
      <p:graphicFrame>
        <p:nvGraphicFramePr>
          <p:cNvPr id="45059" name="对象 -2147482530"/>
          <p:cNvGraphicFramePr>
            <a:graphicFrameLocks noChangeAspect="1"/>
          </p:cNvGraphicFramePr>
          <p:nvPr/>
        </p:nvGraphicFramePr>
        <p:xfrm>
          <a:off x="2384425" y="854075"/>
          <a:ext cx="919163" cy="569913"/>
        </p:xfrm>
        <a:graphic>
          <a:graphicData uri="http://schemas.openxmlformats.org/presentationml/2006/ole">
            <mc:AlternateContent xmlns:mc="http://schemas.openxmlformats.org/markup-compatibility/2006">
              <mc:Choice xmlns:v="urn:schemas-microsoft-com:vml" Requires="v">
                <p:oleObj spid="_x0000_s19088" r:id="rId3" imgW="19202400" imgH="11887200" progId="Equation.DSMT4">
                  <p:embed/>
                </p:oleObj>
              </mc:Choice>
              <mc:Fallback>
                <p:oleObj r:id="rId3" imgW="19202400" imgH="11887200" progId="Equation.DSMT4">
                  <p:embed/>
                  <p:pic>
                    <p:nvPicPr>
                      <p:cNvPr id="0" name="图片 3080"/>
                      <p:cNvPicPr/>
                      <p:nvPr/>
                    </p:nvPicPr>
                    <p:blipFill>
                      <a:blip r:embed="rId4"/>
                      <a:stretch>
                        <a:fillRect/>
                      </a:stretch>
                    </p:blipFill>
                    <p:spPr>
                      <a:xfrm>
                        <a:off x="2384425" y="854075"/>
                        <a:ext cx="919163" cy="569913"/>
                      </a:xfrm>
                      <a:prstGeom prst="rect">
                        <a:avLst/>
                      </a:prstGeom>
                      <a:noFill/>
                      <a:ln w="38100">
                        <a:noFill/>
                        <a:miter/>
                      </a:ln>
                    </p:spPr>
                  </p:pic>
                </p:oleObj>
              </mc:Fallback>
            </mc:AlternateContent>
          </a:graphicData>
        </a:graphic>
      </p:graphicFrame>
      <p:graphicFrame>
        <p:nvGraphicFramePr>
          <p:cNvPr id="45060" name="对象 -2147482529"/>
          <p:cNvGraphicFramePr>
            <a:graphicFrameLocks noChangeAspect="1"/>
          </p:cNvGraphicFramePr>
          <p:nvPr/>
        </p:nvGraphicFramePr>
        <p:xfrm>
          <a:off x="2260600" y="1330325"/>
          <a:ext cx="5341938" cy="801688"/>
        </p:xfrm>
        <a:graphic>
          <a:graphicData uri="http://schemas.openxmlformats.org/presentationml/2006/ole">
            <mc:AlternateContent xmlns:mc="http://schemas.openxmlformats.org/markup-compatibility/2006">
              <mc:Choice xmlns:v="urn:schemas-microsoft-com:vml" Requires="v">
                <p:oleObj spid="_x0000_s19089" r:id="rId5" imgW="84124800" imgH="12496800" progId="Equation.DSMT4">
                  <p:embed/>
                </p:oleObj>
              </mc:Choice>
              <mc:Fallback>
                <p:oleObj r:id="rId5" imgW="84124800" imgH="12496800" progId="Equation.DSMT4">
                  <p:embed/>
                  <p:pic>
                    <p:nvPicPr>
                      <p:cNvPr id="0" name="图片 3082"/>
                      <p:cNvPicPr/>
                      <p:nvPr/>
                    </p:nvPicPr>
                    <p:blipFill>
                      <a:blip r:embed="rId6"/>
                      <a:stretch>
                        <a:fillRect/>
                      </a:stretch>
                    </p:blipFill>
                    <p:spPr>
                      <a:xfrm>
                        <a:off x="2260600" y="1330325"/>
                        <a:ext cx="5341938" cy="801688"/>
                      </a:xfrm>
                      <a:prstGeom prst="rect">
                        <a:avLst/>
                      </a:prstGeom>
                      <a:noFill/>
                      <a:ln w="38100">
                        <a:noFill/>
                        <a:miter/>
                      </a:ln>
                    </p:spPr>
                  </p:pic>
                </p:oleObj>
              </mc:Fallback>
            </mc:AlternateContent>
          </a:graphicData>
        </a:graphic>
      </p:graphicFrame>
      <p:graphicFrame>
        <p:nvGraphicFramePr>
          <p:cNvPr id="45061" name="对象 -2147482528"/>
          <p:cNvGraphicFramePr>
            <a:graphicFrameLocks noChangeAspect="1"/>
          </p:cNvGraphicFramePr>
          <p:nvPr/>
        </p:nvGraphicFramePr>
        <p:xfrm>
          <a:off x="2384425" y="2081213"/>
          <a:ext cx="1350963" cy="411162"/>
        </p:xfrm>
        <a:graphic>
          <a:graphicData uri="http://schemas.openxmlformats.org/presentationml/2006/ole">
            <mc:AlternateContent xmlns:mc="http://schemas.openxmlformats.org/markup-compatibility/2006">
              <mc:Choice xmlns:v="urn:schemas-microsoft-com:vml" Requires="v">
                <p:oleObj spid="_x0000_s19090" r:id="rId7" imgW="24688800" imgH="7620000" progId="Equation.DSMT4">
                  <p:embed/>
                </p:oleObj>
              </mc:Choice>
              <mc:Fallback>
                <p:oleObj r:id="rId7" imgW="24688800" imgH="7620000" progId="Equation.DSMT4">
                  <p:embed/>
                  <p:pic>
                    <p:nvPicPr>
                      <p:cNvPr id="0" name="图片 3076"/>
                      <p:cNvPicPr/>
                      <p:nvPr/>
                    </p:nvPicPr>
                    <p:blipFill>
                      <a:blip r:embed="rId8"/>
                      <a:stretch>
                        <a:fillRect/>
                      </a:stretch>
                    </p:blipFill>
                    <p:spPr>
                      <a:xfrm>
                        <a:off x="2384425" y="2081213"/>
                        <a:ext cx="1350963" cy="411162"/>
                      </a:xfrm>
                      <a:prstGeom prst="rect">
                        <a:avLst/>
                      </a:prstGeom>
                      <a:noFill/>
                      <a:ln w="38100">
                        <a:noFill/>
                        <a:miter/>
                      </a:ln>
                    </p:spPr>
                  </p:pic>
                </p:oleObj>
              </mc:Fallback>
            </mc:AlternateContent>
          </a:graphicData>
        </a:graphic>
      </p:graphicFrame>
      <p:graphicFrame>
        <p:nvGraphicFramePr>
          <p:cNvPr id="45062" name="对象 -2147482527"/>
          <p:cNvGraphicFramePr>
            <a:graphicFrameLocks noChangeAspect="1"/>
          </p:cNvGraphicFramePr>
          <p:nvPr/>
        </p:nvGraphicFramePr>
        <p:xfrm>
          <a:off x="5124450" y="2081213"/>
          <a:ext cx="1347788" cy="411162"/>
        </p:xfrm>
        <a:graphic>
          <a:graphicData uri="http://schemas.openxmlformats.org/presentationml/2006/ole">
            <mc:AlternateContent xmlns:mc="http://schemas.openxmlformats.org/markup-compatibility/2006">
              <mc:Choice xmlns:v="urn:schemas-microsoft-com:vml" Requires="v">
                <p:oleObj spid="_x0000_s19091" r:id="rId9" imgW="24688800" imgH="7620000" progId="Equation.DSMT4">
                  <p:embed/>
                </p:oleObj>
              </mc:Choice>
              <mc:Fallback>
                <p:oleObj r:id="rId9" imgW="24688800" imgH="7620000" progId="Equation.DSMT4">
                  <p:embed/>
                  <p:pic>
                    <p:nvPicPr>
                      <p:cNvPr id="0" name="图片 3085"/>
                      <p:cNvPicPr/>
                      <p:nvPr/>
                    </p:nvPicPr>
                    <p:blipFill>
                      <a:blip r:embed="rId10"/>
                      <a:stretch>
                        <a:fillRect/>
                      </a:stretch>
                    </p:blipFill>
                    <p:spPr>
                      <a:xfrm>
                        <a:off x="5124450" y="2081213"/>
                        <a:ext cx="1347788" cy="411162"/>
                      </a:xfrm>
                      <a:prstGeom prst="rect">
                        <a:avLst/>
                      </a:prstGeom>
                      <a:noFill/>
                      <a:ln w="38100">
                        <a:noFill/>
                        <a:miter/>
                      </a:ln>
                    </p:spPr>
                  </p:pic>
                </p:oleObj>
              </mc:Fallback>
            </mc:AlternateContent>
          </a:graphicData>
        </a:graphic>
      </p:graphicFrame>
      <p:graphicFrame>
        <p:nvGraphicFramePr>
          <p:cNvPr id="45063" name="对象 -2147482526"/>
          <p:cNvGraphicFramePr>
            <a:graphicFrameLocks noChangeAspect="1"/>
          </p:cNvGraphicFramePr>
          <p:nvPr/>
        </p:nvGraphicFramePr>
        <p:xfrm>
          <a:off x="7051675" y="2132013"/>
          <a:ext cx="238125" cy="212725"/>
        </p:xfrm>
        <a:graphic>
          <a:graphicData uri="http://schemas.openxmlformats.org/presentationml/2006/ole">
            <mc:AlternateContent xmlns:mc="http://schemas.openxmlformats.org/markup-compatibility/2006">
              <mc:Choice xmlns:v="urn:schemas-microsoft-com:vml" Requires="v">
                <p:oleObj spid="_x0000_s19092" r:id="rId11" imgW="3962400" imgH="3657600" progId="Equation.DSMT4">
                  <p:embed/>
                </p:oleObj>
              </mc:Choice>
              <mc:Fallback>
                <p:oleObj r:id="rId11" imgW="3962400" imgH="3657600" progId="Equation.DSMT4">
                  <p:embed/>
                  <p:pic>
                    <p:nvPicPr>
                      <p:cNvPr id="0" name="图片 3089"/>
                      <p:cNvPicPr/>
                      <p:nvPr/>
                    </p:nvPicPr>
                    <p:blipFill>
                      <a:blip r:embed="rId12"/>
                      <a:stretch>
                        <a:fillRect/>
                      </a:stretch>
                    </p:blipFill>
                    <p:spPr>
                      <a:xfrm>
                        <a:off x="7051675" y="2132013"/>
                        <a:ext cx="238125" cy="212725"/>
                      </a:xfrm>
                      <a:prstGeom prst="rect">
                        <a:avLst/>
                      </a:prstGeom>
                      <a:noFill/>
                      <a:ln w="38100">
                        <a:noFill/>
                        <a:miter/>
                      </a:ln>
                    </p:spPr>
                  </p:pic>
                </p:oleObj>
              </mc:Fallback>
            </mc:AlternateContent>
          </a:graphicData>
        </a:graphic>
      </p:graphicFrame>
      <p:graphicFrame>
        <p:nvGraphicFramePr>
          <p:cNvPr id="45064" name="对象 -2147482226"/>
          <p:cNvGraphicFramePr>
            <a:graphicFrameLocks noChangeAspect="1"/>
          </p:cNvGraphicFramePr>
          <p:nvPr/>
        </p:nvGraphicFramePr>
        <p:xfrm>
          <a:off x="2789238" y="2492375"/>
          <a:ext cx="3784600" cy="1789113"/>
        </p:xfrm>
        <a:graphic>
          <a:graphicData uri="http://schemas.openxmlformats.org/presentationml/2006/ole">
            <mc:AlternateContent xmlns:mc="http://schemas.openxmlformats.org/markup-compatibility/2006">
              <mc:Choice xmlns:v="urn:schemas-microsoft-com:vml" Requires="v">
                <p:oleObj spid="_x0000_s19093" r:id="rId13" imgW="66141600" imgH="31394400" progId="Equation.DSMT4">
                  <p:embed/>
                </p:oleObj>
              </mc:Choice>
              <mc:Fallback>
                <p:oleObj r:id="rId13" imgW="66141600" imgH="31394400" progId="Equation.DSMT4">
                  <p:embed/>
                  <p:pic>
                    <p:nvPicPr>
                      <p:cNvPr id="0" name="图片 3086"/>
                      <p:cNvPicPr/>
                      <p:nvPr/>
                    </p:nvPicPr>
                    <p:blipFill>
                      <a:blip r:embed="rId14"/>
                      <a:stretch>
                        <a:fillRect/>
                      </a:stretch>
                    </p:blipFill>
                    <p:spPr>
                      <a:xfrm>
                        <a:off x="2789238" y="2492375"/>
                        <a:ext cx="3784600" cy="1789113"/>
                      </a:xfrm>
                      <a:prstGeom prst="rect">
                        <a:avLst/>
                      </a:prstGeom>
                      <a:noFill/>
                      <a:ln w="38100">
                        <a:noFill/>
                        <a:miter/>
                      </a:ln>
                    </p:spPr>
                  </p:pic>
                </p:oleObj>
              </mc:Fallback>
            </mc:AlternateContent>
          </a:graphicData>
        </a:graphic>
      </p:graphicFrame>
      <p:graphicFrame>
        <p:nvGraphicFramePr>
          <p:cNvPr id="45065" name="对象 -2147482524"/>
          <p:cNvGraphicFramePr>
            <a:graphicFrameLocks noChangeAspect="1"/>
          </p:cNvGraphicFramePr>
          <p:nvPr/>
        </p:nvGraphicFramePr>
        <p:xfrm>
          <a:off x="2571750" y="4869100"/>
          <a:ext cx="3621088" cy="1803400"/>
        </p:xfrm>
        <a:graphic>
          <a:graphicData uri="http://schemas.openxmlformats.org/presentationml/2006/ole">
            <mc:AlternateContent xmlns:mc="http://schemas.openxmlformats.org/markup-compatibility/2006">
              <mc:Choice xmlns:v="urn:schemas-microsoft-com:vml" Requires="v">
                <p:oleObj spid="_x0000_s19094" r:id="rId15" imgW="63093600" imgH="31394400" progId="Equation.DSMT4">
                  <p:embed/>
                </p:oleObj>
              </mc:Choice>
              <mc:Fallback>
                <p:oleObj r:id="rId15" imgW="63093600" imgH="31394400" progId="Equation.DSMT4">
                  <p:embed/>
                  <p:pic>
                    <p:nvPicPr>
                      <p:cNvPr id="0" name="图片 3087"/>
                      <p:cNvPicPr/>
                      <p:nvPr/>
                    </p:nvPicPr>
                    <p:blipFill>
                      <a:blip r:embed="rId16"/>
                      <a:stretch>
                        <a:fillRect/>
                      </a:stretch>
                    </p:blipFill>
                    <p:spPr>
                      <a:xfrm>
                        <a:off x="2571750" y="4869100"/>
                        <a:ext cx="3621088" cy="1803400"/>
                      </a:xfrm>
                      <a:prstGeom prst="rect">
                        <a:avLst/>
                      </a:prstGeom>
                      <a:noFill/>
                      <a:ln w="38100">
                        <a:noFill/>
                        <a:miter/>
                      </a:ln>
                    </p:spPr>
                  </p:pic>
                </p:oleObj>
              </mc:Fallback>
            </mc:AlternateContent>
          </a:graphicData>
        </a:graphic>
      </p:graphicFrame>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3"/>
          <p:cNvSpPr>
            <a:spLocks noGrp="1"/>
          </p:cNvSpPr>
          <p:nvPr>
            <p:ph idx="1"/>
          </p:nvPr>
        </p:nvSpPr>
        <p:spPr>
          <a:xfrm>
            <a:off x="685800" y="1123950"/>
            <a:ext cx="7772400" cy="4608513"/>
          </a:xfrm>
        </p:spPr>
        <p:txBody>
          <a:bodyPr vert="horz" wrap="square" lIns="75301" tIns="37650" rIns="75301" bIns="37650" anchor="t" anchorCtr="0"/>
          <a:lstStyle/>
          <a:p>
            <a:pPr marL="0" indent="0" defTabSz="752475">
              <a:buNone/>
            </a:pPr>
            <a:r>
              <a:rPr lang="zh-CN" altLang="en-US" sz="2000" b="1" dirty="0">
                <a:ea typeface="宋体" panose="02010600030101010101" pitchFamily="2" charset="-122"/>
              </a:rPr>
              <a:t>如果                                  是式（</a:t>
            </a:r>
            <a:r>
              <a:rPr lang="en-US" altLang="zh-CN" sz="2000" b="1" dirty="0">
                <a:ea typeface="宋体" panose="02010600030101010101" pitchFamily="2" charset="-122"/>
              </a:rPr>
              <a:t>5</a:t>
            </a:r>
            <a:r>
              <a:rPr lang="zh-CN" altLang="en-US" sz="2000" b="1" dirty="0">
                <a:ea typeface="宋体" panose="02010600030101010101" pitchFamily="2" charset="-122"/>
              </a:rPr>
              <a:t>）最优化问题的解，则一定存在    和        成为原始最优化问题的解，这里</a:t>
            </a:r>
          </a:p>
          <a:p>
            <a:pPr marL="0" indent="0" defTabSz="752475">
              <a:buNone/>
            </a:pPr>
            <a:r>
              <a:rPr lang="zh-CN" altLang="en-US" sz="2000" b="1" dirty="0">
                <a:ea typeface="宋体" panose="02010600030101010101" pitchFamily="2" charset="-122"/>
              </a:rPr>
              <a:t>                 </a:t>
            </a:r>
          </a:p>
          <a:p>
            <a:pPr marL="0" indent="0" defTabSz="752475">
              <a:buNone/>
            </a:pPr>
            <a:r>
              <a:rPr lang="zh-CN" altLang="en-US" sz="2000" b="1" dirty="0">
                <a:ea typeface="宋体" panose="02010600030101010101" pitchFamily="2" charset="-122"/>
              </a:rPr>
              <a:t>                                                                                                      式（</a:t>
            </a:r>
            <a:r>
              <a:rPr lang="en-US" altLang="zh-CN" sz="2000" b="1" dirty="0">
                <a:ea typeface="宋体" panose="02010600030101010101" pitchFamily="2" charset="-122"/>
              </a:rPr>
              <a:t>6</a:t>
            </a:r>
            <a:r>
              <a:rPr lang="zh-CN" altLang="en-US" sz="2000" b="1" dirty="0">
                <a:ea typeface="宋体" panose="02010600030101010101" pitchFamily="2" charset="-122"/>
              </a:rPr>
              <a:t>）</a:t>
            </a:r>
          </a:p>
          <a:p>
            <a:pPr marL="0" indent="0" defTabSz="752475">
              <a:buNone/>
            </a:pPr>
            <a:endParaRPr lang="zh-CN" altLang="en-US" sz="2000" b="1" dirty="0">
              <a:ea typeface="宋体" panose="02010600030101010101" pitchFamily="2" charset="-122"/>
            </a:endParaRPr>
          </a:p>
          <a:p>
            <a:pPr marL="0" indent="0" defTabSz="752475">
              <a:buNone/>
            </a:pPr>
            <a:r>
              <a:rPr lang="zh-CN" altLang="en-US" sz="2000" b="1" dirty="0">
                <a:ea typeface="宋体" panose="02010600030101010101" pitchFamily="2" charset="-122"/>
              </a:rPr>
              <a:t>                                                                                                       式（</a:t>
            </a:r>
            <a:r>
              <a:rPr lang="en-US" altLang="zh-CN" sz="2000" b="1" dirty="0">
                <a:ea typeface="宋体" panose="02010600030101010101" pitchFamily="2" charset="-122"/>
              </a:rPr>
              <a:t>7</a:t>
            </a:r>
            <a:r>
              <a:rPr lang="zh-CN" altLang="en-US" sz="2000" b="1" dirty="0">
                <a:ea typeface="宋体" panose="02010600030101010101" pitchFamily="2" charset="-122"/>
              </a:rPr>
              <a:t>）      </a:t>
            </a:r>
          </a:p>
          <a:p>
            <a:pPr marL="0" indent="0" defTabSz="752475">
              <a:buNone/>
            </a:pPr>
            <a:endParaRPr lang="en-US" altLang="zh-CN" sz="2000" b="1" dirty="0">
              <a:ea typeface="宋体" panose="02010600030101010101" pitchFamily="2" charset="-122"/>
            </a:endParaRPr>
          </a:p>
          <a:p>
            <a:pPr marL="0" indent="0" defTabSz="752475">
              <a:buNone/>
            </a:pPr>
            <a:endParaRPr lang="en-US" altLang="zh-CN" sz="2000" b="1" dirty="0">
              <a:ea typeface="宋体" panose="02010600030101010101" pitchFamily="2" charset="-122"/>
            </a:endParaRPr>
          </a:p>
          <a:p>
            <a:pPr marL="0" indent="0" defTabSz="752475">
              <a:buNone/>
            </a:pPr>
            <a:r>
              <a:rPr lang="zh-CN" altLang="en-US" sz="2000" b="1" dirty="0">
                <a:ea typeface="宋体" panose="02010600030101010101" pitchFamily="2" charset="-122"/>
              </a:rPr>
              <a:t>因此我们可以得到分离超平面为                                  ， 以及分类决策函数。这就是线性可分支持向量机的对偶学习算法。 对线性可分数据集，通过构造并求解约束优化问题（</a:t>
            </a:r>
            <a:r>
              <a:rPr lang="en-US" altLang="zh-CN" sz="2000" b="1" dirty="0">
                <a:ea typeface="宋体" panose="02010600030101010101" pitchFamily="2" charset="-122"/>
              </a:rPr>
              <a:t>5</a:t>
            </a:r>
            <a:r>
              <a:rPr lang="zh-CN" altLang="en-US" sz="2000" b="1" dirty="0">
                <a:ea typeface="宋体" panose="02010600030101010101" pitchFamily="2" charset="-122"/>
              </a:rPr>
              <a:t>）得到最优解     ，选择     的一个正分量，然后根据（</a:t>
            </a:r>
            <a:r>
              <a:rPr lang="en-US" altLang="zh-CN" sz="2000" b="1" dirty="0">
                <a:ea typeface="宋体" panose="02010600030101010101" pitchFamily="2" charset="-122"/>
              </a:rPr>
              <a:t>6</a:t>
            </a:r>
            <a:r>
              <a:rPr lang="zh-CN" altLang="en-US" sz="2000" b="1" dirty="0">
                <a:ea typeface="宋体" panose="02010600030101010101" pitchFamily="2" charset="-122"/>
              </a:rPr>
              <a:t>）式和（</a:t>
            </a:r>
            <a:r>
              <a:rPr lang="en-US" altLang="zh-CN" sz="2000" b="1" dirty="0">
                <a:ea typeface="宋体" panose="02010600030101010101" pitchFamily="2" charset="-122"/>
              </a:rPr>
              <a:t>7</a:t>
            </a:r>
            <a:r>
              <a:rPr lang="zh-CN" altLang="en-US" sz="2000" b="1" dirty="0">
                <a:ea typeface="宋体" panose="02010600030101010101" pitchFamily="2" charset="-122"/>
              </a:rPr>
              <a:t>）式得到最优解      ，  。从而求出了具有最大间隔的划分超平面与分类决策函数。</a:t>
            </a: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p:txBody>
      </p:sp>
      <p:graphicFrame>
        <p:nvGraphicFramePr>
          <p:cNvPr id="46082" name="对象 -2147482523"/>
          <p:cNvGraphicFramePr>
            <a:graphicFrameLocks noChangeAspect="1"/>
          </p:cNvGraphicFramePr>
          <p:nvPr/>
        </p:nvGraphicFramePr>
        <p:xfrm>
          <a:off x="1335088" y="1123950"/>
          <a:ext cx="2112962" cy="342900"/>
        </p:xfrm>
        <a:graphic>
          <a:graphicData uri="http://schemas.openxmlformats.org/presentationml/2006/ole">
            <mc:AlternateContent xmlns:mc="http://schemas.openxmlformats.org/markup-compatibility/2006">
              <mc:Choice xmlns:v="urn:schemas-microsoft-com:vml" Requires="v">
                <p:oleObj spid="_x0000_s20381" r:id="rId3" imgW="39624000" imgH="6400800" progId="Equation.DSMT4">
                  <p:embed/>
                </p:oleObj>
              </mc:Choice>
              <mc:Fallback>
                <p:oleObj r:id="rId3" imgW="39624000" imgH="6400800" progId="Equation.DSMT4">
                  <p:embed/>
                  <p:pic>
                    <p:nvPicPr>
                      <p:cNvPr id="0" name="图片 3092"/>
                      <p:cNvPicPr/>
                      <p:nvPr/>
                    </p:nvPicPr>
                    <p:blipFill>
                      <a:blip r:embed="rId4"/>
                      <a:stretch>
                        <a:fillRect/>
                      </a:stretch>
                    </p:blipFill>
                    <p:spPr>
                      <a:xfrm>
                        <a:off x="1335088" y="1123950"/>
                        <a:ext cx="2112962" cy="342900"/>
                      </a:xfrm>
                      <a:prstGeom prst="rect">
                        <a:avLst/>
                      </a:prstGeom>
                      <a:noFill/>
                      <a:ln w="38100">
                        <a:noFill/>
                        <a:miter/>
                      </a:ln>
                    </p:spPr>
                  </p:pic>
                </p:oleObj>
              </mc:Fallback>
            </mc:AlternateContent>
          </a:graphicData>
        </a:graphic>
      </p:graphicFrame>
      <p:graphicFrame>
        <p:nvGraphicFramePr>
          <p:cNvPr id="46083" name="对象 -2147482522"/>
          <p:cNvGraphicFramePr>
            <a:graphicFrameLocks noChangeAspect="1"/>
          </p:cNvGraphicFramePr>
          <p:nvPr/>
        </p:nvGraphicFramePr>
        <p:xfrm>
          <a:off x="7900988" y="1152525"/>
          <a:ext cx="401637" cy="285750"/>
        </p:xfrm>
        <a:graphic>
          <a:graphicData uri="http://schemas.openxmlformats.org/presentationml/2006/ole">
            <mc:AlternateContent xmlns:mc="http://schemas.openxmlformats.org/markup-compatibility/2006">
              <mc:Choice xmlns:v="urn:schemas-microsoft-com:vml" Requires="v">
                <p:oleObj spid="_x0000_s20382" r:id="rId5" imgW="6400800" imgH="4572000" progId="Equation.DSMT4">
                  <p:embed/>
                </p:oleObj>
              </mc:Choice>
              <mc:Fallback>
                <p:oleObj r:id="rId5" imgW="6400800" imgH="4572000" progId="Equation.DSMT4">
                  <p:embed/>
                  <p:pic>
                    <p:nvPicPr>
                      <p:cNvPr id="0" name="图片 3097"/>
                      <p:cNvPicPr/>
                      <p:nvPr/>
                    </p:nvPicPr>
                    <p:blipFill>
                      <a:blip r:embed="rId6"/>
                      <a:stretch>
                        <a:fillRect/>
                      </a:stretch>
                    </p:blipFill>
                    <p:spPr>
                      <a:xfrm>
                        <a:off x="7900988" y="1152525"/>
                        <a:ext cx="401637" cy="285750"/>
                      </a:xfrm>
                      <a:prstGeom prst="rect">
                        <a:avLst/>
                      </a:prstGeom>
                      <a:noFill/>
                      <a:ln w="38100">
                        <a:noFill/>
                        <a:miter/>
                      </a:ln>
                    </p:spPr>
                  </p:pic>
                </p:oleObj>
              </mc:Fallback>
            </mc:AlternateContent>
          </a:graphicData>
        </a:graphic>
      </p:graphicFrame>
      <p:graphicFrame>
        <p:nvGraphicFramePr>
          <p:cNvPr id="46084" name="对象 -2147482521"/>
          <p:cNvGraphicFramePr>
            <a:graphicFrameLocks noChangeAspect="1"/>
          </p:cNvGraphicFramePr>
          <p:nvPr/>
        </p:nvGraphicFramePr>
        <p:xfrm>
          <a:off x="1031875" y="1438275"/>
          <a:ext cx="439738" cy="350838"/>
        </p:xfrm>
        <a:graphic>
          <a:graphicData uri="http://schemas.openxmlformats.org/presentationml/2006/ole">
            <mc:AlternateContent xmlns:mc="http://schemas.openxmlformats.org/markup-compatibility/2006">
              <mc:Choice xmlns:v="urn:schemas-microsoft-com:vml" Requires="v">
                <p:oleObj spid="_x0000_s20383" r:id="rId7" imgW="5486400" imgH="4572000" progId="Equation.DSMT4">
                  <p:embed/>
                </p:oleObj>
              </mc:Choice>
              <mc:Fallback>
                <p:oleObj r:id="rId7" imgW="5486400" imgH="4572000" progId="Equation.DSMT4">
                  <p:embed/>
                  <p:pic>
                    <p:nvPicPr>
                      <p:cNvPr id="0" name="图片 3093"/>
                      <p:cNvPicPr/>
                      <p:nvPr/>
                    </p:nvPicPr>
                    <p:blipFill>
                      <a:blip r:embed="rId8"/>
                      <a:stretch>
                        <a:fillRect/>
                      </a:stretch>
                    </p:blipFill>
                    <p:spPr>
                      <a:xfrm>
                        <a:off x="1031875" y="1438275"/>
                        <a:ext cx="439738" cy="350838"/>
                      </a:xfrm>
                      <a:prstGeom prst="rect">
                        <a:avLst/>
                      </a:prstGeom>
                      <a:noFill/>
                      <a:ln w="38100">
                        <a:noFill/>
                        <a:miter/>
                      </a:ln>
                    </p:spPr>
                  </p:pic>
                </p:oleObj>
              </mc:Fallback>
            </mc:AlternateContent>
          </a:graphicData>
        </a:graphic>
      </p:graphicFrame>
      <p:graphicFrame>
        <p:nvGraphicFramePr>
          <p:cNvPr id="46085" name="对象 -2147482225"/>
          <p:cNvGraphicFramePr>
            <a:graphicFrameLocks noChangeAspect="1"/>
          </p:cNvGraphicFramePr>
          <p:nvPr/>
        </p:nvGraphicFramePr>
        <p:xfrm>
          <a:off x="3059113" y="1739900"/>
          <a:ext cx="1944687" cy="814388"/>
        </p:xfrm>
        <a:graphic>
          <a:graphicData uri="http://schemas.openxmlformats.org/presentationml/2006/ole">
            <mc:AlternateContent xmlns:mc="http://schemas.openxmlformats.org/markup-compatibility/2006">
              <mc:Choice xmlns:v="urn:schemas-microsoft-com:vml" Requires="v">
                <p:oleObj spid="_x0000_s20384" r:id="rId9" imgW="30908625" imgH="13096875" progId="Equation.DSMT4">
                  <p:embed/>
                </p:oleObj>
              </mc:Choice>
              <mc:Fallback>
                <p:oleObj r:id="rId9" imgW="30908625" imgH="13096875" progId="Equation.DSMT4">
                  <p:embed/>
                  <p:pic>
                    <p:nvPicPr>
                      <p:cNvPr id="0" name="图片 3098"/>
                      <p:cNvPicPr/>
                      <p:nvPr/>
                    </p:nvPicPr>
                    <p:blipFill>
                      <a:blip r:embed="rId10"/>
                      <a:stretch>
                        <a:fillRect/>
                      </a:stretch>
                    </p:blipFill>
                    <p:spPr>
                      <a:xfrm>
                        <a:off x="3059113" y="1739900"/>
                        <a:ext cx="1944687" cy="814388"/>
                      </a:xfrm>
                      <a:prstGeom prst="rect">
                        <a:avLst/>
                      </a:prstGeom>
                      <a:noFill/>
                      <a:ln w="38100">
                        <a:noFill/>
                        <a:miter/>
                      </a:ln>
                    </p:spPr>
                  </p:pic>
                </p:oleObj>
              </mc:Fallback>
            </mc:AlternateContent>
          </a:graphicData>
        </a:graphic>
      </p:graphicFrame>
      <p:graphicFrame>
        <p:nvGraphicFramePr>
          <p:cNvPr id="46086" name="对象 -2147482519"/>
          <p:cNvGraphicFramePr>
            <a:graphicFrameLocks noChangeAspect="1"/>
          </p:cNvGraphicFramePr>
          <p:nvPr/>
        </p:nvGraphicFramePr>
        <p:xfrm>
          <a:off x="2990850" y="2554288"/>
          <a:ext cx="2568575" cy="712787"/>
        </p:xfrm>
        <a:graphic>
          <a:graphicData uri="http://schemas.openxmlformats.org/presentationml/2006/ole">
            <mc:AlternateContent xmlns:mc="http://schemas.openxmlformats.org/markup-compatibility/2006">
              <mc:Choice xmlns:v="urn:schemas-microsoft-com:vml" Requires="v">
                <p:oleObj spid="_x0000_s20385" r:id="rId11" imgW="43281600" imgH="11887200" progId="Equation.DSMT4">
                  <p:embed/>
                </p:oleObj>
              </mc:Choice>
              <mc:Fallback>
                <p:oleObj r:id="rId11" imgW="43281600" imgH="11887200" progId="Equation.DSMT4">
                  <p:embed/>
                  <p:pic>
                    <p:nvPicPr>
                      <p:cNvPr id="0" name="图片 3091"/>
                      <p:cNvPicPr/>
                      <p:nvPr/>
                    </p:nvPicPr>
                    <p:blipFill>
                      <a:blip r:embed="rId12"/>
                      <a:stretch>
                        <a:fillRect/>
                      </a:stretch>
                    </p:blipFill>
                    <p:spPr>
                      <a:xfrm>
                        <a:off x="2990850" y="2554288"/>
                        <a:ext cx="2568575" cy="712787"/>
                      </a:xfrm>
                      <a:prstGeom prst="rect">
                        <a:avLst/>
                      </a:prstGeom>
                      <a:noFill/>
                      <a:ln w="38100">
                        <a:noFill/>
                        <a:miter/>
                      </a:ln>
                    </p:spPr>
                  </p:pic>
                </p:oleObj>
              </mc:Fallback>
            </mc:AlternateContent>
          </a:graphicData>
        </a:graphic>
      </p:graphicFrame>
      <p:graphicFrame>
        <p:nvGraphicFramePr>
          <p:cNvPr id="46087" name="对象 -2147482518"/>
          <p:cNvGraphicFramePr>
            <a:graphicFrameLocks noChangeAspect="1"/>
          </p:cNvGraphicFramePr>
          <p:nvPr/>
        </p:nvGraphicFramePr>
        <p:xfrm>
          <a:off x="4427990" y="3757440"/>
          <a:ext cx="2106146" cy="648045"/>
        </p:xfrm>
        <a:graphic>
          <a:graphicData uri="http://schemas.openxmlformats.org/presentationml/2006/ole">
            <mc:AlternateContent xmlns:mc="http://schemas.openxmlformats.org/markup-compatibility/2006">
              <mc:Choice xmlns:v="urn:schemas-microsoft-com:vml" Requires="v">
                <p:oleObj spid="_x0000_s20386" r:id="rId13" imgW="39319200" imgH="11887200" progId="Equation.DSMT4">
                  <p:embed/>
                </p:oleObj>
              </mc:Choice>
              <mc:Fallback>
                <p:oleObj r:id="rId13" imgW="39319200" imgH="11887200" progId="Equation.DSMT4">
                  <p:embed/>
                  <p:pic>
                    <p:nvPicPr>
                      <p:cNvPr id="0" name="图片 3094"/>
                      <p:cNvPicPr/>
                      <p:nvPr/>
                    </p:nvPicPr>
                    <p:blipFill>
                      <a:blip r:embed="rId14"/>
                      <a:stretch>
                        <a:fillRect/>
                      </a:stretch>
                    </p:blipFill>
                    <p:spPr>
                      <a:xfrm>
                        <a:off x="4427990" y="3757440"/>
                        <a:ext cx="2106146" cy="648045"/>
                      </a:xfrm>
                      <a:prstGeom prst="rect">
                        <a:avLst/>
                      </a:prstGeom>
                      <a:noFill/>
                      <a:ln w="38100">
                        <a:noFill/>
                        <a:miter/>
                      </a:ln>
                    </p:spPr>
                  </p:pic>
                </p:oleObj>
              </mc:Fallback>
            </mc:AlternateContent>
          </a:graphicData>
        </a:graphic>
      </p:graphicFrame>
      <p:graphicFrame>
        <p:nvGraphicFramePr>
          <p:cNvPr id="46088" name="对象 -2147482516"/>
          <p:cNvGraphicFramePr>
            <a:graphicFrameLocks noChangeAspect="1"/>
          </p:cNvGraphicFramePr>
          <p:nvPr/>
        </p:nvGraphicFramePr>
        <p:xfrm>
          <a:off x="6775450" y="4615923"/>
          <a:ext cx="420688" cy="347662"/>
        </p:xfrm>
        <a:graphic>
          <a:graphicData uri="http://schemas.openxmlformats.org/presentationml/2006/ole">
            <mc:AlternateContent xmlns:mc="http://schemas.openxmlformats.org/markup-compatibility/2006">
              <mc:Choice xmlns:v="urn:schemas-microsoft-com:vml" Requires="v">
                <p:oleObj spid="_x0000_s20387" r:id="rId15" imgW="5181600" imgH="4267200" progId="Equation.DSMT4">
                  <p:embed/>
                </p:oleObj>
              </mc:Choice>
              <mc:Fallback>
                <p:oleObj r:id="rId15" imgW="5181600" imgH="4267200" progId="Equation.DSMT4">
                  <p:embed/>
                  <p:pic>
                    <p:nvPicPr>
                      <p:cNvPr id="0" name="图片 3101"/>
                      <p:cNvPicPr/>
                      <p:nvPr/>
                    </p:nvPicPr>
                    <p:blipFill>
                      <a:blip r:embed="rId16"/>
                      <a:stretch>
                        <a:fillRect/>
                      </a:stretch>
                    </p:blipFill>
                    <p:spPr>
                      <a:xfrm>
                        <a:off x="6775450" y="4615923"/>
                        <a:ext cx="420688" cy="347662"/>
                      </a:xfrm>
                      <a:prstGeom prst="rect">
                        <a:avLst/>
                      </a:prstGeom>
                      <a:noFill/>
                      <a:ln w="38100">
                        <a:noFill/>
                        <a:miter/>
                      </a:ln>
                    </p:spPr>
                  </p:pic>
                </p:oleObj>
              </mc:Fallback>
            </mc:AlternateContent>
          </a:graphicData>
        </a:graphic>
      </p:graphicFrame>
      <p:graphicFrame>
        <p:nvGraphicFramePr>
          <p:cNvPr id="46089" name="对象 -2147482516"/>
          <p:cNvGraphicFramePr>
            <a:graphicFrameLocks noChangeAspect="1"/>
          </p:cNvGraphicFramePr>
          <p:nvPr/>
        </p:nvGraphicFramePr>
        <p:xfrm>
          <a:off x="7881938" y="4615923"/>
          <a:ext cx="420687" cy="347662"/>
        </p:xfrm>
        <a:graphic>
          <a:graphicData uri="http://schemas.openxmlformats.org/presentationml/2006/ole">
            <mc:AlternateContent xmlns:mc="http://schemas.openxmlformats.org/markup-compatibility/2006">
              <mc:Choice xmlns:v="urn:schemas-microsoft-com:vml" Requires="v">
                <p:oleObj spid="_x0000_s20388" r:id="rId17" imgW="5181600" imgH="4267200" progId="Equation.DSMT4">
                  <p:embed/>
                </p:oleObj>
              </mc:Choice>
              <mc:Fallback>
                <p:oleObj r:id="rId17" imgW="5181600" imgH="4267200" progId="Equation.DSMT4">
                  <p:embed/>
                  <p:pic>
                    <p:nvPicPr>
                      <p:cNvPr id="0" name="图片 3100"/>
                      <p:cNvPicPr/>
                      <p:nvPr/>
                    </p:nvPicPr>
                    <p:blipFill>
                      <a:blip r:embed="rId16"/>
                      <a:stretch>
                        <a:fillRect/>
                      </a:stretch>
                    </p:blipFill>
                    <p:spPr>
                      <a:xfrm>
                        <a:off x="7881938" y="4615923"/>
                        <a:ext cx="420687" cy="347662"/>
                      </a:xfrm>
                      <a:prstGeom prst="rect">
                        <a:avLst/>
                      </a:prstGeom>
                      <a:noFill/>
                      <a:ln w="38100">
                        <a:noFill/>
                        <a:miter/>
                      </a:ln>
                    </p:spPr>
                  </p:pic>
                </p:oleObj>
              </mc:Fallback>
            </mc:AlternateContent>
          </a:graphicData>
        </a:graphic>
      </p:graphicFrame>
      <p:graphicFrame>
        <p:nvGraphicFramePr>
          <p:cNvPr id="46090" name="对象 -2147482522"/>
          <p:cNvGraphicFramePr>
            <a:graphicFrameLocks noChangeAspect="1"/>
          </p:cNvGraphicFramePr>
          <p:nvPr/>
        </p:nvGraphicFramePr>
        <p:xfrm>
          <a:off x="6880225" y="4963585"/>
          <a:ext cx="400050" cy="285750"/>
        </p:xfrm>
        <a:graphic>
          <a:graphicData uri="http://schemas.openxmlformats.org/presentationml/2006/ole">
            <mc:AlternateContent xmlns:mc="http://schemas.openxmlformats.org/markup-compatibility/2006">
              <mc:Choice xmlns:v="urn:schemas-microsoft-com:vml" Requires="v">
                <p:oleObj spid="_x0000_s20389" r:id="rId18" imgW="6400800" imgH="4572000" progId="Equation.DSMT4">
                  <p:embed/>
                </p:oleObj>
              </mc:Choice>
              <mc:Fallback>
                <p:oleObj r:id="rId18" imgW="6400800" imgH="4572000" progId="Equation.DSMT4">
                  <p:embed/>
                  <p:pic>
                    <p:nvPicPr>
                      <p:cNvPr id="0" name="图片 3099"/>
                      <p:cNvPicPr/>
                      <p:nvPr/>
                    </p:nvPicPr>
                    <p:blipFill>
                      <a:blip r:embed="rId6"/>
                      <a:stretch>
                        <a:fillRect/>
                      </a:stretch>
                    </p:blipFill>
                    <p:spPr>
                      <a:xfrm>
                        <a:off x="6880225" y="4963585"/>
                        <a:ext cx="400050" cy="285750"/>
                      </a:xfrm>
                      <a:prstGeom prst="rect">
                        <a:avLst/>
                      </a:prstGeom>
                      <a:noFill/>
                      <a:ln w="38100">
                        <a:noFill/>
                        <a:miter/>
                      </a:ln>
                    </p:spPr>
                  </p:pic>
                </p:oleObj>
              </mc:Fallback>
            </mc:AlternateContent>
          </a:graphicData>
        </a:graphic>
      </p:graphicFrame>
      <p:graphicFrame>
        <p:nvGraphicFramePr>
          <p:cNvPr id="46091" name="对象 -2147482521"/>
          <p:cNvGraphicFramePr>
            <a:graphicFrameLocks noChangeAspect="1"/>
          </p:cNvGraphicFramePr>
          <p:nvPr/>
        </p:nvGraphicFramePr>
        <p:xfrm>
          <a:off x="7361238" y="4898498"/>
          <a:ext cx="439737" cy="350837"/>
        </p:xfrm>
        <a:graphic>
          <a:graphicData uri="http://schemas.openxmlformats.org/presentationml/2006/ole">
            <mc:AlternateContent xmlns:mc="http://schemas.openxmlformats.org/markup-compatibility/2006">
              <mc:Choice xmlns:v="urn:schemas-microsoft-com:vml" Requires="v">
                <p:oleObj spid="_x0000_s20390" r:id="rId19" imgW="5486400" imgH="4572000" progId="Equation.DSMT4">
                  <p:embed/>
                </p:oleObj>
              </mc:Choice>
              <mc:Fallback>
                <p:oleObj r:id="rId19" imgW="5486400" imgH="4572000" progId="Equation.DSMT4">
                  <p:embed/>
                  <p:pic>
                    <p:nvPicPr>
                      <p:cNvPr id="0" name="图片 3095"/>
                      <p:cNvPicPr/>
                      <p:nvPr/>
                    </p:nvPicPr>
                    <p:blipFill>
                      <a:blip r:embed="rId8"/>
                      <a:stretch>
                        <a:fillRect/>
                      </a:stretch>
                    </p:blipFill>
                    <p:spPr>
                      <a:xfrm>
                        <a:off x="7361238" y="4898498"/>
                        <a:ext cx="439737" cy="350837"/>
                      </a:xfrm>
                      <a:prstGeom prst="rect">
                        <a:avLst/>
                      </a:prstGeom>
                      <a:noFill/>
                      <a:ln w="38100">
                        <a:noFill/>
                        <a:miter/>
                      </a:ln>
                    </p:spPr>
                  </p:pic>
                </p:oleObj>
              </mc:Fallback>
            </mc:AlternateContent>
          </a:graphicData>
        </a:graphic>
      </p:graphicFrame>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21877" y="4077045"/>
            <a:ext cx="8100245" cy="1880579"/>
          </a:xfrm>
          <a:prstGeom prst="rect">
            <a:avLst/>
          </a:prstGeom>
          <a:noFill/>
        </p:spPr>
        <p:txBody>
          <a:bodyPr wrap="square">
            <a:spAutoFit/>
          </a:bodyPr>
          <a:lstStyle/>
          <a:p>
            <a:pPr algn="just">
              <a:lnSpc>
                <a:spcPct val="150000"/>
              </a:lnSpc>
            </a:pPr>
            <a:r>
              <a:rPr lang="en-US" altLang="zh-CN" sz="2000" b="1" i="0" dirty="0">
                <a:solidFill>
                  <a:srgbClr val="444444"/>
                </a:solidFill>
                <a:effectLst/>
                <a:latin typeface="Tahoma" panose="020B0604030504040204" pitchFamily="34" charset="0"/>
              </a:rPr>
              <a:t>KKT</a:t>
            </a:r>
            <a:r>
              <a:rPr lang="zh-CN" altLang="en-US" sz="2000" b="1" i="0" dirty="0">
                <a:solidFill>
                  <a:srgbClr val="444444"/>
                </a:solidFill>
                <a:effectLst/>
                <a:latin typeface="Tahoma" panose="020B0604030504040204" pitchFamily="34" charset="0"/>
              </a:rPr>
              <a:t>条件解决的是带有约束、非线性规划最优解问题，根据约束形式可分为等式和不等式或两种情况混合的情形，针对这三种情形，</a:t>
            </a:r>
            <a:r>
              <a:rPr lang="en-US" altLang="zh-CN" sz="2000" b="1" i="0" dirty="0">
                <a:solidFill>
                  <a:srgbClr val="444444"/>
                </a:solidFill>
                <a:effectLst/>
                <a:latin typeface="Tahoma" panose="020B0604030504040204" pitchFamily="34" charset="0"/>
              </a:rPr>
              <a:t>KKT</a:t>
            </a:r>
            <a:r>
              <a:rPr lang="zh-CN" altLang="en-US" sz="2000" b="1" i="0" dirty="0">
                <a:solidFill>
                  <a:srgbClr val="444444"/>
                </a:solidFill>
                <a:effectLst/>
                <a:latin typeface="Tahoma" panose="020B0604030504040204" pitchFamily="34" charset="0"/>
              </a:rPr>
              <a:t>条件给出了通用的公式化解决方案，满足</a:t>
            </a:r>
            <a:r>
              <a:rPr lang="en-US" altLang="zh-CN" sz="2000" b="1" i="0" dirty="0">
                <a:solidFill>
                  <a:srgbClr val="444444"/>
                </a:solidFill>
                <a:effectLst/>
                <a:latin typeface="Tahoma" panose="020B0604030504040204" pitchFamily="34" charset="0"/>
              </a:rPr>
              <a:t>KKT</a:t>
            </a:r>
            <a:r>
              <a:rPr lang="zh-CN" altLang="en-US" sz="2000" b="1" i="0" dirty="0">
                <a:solidFill>
                  <a:srgbClr val="444444"/>
                </a:solidFill>
                <a:effectLst/>
                <a:latin typeface="Tahoma" panose="020B0604030504040204" pitchFamily="34" charset="0"/>
              </a:rPr>
              <a:t>条件的点称为</a:t>
            </a:r>
            <a:r>
              <a:rPr lang="en-US" altLang="zh-CN" sz="2000" b="1" i="0" dirty="0">
                <a:solidFill>
                  <a:srgbClr val="444444"/>
                </a:solidFill>
                <a:effectLst/>
                <a:latin typeface="Tahoma" panose="020B0604030504040204" pitchFamily="34" charset="0"/>
              </a:rPr>
              <a:t>K-T</a:t>
            </a:r>
            <a:r>
              <a:rPr lang="zh-CN" altLang="en-US" sz="2000" b="1" i="0" dirty="0">
                <a:solidFill>
                  <a:srgbClr val="444444"/>
                </a:solidFill>
                <a:effectLst/>
                <a:latin typeface="Tahoma" panose="020B0604030504040204" pitchFamily="34" charset="0"/>
              </a:rPr>
              <a:t>点，</a:t>
            </a:r>
            <a:r>
              <a:rPr lang="en-US" altLang="zh-CN" sz="2000" b="1" i="0" dirty="0">
                <a:solidFill>
                  <a:srgbClr val="444444"/>
                </a:solidFill>
                <a:effectLst/>
                <a:latin typeface="Tahoma" panose="020B0604030504040204" pitchFamily="34" charset="0"/>
              </a:rPr>
              <a:t>K-T</a:t>
            </a:r>
            <a:r>
              <a:rPr lang="zh-CN" altLang="en-US" sz="2000" b="1" i="0" dirty="0">
                <a:solidFill>
                  <a:srgbClr val="444444"/>
                </a:solidFill>
                <a:effectLst/>
                <a:latin typeface="Tahoma" panose="020B0604030504040204" pitchFamily="34" charset="0"/>
              </a:rPr>
              <a:t>点同时也是非线性规划的最优解。</a:t>
            </a:r>
            <a:endParaRPr lang="zh-CN" altLang="en-US" sz="2000" b="1" dirty="0"/>
          </a:p>
        </p:txBody>
      </p:sp>
      <p:pic>
        <p:nvPicPr>
          <p:cNvPr id="6" name="图片 5"/>
          <p:cNvPicPr>
            <a:picLocks noChangeAspect="1"/>
          </p:cNvPicPr>
          <p:nvPr/>
        </p:nvPicPr>
        <p:blipFill rotWithShape="1">
          <a:blip r:embed="rId2"/>
          <a:srcRect l="29024" t="2942" r="32573" b="84273"/>
          <a:stretch>
            <a:fillRect/>
          </a:stretch>
        </p:blipFill>
        <p:spPr>
          <a:xfrm>
            <a:off x="611725" y="3008425"/>
            <a:ext cx="1357939" cy="463988"/>
          </a:xfrm>
          <a:prstGeom prst="rect">
            <a:avLst/>
          </a:prstGeom>
        </p:spPr>
      </p:pic>
      <p:pic>
        <p:nvPicPr>
          <p:cNvPr id="7" name="图片 6"/>
          <p:cNvPicPr>
            <a:picLocks noChangeAspect="1"/>
          </p:cNvPicPr>
          <p:nvPr/>
        </p:nvPicPr>
        <p:blipFill rotWithShape="1">
          <a:blip r:embed="rId2"/>
          <a:srcRect l="6243" t="84310" r="6904" b="2343"/>
          <a:stretch>
            <a:fillRect/>
          </a:stretch>
        </p:blipFill>
        <p:spPr>
          <a:xfrm>
            <a:off x="5249651" y="2929469"/>
            <a:ext cx="3219627" cy="507841"/>
          </a:xfrm>
          <a:prstGeom prst="rect">
            <a:avLst/>
          </a:prstGeom>
        </p:spPr>
      </p:pic>
      <p:pic>
        <p:nvPicPr>
          <p:cNvPr id="8" name="图片 7"/>
          <p:cNvPicPr>
            <a:picLocks noChangeAspect="1"/>
          </p:cNvPicPr>
          <p:nvPr/>
        </p:nvPicPr>
        <p:blipFill rotWithShape="1">
          <a:blip r:embed="rId2"/>
          <a:srcRect l="15251" t="46261" r="13522" b="44038"/>
          <a:stretch>
            <a:fillRect/>
          </a:stretch>
        </p:blipFill>
        <p:spPr>
          <a:xfrm>
            <a:off x="2176980" y="3037587"/>
            <a:ext cx="2827050" cy="395219"/>
          </a:xfrm>
          <a:prstGeom prst="rect">
            <a:avLst/>
          </a:prstGeom>
        </p:spPr>
      </p:pic>
      <p:sp>
        <p:nvSpPr>
          <p:cNvPr id="9" name="文本框 8"/>
          <p:cNvSpPr txBox="1"/>
          <p:nvPr/>
        </p:nvSpPr>
        <p:spPr>
          <a:xfrm>
            <a:off x="521877" y="1844890"/>
            <a:ext cx="8164564" cy="830997"/>
          </a:xfrm>
          <a:prstGeom prst="rect">
            <a:avLst/>
          </a:prstGeom>
          <a:noFill/>
        </p:spPr>
        <p:txBody>
          <a:bodyPr wrap="square">
            <a:spAutoFit/>
          </a:bodyPr>
          <a:lstStyle/>
          <a:p>
            <a:r>
              <a:rPr lang="zh-CN" altLang="en-US" sz="2400" b="1" i="0" dirty="0">
                <a:solidFill>
                  <a:srgbClr val="C00000"/>
                </a:solidFill>
                <a:effectLst/>
                <a:latin typeface="-apple-system"/>
              </a:rPr>
              <a:t>由于目标函数中有不等式约束条件，因此对于上述的优化过程需要满足</a:t>
            </a:r>
            <a:r>
              <a:rPr lang="en-US" altLang="zh-CN" sz="2400" b="1" i="0" dirty="0">
                <a:solidFill>
                  <a:srgbClr val="C00000"/>
                </a:solidFill>
                <a:effectLst/>
                <a:latin typeface="-apple-system"/>
              </a:rPr>
              <a:t>KKT(</a:t>
            </a:r>
            <a:r>
              <a:rPr lang="en-US" altLang="zh-CN" sz="2400" b="1" i="0" dirty="0" err="1">
                <a:solidFill>
                  <a:srgbClr val="C00000"/>
                </a:solidFill>
                <a:effectLst/>
                <a:latin typeface="-apple-system"/>
              </a:rPr>
              <a:t>Karush</a:t>
            </a:r>
            <a:r>
              <a:rPr lang="en-US" altLang="zh-CN" sz="2400" b="1" i="0" dirty="0">
                <a:solidFill>
                  <a:srgbClr val="C00000"/>
                </a:solidFill>
                <a:effectLst/>
                <a:latin typeface="-apple-system"/>
              </a:rPr>
              <a:t>-Kuhn-Tucker)</a:t>
            </a:r>
            <a:r>
              <a:rPr lang="zh-CN" altLang="en-US" sz="2400" b="1" i="0" dirty="0">
                <a:solidFill>
                  <a:srgbClr val="C00000"/>
                </a:solidFill>
                <a:effectLst/>
                <a:latin typeface="-apple-system"/>
              </a:rPr>
              <a:t>条件，即</a:t>
            </a:r>
            <a:endParaRPr lang="zh-CN" altLang="en-US" sz="2400" b="1" dirty="0">
              <a:solidFill>
                <a:srgbClr val="C00000"/>
              </a:solidFill>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3"/>
          <p:cNvSpPr>
            <a:spLocks noGrp="1"/>
          </p:cNvSpPr>
          <p:nvPr>
            <p:ph idx="1"/>
          </p:nvPr>
        </p:nvSpPr>
        <p:spPr>
          <a:xfrm>
            <a:off x="736600" y="908825"/>
            <a:ext cx="7772400" cy="4608512"/>
          </a:xfrm>
        </p:spPr>
        <p:txBody>
          <a:bodyPr vert="horz" wrap="square" lIns="75301" tIns="37650" rIns="75301" bIns="37650" anchor="t" anchorCtr="0"/>
          <a:lstStyle/>
          <a:p>
            <a:pPr marL="0" indent="0" defTabSz="752475">
              <a:lnSpc>
                <a:spcPct val="120000"/>
              </a:lnSpc>
              <a:buNone/>
            </a:pPr>
            <a:endParaRPr lang="zh-CN" altLang="en-US" sz="2000" b="1" dirty="0">
              <a:ea typeface="宋体" panose="02010600030101010101" pitchFamily="2" charset="-122"/>
            </a:endParaRPr>
          </a:p>
          <a:p>
            <a:pPr marL="0" indent="0" defTabSz="752475">
              <a:lnSpc>
                <a:spcPct val="120000"/>
              </a:lnSpc>
              <a:buNone/>
            </a:pPr>
            <a:r>
              <a:rPr lang="zh-CN" altLang="en-US" sz="2800" b="1" dirty="0">
                <a:ea typeface="宋体" panose="02010600030101010101" pitchFamily="2" charset="-122"/>
              </a:rPr>
              <a:t>对于给定数据集，其中                                         ，，              。若此时数据集中</a:t>
            </a:r>
            <a:r>
              <a:rPr lang="zh-CN" altLang="en-US" sz="2800" b="1" dirty="0">
                <a:highlight>
                  <a:srgbClr val="FFFF00"/>
                </a:highlight>
                <a:latin typeface="微软雅黑" panose="020B0503020204020204" pitchFamily="34" charset="-122"/>
                <a:ea typeface="微软雅黑" panose="020B0503020204020204" pitchFamily="34" charset="-122"/>
              </a:rPr>
              <a:t>存在一些特异点</a:t>
            </a:r>
            <a:r>
              <a:rPr lang="zh-CN" altLang="en-US" sz="2800" b="1" dirty="0">
                <a:ea typeface="宋体" panose="02010600030101010101" pitchFamily="2" charset="-122"/>
              </a:rPr>
              <a:t>（outlier），将这些特异点除去后，剩下大部分的样本点组成的集合是线性可分的。 </a:t>
            </a:r>
            <a:endParaRPr lang="en-US" altLang="zh-CN" sz="2800" b="1" dirty="0">
              <a:ea typeface="宋体" panose="02010600030101010101" pitchFamily="2" charset="-122"/>
            </a:endParaRPr>
          </a:p>
          <a:p>
            <a:pPr marL="0" indent="0" defTabSz="752475">
              <a:lnSpc>
                <a:spcPct val="120000"/>
              </a:lnSpc>
              <a:buNone/>
            </a:pPr>
            <a:endParaRPr lang="en-US" altLang="zh-CN" sz="2800" b="1" dirty="0">
              <a:ea typeface="宋体" panose="02010600030101010101" pitchFamily="2" charset="-122"/>
            </a:endParaRPr>
          </a:p>
          <a:p>
            <a:pPr marL="0" indent="0" defTabSz="752475">
              <a:lnSpc>
                <a:spcPct val="120000"/>
              </a:lnSpc>
              <a:buNone/>
            </a:pPr>
            <a:endParaRPr lang="en-US" altLang="zh-CN" sz="2800" b="1" dirty="0">
              <a:ea typeface="宋体" panose="02010600030101010101" pitchFamily="2" charset="-122"/>
            </a:endParaRPr>
          </a:p>
          <a:p>
            <a:pPr marL="0" indent="0" defTabSz="752475">
              <a:lnSpc>
                <a:spcPct val="120000"/>
              </a:lnSpc>
              <a:buNone/>
            </a:pPr>
            <a:r>
              <a:rPr lang="zh-CN" altLang="en-US" sz="2800" b="1" dirty="0">
                <a:ea typeface="宋体" panose="02010600030101010101" pitchFamily="2" charset="-122"/>
              </a:rPr>
              <a:t>显然此时由于某些样本点无法再满足函数间隔大于的条件，我们不能再用上节的</a:t>
            </a:r>
            <a:r>
              <a:rPr lang="zh-CN" altLang="en-US" sz="2800" b="1" u="sng" dirty="0">
                <a:latin typeface="微软雅黑" panose="020B0503020204020204" pitchFamily="34" charset="-122"/>
                <a:ea typeface="微软雅黑" panose="020B0503020204020204" pitchFamily="34" charset="-122"/>
              </a:rPr>
              <a:t>线性可分</a:t>
            </a:r>
            <a:r>
              <a:rPr lang="zh-CN" altLang="en-US" sz="2800" b="1" dirty="0">
                <a:ea typeface="宋体" panose="02010600030101010101" pitchFamily="2" charset="-122"/>
              </a:rPr>
              <a:t>问题的支持向量机学习方法求解</a:t>
            </a: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p:txBody>
      </p:sp>
      <p:sp>
        <p:nvSpPr>
          <p:cNvPr id="307202" name="Rectangle 2"/>
          <p:cNvSpPr>
            <a:spLocks noGrp="1"/>
          </p:cNvSpPr>
          <p:nvPr>
            <p:ph type="title"/>
          </p:nvPr>
        </p:nvSpPr>
        <p:spPr>
          <a:xfrm>
            <a:off x="827088" y="404813"/>
            <a:ext cx="7793038" cy="1143000"/>
          </a:xfrm>
        </p:spPr>
        <p:txBody>
          <a:bodyPr vert="horz" wrap="square" lIns="75301" tIns="37650" rIns="75301" bIns="3765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sym typeface="+mn-ea"/>
              </a:rPr>
              <a:t>2. </a:t>
            </a:r>
            <a:r>
              <a:rPr kumimoji="1" lang="zh-CN" altLang="en-US"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sym typeface="+mn-ea"/>
              </a:rPr>
              <a:t>线性</a:t>
            </a:r>
            <a:r>
              <a:rPr kumimoji="1" lang="en-US" altLang="en-US"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sym typeface="+mn-ea"/>
              </a:rPr>
              <a:t>SVM</a:t>
            </a:r>
            <a:r>
              <a:rPr kumimoji="1" lang="zh-CN" altLang="en-US"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sym typeface="+mn-ea"/>
              </a:rPr>
              <a:t>的学习</a:t>
            </a:r>
          </a:p>
        </p:txBody>
      </p:sp>
      <p:graphicFrame>
        <p:nvGraphicFramePr>
          <p:cNvPr id="47107" name="对象 -2147482512"/>
          <p:cNvGraphicFramePr>
            <a:graphicFrameLocks noChangeAspect="1"/>
          </p:cNvGraphicFramePr>
          <p:nvPr/>
        </p:nvGraphicFramePr>
        <p:xfrm>
          <a:off x="4427990" y="1498117"/>
          <a:ext cx="3589337" cy="411162"/>
        </p:xfrm>
        <a:graphic>
          <a:graphicData uri="http://schemas.openxmlformats.org/presentationml/2006/ole">
            <mc:AlternateContent xmlns:mc="http://schemas.openxmlformats.org/markup-compatibility/2006">
              <mc:Choice xmlns:v="urn:schemas-microsoft-com:vml" Requires="v">
                <p:oleObj spid="_x0000_s20671" r:id="rId3" imgW="49682400" imgH="5486400" progId="Equation.DSMT4">
                  <p:embed/>
                </p:oleObj>
              </mc:Choice>
              <mc:Fallback>
                <p:oleObj r:id="rId3" imgW="49682400" imgH="5486400" progId="Equation.DSMT4">
                  <p:embed/>
                  <p:pic>
                    <p:nvPicPr>
                      <p:cNvPr id="0" name="图片 3090"/>
                      <p:cNvPicPr/>
                      <p:nvPr/>
                    </p:nvPicPr>
                    <p:blipFill>
                      <a:blip r:embed="rId4"/>
                      <a:stretch>
                        <a:fillRect/>
                      </a:stretch>
                    </p:blipFill>
                    <p:spPr>
                      <a:xfrm>
                        <a:off x="4427990" y="1498117"/>
                        <a:ext cx="3589337" cy="411162"/>
                      </a:xfrm>
                      <a:prstGeom prst="rect">
                        <a:avLst/>
                      </a:prstGeom>
                      <a:noFill/>
                      <a:ln w="38100">
                        <a:noFill/>
                        <a:miter/>
                      </a:ln>
                    </p:spPr>
                  </p:pic>
                </p:oleObj>
              </mc:Fallback>
            </mc:AlternateContent>
          </a:graphicData>
        </a:graphic>
      </p:graphicFrame>
      <p:graphicFrame>
        <p:nvGraphicFramePr>
          <p:cNvPr id="47108" name="对象 2"/>
          <p:cNvGraphicFramePr>
            <a:graphicFrameLocks noChangeAspect="1"/>
          </p:cNvGraphicFramePr>
          <p:nvPr/>
        </p:nvGraphicFramePr>
        <p:xfrm>
          <a:off x="1043755" y="1930147"/>
          <a:ext cx="1373187" cy="441325"/>
        </p:xfrm>
        <a:graphic>
          <a:graphicData uri="http://schemas.openxmlformats.org/presentationml/2006/ole">
            <mc:AlternateContent xmlns:mc="http://schemas.openxmlformats.org/markup-compatibility/2006">
              <mc:Choice xmlns:v="urn:schemas-microsoft-com:vml" Requires="v">
                <p:oleObj spid="_x0000_s20672" r:id="rId5" imgW="17678400" imgH="5791200" progId="Equation.DSMT4">
                  <p:embed/>
                </p:oleObj>
              </mc:Choice>
              <mc:Fallback>
                <p:oleObj r:id="rId5" imgW="17678400" imgH="5791200" progId="Equation.DSMT4">
                  <p:embed/>
                  <p:pic>
                    <p:nvPicPr>
                      <p:cNvPr id="0" name="图片 3096"/>
                      <p:cNvPicPr/>
                      <p:nvPr/>
                    </p:nvPicPr>
                    <p:blipFill>
                      <a:blip r:embed="rId6"/>
                      <a:stretch>
                        <a:fillRect/>
                      </a:stretch>
                    </p:blipFill>
                    <p:spPr>
                      <a:xfrm>
                        <a:off x="1043755" y="1930147"/>
                        <a:ext cx="1373187" cy="441325"/>
                      </a:xfrm>
                      <a:prstGeom prst="rect">
                        <a:avLst/>
                      </a:prstGeom>
                      <a:noFill/>
                      <a:ln w="38100">
                        <a:noFill/>
                        <a:miter/>
                      </a:ln>
                    </p:spPr>
                  </p:pic>
                </p:oleObj>
              </mc:Fallback>
            </mc:AlternateContent>
          </a:graphicData>
        </a:graphic>
      </p:graphicFrame>
      <p:pic>
        <p:nvPicPr>
          <p:cNvPr id="20650" name="Picture 170"/>
          <p:cNvPicPr>
            <a:picLocks noChangeAspect="1" noChangeArrowheads="1"/>
          </p:cNvPicPr>
          <p:nvPr/>
        </p:nvPicPr>
        <p:blipFill rotWithShape="1">
          <a:blip r:embed="rId7">
            <a:extLst>
              <a:ext uri="{28A0092B-C50C-407E-A947-70E740481C1C}">
                <a14:useLocalDpi xmlns:a14="http://schemas.microsoft.com/office/drawing/2010/main" val="0"/>
              </a:ext>
            </a:extLst>
          </a:blip>
          <a:srcRect l="14379" t="1569" b="12097"/>
          <a:stretch>
            <a:fillRect/>
          </a:stretch>
        </p:blipFill>
        <p:spPr bwMode="auto">
          <a:xfrm>
            <a:off x="6187348" y="2924965"/>
            <a:ext cx="1829979" cy="1800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p:cNvSpPr>
          <p:nvPr>
            <p:ph idx="1"/>
          </p:nvPr>
        </p:nvSpPr>
        <p:spPr>
          <a:xfrm>
            <a:off x="685800" y="1123950"/>
            <a:ext cx="7772400" cy="5113245"/>
          </a:xfrm>
        </p:spPr>
        <p:txBody>
          <a:bodyPr vert="horz" wrap="square" lIns="75301" tIns="37650" rIns="75301" bIns="37650" numCol="1" anchor="t" anchorCtr="0" compatLnSpc="1"/>
          <a:lstStyle/>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线性不可分的线性支持向量机的学习问题是如下的凸二次规划问题</a:t>
            </a:r>
            <a:r>
              <a:rPr kumimoji="1" lang="zh-CN" altLang="en-US" sz="28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a:t>
            </a: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zh-CN" altLang="en-US" sz="28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8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a:t>
            </a:r>
            <a:r>
              <a:rPr kumimoji="1" lang="zh-CN" altLang="en-US" sz="32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a:t>
            </a:r>
            <a:r>
              <a:rPr kumimoji="1" lang="zh-CN" altLang="en-US" sz="18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式（</a:t>
            </a:r>
            <a:r>
              <a:rPr kumimoji="1" lang="en-US" altLang="zh-CN" sz="18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8</a:t>
            </a:r>
            <a:r>
              <a:rPr kumimoji="1" lang="zh-CN" altLang="en-US" sz="18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a:t>
            </a:r>
            <a:endParaRPr kumimoji="1" lang="zh-CN" altLang="en-US" sz="16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zh-CN" altLang="en-US" sz="28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zh-CN" altLang="en-US" sz="28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这里引入了松弛变量           ，目标函数增加相应的代价，       为惩罚参数。 最小化目标函数，即在最大化间隔的同时，使得误分类点的数量尽量小。</a:t>
            </a: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zh-CN" altLang="en-US"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p:txBody>
      </p:sp>
      <p:sp>
        <p:nvSpPr>
          <p:cNvPr id="307202" name="Rectangle 2"/>
          <p:cNvSpPr>
            <a:spLocks noGrp="1"/>
          </p:cNvSpPr>
          <p:nvPr>
            <p:ph type="title"/>
          </p:nvPr>
        </p:nvSpPr>
        <p:spPr>
          <a:xfrm>
            <a:off x="827088" y="404813"/>
            <a:ext cx="7793038" cy="1143000"/>
          </a:xfrm>
        </p:spPr>
        <p:txBody>
          <a:bodyPr vert="horz" wrap="square" lIns="75301" tIns="37650" rIns="75301" bIns="3765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sym typeface="+mn-ea"/>
              </a:rPr>
              <a:t>支持向量机的对偶学习</a:t>
            </a:r>
          </a:p>
        </p:txBody>
      </p:sp>
      <p:graphicFrame>
        <p:nvGraphicFramePr>
          <p:cNvPr id="48131" name="对象 -2147482507"/>
          <p:cNvGraphicFramePr>
            <a:graphicFrameLocks noChangeAspect="1"/>
          </p:cNvGraphicFramePr>
          <p:nvPr/>
        </p:nvGraphicFramePr>
        <p:xfrm>
          <a:off x="2555860" y="2717800"/>
          <a:ext cx="4579937" cy="1844675"/>
        </p:xfrm>
        <a:graphic>
          <a:graphicData uri="http://schemas.openxmlformats.org/presentationml/2006/ole">
            <mc:AlternateContent xmlns:mc="http://schemas.openxmlformats.org/markup-compatibility/2006">
              <mc:Choice xmlns:v="urn:schemas-microsoft-com:vml" Requires="v">
                <p:oleObj spid="_x0000_s21782" r:id="rId3" imgW="53949600" imgH="21640800" progId="Equation.DSMT4">
                  <p:embed/>
                </p:oleObj>
              </mc:Choice>
              <mc:Fallback>
                <p:oleObj r:id="rId3" imgW="53949600" imgH="21640800" progId="Equation.DSMT4">
                  <p:embed/>
                  <p:pic>
                    <p:nvPicPr>
                      <p:cNvPr id="0" name="图片 3141"/>
                      <p:cNvPicPr/>
                      <p:nvPr/>
                    </p:nvPicPr>
                    <p:blipFill>
                      <a:blip r:embed="rId4"/>
                      <a:stretch>
                        <a:fillRect/>
                      </a:stretch>
                    </p:blipFill>
                    <p:spPr>
                      <a:xfrm>
                        <a:off x="2555860" y="2717800"/>
                        <a:ext cx="4579937" cy="1844675"/>
                      </a:xfrm>
                      <a:prstGeom prst="rect">
                        <a:avLst/>
                      </a:prstGeom>
                      <a:noFill/>
                      <a:ln w="38100">
                        <a:noFill/>
                        <a:miter/>
                      </a:ln>
                    </p:spPr>
                  </p:pic>
                </p:oleObj>
              </mc:Fallback>
            </mc:AlternateContent>
          </a:graphicData>
        </a:graphic>
      </p:graphicFrame>
      <p:graphicFrame>
        <p:nvGraphicFramePr>
          <p:cNvPr id="48132" name="对象 -2147482506"/>
          <p:cNvGraphicFramePr>
            <a:graphicFrameLocks noChangeAspect="1"/>
          </p:cNvGraphicFramePr>
          <p:nvPr/>
        </p:nvGraphicFramePr>
        <p:xfrm>
          <a:off x="3898900" y="4849813"/>
          <a:ext cx="744538" cy="428625"/>
        </p:xfrm>
        <a:graphic>
          <a:graphicData uri="http://schemas.openxmlformats.org/presentationml/2006/ole">
            <mc:AlternateContent xmlns:mc="http://schemas.openxmlformats.org/markup-compatibility/2006">
              <mc:Choice xmlns:v="urn:schemas-microsoft-com:vml" Requires="v">
                <p:oleObj spid="_x0000_s21783" r:id="rId5" imgW="9144000" imgH="5486400" progId="Equation.DSMT4">
                  <p:embed/>
                </p:oleObj>
              </mc:Choice>
              <mc:Fallback>
                <p:oleObj r:id="rId5" imgW="9144000" imgH="5486400" progId="Equation.DSMT4">
                  <p:embed/>
                  <p:pic>
                    <p:nvPicPr>
                      <p:cNvPr id="0" name="图片 3138"/>
                      <p:cNvPicPr/>
                      <p:nvPr/>
                    </p:nvPicPr>
                    <p:blipFill>
                      <a:blip r:embed="rId6"/>
                      <a:stretch>
                        <a:fillRect/>
                      </a:stretch>
                    </p:blipFill>
                    <p:spPr>
                      <a:xfrm>
                        <a:off x="3898900" y="4849813"/>
                        <a:ext cx="744538" cy="428625"/>
                      </a:xfrm>
                      <a:prstGeom prst="rect">
                        <a:avLst/>
                      </a:prstGeom>
                      <a:noFill/>
                      <a:ln w="38100">
                        <a:noFill/>
                        <a:miter/>
                      </a:ln>
                    </p:spPr>
                  </p:pic>
                </p:oleObj>
              </mc:Fallback>
            </mc:AlternateContent>
          </a:graphicData>
        </a:graphic>
      </p:graphicFrame>
      <p:graphicFrame>
        <p:nvGraphicFramePr>
          <p:cNvPr id="48133" name="对象 -2147482505"/>
          <p:cNvGraphicFramePr>
            <a:graphicFrameLocks noChangeAspect="1"/>
          </p:cNvGraphicFramePr>
          <p:nvPr/>
        </p:nvGraphicFramePr>
        <p:xfrm>
          <a:off x="1241425" y="5300663"/>
          <a:ext cx="695325" cy="339725"/>
        </p:xfrm>
        <a:graphic>
          <a:graphicData uri="http://schemas.openxmlformats.org/presentationml/2006/ole">
            <mc:AlternateContent xmlns:mc="http://schemas.openxmlformats.org/markup-compatibility/2006">
              <mc:Choice xmlns:v="urn:schemas-microsoft-com:vml" Requires="v">
                <p:oleObj spid="_x0000_s21784" r:id="rId7" imgW="9144000" imgH="4267200" progId="Equation.DSMT4">
                  <p:embed/>
                </p:oleObj>
              </mc:Choice>
              <mc:Fallback>
                <p:oleObj r:id="rId7" imgW="9144000" imgH="4267200" progId="Equation.DSMT4">
                  <p:embed/>
                  <p:pic>
                    <p:nvPicPr>
                      <p:cNvPr id="0" name="图片 3134"/>
                      <p:cNvPicPr/>
                      <p:nvPr/>
                    </p:nvPicPr>
                    <p:blipFill>
                      <a:blip r:embed="rId8"/>
                      <a:stretch>
                        <a:fillRect/>
                      </a:stretch>
                    </p:blipFill>
                    <p:spPr>
                      <a:xfrm>
                        <a:off x="1241425" y="5300663"/>
                        <a:ext cx="695325" cy="339725"/>
                      </a:xfrm>
                      <a:prstGeom prst="rect">
                        <a:avLst/>
                      </a:prstGeom>
                      <a:noFill/>
                      <a:ln w="38100">
                        <a:noFill/>
                        <a:miter/>
                      </a:ln>
                    </p:spPr>
                  </p:pic>
                </p:oleObj>
              </mc:Fallback>
            </mc:AlternateContent>
          </a:graphicData>
        </a:graphic>
      </p:graphicFrame>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p:cNvSpPr>
          <p:nvPr>
            <p:ph idx="1"/>
          </p:nvPr>
        </p:nvSpPr>
        <p:spPr>
          <a:xfrm>
            <a:off x="685800" y="1123950"/>
            <a:ext cx="7772400" cy="4608513"/>
          </a:xfrm>
        </p:spPr>
        <p:txBody>
          <a:bodyPr vert="horz" wrap="square" lIns="75301" tIns="37650" rIns="75301" bIns="37650" numCol="1" anchor="t" anchorCtr="0" compatLnSpc="1"/>
          <a:lstStyle/>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式（</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8</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）中的凸二次规划问题解存在。   唯一，</a:t>
            </a:r>
            <a:r>
              <a:rPr kumimoji="1" lang="zh-CN" altLang="en-US" sz="2000" b="1" i="0" u="none" strike="noStrike" kern="0" cap="none" spc="0" normalizeH="0" baseline="0" noProof="1">
                <a:ln>
                  <a:noFill/>
                </a:ln>
                <a:solidFill>
                  <a:srgbClr val="0000FF"/>
                </a:solidFill>
                <a:effectLst/>
                <a:uLnTx/>
                <a:uFillTx/>
                <a:latin typeface="+mn-lt"/>
                <a:ea typeface="宋体" panose="02010600030101010101" pitchFamily="2" charset="-122"/>
                <a:cs typeface="华文新魏" panose="02010800040101010101" pitchFamily="2" charset="-122"/>
                <a:sym typeface="+mn-ea"/>
              </a:rPr>
              <a:t>而    的解存在于一个区间。</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设解为     ，  ，由此得到分离超平面                    及分类决策函数                                   ，即得到了训练样本线性不可分时的线性支持向量机，简称为线性支持向量机。事实上，</a:t>
            </a:r>
            <a:r>
              <a:rPr kumimoji="1" lang="zh-CN" altLang="en-US" sz="2000" b="1" i="0" u="sng"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线性可分支持向量机也是线性支持向量机的一种情形。 </a:t>
            </a: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式（</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8</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）的拉格朗日函数为：</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这里            ，        。与上节对偶问题的推导过程类似，由拉格朗日的对偶性，原问题的对偶问题是极大极小问题，可以得到（8）式的对偶问题是：  </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式（</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9</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a:t>
            </a:r>
          </a:p>
        </p:txBody>
      </p:sp>
      <p:graphicFrame>
        <p:nvGraphicFramePr>
          <p:cNvPr id="49154" name="对象 -2147482242"/>
          <p:cNvGraphicFramePr>
            <a:graphicFrameLocks noChangeAspect="1"/>
          </p:cNvGraphicFramePr>
          <p:nvPr/>
        </p:nvGraphicFramePr>
        <p:xfrm>
          <a:off x="5197475" y="1179513"/>
          <a:ext cx="309563" cy="290512"/>
        </p:xfrm>
        <a:graphic>
          <a:graphicData uri="http://schemas.openxmlformats.org/presentationml/2006/ole">
            <mc:AlternateContent xmlns:mc="http://schemas.openxmlformats.org/markup-compatibility/2006">
              <mc:Choice xmlns:v="urn:schemas-microsoft-com:vml" Requires="v">
                <p:oleObj spid="_x0000_s23443" r:id="rId3" imgW="3657600" imgH="3352800" progId="Equation.DSMT4">
                  <p:embed/>
                </p:oleObj>
              </mc:Choice>
              <mc:Fallback>
                <p:oleObj r:id="rId3" imgW="3657600" imgH="3352800" progId="Equation.DSMT4">
                  <p:embed/>
                  <p:pic>
                    <p:nvPicPr>
                      <p:cNvPr id="0" name="图片 3131"/>
                      <p:cNvPicPr/>
                      <p:nvPr/>
                    </p:nvPicPr>
                    <p:blipFill>
                      <a:blip r:embed="rId4"/>
                      <a:stretch>
                        <a:fillRect/>
                      </a:stretch>
                    </p:blipFill>
                    <p:spPr>
                      <a:xfrm>
                        <a:off x="5197475" y="1179513"/>
                        <a:ext cx="309563" cy="290512"/>
                      </a:xfrm>
                      <a:prstGeom prst="rect">
                        <a:avLst/>
                      </a:prstGeom>
                      <a:noFill/>
                      <a:ln w="38100">
                        <a:noFill/>
                        <a:miter/>
                      </a:ln>
                    </p:spPr>
                  </p:pic>
                </p:oleObj>
              </mc:Fallback>
            </mc:AlternateContent>
          </a:graphicData>
        </a:graphic>
      </p:graphicFrame>
      <p:graphicFrame>
        <p:nvGraphicFramePr>
          <p:cNvPr id="49155" name="对象 -2147482503"/>
          <p:cNvGraphicFramePr>
            <a:graphicFrameLocks noChangeAspect="1"/>
          </p:cNvGraphicFramePr>
          <p:nvPr/>
        </p:nvGraphicFramePr>
        <p:xfrm>
          <a:off x="6540500" y="1165225"/>
          <a:ext cx="234950" cy="341313"/>
        </p:xfrm>
        <a:graphic>
          <a:graphicData uri="http://schemas.openxmlformats.org/presentationml/2006/ole">
            <mc:AlternateContent xmlns:mc="http://schemas.openxmlformats.org/markup-compatibility/2006">
              <mc:Choice xmlns:v="urn:schemas-microsoft-com:vml" Requires="v">
                <p:oleObj spid="_x0000_s23444" r:id="rId5" imgW="3048000" imgH="4267200" progId="Equation.DSMT4">
                  <p:embed/>
                </p:oleObj>
              </mc:Choice>
              <mc:Fallback>
                <p:oleObj r:id="rId5" imgW="3048000" imgH="4267200" progId="Equation.DSMT4">
                  <p:embed/>
                  <p:pic>
                    <p:nvPicPr>
                      <p:cNvPr id="0" name="图片 3146"/>
                      <p:cNvPicPr/>
                      <p:nvPr/>
                    </p:nvPicPr>
                    <p:blipFill>
                      <a:blip r:embed="rId6"/>
                      <a:stretch>
                        <a:fillRect/>
                      </a:stretch>
                    </p:blipFill>
                    <p:spPr>
                      <a:xfrm>
                        <a:off x="6540500" y="1165225"/>
                        <a:ext cx="234950" cy="341313"/>
                      </a:xfrm>
                      <a:prstGeom prst="rect">
                        <a:avLst/>
                      </a:prstGeom>
                      <a:noFill/>
                      <a:ln w="38100">
                        <a:noFill/>
                        <a:miter/>
                      </a:ln>
                    </p:spPr>
                  </p:pic>
                </p:oleObj>
              </mc:Fallback>
            </mc:AlternateContent>
          </a:graphicData>
        </a:graphic>
      </p:graphicFrame>
      <p:graphicFrame>
        <p:nvGraphicFramePr>
          <p:cNvPr id="49156" name="对象 -2147482502"/>
          <p:cNvGraphicFramePr>
            <a:graphicFrameLocks noChangeAspect="1"/>
          </p:cNvGraphicFramePr>
          <p:nvPr/>
        </p:nvGraphicFramePr>
        <p:xfrm>
          <a:off x="2876550" y="1470025"/>
          <a:ext cx="390525" cy="322263"/>
        </p:xfrm>
        <a:graphic>
          <a:graphicData uri="http://schemas.openxmlformats.org/presentationml/2006/ole">
            <mc:AlternateContent xmlns:mc="http://schemas.openxmlformats.org/markup-compatibility/2006">
              <mc:Choice xmlns:v="urn:schemas-microsoft-com:vml" Requires="v">
                <p:oleObj spid="_x0000_s23445" r:id="rId7" imgW="5181600" imgH="4267200" progId="Equation.DSMT4">
                  <p:embed/>
                </p:oleObj>
              </mc:Choice>
              <mc:Fallback>
                <p:oleObj r:id="rId7" imgW="5181600" imgH="4267200" progId="Equation.DSMT4">
                  <p:embed/>
                  <p:pic>
                    <p:nvPicPr>
                      <p:cNvPr id="0" name="图片 3149"/>
                      <p:cNvPicPr/>
                      <p:nvPr/>
                    </p:nvPicPr>
                    <p:blipFill>
                      <a:blip r:embed="rId8"/>
                      <a:stretch>
                        <a:fillRect/>
                      </a:stretch>
                    </p:blipFill>
                    <p:spPr>
                      <a:xfrm>
                        <a:off x="2876550" y="1470025"/>
                        <a:ext cx="390525" cy="322263"/>
                      </a:xfrm>
                      <a:prstGeom prst="rect">
                        <a:avLst/>
                      </a:prstGeom>
                      <a:noFill/>
                      <a:ln w="38100">
                        <a:noFill/>
                        <a:miter/>
                      </a:ln>
                    </p:spPr>
                  </p:pic>
                </p:oleObj>
              </mc:Fallback>
            </mc:AlternateContent>
          </a:graphicData>
        </a:graphic>
      </p:graphicFrame>
      <p:graphicFrame>
        <p:nvGraphicFramePr>
          <p:cNvPr id="49157" name="对象 -2147482501"/>
          <p:cNvGraphicFramePr>
            <a:graphicFrameLocks noChangeAspect="1"/>
          </p:cNvGraphicFramePr>
          <p:nvPr/>
        </p:nvGraphicFramePr>
        <p:xfrm>
          <a:off x="3330575" y="1506538"/>
          <a:ext cx="346075" cy="285750"/>
        </p:xfrm>
        <a:graphic>
          <a:graphicData uri="http://schemas.openxmlformats.org/presentationml/2006/ole">
            <mc:AlternateContent xmlns:mc="http://schemas.openxmlformats.org/markup-compatibility/2006">
              <mc:Choice xmlns:v="urn:schemas-microsoft-com:vml" Requires="v">
                <p:oleObj spid="_x0000_s23446" r:id="rId9" imgW="4876800" imgH="4267200" progId="Equation.DSMT4">
                  <p:embed/>
                </p:oleObj>
              </mc:Choice>
              <mc:Fallback>
                <p:oleObj r:id="rId9" imgW="4876800" imgH="4267200" progId="Equation.DSMT4">
                  <p:embed/>
                  <p:pic>
                    <p:nvPicPr>
                      <p:cNvPr id="0" name="图片 3132"/>
                      <p:cNvPicPr/>
                      <p:nvPr/>
                    </p:nvPicPr>
                    <p:blipFill>
                      <a:blip r:embed="rId10"/>
                      <a:stretch>
                        <a:fillRect/>
                      </a:stretch>
                    </p:blipFill>
                    <p:spPr>
                      <a:xfrm>
                        <a:off x="3330575" y="1506538"/>
                        <a:ext cx="346075" cy="285750"/>
                      </a:xfrm>
                      <a:prstGeom prst="rect">
                        <a:avLst/>
                      </a:prstGeom>
                      <a:noFill/>
                      <a:ln w="38100">
                        <a:noFill/>
                        <a:miter/>
                      </a:ln>
                    </p:spPr>
                  </p:pic>
                </p:oleObj>
              </mc:Fallback>
            </mc:AlternateContent>
          </a:graphicData>
        </a:graphic>
      </p:graphicFrame>
      <p:graphicFrame>
        <p:nvGraphicFramePr>
          <p:cNvPr id="49158" name="对象 -2147482500"/>
          <p:cNvGraphicFramePr>
            <a:graphicFrameLocks noChangeAspect="1"/>
          </p:cNvGraphicFramePr>
          <p:nvPr/>
        </p:nvGraphicFramePr>
        <p:xfrm>
          <a:off x="6137275" y="1468438"/>
          <a:ext cx="1246188" cy="323850"/>
        </p:xfrm>
        <a:graphic>
          <a:graphicData uri="http://schemas.openxmlformats.org/presentationml/2006/ole">
            <mc:AlternateContent xmlns:mc="http://schemas.openxmlformats.org/markup-compatibility/2006">
              <mc:Choice xmlns:v="urn:schemas-microsoft-com:vml" Requires="v">
                <p:oleObj spid="_x0000_s23447" r:id="rId11" imgW="16764000" imgH="4267200" progId="Equation.DSMT4">
                  <p:embed/>
                </p:oleObj>
              </mc:Choice>
              <mc:Fallback>
                <p:oleObj r:id="rId11" imgW="16764000" imgH="4267200" progId="Equation.DSMT4">
                  <p:embed/>
                  <p:pic>
                    <p:nvPicPr>
                      <p:cNvPr id="0" name="图片 3145"/>
                      <p:cNvPicPr/>
                      <p:nvPr/>
                    </p:nvPicPr>
                    <p:blipFill>
                      <a:blip r:embed="rId12"/>
                      <a:stretch>
                        <a:fillRect/>
                      </a:stretch>
                    </p:blipFill>
                    <p:spPr>
                      <a:xfrm>
                        <a:off x="6137275" y="1468438"/>
                        <a:ext cx="1246188" cy="323850"/>
                      </a:xfrm>
                      <a:prstGeom prst="rect">
                        <a:avLst/>
                      </a:prstGeom>
                      <a:noFill/>
                      <a:ln w="38100">
                        <a:noFill/>
                        <a:miter/>
                      </a:ln>
                    </p:spPr>
                  </p:pic>
                </p:oleObj>
              </mc:Fallback>
            </mc:AlternateContent>
          </a:graphicData>
        </a:graphic>
      </p:graphicFrame>
      <p:graphicFrame>
        <p:nvGraphicFramePr>
          <p:cNvPr id="49159" name="对象 -2147482241"/>
          <p:cNvGraphicFramePr>
            <a:graphicFrameLocks noChangeAspect="1"/>
          </p:cNvGraphicFramePr>
          <p:nvPr/>
        </p:nvGraphicFramePr>
        <p:xfrm>
          <a:off x="2190750" y="1779588"/>
          <a:ext cx="2090738" cy="323850"/>
        </p:xfrm>
        <a:graphic>
          <a:graphicData uri="http://schemas.openxmlformats.org/presentationml/2006/ole">
            <mc:AlternateContent xmlns:mc="http://schemas.openxmlformats.org/markup-compatibility/2006">
              <mc:Choice xmlns:v="urn:schemas-microsoft-com:vml" Requires="v">
                <p:oleObj spid="_x0000_s23448" r:id="rId13" imgW="34137600" imgH="4876800" progId="Equation.DSMT4">
                  <p:embed/>
                </p:oleObj>
              </mc:Choice>
              <mc:Fallback>
                <p:oleObj r:id="rId13" imgW="34137600" imgH="4876800" progId="Equation.DSMT4">
                  <p:embed/>
                  <p:pic>
                    <p:nvPicPr>
                      <p:cNvPr id="0" name="图片 3147"/>
                      <p:cNvPicPr/>
                      <p:nvPr/>
                    </p:nvPicPr>
                    <p:blipFill>
                      <a:blip r:embed="rId14"/>
                      <a:stretch>
                        <a:fillRect/>
                      </a:stretch>
                    </p:blipFill>
                    <p:spPr>
                      <a:xfrm>
                        <a:off x="2190750" y="1779588"/>
                        <a:ext cx="2090738" cy="323850"/>
                      </a:xfrm>
                      <a:prstGeom prst="rect">
                        <a:avLst/>
                      </a:prstGeom>
                      <a:noFill/>
                      <a:ln w="38100">
                        <a:noFill/>
                        <a:miter/>
                      </a:ln>
                    </p:spPr>
                  </p:pic>
                </p:oleObj>
              </mc:Fallback>
            </mc:AlternateContent>
          </a:graphicData>
        </a:graphic>
      </p:graphicFrame>
      <p:graphicFrame>
        <p:nvGraphicFramePr>
          <p:cNvPr id="49160" name="对象 -2147482498"/>
          <p:cNvGraphicFramePr>
            <a:graphicFrameLocks noChangeAspect="1"/>
          </p:cNvGraphicFramePr>
          <p:nvPr/>
        </p:nvGraphicFramePr>
        <p:xfrm>
          <a:off x="1074738" y="3078163"/>
          <a:ext cx="7231062" cy="723900"/>
        </p:xfrm>
        <a:graphic>
          <a:graphicData uri="http://schemas.openxmlformats.org/presentationml/2006/ole">
            <mc:AlternateContent xmlns:mc="http://schemas.openxmlformats.org/markup-compatibility/2006">
              <mc:Choice xmlns:v="urn:schemas-microsoft-com:vml" Requires="v">
                <p:oleObj spid="_x0000_s23449" r:id="rId15" imgW="104851200" imgH="10363200" progId="Equation.DSMT4">
                  <p:embed/>
                </p:oleObj>
              </mc:Choice>
              <mc:Fallback>
                <p:oleObj r:id="rId15" imgW="104851200" imgH="10363200" progId="Equation.DSMT4">
                  <p:embed/>
                  <p:pic>
                    <p:nvPicPr>
                      <p:cNvPr id="0" name="图片 3144"/>
                      <p:cNvPicPr/>
                      <p:nvPr/>
                    </p:nvPicPr>
                    <p:blipFill>
                      <a:blip r:embed="rId16"/>
                      <a:stretch>
                        <a:fillRect/>
                      </a:stretch>
                    </p:blipFill>
                    <p:spPr>
                      <a:xfrm>
                        <a:off x="1074738" y="3078163"/>
                        <a:ext cx="7231062" cy="723900"/>
                      </a:xfrm>
                      <a:prstGeom prst="rect">
                        <a:avLst/>
                      </a:prstGeom>
                      <a:noFill/>
                      <a:ln w="38100">
                        <a:noFill/>
                        <a:miter/>
                      </a:ln>
                    </p:spPr>
                  </p:pic>
                </p:oleObj>
              </mc:Fallback>
            </mc:AlternateContent>
          </a:graphicData>
        </a:graphic>
      </p:graphicFrame>
      <p:graphicFrame>
        <p:nvGraphicFramePr>
          <p:cNvPr id="49161" name="对象 -2147482497"/>
          <p:cNvGraphicFramePr>
            <a:graphicFrameLocks noChangeAspect="1"/>
          </p:cNvGraphicFramePr>
          <p:nvPr/>
        </p:nvGraphicFramePr>
        <p:xfrm>
          <a:off x="1646238" y="3803650"/>
          <a:ext cx="688975" cy="368300"/>
        </p:xfrm>
        <a:graphic>
          <a:graphicData uri="http://schemas.openxmlformats.org/presentationml/2006/ole">
            <mc:AlternateContent xmlns:mc="http://schemas.openxmlformats.org/markup-compatibility/2006">
              <mc:Choice xmlns:v="urn:schemas-microsoft-com:vml" Requires="v">
                <p:oleObj spid="_x0000_s23450" r:id="rId17" imgW="9753600" imgH="5486400" progId="Equation.DSMT4">
                  <p:embed/>
                </p:oleObj>
              </mc:Choice>
              <mc:Fallback>
                <p:oleObj r:id="rId17" imgW="9753600" imgH="5486400" progId="Equation.DSMT4">
                  <p:embed/>
                  <p:pic>
                    <p:nvPicPr>
                      <p:cNvPr id="0" name="图片 3135"/>
                      <p:cNvPicPr/>
                      <p:nvPr/>
                    </p:nvPicPr>
                    <p:blipFill>
                      <a:blip r:embed="rId18"/>
                      <a:stretch>
                        <a:fillRect/>
                      </a:stretch>
                    </p:blipFill>
                    <p:spPr>
                      <a:xfrm>
                        <a:off x="1646238" y="3803650"/>
                        <a:ext cx="688975" cy="368300"/>
                      </a:xfrm>
                      <a:prstGeom prst="rect">
                        <a:avLst/>
                      </a:prstGeom>
                      <a:noFill/>
                      <a:ln w="38100">
                        <a:noFill/>
                        <a:miter/>
                      </a:ln>
                    </p:spPr>
                  </p:pic>
                </p:oleObj>
              </mc:Fallback>
            </mc:AlternateContent>
          </a:graphicData>
        </a:graphic>
      </p:graphicFrame>
      <p:graphicFrame>
        <p:nvGraphicFramePr>
          <p:cNvPr id="49162" name="对象 -2147482496"/>
          <p:cNvGraphicFramePr>
            <a:graphicFrameLocks noChangeAspect="1"/>
          </p:cNvGraphicFramePr>
          <p:nvPr/>
        </p:nvGraphicFramePr>
        <p:xfrm>
          <a:off x="2500313" y="3803650"/>
          <a:ext cx="687387" cy="368300"/>
        </p:xfrm>
        <a:graphic>
          <a:graphicData uri="http://schemas.openxmlformats.org/presentationml/2006/ole">
            <mc:AlternateContent xmlns:mc="http://schemas.openxmlformats.org/markup-compatibility/2006">
              <mc:Choice xmlns:v="urn:schemas-microsoft-com:vml" Requires="v">
                <p:oleObj spid="_x0000_s23451" r:id="rId19" imgW="9753600" imgH="5486400" progId="Equation.DSMT4">
                  <p:embed/>
                </p:oleObj>
              </mc:Choice>
              <mc:Fallback>
                <p:oleObj r:id="rId19" imgW="9753600" imgH="5486400" progId="Equation.DSMT4">
                  <p:embed/>
                  <p:pic>
                    <p:nvPicPr>
                      <p:cNvPr id="0" name="图片 3148"/>
                      <p:cNvPicPr/>
                      <p:nvPr/>
                    </p:nvPicPr>
                    <p:blipFill>
                      <a:blip r:embed="rId20"/>
                      <a:stretch>
                        <a:fillRect/>
                      </a:stretch>
                    </p:blipFill>
                    <p:spPr>
                      <a:xfrm>
                        <a:off x="2500313" y="3803650"/>
                        <a:ext cx="687387" cy="368300"/>
                      </a:xfrm>
                      <a:prstGeom prst="rect">
                        <a:avLst/>
                      </a:prstGeom>
                      <a:noFill/>
                      <a:ln w="38100">
                        <a:noFill/>
                        <a:miter/>
                      </a:ln>
                    </p:spPr>
                  </p:pic>
                </p:oleObj>
              </mc:Fallback>
            </mc:AlternateContent>
          </a:graphicData>
        </a:graphic>
      </p:graphicFrame>
      <p:graphicFrame>
        <p:nvGraphicFramePr>
          <p:cNvPr id="49163" name="对象 -2147482495"/>
          <p:cNvGraphicFramePr>
            <a:graphicFrameLocks noChangeAspect="1"/>
          </p:cNvGraphicFramePr>
          <p:nvPr/>
        </p:nvGraphicFramePr>
        <p:xfrm>
          <a:off x="2774950" y="4608513"/>
          <a:ext cx="3829050" cy="1922462"/>
        </p:xfrm>
        <a:graphic>
          <a:graphicData uri="http://schemas.openxmlformats.org/presentationml/2006/ole">
            <mc:AlternateContent xmlns:mc="http://schemas.openxmlformats.org/markup-compatibility/2006">
              <mc:Choice xmlns:v="urn:schemas-microsoft-com:vml" Requires="v">
                <p:oleObj spid="_x0000_s23452" r:id="rId21" imgW="54254400" imgH="26822400" progId="Equation.DSMT4">
                  <p:embed/>
                </p:oleObj>
              </mc:Choice>
              <mc:Fallback>
                <p:oleObj r:id="rId21" imgW="54254400" imgH="26822400" progId="Equation.DSMT4">
                  <p:embed/>
                  <p:pic>
                    <p:nvPicPr>
                      <p:cNvPr id="0" name="图片 3133"/>
                      <p:cNvPicPr/>
                      <p:nvPr/>
                    </p:nvPicPr>
                    <p:blipFill>
                      <a:blip r:embed="rId22"/>
                      <a:stretch>
                        <a:fillRect/>
                      </a:stretch>
                    </p:blipFill>
                    <p:spPr>
                      <a:xfrm>
                        <a:off x="2774950" y="4608513"/>
                        <a:ext cx="3829050" cy="1922462"/>
                      </a:xfrm>
                      <a:prstGeom prst="rect">
                        <a:avLst/>
                      </a:prstGeom>
                      <a:noFill/>
                      <a:ln w="38100">
                        <a:noFill/>
                        <a:miter/>
                      </a:ln>
                    </p:spPr>
                  </p:pic>
                </p:oleObj>
              </mc:Fallback>
            </mc:AlternateContent>
          </a:graphicData>
        </a:graphic>
      </p:graphicFrame>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p:cNvSpPr>
          <p:nvPr>
            <p:ph idx="1"/>
          </p:nvPr>
        </p:nvSpPr>
        <p:spPr>
          <a:xfrm>
            <a:off x="685800" y="1123950"/>
            <a:ext cx="7772400" cy="4608513"/>
          </a:xfrm>
        </p:spPr>
        <p:txBody>
          <a:bodyPr vert="horz" wrap="square" lIns="75301" tIns="37650" rIns="75301" bIns="37650" numCol="1" anchor="t" anchorCtr="0" compatLnSpc="1"/>
          <a:lstStyle/>
          <a:p>
            <a:pPr marL="342900" marR="0" lvl="0" indent="-342900" algn="just"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对比式（</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5</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）和式（</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9</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）发现，线性可分支持向量与线性支持向量机的对偶问题的唯一差别就是对偶变量的约束不一样：线性可分支持向量机要求            ，线性支持向量机要求                 。通过求解对偶问题可以得到原始问题的解。设对偶问题的一个解为，                                  </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则原始问题（</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8</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）的解为：</a:t>
            </a:r>
          </a:p>
          <a:p>
            <a:pPr marL="342900" marR="0" lvl="0" indent="-342900" algn="just"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just"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just"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从而得到了分离超平面和分类决策函数。至此我们也得出了线性支持向量机的学习算法。</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p:txBody>
      </p:sp>
      <p:graphicFrame>
        <p:nvGraphicFramePr>
          <p:cNvPr id="50178" name="对象 -2147482493"/>
          <p:cNvGraphicFramePr>
            <a:graphicFrameLocks noChangeAspect="1"/>
          </p:cNvGraphicFramePr>
          <p:nvPr/>
        </p:nvGraphicFramePr>
        <p:xfrm>
          <a:off x="2919413" y="1708150"/>
          <a:ext cx="754062" cy="419100"/>
        </p:xfrm>
        <a:graphic>
          <a:graphicData uri="http://schemas.openxmlformats.org/presentationml/2006/ole">
            <mc:AlternateContent xmlns:mc="http://schemas.openxmlformats.org/markup-compatibility/2006">
              <mc:Choice xmlns:v="urn:schemas-microsoft-com:vml" Requires="v">
                <p:oleObj spid="_x0000_s24012" r:id="rId3" imgW="9753600" imgH="5486400" progId="Equation.DSMT4">
                  <p:embed/>
                </p:oleObj>
              </mc:Choice>
              <mc:Fallback>
                <p:oleObj r:id="rId3" imgW="9753600" imgH="5486400" progId="Equation.DSMT4">
                  <p:embed/>
                  <p:pic>
                    <p:nvPicPr>
                      <p:cNvPr id="0" name="图片 3136"/>
                      <p:cNvPicPr/>
                      <p:nvPr/>
                    </p:nvPicPr>
                    <p:blipFill>
                      <a:blip r:embed="rId4"/>
                      <a:stretch>
                        <a:fillRect/>
                      </a:stretch>
                    </p:blipFill>
                    <p:spPr>
                      <a:xfrm>
                        <a:off x="2919413" y="1708150"/>
                        <a:ext cx="754062" cy="419100"/>
                      </a:xfrm>
                      <a:prstGeom prst="rect">
                        <a:avLst/>
                      </a:prstGeom>
                      <a:noFill/>
                      <a:ln w="38100">
                        <a:noFill/>
                        <a:miter/>
                      </a:ln>
                    </p:spPr>
                  </p:pic>
                </p:oleObj>
              </mc:Fallback>
            </mc:AlternateContent>
          </a:graphicData>
        </a:graphic>
      </p:graphicFrame>
      <p:graphicFrame>
        <p:nvGraphicFramePr>
          <p:cNvPr id="50179" name="对象 -2147482492"/>
          <p:cNvGraphicFramePr>
            <a:graphicFrameLocks noChangeAspect="1"/>
          </p:cNvGraphicFramePr>
          <p:nvPr/>
        </p:nvGraphicFramePr>
        <p:xfrm>
          <a:off x="6229350" y="1765300"/>
          <a:ext cx="1085850" cy="361950"/>
        </p:xfrm>
        <a:graphic>
          <a:graphicData uri="http://schemas.openxmlformats.org/presentationml/2006/ole">
            <mc:AlternateContent xmlns:mc="http://schemas.openxmlformats.org/markup-compatibility/2006">
              <mc:Choice xmlns:v="urn:schemas-microsoft-com:vml" Requires="v">
                <p:oleObj spid="_x0000_s24013" r:id="rId5" imgW="15849600" imgH="5486400" progId="Equation.DSMT4">
                  <p:embed/>
                </p:oleObj>
              </mc:Choice>
              <mc:Fallback>
                <p:oleObj r:id="rId5" imgW="15849600" imgH="5486400" progId="Equation.DSMT4">
                  <p:embed/>
                  <p:pic>
                    <p:nvPicPr>
                      <p:cNvPr id="0" name="图片 3150"/>
                      <p:cNvPicPr/>
                      <p:nvPr/>
                    </p:nvPicPr>
                    <p:blipFill>
                      <a:blip r:embed="rId6"/>
                      <a:stretch>
                        <a:fillRect/>
                      </a:stretch>
                    </p:blipFill>
                    <p:spPr>
                      <a:xfrm>
                        <a:off x="6229350" y="1765300"/>
                        <a:ext cx="1085850" cy="361950"/>
                      </a:xfrm>
                      <a:prstGeom prst="rect">
                        <a:avLst/>
                      </a:prstGeom>
                      <a:noFill/>
                      <a:ln w="38100">
                        <a:noFill/>
                        <a:miter/>
                      </a:ln>
                    </p:spPr>
                  </p:pic>
                </p:oleObj>
              </mc:Fallback>
            </mc:AlternateContent>
          </a:graphicData>
        </a:graphic>
      </p:graphicFrame>
      <p:graphicFrame>
        <p:nvGraphicFramePr>
          <p:cNvPr id="50180" name="对象 -2147482491"/>
          <p:cNvGraphicFramePr>
            <a:graphicFrameLocks noChangeAspect="1"/>
          </p:cNvGraphicFramePr>
          <p:nvPr/>
        </p:nvGraphicFramePr>
        <p:xfrm>
          <a:off x="1173163" y="2346325"/>
          <a:ext cx="2405062" cy="388938"/>
        </p:xfrm>
        <a:graphic>
          <a:graphicData uri="http://schemas.openxmlformats.org/presentationml/2006/ole">
            <mc:AlternateContent xmlns:mc="http://schemas.openxmlformats.org/markup-compatibility/2006">
              <mc:Choice xmlns:v="urn:schemas-microsoft-com:vml" Requires="v">
                <p:oleObj spid="_x0000_s24014" r:id="rId7" imgW="32308800" imgH="5486400" progId="Equation.DSMT4">
                  <p:embed/>
                </p:oleObj>
              </mc:Choice>
              <mc:Fallback>
                <p:oleObj r:id="rId7" imgW="32308800" imgH="5486400" progId="Equation.DSMT4">
                  <p:embed/>
                  <p:pic>
                    <p:nvPicPr>
                      <p:cNvPr id="0" name="图片 3137"/>
                      <p:cNvPicPr/>
                      <p:nvPr/>
                    </p:nvPicPr>
                    <p:blipFill>
                      <a:blip r:embed="rId8"/>
                      <a:stretch>
                        <a:fillRect/>
                      </a:stretch>
                    </p:blipFill>
                    <p:spPr>
                      <a:xfrm>
                        <a:off x="1173163" y="2346325"/>
                        <a:ext cx="2405062" cy="388938"/>
                      </a:xfrm>
                      <a:prstGeom prst="rect">
                        <a:avLst/>
                      </a:prstGeom>
                      <a:noFill/>
                      <a:ln w="38100">
                        <a:noFill/>
                        <a:miter/>
                      </a:ln>
                    </p:spPr>
                  </p:pic>
                </p:oleObj>
              </mc:Fallback>
            </mc:AlternateContent>
          </a:graphicData>
        </a:graphic>
      </p:graphicFrame>
      <p:graphicFrame>
        <p:nvGraphicFramePr>
          <p:cNvPr id="50181" name="对象 -2147482240"/>
          <p:cNvGraphicFramePr>
            <a:graphicFrameLocks noChangeAspect="1"/>
          </p:cNvGraphicFramePr>
          <p:nvPr/>
        </p:nvGraphicFramePr>
        <p:xfrm>
          <a:off x="3549650" y="2854325"/>
          <a:ext cx="1758950" cy="709613"/>
        </p:xfrm>
        <a:graphic>
          <a:graphicData uri="http://schemas.openxmlformats.org/presentationml/2006/ole">
            <mc:AlternateContent xmlns:mc="http://schemas.openxmlformats.org/markup-compatibility/2006">
              <mc:Choice xmlns:v="urn:schemas-microsoft-com:vml" Requires="v">
                <p:oleObj spid="_x0000_s24015" r:id="rId9" imgW="25908000" imgH="10363200" progId="Equation.DSMT4">
                  <p:embed/>
                </p:oleObj>
              </mc:Choice>
              <mc:Fallback>
                <p:oleObj r:id="rId9" imgW="25908000" imgH="10363200" progId="Equation.DSMT4">
                  <p:embed/>
                  <p:pic>
                    <p:nvPicPr>
                      <p:cNvPr id="0" name="图片 3139"/>
                      <p:cNvPicPr/>
                      <p:nvPr/>
                    </p:nvPicPr>
                    <p:blipFill>
                      <a:blip r:embed="rId10"/>
                      <a:stretch>
                        <a:fillRect/>
                      </a:stretch>
                    </p:blipFill>
                    <p:spPr>
                      <a:xfrm>
                        <a:off x="3549650" y="2854325"/>
                        <a:ext cx="1758950" cy="709613"/>
                      </a:xfrm>
                      <a:prstGeom prst="rect">
                        <a:avLst/>
                      </a:prstGeom>
                      <a:noFill/>
                      <a:ln w="38100">
                        <a:noFill/>
                        <a:miter/>
                      </a:ln>
                    </p:spPr>
                  </p:pic>
                </p:oleObj>
              </mc:Fallback>
            </mc:AlternateContent>
          </a:graphicData>
        </a:graphic>
      </p:graphicFrame>
      <p:graphicFrame>
        <p:nvGraphicFramePr>
          <p:cNvPr id="50182" name="对象 -2147482489"/>
          <p:cNvGraphicFramePr>
            <a:graphicFrameLocks noChangeAspect="1"/>
          </p:cNvGraphicFramePr>
          <p:nvPr/>
        </p:nvGraphicFramePr>
        <p:xfrm>
          <a:off x="2705100" y="3657600"/>
          <a:ext cx="3384550" cy="790575"/>
        </p:xfrm>
        <a:graphic>
          <a:graphicData uri="http://schemas.openxmlformats.org/presentationml/2006/ole">
            <mc:AlternateContent xmlns:mc="http://schemas.openxmlformats.org/markup-compatibility/2006">
              <mc:Choice xmlns:v="urn:schemas-microsoft-com:vml" Requires="v">
                <p:oleObj spid="_x0000_s24016" r:id="rId11" imgW="45110400" imgH="10363200" progId="Equation.DSMT4">
                  <p:embed/>
                </p:oleObj>
              </mc:Choice>
              <mc:Fallback>
                <p:oleObj r:id="rId11" imgW="45110400" imgH="10363200" progId="Equation.DSMT4">
                  <p:embed/>
                  <p:pic>
                    <p:nvPicPr>
                      <p:cNvPr id="0" name="图片 3140"/>
                      <p:cNvPicPr/>
                      <p:nvPr/>
                    </p:nvPicPr>
                    <p:blipFill>
                      <a:blip r:embed="rId12"/>
                      <a:stretch>
                        <a:fillRect/>
                      </a:stretch>
                    </p:blipFill>
                    <p:spPr>
                      <a:xfrm>
                        <a:off x="2705100" y="3657600"/>
                        <a:ext cx="3384550" cy="790575"/>
                      </a:xfrm>
                      <a:prstGeom prst="rect">
                        <a:avLst/>
                      </a:prstGeom>
                      <a:noFill/>
                      <a:ln w="38100">
                        <a:noFill/>
                        <a:miter/>
                      </a:ln>
                    </p:spPr>
                  </p:pic>
                </p:oleObj>
              </mc:Fallback>
            </mc:AlternateContent>
          </a:graphicData>
        </a:graphic>
      </p:graphicFrame>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p:cNvSpPr>
          <p:nvPr>
            <p:ph idx="1"/>
          </p:nvPr>
        </p:nvSpPr>
        <p:spPr>
          <a:xfrm>
            <a:off x="685800" y="119063"/>
            <a:ext cx="8455025" cy="4608513"/>
          </a:xfrm>
        </p:spPr>
        <p:txBody>
          <a:bodyPr vert="horz" wrap="square" lIns="75301" tIns="37650" rIns="75301" bIns="37650" numCol="1" anchor="t" anchorCtr="0" compatLnSpc="1"/>
          <a:lstStyle/>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rPr>
              <a:t>数据线性不可分时，将对偶问题（9）的解                                 中对应于            的样本点的            称为</a:t>
            </a:r>
            <a:r>
              <a:rPr kumimoji="0" lang="zh-CN" altLang="en-US" sz="2400" b="1" i="0" u="none" strike="noStrike" kern="0" cap="none" spc="0" normalizeH="0" baseline="0" noProof="0" dirty="0">
                <a:ln>
                  <a:noFill/>
                </a:ln>
                <a:solidFill>
                  <a:srgbClr val="C00000"/>
                </a:solidFill>
                <a:effectLst/>
                <a:uLnTx/>
                <a:uFillTx/>
                <a:latin typeface="+mn-lt"/>
                <a:ea typeface="宋体" panose="02010600030101010101" pitchFamily="2" charset="-122"/>
                <a:cs typeface="华文新魏" panose="02010800040101010101" pitchFamily="2" charset="-122"/>
                <a:sym typeface="+mn-ea"/>
              </a:rPr>
              <a:t>软间隔的支持向量</a:t>
            </a: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rPr>
              <a:t>。软间隔支持向量具有如下性质：</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rPr>
              <a:t>当，           ，          此时支持向量     恰好落在间隔边界上；</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rPr>
              <a:t>若，        ，             则分类正确，支持向量     在间隔边界与分离超平面之间；</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rPr>
              <a:t>若            ，       ，支持向量     在分离超平面上；</a:t>
            </a:r>
            <a:endParaRPr kumimoji="0"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0"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rPr>
              <a:t>若           ，       ，则支持向量     位于分离超平面误分</a:t>
            </a:r>
            <a:r>
              <a:rPr lang="zh-CN" altLang="en-US" sz="2400" b="1" dirty="0">
                <a:ea typeface="宋体" panose="02010600030101010101" pitchFamily="2" charset="-122"/>
                <a:sym typeface="+mn-ea"/>
              </a:rPr>
              <a:t>面</a:t>
            </a: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20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p:txBody>
      </p:sp>
      <p:sp>
        <p:nvSpPr>
          <p:cNvPr id="307202" name="Rectangle 2"/>
          <p:cNvSpPr>
            <a:spLocks noGrp="1"/>
          </p:cNvSpPr>
          <p:nvPr>
            <p:ph type="title"/>
          </p:nvPr>
        </p:nvSpPr>
        <p:spPr>
          <a:xfrm>
            <a:off x="2620963" y="-384175"/>
            <a:ext cx="7793038" cy="1143000"/>
          </a:xfrm>
        </p:spPr>
        <p:txBody>
          <a:bodyPr vert="horz" wrap="square" lIns="75301" tIns="37650" rIns="75301" bIns="3765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sym typeface="+mn-ea"/>
              </a:rPr>
              <a:t>软间隔支持向量</a:t>
            </a:r>
          </a:p>
        </p:txBody>
      </p:sp>
      <p:graphicFrame>
        <p:nvGraphicFramePr>
          <p:cNvPr id="51203" name="对象 -2147482488"/>
          <p:cNvGraphicFramePr>
            <a:graphicFrameLocks noChangeAspect="1"/>
          </p:cNvGraphicFramePr>
          <p:nvPr/>
        </p:nvGraphicFramePr>
        <p:xfrm>
          <a:off x="6394450" y="896938"/>
          <a:ext cx="2425700" cy="412750"/>
        </p:xfrm>
        <a:graphic>
          <a:graphicData uri="http://schemas.openxmlformats.org/presentationml/2006/ole">
            <mc:AlternateContent xmlns:mc="http://schemas.openxmlformats.org/markup-compatibility/2006">
              <mc:Choice xmlns:v="urn:schemas-microsoft-com:vml" Requires="v">
                <p:oleObj spid="_x0000_s45527" r:id="rId3" imgW="35052000" imgH="5791200" progId="Equation.DSMT4">
                  <p:embed/>
                </p:oleObj>
              </mc:Choice>
              <mc:Fallback>
                <p:oleObj r:id="rId3" imgW="35052000" imgH="5791200" progId="Equation.DSMT4">
                  <p:embed/>
                  <p:pic>
                    <p:nvPicPr>
                      <p:cNvPr id="0" name="图片 3142"/>
                      <p:cNvPicPr/>
                      <p:nvPr/>
                    </p:nvPicPr>
                    <p:blipFill>
                      <a:blip r:embed="rId4"/>
                      <a:stretch>
                        <a:fillRect/>
                      </a:stretch>
                    </p:blipFill>
                    <p:spPr>
                      <a:xfrm>
                        <a:off x="6394450" y="896938"/>
                        <a:ext cx="2425700" cy="412750"/>
                      </a:xfrm>
                      <a:prstGeom prst="rect">
                        <a:avLst/>
                      </a:prstGeom>
                      <a:noFill/>
                      <a:ln w="38100">
                        <a:noFill/>
                        <a:miter/>
                      </a:ln>
                    </p:spPr>
                  </p:pic>
                </p:oleObj>
              </mc:Fallback>
            </mc:AlternateContent>
          </a:graphicData>
        </a:graphic>
      </p:graphicFrame>
      <p:graphicFrame>
        <p:nvGraphicFramePr>
          <p:cNvPr id="51204" name="对象 -2147482487"/>
          <p:cNvGraphicFramePr>
            <a:graphicFrameLocks noChangeAspect="1"/>
          </p:cNvGraphicFramePr>
          <p:nvPr/>
        </p:nvGraphicFramePr>
        <p:xfrm>
          <a:off x="1957388" y="1263650"/>
          <a:ext cx="947737" cy="455613"/>
        </p:xfrm>
        <a:graphic>
          <a:graphicData uri="http://schemas.openxmlformats.org/presentationml/2006/ole">
            <mc:AlternateContent xmlns:mc="http://schemas.openxmlformats.org/markup-compatibility/2006">
              <mc:Choice xmlns:v="urn:schemas-microsoft-com:vml" Requires="v">
                <p:oleObj spid="_x0000_s45528" r:id="rId5" imgW="11277600" imgH="5486400" progId="Equation.DSMT4">
                  <p:embed/>
                </p:oleObj>
              </mc:Choice>
              <mc:Fallback>
                <p:oleObj r:id="rId5" imgW="11277600" imgH="5486400" progId="Equation.DSMT4">
                  <p:embed/>
                  <p:pic>
                    <p:nvPicPr>
                      <p:cNvPr id="0" name="图片 3143"/>
                      <p:cNvPicPr/>
                      <p:nvPr/>
                    </p:nvPicPr>
                    <p:blipFill>
                      <a:blip r:embed="rId6"/>
                      <a:stretch>
                        <a:fillRect/>
                      </a:stretch>
                    </p:blipFill>
                    <p:spPr>
                      <a:xfrm>
                        <a:off x="1957388" y="1263650"/>
                        <a:ext cx="947737" cy="455613"/>
                      </a:xfrm>
                      <a:prstGeom prst="rect">
                        <a:avLst/>
                      </a:prstGeom>
                      <a:noFill/>
                      <a:ln w="38100">
                        <a:noFill/>
                        <a:miter/>
                      </a:ln>
                    </p:spPr>
                  </p:pic>
                </p:oleObj>
              </mc:Fallback>
            </mc:AlternateContent>
          </a:graphicData>
        </a:graphic>
      </p:graphicFrame>
      <p:graphicFrame>
        <p:nvGraphicFramePr>
          <p:cNvPr id="51205" name="对象 -2147482486"/>
          <p:cNvGraphicFramePr>
            <a:graphicFrameLocks noChangeAspect="1"/>
          </p:cNvGraphicFramePr>
          <p:nvPr/>
        </p:nvGraphicFramePr>
        <p:xfrm>
          <a:off x="4457624" y="1266033"/>
          <a:ext cx="828675" cy="422275"/>
        </p:xfrm>
        <a:graphic>
          <a:graphicData uri="http://schemas.openxmlformats.org/presentationml/2006/ole">
            <mc:AlternateContent xmlns:mc="http://schemas.openxmlformats.org/markup-compatibility/2006">
              <mc:Choice xmlns:v="urn:schemas-microsoft-com:vml" Requires="v">
                <p:oleObj spid="_x0000_s45529" r:id="rId7" imgW="10668000" imgH="5486400" progId="Equation.DSMT4">
                  <p:embed/>
                </p:oleObj>
              </mc:Choice>
              <mc:Fallback>
                <p:oleObj r:id="rId7" imgW="10668000" imgH="5486400" progId="Equation.DSMT4">
                  <p:embed/>
                  <p:pic>
                    <p:nvPicPr>
                      <p:cNvPr id="0" name="图片 3151"/>
                      <p:cNvPicPr/>
                      <p:nvPr/>
                    </p:nvPicPr>
                    <p:blipFill>
                      <a:blip r:embed="rId8"/>
                      <a:stretch>
                        <a:fillRect/>
                      </a:stretch>
                    </p:blipFill>
                    <p:spPr>
                      <a:xfrm>
                        <a:off x="4457624" y="1266033"/>
                        <a:ext cx="828675" cy="422275"/>
                      </a:xfrm>
                      <a:prstGeom prst="rect">
                        <a:avLst/>
                      </a:prstGeom>
                      <a:noFill/>
                      <a:ln w="38100">
                        <a:noFill/>
                        <a:miter/>
                      </a:ln>
                    </p:spPr>
                  </p:pic>
                </p:oleObj>
              </mc:Fallback>
            </mc:AlternateContent>
          </a:graphicData>
        </a:graphic>
      </p:graphicFrame>
      <p:graphicFrame>
        <p:nvGraphicFramePr>
          <p:cNvPr id="51206" name="对象 -2147482484"/>
          <p:cNvGraphicFramePr>
            <a:graphicFrameLocks noChangeAspect="1"/>
          </p:cNvGraphicFramePr>
          <p:nvPr/>
        </p:nvGraphicFramePr>
        <p:xfrm>
          <a:off x="1639888" y="2076450"/>
          <a:ext cx="962025" cy="436563"/>
        </p:xfrm>
        <a:graphic>
          <a:graphicData uri="http://schemas.openxmlformats.org/presentationml/2006/ole">
            <mc:AlternateContent xmlns:mc="http://schemas.openxmlformats.org/markup-compatibility/2006">
              <mc:Choice xmlns:v="urn:schemas-microsoft-com:vml" Requires="v">
                <p:oleObj spid="_x0000_s45530" r:id="rId9" imgW="12192000" imgH="5486400" progId="Equation.DSMT4">
                  <p:embed/>
                </p:oleObj>
              </mc:Choice>
              <mc:Fallback>
                <p:oleObj r:id="rId9" imgW="12192000" imgH="5486400" progId="Equation.DSMT4">
                  <p:embed/>
                  <p:pic>
                    <p:nvPicPr>
                      <p:cNvPr id="0" name="图片 3164"/>
                      <p:cNvPicPr/>
                      <p:nvPr/>
                    </p:nvPicPr>
                    <p:blipFill>
                      <a:blip r:embed="rId10"/>
                      <a:stretch>
                        <a:fillRect/>
                      </a:stretch>
                    </p:blipFill>
                    <p:spPr>
                      <a:xfrm>
                        <a:off x="1639888" y="2076450"/>
                        <a:ext cx="962025" cy="436563"/>
                      </a:xfrm>
                      <a:prstGeom prst="rect">
                        <a:avLst/>
                      </a:prstGeom>
                      <a:noFill/>
                      <a:ln w="38100">
                        <a:noFill/>
                        <a:miter/>
                      </a:ln>
                    </p:spPr>
                  </p:pic>
                </p:oleObj>
              </mc:Fallback>
            </mc:AlternateContent>
          </a:graphicData>
        </a:graphic>
      </p:graphicFrame>
      <p:graphicFrame>
        <p:nvGraphicFramePr>
          <p:cNvPr id="51207" name="对象 -2147482483"/>
          <p:cNvGraphicFramePr>
            <a:graphicFrameLocks noChangeAspect="1"/>
          </p:cNvGraphicFramePr>
          <p:nvPr/>
        </p:nvGraphicFramePr>
        <p:xfrm>
          <a:off x="2808288" y="2081213"/>
          <a:ext cx="827087" cy="460375"/>
        </p:xfrm>
        <a:graphic>
          <a:graphicData uri="http://schemas.openxmlformats.org/presentationml/2006/ole">
            <mc:AlternateContent xmlns:mc="http://schemas.openxmlformats.org/markup-compatibility/2006">
              <mc:Choice xmlns:v="urn:schemas-microsoft-com:vml" Requires="v">
                <p:oleObj spid="_x0000_s45531" r:id="rId11" imgW="10058400" imgH="5486400" progId="Equation.DSMT4">
                  <p:embed/>
                </p:oleObj>
              </mc:Choice>
              <mc:Fallback>
                <p:oleObj r:id="rId11" imgW="10058400" imgH="5486400" progId="Equation.DSMT4">
                  <p:embed/>
                  <p:pic>
                    <p:nvPicPr>
                      <p:cNvPr id="0" name="图片 3155"/>
                      <p:cNvPicPr/>
                      <p:nvPr/>
                    </p:nvPicPr>
                    <p:blipFill>
                      <a:blip r:embed="rId12"/>
                      <a:stretch>
                        <a:fillRect/>
                      </a:stretch>
                    </p:blipFill>
                    <p:spPr>
                      <a:xfrm>
                        <a:off x="2808288" y="2081213"/>
                        <a:ext cx="827087" cy="460375"/>
                      </a:xfrm>
                      <a:prstGeom prst="rect">
                        <a:avLst/>
                      </a:prstGeom>
                      <a:noFill/>
                      <a:ln w="38100">
                        <a:noFill/>
                        <a:miter/>
                      </a:ln>
                    </p:spPr>
                  </p:pic>
                </p:oleObj>
              </mc:Fallback>
            </mc:AlternateContent>
          </a:graphicData>
        </a:graphic>
      </p:graphicFrame>
      <p:graphicFrame>
        <p:nvGraphicFramePr>
          <p:cNvPr id="51208" name="对象 -2147482479"/>
          <p:cNvGraphicFramePr>
            <a:graphicFrameLocks noChangeAspect="1"/>
          </p:cNvGraphicFramePr>
          <p:nvPr/>
        </p:nvGraphicFramePr>
        <p:xfrm>
          <a:off x="5416550" y="1954213"/>
          <a:ext cx="379413" cy="568325"/>
        </p:xfrm>
        <a:graphic>
          <a:graphicData uri="http://schemas.openxmlformats.org/presentationml/2006/ole">
            <mc:AlternateContent xmlns:mc="http://schemas.openxmlformats.org/markup-compatibility/2006">
              <mc:Choice xmlns:v="urn:schemas-microsoft-com:vml" Requires="v">
                <p:oleObj spid="_x0000_s45532" r:id="rId13" imgW="3657600" imgH="5486400" progId="Equation.DSMT4">
                  <p:embed/>
                </p:oleObj>
              </mc:Choice>
              <mc:Fallback>
                <p:oleObj r:id="rId13" imgW="3657600" imgH="5486400" progId="Equation.DSMT4">
                  <p:embed/>
                  <p:pic>
                    <p:nvPicPr>
                      <p:cNvPr id="0" name="图片 3153"/>
                      <p:cNvPicPr/>
                      <p:nvPr/>
                    </p:nvPicPr>
                    <p:blipFill>
                      <a:blip r:embed="rId14"/>
                      <a:stretch>
                        <a:fillRect/>
                      </a:stretch>
                    </p:blipFill>
                    <p:spPr>
                      <a:xfrm>
                        <a:off x="5416550" y="1954213"/>
                        <a:ext cx="379413" cy="568325"/>
                      </a:xfrm>
                      <a:prstGeom prst="rect">
                        <a:avLst/>
                      </a:prstGeom>
                      <a:noFill/>
                      <a:ln w="38100">
                        <a:noFill/>
                        <a:miter/>
                      </a:ln>
                    </p:spPr>
                  </p:pic>
                </p:oleObj>
              </mc:Fallback>
            </mc:AlternateContent>
          </a:graphicData>
        </a:graphic>
      </p:graphicFrame>
      <p:graphicFrame>
        <p:nvGraphicFramePr>
          <p:cNvPr id="51209" name="对象 -2147482481"/>
          <p:cNvGraphicFramePr>
            <a:graphicFrameLocks noChangeAspect="1"/>
          </p:cNvGraphicFramePr>
          <p:nvPr/>
        </p:nvGraphicFramePr>
        <p:xfrm>
          <a:off x="1552575" y="2484438"/>
          <a:ext cx="763588" cy="396875"/>
        </p:xfrm>
        <a:graphic>
          <a:graphicData uri="http://schemas.openxmlformats.org/presentationml/2006/ole">
            <mc:AlternateContent xmlns:mc="http://schemas.openxmlformats.org/markup-compatibility/2006">
              <mc:Choice xmlns:v="urn:schemas-microsoft-com:vml" Requires="v">
                <p:oleObj spid="_x0000_s45533" r:id="rId15" imgW="10668000" imgH="5486400" progId="Equation.DSMT4">
                  <p:embed/>
                </p:oleObj>
              </mc:Choice>
              <mc:Fallback>
                <p:oleObj r:id="rId15" imgW="10668000" imgH="5486400" progId="Equation.DSMT4">
                  <p:embed/>
                  <p:pic>
                    <p:nvPicPr>
                      <p:cNvPr id="0" name="图片 3163"/>
                      <p:cNvPicPr/>
                      <p:nvPr/>
                    </p:nvPicPr>
                    <p:blipFill>
                      <a:blip r:embed="rId16"/>
                      <a:stretch>
                        <a:fillRect/>
                      </a:stretch>
                    </p:blipFill>
                    <p:spPr>
                      <a:xfrm>
                        <a:off x="1552575" y="2484438"/>
                        <a:ext cx="763588" cy="396875"/>
                      </a:xfrm>
                      <a:prstGeom prst="rect">
                        <a:avLst/>
                      </a:prstGeom>
                      <a:noFill/>
                      <a:ln w="38100">
                        <a:noFill/>
                        <a:miter/>
                      </a:ln>
                    </p:spPr>
                  </p:pic>
                </p:oleObj>
              </mc:Fallback>
            </mc:AlternateContent>
          </a:graphicData>
        </a:graphic>
      </p:graphicFrame>
      <p:graphicFrame>
        <p:nvGraphicFramePr>
          <p:cNvPr id="51210" name="对象 -2147482239"/>
          <p:cNvGraphicFramePr>
            <a:graphicFrameLocks noChangeAspect="1"/>
          </p:cNvGraphicFramePr>
          <p:nvPr/>
        </p:nvGraphicFramePr>
        <p:xfrm>
          <a:off x="2370138" y="2416175"/>
          <a:ext cx="1193800" cy="441325"/>
        </p:xfrm>
        <a:graphic>
          <a:graphicData uri="http://schemas.openxmlformats.org/presentationml/2006/ole">
            <mc:AlternateContent xmlns:mc="http://schemas.openxmlformats.org/markup-compatibility/2006">
              <mc:Choice xmlns:v="urn:schemas-microsoft-com:vml" Requires="v">
                <p:oleObj spid="_x0000_s45534" r:id="rId17" imgW="14935200" imgH="5486400" progId="Equation.DSMT4">
                  <p:embed/>
                </p:oleObj>
              </mc:Choice>
              <mc:Fallback>
                <p:oleObj r:id="rId17" imgW="14935200" imgH="5486400" progId="Equation.DSMT4">
                  <p:embed/>
                  <p:pic>
                    <p:nvPicPr>
                      <p:cNvPr id="0" name="图片 3160"/>
                      <p:cNvPicPr/>
                      <p:nvPr/>
                    </p:nvPicPr>
                    <p:blipFill>
                      <a:blip r:embed="rId18"/>
                      <a:stretch>
                        <a:fillRect/>
                      </a:stretch>
                    </p:blipFill>
                    <p:spPr>
                      <a:xfrm>
                        <a:off x="2370138" y="2416175"/>
                        <a:ext cx="1193800" cy="441325"/>
                      </a:xfrm>
                      <a:prstGeom prst="rect">
                        <a:avLst/>
                      </a:prstGeom>
                      <a:noFill/>
                      <a:ln w="38100">
                        <a:noFill/>
                        <a:miter/>
                      </a:ln>
                    </p:spPr>
                  </p:pic>
                </p:oleObj>
              </mc:Fallback>
            </mc:AlternateContent>
          </a:graphicData>
        </a:graphic>
      </p:graphicFrame>
      <p:graphicFrame>
        <p:nvGraphicFramePr>
          <p:cNvPr id="51211" name="对象 -2147482479"/>
          <p:cNvGraphicFramePr>
            <a:graphicFrameLocks noChangeAspect="1"/>
          </p:cNvGraphicFramePr>
          <p:nvPr/>
        </p:nvGraphicFramePr>
        <p:xfrm>
          <a:off x="4722813" y="3149600"/>
          <a:ext cx="379412" cy="569913"/>
        </p:xfrm>
        <a:graphic>
          <a:graphicData uri="http://schemas.openxmlformats.org/presentationml/2006/ole">
            <mc:AlternateContent xmlns:mc="http://schemas.openxmlformats.org/markup-compatibility/2006">
              <mc:Choice xmlns:v="urn:schemas-microsoft-com:vml" Requires="v">
                <p:oleObj spid="_x0000_s45535" r:id="rId19" imgW="3657600" imgH="5486400" progId="Equation.DSMT4">
                  <p:embed/>
                </p:oleObj>
              </mc:Choice>
              <mc:Fallback>
                <p:oleObj r:id="rId19" imgW="3657600" imgH="5486400" progId="Equation.DSMT4">
                  <p:embed/>
                  <p:pic>
                    <p:nvPicPr>
                      <p:cNvPr id="0" name="图片 3152"/>
                      <p:cNvPicPr/>
                      <p:nvPr/>
                    </p:nvPicPr>
                    <p:blipFill>
                      <a:blip r:embed="rId14"/>
                      <a:stretch>
                        <a:fillRect/>
                      </a:stretch>
                    </p:blipFill>
                    <p:spPr>
                      <a:xfrm>
                        <a:off x="4722813" y="3149600"/>
                        <a:ext cx="379412" cy="569913"/>
                      </a:xfrm>
                      <a:prstGeom prst="rect">
                        <a:avLst/>
                      </a:prstGeom>
                      <a:noFill/>
                      <a:ln w="38100">
                        <a:noFill/>
                        <a:miter/>
                      </a:ln>
                    </p:spPr>
                  </p:pic>
                </p:oleObj>
              </mc:Fallback>
            </mc:AlternateContent>
          </a:graphicData>
        </a:graphic>
      </p:graphicFrame>
      <p:graphicFrame>
        <p:nvGraphicFramePr>
          <p:cNvPr id="51212" name="对象 -2147482478"/>
          <p:cNvGraphicFramePr>
            <a:graphicFrameLocks noChangeAspect="1"/>
          </p:cNvGraphicFramePr>
          <p:nvPr/>
        </p:nvGraphicFramePr>
        <p:xfrm>
          <a:off x="1374775" y="3790950"/>
          <a:ext cx="831850" cy="434975"/>
        </p:xfrm>
        <a:graphic>
          <a:graphicData uri="http://schemas.openxmlformats.org/presentationml/2006/ole">
            <mc:AlternateContent xmlns:mc="http://schemas.openxmlformats.org/markup-compatibility/2006">
              <mc:Choice xmlns:v="urn:schemas-microsoft-com:vml" Requires="v">
                <p:oleObj spid="_x0000_s45536" r:id="rId20" imgW="10668000" imgH="5486400" progId="Equation.DSMT4">
                  <p:embed/>
                </p:oleObj>
              </mc:Choice>
              <mc:Fallback>
                <p:oleObj r:id="rId20" imgW="10668000" imgH="5486400" progId="Equation.DSMT4">
                  <p:embed/>
                  <p:pic>
                    <p:nvPicPr>
                      <p:cNvPr id="0" name="图片 3154"/>
                      <p:cNvPicPr/>
                      <p:nvPr/>
                    </p:nvPicPr>
                    <p:blipFill>
                      <a:blip r:embed="rId16"/>
                      <a:stretch>
                        <a:fillRect/>
                      </a:stretch>
                    </p:blipFill>
                    <p:spPr>
                      <a:xfrm>
                        <a:off x="1374775" y="3790950"/>
                        <a:ext cx="831850" cy="434975"/>
                      </a:xfrm>
                      <a:prstGeom prst="rect">
                        <a:avLst/>
                      </a:prstGeom>
                      <a:noFill/>
                      <a:ln w="38100">
                        <a:noFill/>
                        <a:miter/>
                      </a:ln>
                    </p:spPr>
                  </p:pic>
                </p:oleObj>
              </mc:Fallback>
            </mc:AlternateContent>
          </a:graphicData>
        </a:graphic>
      </p:graphicFrame>
      <p:graphicFrame>
        <p:nvGraphicFramePr>
          <p:cNvPr id="51213" name="对象 -2147482477"/>
          <p:cNvGraphicFramePr>
            <a:graphicFrameLocks noChangeAspect="1"/>
          </p:cNvGraphicFramePr>
          <p:nvPr/>
        </p:nvGraphicFramePr>
        <p:xfrm>
          <a:off x="2554792" y="3315738"/>
          <a:ext cx="620713" cy="412750"/>
        </p:xfrm>
        <a:graphic>
          <a:graphicData uri="http://schemas.openxmlformats.org/presentationml/2006/ole">
            <mc:AlternateContent xmlns:mc="http://schemas.openxmlformats.org/markup-compatibility/2006">
              <mc:Choice xmlns:v="urn:schemas-microsoft-com:vml" Requires="v">
                <p:oleObj spid="_x0000_s45537" r:id="rId21" imgW="8229600" imgH="5486400" progId="Equation.DSMT4">
                  <p:embed/>
                </p:oleObj>
              </mc:Choice>
              <mc:Fallback>
                <p:oleObj r:id="rId21" imgW="8229600" imgH="5486400" progId="Equation.DSMT4">
                  <p:embed/>
                  <p:pic>
                    <p:nvPicPr>
                      <p:cNvPr id="0" name="图片 3158"/>
                      <p:cNvPicPr/>
                      <p:nvPr/>
                    </p:nvPicPr>
                    <p:blipFill>
                      <a:blip r:embed="rId22"/>
                      <a:stretch>
                        <a:fillRect/>
                      </a:stretch>
                    </p:blipFill>
                    <p:spPr>
                      <a:xfrm>
                        <a:off x="2554792" y="3315738"/>
                        <a:ext cx="620713" cy="412750"/>
                      </a:xfrm>
                      <a:prstGeom prst="rect">
                        <a:avLst/>
                      </a:prstGeom>
                      <a:noFill/>
                      <a:ln w="38100">
                        <a:noFill/>
                        <a:miter/>
                      </a:ln>
                    </p:spPr>
                  </p:pic>
                </p:oleObj>
              </mc:Fallback>
            </mc:AlternateContent>
          </a:graphicData>
        </a:graphic>
      </p:graphicFrame>
      <p:graphicFrame>
        <p:nvGraphicFramePr>
          <p:cNvPr id="51214" name="对象 -2147482479"/>
          <p:cNvGraphicFramePr>
            <a:graphicFrameLocks noChangeAspect="1"/>
          </p:cNvGraphicFramePr>
          <p:nvPr/>
        </p:nvGraphicFramePr>
        <p:xfrm>
          <a:off x="6713538" y="2432050"/>
          <a:ext cx="379412" cy="569913"/>
        </p:xfrm>
        <a:graphic>
          <a:graphicData uri="http://schemas.openxmlformats.org/presentationml/2006/ole">
            <mc:AlternateContent xmlns:mc="http://schemas.openxmlformats.org/markup-compatibility/2006">
              <mc:Choice xmlns:v="urn:schemas-microsoft-com:vml" Requires="v">
                <p:oleObj spid="_x0000_s45538" r:id="rId23" imgW="3657600" imgH="5486400" progId="Equation.DSMT4">
                  <p:embed/>
                </p:oleObj>
              </mc:Choice>
              <mc:Fallback>
                <p:oleObj r:id="rId23" imgW="3657600" imgH="5486400" progId="Equation.DSMT4">
                  <p:embed/>
                  <p:pic>
                    <p:nvPicPr>
                      <p:cNvPr id="0" name="图片 3156"/>
                      <p:cNvPicPr/>
                      <p:nvPr/>
                    </p:nvPicPr>
                    <p:blipFill>
                      <a:blip r:embed="rId14"/>
                      <a:stretch>
                        <a:fillRect/>
                      </a:stretch>
                    </p:blipFill>
                    <p:spPr>
                      <a:xfrm>
                        <a:off x="6713538" y="2432050"/>
                        <a:ext cx="379412" cy="569913"/>
                      </a:xfrm>
                      <a:prstGeom prst="rect">
                        <a:avLst/>
                      </a:prstGeom>
                      <a:noFill/>
                      <a:ln w="38100">
                        <a:noFill/>
                        <a:miter/>
                      </a:ln>
                    </p:spPr>
                  </p:pic>
                </p:oleObj>
              </mc:Fallback>
            </mc:AlternateContent>
          </a:graphicData>
        </a:graphic>
      </p:graphicFrame>
      <p:graphicFrame>
        <p:nvGraphicFramePr>
          <p:cNvPr id="51215" name="对象 -2147482238"/>
          <p:cNvGraphicFramePr>
            <a:graphicFrameLocks noChangeAspect="1"/>
          </p:cNvGraphicFramePr>
          <p:nvPr/>
        </p:nvGraphicFramePr>
        <p:xfrm>
          <a:off x="1390650" y="3340100"/>
          <a:ext cx="815975" cy="427038"/>
        </p:xfrm>
        <a:graphic>
          <a:graphicData uri="http://schemas.openxmlformats.org/presentationml/2006/ole">
            <mc:AlternateContent xmlns:mc="http://schemas.openxmlformats.org/markup-compatibility/2006">
              <mc:Choice xmlns:v="urn:schemas-microsoft-com:vml" Requires="v">
                <p:oleObj spid="_x0000_s45539" r:id="rId24" imgW="10668000" imgH="5486400" progId="Equation.DSMT4">
                  <p:embed/>
                </p:oleObj>
              </mc:Choice>
              <mc:Fallback>
                <p:oleObj r:id="rId24" imgW="10668000" imgH="5486400" progId="Equation.DSMT4">
                  <p:embed/>
                  <p:pic>
                    <p:nvPicPr>
                      <p:cNvPr id="0" name="图片 3161"/>
                      <p:cNvPicPr/>
                      <p:nvPr/>
                    </p:nvPicPr>
                    <p:blipFill>
                      <a:blip r:embed="rId16"/>
                      <a:stretch>
                        <a:fillRect/>
                      </a:stretch>
                    </p:blipFill>
                    <p:spPr>
                      <a:xfrm>
                        <a:off x="1390650" y="3340100"/>
                        <a:ext cx="815975" cy="427038"/>
                      </a:xfrm>
                      <a:prstGeom prst="rect">
                        <a:avLst/>
                      </a:prstGeom>
                      <a:noFill/>
                      <a:ln w="38100">
                        <a:noFill/>
                        <a:miter/>
                      </a:ln>
                    </p:spPr>
                  </p:pic>
                </p:oleObj>
              </mc:Fallback>
            </mc:AlternateContent>
          </a:graphicData>
        </a:graphic>
      </p:graphicFrame>
      <p:graphicFrame>
        <p:nvGraphicFramePr>
          <p:cNvPr id="51216" name="对象 -2147482237"/>
          <p:cNvGraphicFramePr>
            <a:graphicFrameLocks noChangeAspect="1"/>
          </p:cNvGraphicFramePr>
          <p:nvPr/>
        </p:nvGraphicFramePr>
        <p:xfrm>
          <a:off x="2464667" y="3744914"/>
          <a:ext cx="700087" cy="409575"/>
        </p:xfrm>
        <a:graphic>
          <a:graphicData uri="http://schemas.openxmlformats.org/presentationml/2006/ole">
            <mc:AlternateContent xmlns:mc="http://schemas.openxmlformats.org/markup-compatibility/2006">
              <mc:Choice xmlns:v="urn:schemas-microsoft-com:vml" Requires="v">
                <p:oleObj spid="_x0000_s45540" r:id="rId25" imgW="9448800" imgH="5486400" progId="Equation.DSMT4">
                  <p:embed/>
                </p:oleObj>
              </mc:Choice>
              <mc:Fallback>
                <p:oleObj r:id="rId25" imgW="9448800" imgH="5486400" progId="Equation.DSMT4">
                  <p:embed/>
                  <p:pic>
                    <p:nvPicPr>
                      <p:cNvPr id="0" name="图片 3159"/>
                      <p:cNvPicPr/>
                      <p:nvPr/>
                    </p:nvPicPr>
                    <p:blipFill>
                      <a:blip r:embed="rId26"/>
                      <a:stretch>
                        <a:fillRect/>
                      </a:stretch>
                    </p:blipFill>
                    <p:spPr>
                      <a:xfrm>
                        <a:off x="2464667" y="3744914"/>
                        <a:ext cx="700087" cy="409575"/>
                      </a:xfrm>
                      <a:prstGeom prst="rect">
                        <a:avLst/>
                      </a:prstGeom>
                      <a:noFill/>
                      <a:ln w="38100">
                        <a:noFill/>
                        <a:miter/>
                      </a:ln>
                    </p:spPr>
                  </p:pic>
                </p:oleObj>
              </mc:Fallback>
            </mc:AlternateContent>
          </a:graphicData>
        </a:graphic>
      </p:graphicFrame>
      <p:graphicFrame>
        <p:nvGraphicFramePr>
          <p:cNvPr id="51217" name="对象 1"/>
          <p:cNvGraphicFramePr>
            <a:graphicFrameLocks noChangeAspect="1"/>
          </p:cNvGraphicFramePr>
          <p:nvPr/>
        </p:nvGraphicFramePr>
        <p:xfrm>
          <a:off x="4910061" y="3639965"/>
          <a:ext cx="371475" cy="561975"/>
        </p:xfrm>
        <a:graphic>
          <a:graphicData uri="http://schemas.openxmlformats.org/presentationml/2006/ole">
            <mc:AlternateContent xmlns:mc="http://schemas.openxmlformats.org/markup-compatibility/2006">
              <mc:Choice xmlns:v="urn:schemas-microsoft-com:vml" Requires="v">
                <p:oleObj spid="_x0000_s45541" r:id="rId27" imgW="231775" imgH="347345" progId="Equation.DSMT4">
                  <p:embed/>
                </p:oleObj>
              </mc:Choice>
              <mc:Fallback>
                <p:oleObj r:id="rId27" imgW="231775" imgH="347345" progId="Equation.DSMT4">
                  <p:embed/>
                  <p:pic>
                    <p:nvPicPr>
                      <p:cNvPr id="0" name="图片 3157"/>
                      <p:cNvPicPr/>
                      <p:nvPr/>
                    </p:nvPicPr>
                    <p:blipFill>
                      <a:blip r:embed="rId28"/>
                      <a:stretch>
                        <a:fillRect/>
                      </a:stretch>
                    </p:blipFill>
                    <p:spPr>
                      <a:xfrm>
                        <a:off x="4910061" y="3639965"/>
                        <a:ext cx="371475" cy="561975"/>
                      </a:xfrm>
                      <a:prstGeom prst="rect">
                        <a:avLst/>
                      </a:prstGeom>
                      <a:noFill/>
                      <a:ln w="38100">
                        <a:noFill/>
                        <a:miter/>
                      </a:ln>
                    </p:spPr>
                  </p:pic>
                </p:oleObj>
              </mc:Fallback>
            </mc:AlternateContent>
          </a:graphicData>
        </a:graphic>
      </p:graphicFrame>
      <p:graphicFrame>
        <p:nvGraphicFramePr>
          <p:cNvPr id="51219" name="对象 -2147482507"/>
          <p:cNvGraphicFramePr>
            <a:graphicFrameLocks noChangeAspect="1"/>
          </p:cNvGraphicFramePr>
          <p:nvPr/>
        </p:nvGraphicFramePr>
        <p:xfrm>
          <a:off x="5666983" y="4237039"/>
          <a:ext cx="3356788" cy="1352111"/>
        </p:xfrm>
        <a:graphic>
          <a:graphicData uri="http://schemas.openxmlformats.org/presentationml/2006/ole">
            <mc:AlternateContent xmlns:mc="http://schemas.openxmlformats.org/markup-compatibility/2006">
              <mc:Choice xmlns:v="urn:schemas-microsoft-com:vml" Requires="v">
                <p:oleObj spid="_x0000_s45542" r:id="rId29" imgW="53949600" imgH="21640800" progId="Equation.DSMT4">
                  <p:embed/>
                </p:oleObj>
              </mc:Choice>
              <mc:Fallback>
                <p:oleObj r:id="rId29" imgW="53949600" imgH="21640800" progId="Equation.DSMT4">
                  <p:embed/>
                  <p:pic>
                    <p:nvPicPr>
                      <p:cNvPr id="0" name="图片 3162"/>
                      <p:cNvPicPr/>
                      <p:nvPr/>
                    </p:nvPicPr>
                    <p:blipFill>
                      <a:blip r:embed="rId30"/>
                      <a:stretch>
                        <a:fillRect/>
                      </a:stretch>
                    </p:blipFill>
                    <p:spPr>
                      <a:xfrm>
                        <a:off x="5666983" y="4237039"/>
                        <a:ext cx="3356788" cy="1352111"/>
                      </a:xfrm>
                      <a:prstGeom prst="rect">
                        <a:avLst/>
                      </a:prstGeom>
                      <a:noFill/>
                      <a:ln w="38100">
                        <a:noFill/>
                        <a:miter/>
                      </a:ln>
                    </p:spPr>
                  </p:pic>
                </p:oleObj>
              </mc:Fallback>
            </mc:AlternateContent>
          </a:graphicData>
        </a:graphic>
      </p:graphicFrame>
      <p:pic>
        <p:nvPicPr>
          <p:cNvPr id="24978" name="Picture 402" descr="看了这篇文章你还不懂SVM你就来打我- 知行编程网"/>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815675" y="4133822"/>
            <a:ext cx="4698157" cy="2514656"/>
          </a:xfrm>
          <a:prstGeom prst="rect">
            <a:avLst/>
          </a:prstGeom>
          <a:noFill/>
          <a:ln w="25400">
            <a:solidFill>
              <a:schemeClr val="accent1"/>
            </a:solidFill>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p:cNvSpPr>
          <p:nvPr>
            <p:ph idx="1"/>
          </p:nvPr>
        </p:nvSpPr>
        <p:spPr>
          <a:xfrm>
            <a:off x="685800" y="1123950"/>
            <a:ext cx="7772400" cy="4608513"/>
          </a:xfrm>
        </p:spPr>
        <p:txBody>
          <a:bodyPr vert="horz" wrap="square" lIns="75301" tIns="37650" rIns="75301" bIns="37650" numCol="1" anchor="t" anchorCtr="0" compatLnSpc="1"/>
          <a:lstStyle/>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线性分类支持向量机可以有效求解线性分类问题。然而，对于非线性分类问题的求解，则需要应用本节介绍的非线性支持向量机方法。我们通过一个小例子引入本节要讨论的问题。</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现有一个房屋销售数据如下表所示：</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假设特征是房子的面积 </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x</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,房子的价格是结果</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y</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。若我们从样本点的分布中发现</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x</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和</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y</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的值近似符合三次曲线，</a:t>
            </a:r>
            <a:r>
              <a:rPr kumimoji="1" lang="zh-CN" altLang="en-US" sz="2000" b="1" i="0" u="none" strike="noStrike" kern="0" cap="none" spc="0" normalizeH="0" baseline="0" noProof="1">
                <a:ln>
                  <a:noFill/>
                </a:ln>
                <a:solidFill>
                  <a:srgbClr val="0000FF"/>
                </a:solidFill>
                <a:effectLst/>
                <a:uLnTx/>
                <a:uFillTx/>
                <a:latin typeface="+mn-lt"/>
                <a:ea typeface="宋体" panose="02010600030101010101" pitchFamily="2" charset="-122"/>
                <a:cs typeface="华文新魏" panose="02010800040101010101" pitchFamily="2" charset="-122"/>
                <a:sym typeface="+mn-ea"/>
              </a:rPr>
              <a:t>即我们可以使用</a:t>
            </a:r>
            <a:r>
              <a:rPr kumimoji="1" lang="en-US" altLang="zh-CN" sz="2000" b="1" i="0" u="none" strike="noStrike" kern="0" cap="none" spc="0" normalizeH="0" baseline="0" noProof="1">
                <a:ln>
                  <a:noFill/>
                </a:ln>
                <a:solidFill>
                  <a:srgbClr val="0000FF"/>
                </a:solidFill>
                <a:effectLst/>
                <a:uLnTx/>
                <a:uFillTx/>
                <a:latin typeface="+mn-lt"/>
                <a:ea typeface="宋体" panose="02010600030101010101" pitchFamily="2" charset="-122"/>
                <a:cs typeface="华文新魏" panose="02010800040101010101" pitchFamily="2" charset="-122"/>
                <a:sym typeface="+mn-ea"/>
              </a:rPr>
              <a:t>x</a:t>
            </a:r>
            <a:r>
              <a:rPr kumimoji="1" lang="zh-CN" altLang="en-US" sz="2000" b="1" i="0" u="none" strike="noStrike" kern="0" cap="none" spc="0" normalizeH="0" baseline="0" noProof="1">
                <a:ln>
                  <a:noFill/>
                </a:ln>
                <a:solidFill>
                  <a:srgbClr val="0000FF"/>
                </a:solidFill>
                <a:effectLst/>
                <a:uLnTx/>
                <a:uFillTx/>
                <a:latin typeface="+mn-lt"/>
                <a:ea typeface="宋体" panose="02010600030101010101" pitchFamily="2" charset="-122"/>
                <a:cs typeface="华文新魏" panose="02010800040101010101" pitchFamily="2" charset="-122"/>
                <a:sym typeface="+mn-ea"/>
              </a:rPr>
              <a:t>的三次多项式来逼近这些样本点。</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我们将特征</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x</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扩展为三维                  ，然后寻找特征与结果之间的模型。这种特征变换称为特征映射，记映射函数为        </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这个例子中                        。</a:t>
            </a:r>
          </a:p>
        </p:txBody>
      </p:sp>
      <p:sp>
        <p:nvSpPr>
          <p:cNvPr id="307202" name="Rectangle 2"/>
          <p:cNvSpPr>
            <a:spLocks noGrp="1"/>
          </p:cNvSpPr>
          <p:nvPr>
            <p:ph type="title"/>
          </p:nvPr>
        </p:nvSpPr>
        <p:spPr>
          <a:xfrm>
            <a:off x="827088" y="304800"/>
            <a:ext cx="7793038" cy="1143000"/>
          </a:xfrm>
        </p:spPr>
        <p:txBody>
          <a:bodyPr vert="horz" wrap="square" lIns="75301" tIns="37650" rIns="75301" bIns="3765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sym typeface="+mn-ea"/>
              </a:rPr>
              <a:t>3.</a:t>
            </a:r>
            <a:r>
              <a:rPr kumimoji="1" lang="zh-CN" altLang="en-US"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sym typeface="+mn-ea"/>
              </a:rPr>
              <a:t>非线性支持向量机的学习</a:t>
            </a:r>
          </a:p>
        </p:txBody>
      </p:sp>
      <p:graphicFrame>
        <p:nvGraphicFramePr>
          <p:cNvPr id="4" name="表格 3"/>
          <p:cNvGraphicFramePr/>
          <p:nvPr/>
        </p:nvGraphicFramePr>
        <p:xfrm>
          <a:off x="1333930" y="2852960"/>
          <a:ext cx="3219450" cy="1655763"/>
        </p:xfrm>
        <a:graphic>
          <a:graphicData uri="http://schemas.openxmlformats.org/drawingml/2006/table">
            <a:tbl>
              <a:tblPr firstRow="1" bandRow="1">
                <a:tableStyleId>{5940675A-B579-460E-94D1-54222C63F5DA}</a:tableStyleId>
              </a:tblPr>
              <a:tblGrid>
                <a:gridCol w="1609725">
                  <a:extLst>
                    <a:ext uri="{9D8B030D-6E8A-4147-A177-3AD203B41FA5}">
                      <a16:colId xmlns:a16="http://schemas.microsoft.com/office/drawing/2014/main" val="20000"/>
                    </a:ext>
                  </a:extLst>
                </a:gridCol>
                <a:gridCol w="1609725">
                  <a:extLst>
                    <a:ext uri="{9D8B030D-6E8A-4147-A177-3AD203B41FA5}">
                      <a16:colId xmlns:a16="http://schemas.microsoft.com/office/drawing/2014/main" val="20001"/>
                    </a:ext>
                  </a:extLst>
                </a:gridCol>
              </a:tblGrid>
              <a:tr h="231731">
                <a:tc>
                  <a:txBody>
                    <a:bodyPr/>
                    <a:lstStyle/>
                    <a:p>
                      <a:pPr indent="0" algn="ctr">
                        <a:buNone/>
                      </a:pPr>
                      <a:r>
                        <a:rPr lang="en-US" sz="1200" b="1">
                          <a:solidFill>
                            <a:schemeClr val="tx1"/>
                          </a:solidFill>
                          <a:uFillTx/>
                          <a:latin typeface="Times New Roman" panose="02020603050405020304" pitchFamily="18" charset="0"/>
                          <a:ea typeface="宋体" panose="02010600030101010101" pitchFamily="2" charset="-122"/>
                          <a:cs typeface="宋体" panose="02010600030101010101" pitchFamily="2" charset="-122"/>
                        </a:rPr>
                        <a:t>面积（</a:t>
                      </a:r>
                      <a:r>
                        <a:rPr lang="en-US" sz="1200" b="1">
                          <a:solidFill>
                            <a:schemeClr val="tx1"/>
                          </a:solidFill>
                          <a:uFillTx/>
                          <a:latin typeface="Times New Roman" panose="02020603050405020304" pitchFamily="18" charset="0"/>
                          <a:ea typeface="宋体" panose="02010600030101010101" pitchFamily="2" charset="-122"/>
                          <a:cs typeface="Times New Roman" panose="02020603050405020304" pitchFamily="18" charset="0"/>
                        </a:rPr>
                        <a:t>m^2</a:t>
                      </a:r>
                      <a:r>
                        <a:rPr lang="en-US" sz="1200" b="1">
                          <a:solidFill>
                            <a:schemeClr val="tx1"/>
                          </a:solidFill>
                          <a:uFillTx/>
                          <a:latin typeface="Times New Roman" panose="02020603050405020304" pitchFamily="18" charset="0"/>
                          <a:ea typeface="宋体" panose="02010600030101010101" pitchFamily="2" charset="-122"/>
                          <a:cs typeface="宋体" panose="02010600030101010101" pitchFamily="2" charset="-122"/>
                        </a:rPr>
                        <a:t>）</a:t>
                      </a:r>
                      <a:endParaRPr lang="en-US" altLang="en-US" sz="1200" b="1">
                        <a:solidFill>
                          <a:schemeClr val="tx1"/>
                        </a:solidFill>
                        <a:uFillTx/>
                        <a:latin typeface="Times New Roman" panose="02020603050405020304" pitchFamily="18" charset="0"/>
                        <a:ea typeface="宋体" panose="02010600030101010101" pitchFamily="2" charset="-122"/>
                        <a:cs typeface="宋体" panose="02010600030101010101" pitchFamily="2" charset="-122"/>
                      </a:endParaRPr>
                    </a:p>
                  </a:txBody>
                  <a:tcPr marL="68607" marR="68607" marT="0" marB="0">
                    <a:lnL w="12700" cap="flat" cmpd="sng">
                      <a:solidFill>
                        <a:srgbClr val="BFBFBF"/>
                      </a:solidFill>
                      <a:prstDash val="solid"/>
                      <a:headEnd type="none" w="med" len="med"/>
                      <a:tailEnd type="none" w="med" len="med"/>
                    </a:lnL>
                    <a:lnR w="12700" cap="flat" cmpd="sng">
                      <a:solidFill>
                        <a:srgbClr val="BFBFBF"/>
                      </a:solidFill>
                      <a:prstDash val="solid"/>
                      <a:headEnd type="none" w="med" len="med"/>
                      <a:tailEnd type="none" w="med" len="med"/>
                    </a:lnR>
                    <a:lnT w="12700" cap="flat" cmpd="sng">
                      <a:solidFill>
                        <a:srgbClr val="BFBFBF"/>
                      </a:solidFill>
                      <a:prstDash val="solid"/>
                      <a:headEnd type="none" w="med" len="med"/>
                      <a:tailEnd type="none" w="med" len="med"/>
                    </a:lnT>
                    <a:lnB w="12700" cap="flat" cmpd="sng">
                      <a:solidFill>
                        <a:srgbClr val="BFBFBF"/>
                      </a:solidFill>
                      <a:prstDash val="solid"/>
                      <a:headEnd type="none" w="med" len="med"/>
                      <a:tailEnd type="none" w="med" len="med"/>
                    </a:lnB>
                    <a:lnTlToBr>
                      <a:noFill/>
                    </a:lnTlToBr>
                    <a:lnBlToTr>
                      <a:noFill/>
                    </a:lnBlToTr>
                    <a:noFill/>
                  </a:tcPr>
                </a:tc>
                <a:tc>
                  <a:txBody>
                    <a:bodyPr/>
                    <a:lstStyle/>
                    <a:p>
                      <a:pPr indent="0" algn="ctr">
                        <a:buNone/>
                      </a:pPr>
                      <a:r>
                        <a:rPr lang="en-US" sz="1200" b="1">
                          <a:solidFill>
                            <a:schemeClr val="tx1"/>
                          </a:solidFill>
                          <a:uFillTx/>
                          <a:latin typeface="Times New Roman" panose="02020603050405020304" pitchFamily="18" charset="0"/>
                          <a:ea typeface="宋体" panose="02010600030101010101" pitchFamily="2" charset="-122"/>
                          <a:cs typeface="宋体" panose="02010600030101010101" pitchFamily="2" charset="-122"/>
                        </a:rPr>
                        <a:t>销售价格（万元）</a:t>
                      </a:r>
                      <a:endParaRPr lang="en-US" altLang="en-US" sz="1200" b="1">
                        <a:solidFill>
                          <a:schemeClr val="tx1"/>
                        </a:solidFill>
                        <a:uFillTx/>
                        <a:latin typeface="Times New Roman" panose="02020603050405020304" pitchFamily="18" charset="0"/>
                        <a:ea typeface="宋体" panose="02010600030101010101" pitchFamily="2" charset="-122"/>
                        <a:cs typeface="宋体" panose="02010600030101010101" pitchFamily="2" charset="-122"/>
                      </a:endParaRPr>
                    </a:p>
                  </a:txBody>
                  <a:tcPr marL="68607" marR="68607" marT="0" marB="0">
                    <a:lnL w="12700" cap="flat" cmpd="sng">
                      <a:solidFill>
                        <a:srgbClr val="BFBFBF"/>
                      </a:solidFill>
                      <a:prstDash val="solid"/>
                      <a:headEnd type="none" w="med" len="med"/>
                      <a:tailEnd type="none" w="med" len="med"/>
                    </a:lnL>
                    <a:lnR w="12700" cap="flat" cmpd="sng">
                      <a:solidFill>
                        <a:srgbClr val="BFBFBF"/>
                      </a:solidFill>
                      <a:prstDash val="solid"/>
                      <a:headEnd type="none" w="med" len="med"/>
                      <a:tailEnd type="none" w="med" len="med"/>
                    </a:lnR>
                    <a:lnT w="12700" cap="flat" cmpd="sng">
                      <a:solidFill>
                        <a:srgbClr val="BFBFBF"/>
                      </a:solidFill>
                      <a:prstDash val="solid"/>
                      <a:headEnd type="none" w="med" len="med"/>
                      <a:tailEnd type="none" w="med" len="med"/>
                    </a:lnT>
                    <a:lnB w="12700" cap="flat" cmpd="sng">
                      <a:solidFill>
                        <a:srgbClr val="BFBFBF"/>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41254">
                <a:tc>
                  <a:txBody>
                    <a:bodyPr/>
                    <a:lstStyle/>
                    <a:p>
                      <a:pPr indent="0" algn="ctr">
                        <a:buNone/>
                      </a:pPr>
                      <a:r>
                        <a:rPr lang="en-US" sz="1200" b="1">
                          <a:solidFill>
                            <a:schemeClr val="tx1"/>
                          </a:solidFill>
                          <a:uFillTx/>
                          <a:latin typeface="Times New Roman" panose="02020603050405020304" pitchFamily="18" charset="0"/>
                          <a:ea typeface="宋体" panose="02010600030101010101" pitchFamily="2" charset="-122"/>
                          <a:cs typeface="宋体" panose="02010600030101010101" pitchFamily="2" charset="-122"/>
                        </a:rPr>
                        <a:t>123</a:t>
                      </a:r>
                      <a:endParaRPr lang="en-US" altLang="en-US" sz="1200" b="1">
                        <a:solidFill>
                          <a:schemeClr val="tx1"/>
                        </a:solidFill>
                        <a:uFillTx/>
                        <a:latin typeface="Times New Roman" panose="02020603050405020304" pitchFamily="18" charset="0"/>
                        <a:ea typeface="宋体" panose="02010600030101010101" pitchFamily="2" charset="-122"/>
                        <a:cs typeface="宋体" panose="02010600030101010101" pitchFamily="2" charset="-122"/>
                      </a:endParaRPr>
                    </a:p>
                  </a:txBody>
                  <a:tcPr marL="68607" marR="68607" marT="0" marB="0">
                    <a:lnL w="12700" cap="flat" cmpd="sng">
                      <a:solidFill>
                        <a:srgbClr val="BFBFBF"/>
                      </a:solidFill>
                      <a:prstDash val="solid"/>
                      <a:headEnd type="none" w="med" len="med"/>
                      <a:tailEnd type="none" w="med" len="med"/>
                    </a:lnL>
                    <a:lnR w="12700" cap="flat" cmpd="sng">
                      <a:solidFill>
                        <a:srgbClr val="BFBFBF"/>
                      </a:solidFill>
                      <a:prstDash val="solid"/>
                      <a:headEnd type="none" w="med" len="med"/>
                      <a:tailEnd type="none" w="med" len="med"/>
                    </a:lnR>
                    <a:lnT w="12700" cap="flat" cmpd="sng">
                      <a:solidFill>
                        <a:srgbClr val="BFBFBF"/>
                      </a:solidFill>
                      <a:prstDash val="solid"/>
                      <a:headEnd type="none" w="med" len="med"/>
                      <a:tailEnd type="none" w="med" len="med"/>
                    </a:lnT>
                    <a:lnB w="12700" cap="flat" cmpd="sng">
                      <a:solidFill>
                        <a:srgbClr val="BFBFBF"/>
                      </a:solidFill>
                      <a:prstDash val="solid"/>
                      <a:headEnd type="none" w="med" len="med"/>
                      <a:tailEnd type="none" w="med" len="med"/>
                    </a:lnB>
                    <a:lnTlToBr>
                      <a:noFill/>
                    </a:lnTlToBr>
                    <a:lnBlToTr>
                      <a:noFill/>
                    </a:lnBlToTr>
                    <a:noFill/>
                  </a:tcPr>
                </a:tc>
                <a:tc>
                  <a:txBody>
                    <a:bodyPr/>
                    <a:lstStyle/>
                    <a:p>
                      <a:pPr indent="0" algn="ctr">
                        <a:buNone/>
                      </a:pPr>
                      <a:r>
                        <a:rPr lang="en-US" sz="1200" b="1">
                          <a:solidFill>
                            <a:schemeClr val="tx1"/>
                          </a:solidFill>
                          <a:uFillTx/>
                          <a:latin typeface="Times New Roman" panose="02020603050405020304" pitchFamily="18" charset="0"/>
                          <a:ea typeface="宋体" panose="02010600030101010101" pitchFamily="2" charset="-122"/>
                          <a:cs typeface="宋体" panose="02010600030101010101" pitchFamily="2" charset="-122"/>
                        </a:rPr>
                        <a:t>250</a:t>
                      </a:r>
                      <a:endParaRPr lang="en-US" altLang="en-US" sz="1200" b="1">
                        <a:solidFill>
                          <a:schemeClr val="tx1"/>
                        </a:solidFill>
                        <a:uFillTx/>
                        <a:latin typeface="Times New Roman" panose="02020603050405020304" pitchFamily="18" charset="0"/>
                        <a:ea typeface="宋体" panose="02010600030101010101" pitchFamily="2" charset="-122"/>
                        <a:cs typeface="宋体" panose="02010600030101010101" pitchFamily="2" charset="-122"/>
                      </a:endParaRPr>
                    </a:p>
                  </a:txBody>
                  <a:tcPr marL="68607" marR="68607" marT="0" marB="0">
                    <a:lnL w="12700" cap="flat" cmpd="sng">
                      <a:solidFill>
                        <a:srgbClr val="BFBFBF"/>
                      </a:solidFill>
                      <a:prstDash val="solid"/>
                      <a:headEnd type="none" w="med" len="med"/>
                      <a:tailEnd type="none" w="med" len="med"/>
                    </a:lnL>
                    <a:lnR w="12700" cap="flat" cmpd="sng">
                      <a:solidFill>
                        <a:srgbClr val="BFBFBF"/>
                      </a:solidFill>
                      <a:prstDash val="solid"/>
                      <a:headEnd type="none" w="med" len="med"/>
                      <a:tailEnd type="none" w="med" len="med"/>
                    </a:lnR>
                    <a:lnT w="12700" cap="flat" cmpd="sng">
                      <a:solidFill>
                        <a:srgbClr val="BFBFBF"/>
                      </a:solidFill>
                      <a:prstDash val="solid"/>
                      <a:headEnd type="none" w="med" len="med"/>
                      <a:tailEnd type="none" w="med" len="med"/>
                    </a:lnT>
                    <a:lnB w="12700" cap="flat" cmpd="sng">
                      <a:solidFill>
                        <a:srgbClr val="BFBFBF"/>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9984">
                <a:tc>
                  <a:txBody>
                    <a:bodyPr/>
                    <a:lstStyle/>
                    <a:p>
                      <a:pPr indent="0" algn="ctr">
                        <a:buNone/>
                      </a:pPr>
                      <a:r>
                        <a:rPr lang="en-US" sz="1200" b="1">
                          <a:solidFill>
                            <a:schemeClr val="tx1"/>
                          </a:solidFill>
                          <a:uFillTx/>
                          <a:latin typeface="Times New Roman" panose="02020603050405020304" pitchFamily="18" charset="0"/>
                          <a:ea typeface="宋体" panose="02010600030101010101" pitchFamily="2" charset="-122"/>
                          <a:cs typeface="宋体" panose="02010600030101010101" pitchFamily="2" charset="-122"/>
                        </a:rPr>
                        <a:t>150</a:t>
                      </a:r>
                      <a:endParaRPr lang="en-US" altLang="en-US" sz="1200" b="1">
                        <a:solidFill>
                          <a:schemeClr val="tx1"/>
                        </a:solidFill>
                        <a:uFillTx/>
                        <a:latin typeface="Times New Roman" panose="02020603050405020304" pitchFamily="18" charset="0"/>
                        <a:ea typeface="宋体" panose="02010600030101010101" pitchFamily="2" charset="-122"/>
                        <a:cs typeface="宋体" panose="02010600030101010101" pitchFamily="2" charset="-122"/>
                      </a:endParaRPr>
                    </a:p>
                  </a:txBody>
                  <a:tcPr marL="68607" marR="68607" marT="0" marB="0">
                    <a:lnL w="12700" cap="flat" cmpd="sng">
                      <a:solidFill>
                        <a:srgbClr val="BFBFBF"/>
                      </a:solidFill>
                      <a:prstDash val="solid"/>
                      <a:headEnd type="none" w="med" len="med"/>
                      <a:tailEnd type="none" w="med" len="med"/>
                    </a:lnL>
                    <a:lnR w="12700" cap="flat" cmpd="sng">
                      <a:solidFill>
                        <a:srgbClr val="BFBFBF"/>
                      </a:solidFill>
                      <a:prstDash val="solid"/>
                      <a:headEnd type="none" w="med" len="med"/>
                      <a:tailEnd type="none" w="med" len="med"/>
                    </a:lnR>
                    <a:lnT w="12700" cap="flat" cmpd="sng">
                      <a:solidFill>
                        <a:srgbClr val="BFBFBF"/>
                      </a:solidFill>
                      <a:prstDash val="solid"/>
                      <a:headEnd type="none" w="med" len="med"/>
                      <a:tailEnd type="none" w="med" len="med"/>
                    </a:lnT>
                    <a:lnB w="12700" cap="flat" cmpd="sng">
                      <a:solidFill>
                        <a:srgbClr val="BFBFBF"/>
                      </a:solidFill>
                      <a:prstDash val="solid"/>
                      <a:headEnd type="none" w="med" len="med"/>
                      <a:tailEnd type="none" w="med" len="med"/>
                    </a:lnB>
                    <a:lnTlToBr>
                      <a:noFill/>
                    </a:lnTlToBr>
                    <a:lnBlToTr>
                      <a:noFill/>
                    </a:lnBlToTr>
                    <a:noFill/>
                  </a:tcPr>
                </a:tc>
                <a:tc>
                  <a:txBody>
                    <a:bodyPr/>
                    <a:lstStyle/>
                    <a:p>
                      <a:pPr indent="0" algn="ctr">
                        <a:buNone/>
                      </a:pPr>
                      <a:r>
                        <a:rPr lang="en-US" sz="1200" b="1">
                          <a:solidFill>
                            <a:schemeClr val="tx1"/>
                          </a:solidFill>
                          <a:uFillTx/>
                          <a:latin typeface="Times New Roman" panose="02020603050405020304" pitchFamily="18" charset="0"/>
                          <a:ea typeface="宋体" panose="02010600030101010101" pitchFamily="2" charset="-122"/>
                          <a:cs typeface="宋体" panose="02010600030101010101" pitchFamily="2" charset="-122"/>
                        </a:rPr>
                        <a:t>320</a:t>
                      </a:r>
                      <a:endParaRPr lang="en-US" altLang="en-US" sz="1200" b="1">
                        <a:solidFill>
                          <a:schemeClr val="tx1"/>
                        </a:solidFill>
                        <a:uFillTx/>
                        <a:latin typeface="Times New Roman" panose="02020603050405020304" pitchFamily="18" charset="0"/>
                        <a:ea typeface="宋体" panose="02010600030101010101" pitchFamily="2" charset="-122"/>
                        <a:cs typeface="宋体" panose="02010600030101010101" pitchFamily="2" charset="-122"/>
                      </a:endParaRPr>
                    </a:p>
                  </a:txBody>
                  <a:tcPr marL="68607" marR="68607" marT="0" marB="0">
                    <a:lnL w="12700" cap="flat" cmpd="sng">
                      <a:solidFill>
                        <a:srgbClr val="BFBFBF"/>
                      </a:solidFill>
                      <a:prstDash val="solid"/>
                      <a:headEnd type="none" w="med" len="med"/>
                      <a:tailEnd type="none" w="med" len="med"/>
                    </a:lnL>
                    <a:lnR w="12700" cap="flat" cmpd="sng">
                      <a:solidFill>
                        <a:srgbClr val="BFBFBF"/>
                      </a:solidFill>
                      <a:prstDash val="solid"/>
                      <a:headEnd type="none" w="med" len="med"/>
                      <a:tailEnd type="none" w="med" len="med"/>
                    </a:lnR>
                    <a:lnT w="12700" cap="flat" cmpd="sng">
                      <a:solidFill>
                        <a:srgbClr val="BFBFBF"/>
                      </a:solidFill>
                      <a:prstDash val="solid"/>
                      <a:headEnd type="none" w="med" len="med"/>
                      <a:tailEnd type="none" w="med" len="med"/>
                    </a:lnT>
                    <a:lnB w="12700" cap="flat" cmpd="sng">
                      <a:solidFill>
                        <a:srgbClr val="BFBFBF"/>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0619">
                <a:tc>
                  <a:txBody>
                    <a:bodyPr/>
                    <a:lstStyle/>
                    <a:p>
                      <a:pPr indent="0" algn="ctr">
                        <a:buNone/>
                      </a:pPr>
                      <a:r>
                        <a:rPr lang="en-US" sz="1200" b="1">
                          <a:solidFill>
                            <a:schemeClr val="tx1"/>
                          </a:solidFill>
                          <a:uFillTx/>
                          <a:latin typeface="Times New Roman" panose="02020603050405020304" pitchFamily="18" charset="0"/>
                          <a:ea typeface="宋体" panose="02010600030101010101" pitchFamily="2" charset="-122"/>
                          <a:cs typeface="宋体" panose="02010600030101010101" pitchFamily="2" charset="-122"/>
                        </a:rPr>
                        <a:t>87</a:t>
                      </a:r>
                      <a:endParaRPr lang="en-US" altLang="en-US" sz="1200" b="1">
                        <a:solidFill>
                          <a:schemeClr val="tx1"/>
                        </a:solidFill>
                        <a:uFillTx/>
                        <a:latin typeface="Times New Roman" panose="02020603050405020304" pitchFamily="18" charset="0"/>
                        <a:ea typeface="宋体" panose="02010600030101010101" pitchFamily="2" charset="-122"/>
                        <a:cs typeface="宋体" panose="02010600030101010101" pitchFamily="2" charset="-122"/>
                      </a:endParaRPr>
                    </a:p>
                  </a:txBody>
                  <a:tcPr marL="68607" marR="68607" marT="0" marB="0">
                    <a:lnL w="12700" cap="flat" cmpd="sng">
                      <a:solidFill>
                        <a:srgbClr val="BFBFBF"/>
                      </a:solidFill>
                      <a:prstDash val="solid"/>
                      <a:headEnd type="none" w="med" len="med"/>
                      <a:tailEnd type="none" w="med" len="med"/>
                    </a:lnL>
                    <a:lnR w="12700" cap="flat" cmpd="sng">
                      <a:solidFill>
                        <a:srgbClr val="BFBFBF"/>
                      </a:solidFill>
                      <a:prstDash val="solid"/>
                      <a:headEnd type="none" w="med" len="med"/>
                      <a:tailEnd type="none" w="med" len="med"/>
                    </a:lnR>
                    <a:lnT w="12700" cap="flat" cmpd="sng">
                      <a:solidFill>
                        <a:srgbClr val="BFBFBF"/>
                      </a:solidFill>
                      <a:prstDash val="solid"/>
                      <a:headEnd type="none" w="med" len="med"/>
                      <a:tailEnd type="none" w="med" len="med"/>
                    </a:lnT>
                    <a:lnB w="12700" cap="flat" cmpd="sng">
                      <a:solidFill>
                        <a:srgbClr val="BFBFBF"/>
                      </a:solidFill>
                      <a:prstDash val="solid"/>
                      <a:headEnd type="none" w="med" len="med"/>
                      <a:tailEnd type="none" w="med" len="med"/>
                    </a:lnB>
                    <a:lnTlToBr>
                      <a:noFill/>
                    </a:lnTlToBr>
                    <a:lnBlToTr>
                      <a:noFill/>
                    </a:lnBlToTr>
                    <a:noFill/>
                  </a:tcPr>
                </a:tc>
                <a:tc>
                  <a:txBody>
                    <a:bodyPr/>
                    <a:lstStyle/>
                    <a:p>
                      <a:pPr indent="0" algn="ctr">
                        <a:buNone/>
                      </a:pPr>
                      <a:r>
                        <a:rPr lang="en-US" sz="1200" b="1">
                          <a:solidFill>
                            <a:schemeClr val="tx1"/>
                          </a:solidFill>
                          <a:uFillTx/>
                          <a:latin typeface="Times New Roman" panose="02020603050405020304" pitchFamily="18" charset="0"/>
                          <a:ea typeface="宋体" panose="02010600030101010101" pitchFamily="2" charset="-122"/>
                          <a:cs typeface="宋体" panose="02010600030101010101" pitchFamily="2" charset="-122"/>
                        </a:rPr>
                        <a:t>160</a:t>
                      </a:r>
                      <a:endParaRPr lang="en-US" altLang="en-US" sz="1200" b="1">
                        <a:solidFill>
                          <a:schemeClr val="tx1"/>
                        </a:solidFill>
                        <a:uFillTx/>
                        <a:latin typeface="Times New Roman" panose="02020603050405020304" pitchFamily="18" charset="0"/>
                        <a:ea typeface="宋体" panose="02010600030101010101" pitchFamily="2" charset="-122"/>
                        <a:cs typeface="宋体" panose="02010600030101010101" pitchFamily="2" charset="-122"/>
                      </a:endParaRPr>
                    </a:p>
                  </a:txBody>
                  <a:tcPr marL="68607" marR="68607" marT="0" marB="0">
                    <a:lnL w="12700" cap="flat" cmpd="sng">
                      <a:solidFill>
                        <a:srgbClr val="BFBFBF"/>
                      </a:solidFill>
                      <a:prstDash val="solid"/>
                      <a:headEnd type="none" w="med" len="med"/>
                      <a:tailEnd type="none" w="med" len="med"/>
                    </a:lnL>
                    <a:lnR w="12700" cap="flat" cmpd="sng">
                      <a:solidFill>
                        <a:srgbClr val="BFBFBF"/>
                      </a:solidFill>
                      <a:prstDash val="solid"/>
                      <a:headEnd type="none" w="med" len="med"/>
                      <a:tailEnd type="none" w="med" len="med"/>
                    </a:lnR>
                    <a:lnT w="12700" cap="flat" cmpd="sng">
                      <a:solidFill>
                        <a:srgbClr val="BFBFBF"/>
                      </a:solidFill>
                      <a:prstDash val="solid"/>
                      <a:headEnd type="none" w="med" len="med"/>
                      <a:tailEnd type="none" w="med" len="med"/>
                    </a:lnT>
                    <a:lnB w="12700" cap="flat" cmpd="sng">
                      <a:solidFill>
                        <a:srgbClr val="BFBFBF"/>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4736">
                <a:tc>
                  <a:txBody>
                    <a:bodyPr/>
                    <a:lstStyle/>
                    <a:p>
                      <a:pPr indent="0" algn="ctr">
                        <a:buNone/>
                      </a:pPr>
                      <a:r>
                        <a:rPr lang="en-US" sz="1200" b="1">
                          <a:solidFill>
                            <a:schemeClr val="tx1"/>
                          </a:solidFill>
                          <a:uFillTx/>
                          <a:latin typeface="Times New Roman" panose="02020603050405020304" pitchFamily="18" charset="0"/>
                          <a:ea typeface="宋体" panose="02010600030101010101" pitchFamily="2" charset="-122"/>
                          <a:cs typeface="宋体" panose="02010600030101010101" pitchFamily="2" charset="-122"/>
                        </a:rPr>
                        <a:t>102</a:t>
                      </a:r>
                      <a:endParaRPr lang="en-US" altLang="en-US" sz="1200" b="1">
                        <a:solidFill>
                          <a:schemeClr val="tx1"/>
                        </a:solidFill>
                        <a:uFillTx/>
                        <a:latin typeface="Times New Roman" panose="02020603050405020304" pitchFamily="18" charset="0"/>
                        <a:ea typeface="宋体" panose="02010600030101010101" pitchFamily="2" charset="-122"/>
                        <a:cs typeface="宋体" panose="02010600030101010101" pitchFamily="2" charset="-122"/>
                      </a:endParaRPr>
                    </a:p>
                  </a:txBody>
                  <a:tcPr marL="68607" marR="68607" marT="0" marB="0">
                    <a:lnL w="12700" cap="flat" cmpd="sng">
                      <a:solidFill>
                        <a:srgbClr val="BFBFBF"/>
                      </a:solidFill>
                      <a:prstDash val="solid"/>
                      <a:headEnd type="none" w="med" len="med"/>
                      <a:tailEnd type="none" w="med" len="med"/>
                    </a:lnL>
                    <a:lnR w="12700" cap="flat" cmpd="sng">
                      <a:solidFill>
                        <a:srgbClr val="BFBFBF"/>
                      </a:solidFill>
                      <a:prstDash val="solid"/>
                      <a:headEnd type="none" w="med" len="med"/>
                      <a:tailEnd type="none" w="med" len="med"/>
                    </a:lnR>
                    <a:lnT w="12700" cap="flat" cmpd="sng">
                      <a:solidFill>
                        <a:srgbClr val="BFBFBF"/>
                      </a:solidFill>
                      <a:prstDash val="solid"/>
                      <a:headEnd type="none" w="med" len="med"/>
                      <a:tailEnd type="none" w="med" len="med"/>
                    </a:lnT>
                    <a:lnB w="12700" cap="flat" cmpd="sng">
                      <a:solidFill>
                        <a:srgbClr val="BFBFBF"/>
                      </a:solidFill>
                      <a:prstDash val="solid"/>
                      <a:headEnd type="none" w="med" len="med"/>
                      <a:tailEnd type="none" w="med" len="med"/>
                    </a:lnB>
                    <a:lnTlToBr>
                      <a:noFill/>
                    </a:lnTlToBr>
                    <a:lnBlToTr>
                      <a:noFill/>
                    </a:lnBlToTr>
                    <a:noFill/>
                  </a:tcPr>
                </a:tc>
                <a:tc>
                  <a:txBody>
                    <a:bodyPr/>
                    <a:lstStyle/>
                    <a:p>
                      <a:pPr indent="0" algn="ctr">
                        <a:buNone/>
                      </a:pPr>
                      <a:r>
                        <a:rPr lang="en-US" sz="1200" b="1" dirty="0">
                          <a:solidFill>
                            <a:schemeClr val="tx1"/>
                          </a:solidFill>
                          <a:uFillTx/>
                          <a:latin typeface="Times New Roman" panose="02020603050405020304" pitchFamily="18" charset="0"/>
                          <a:ea typeface="宋体" panose="02010600030101010101" pitchFamily="2" charset="-122"/>
                          <a:cs typeface="宋体" panose="02010600030101010101" pitchFamily="2" charset="-122"/>
                        </a:rPr>
                        <a:t>220</a:t>
                      </a:r>
                      <a:endParaRPr lang="en-US" altLang="en-US" sz="1200" b="1" dirty="0">
                        <a:solidFill>
                          <a:schemeClr val="tx1"/>
                        </a:solidFill>
                        <a:uFillTx/>
                        <a:latin typeface="Times New Roman" panose="02020603050405020304" pitchFamily="18" charset="0"/>
                        <a:ea typeface="宋体" panose="02010600030101010101" pitchFamily="2" charset="-122"/>
                        <a:cs typeface="宋体" panose="02010600030101010101" pitchFamily="2" charset="-122"/>
                      </a:endParaRPr>
                    </a:p>
                  </a:txBody>
                  <a:tcPr marL="68607" marR="68607" marT="0" marB="0">
                    <a:lnL w="12700" cap="flat" cmpd="sng">
                      <a:solidFill>
                        <a:srgbClr val="BFBFBF"/>
                      </a:solidFill>
                      <a:prstDash val="solid"/>
                      <a:headEnd type="none" w="med" len="med"/>
                      <a:tailEnd type="none" w="med" len="med"/>
                    </a:lnL>
                    <a:lnR w="12700" cap="flat" cmpd="sng">
                      <a:solidFill>
                        <a:srgbClr val="BFBFBF"/>
                      </a:solidFill>
                      <a:prstDash val="solid"/>
                      <a:headEnd type="none" w="med" len="med"/>
                      <a:tailEnd type="none" w="med" len="med"/>
                    </a:lnR>
                    <a:lnT w="12700" cap="flat" cmpd="sng">
                      <a:solidFill>
                        <a:srgbClr val="BFBFBF"/>
                      </a:solidFill>
                      <a:prstDash val="solid"/>
                      <a:headEnd type="none" w="med" len="med"/>
                      <a:tailEnd type="none" w="med" len="med"/>
                    </a:lnT>
                    <a:lnB w="12700" cap="flat" cmpd="sng">
                      <a:solidFill>
                        <a:srgbClr val="BFBFBF"/>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7439">
                <a:tc>
                  <a:txBody>
                    <a:bodyPr/>
                    <a:lstStyle/>
                    <a:p>
                      <a:pPr indent="0" algn="ctr">
                        <a:buNone/>
                      </a:pPr>
                      <a:r>
                        <a:rPr lang="en-US" sz="1200" b="1" dirty="0">
                          <a:solidFill>
                            <a:schemeClr val="tx1"/>
                          </a:solidFill>
                          <a:uFillTx/>
                          <a:latin typeface="Times New Roman" panose="02020603050405020304" pitchFamily="18" charset="0"/>
                          <a:ea typeface="宋体" panose="02010600030101010101" pitchFamily="2" charset="-122"/>
                          <a:cs typeface="宋体" panose="02010600030101010101" pitchFamily="2" charset="-122"/>
                        </a:rPr>
                        <a:t>……</a:t>
                      </a:r>
                      <a:endParaRPr lang="en-US" altLang="en-US" sz="1200" b="1" dirty="0">
                        <a:solidFill>
                          <a:schemeClr val="tx1"/>
                        </a:solidFill>
                        <a:uFillTx/>
                        <a:latin typeface="Times New Roman" panose="02020603050405020304" pitchFamily="18" charset="0"/>
                        <a:ea typeface="宋体" panose="02010600030101010101" pitchFamily="2" charset="-122"/>
                        <a:cs typeface="宋体" panose="02010600030101010101" pitchFamily="2" charset="-122"/>
                      </a:endParaRPr>
                    </a:p>
                  </a:txBody>
                  <a:tcPr marL="68607" marR="68607" marT="0" marB="0">
                    <a:lnL w="12700" cap="flat" cmpd="sng">
                      <a:solidFill>
                        <a:srgbClr val="BFBFBF"/>
                      </a:solidFill>
                      <a:prstDash val="solid"/>
                      <a:headEnd type="none" w="med" len="med"/>
                      <a:tailEnd type="none" w="med" len="med"/>
                    </a:lnL>
                    <a:lnR w="12700" cap="flat" cmpd="sng">
                      <a:solidFill>
                        <a:srgbClr val="BFBFBF"/>
                      </a:solidFill>
                      <a:prstDash val="solid"/>
                      <a:headEnd type="none" w="med" len="med"/>
                      <a:tailEnd type="none" w="med" len="med"/>
                    </a:lnR>
                    <a:lnT w="12700" cap="flat" cmpd="sng">
                      <a:solidFill>
                        <a:srgbClr val="BFBFBF"/>
                      </a:solidFill>
                      <a:prstDash val="solid"/>
                      <a:headEnd type="none" w="med" len="med"/>
                      <a:tailEnd type="none" w="med" len="med"/>
                    </a:lnT>
                    <a:lnB w="12700" cap="flat" cmpd="sng">
                      <a:solidFill>
                        <a:srgbClr val="BFBFBF"/>
                      </a:solidFill>
                      <a:prstDash val="solid"/>
                      <a:headEnd type="none" w="med" len="med"/>
                      <a:tailEnd type="none" w="med" len="med"/>
                    </a:lnB>
                    <a:lnTlToBr>
                      <a:noFill/>
                    </a:lnTlToBr>
                    <a:lnBlToTr>
                      <a:noFill/>
                    </a:lnBlToTr>
                    <a:noFill/>
                  </a:tcPr>
                </a:tc>
                <a:tc>
                  <a:txBody>
                    <a:bodyPr/>
                    <a:lstStyle/>
                    <a:p>
                      <a:pPr indent="0" algn="ctr">
                        <a:buNone/>
                      </a:pPr>
                      <a:r>
                        <a:rPr lang="en-US" sz="1200" b="1" dirty="0">
                          <a:solidFill>
                            <a:schemeClr val="tx1"/>
                          </a:solidFill>
                          <a:uFillTx/>
                          <a:latin typeface="Times New Roman" panose="02020603050405020304" pitchFamily="18" charset="0"/>
                          <a:ea typeface="宋体" panose="02010600030101010101" pitchFamily="2" charset="-122"/>
                          <a:cs typeface="宋体" panose="02010600030101010101" pitchFamily="2" charset="-122"/>
                        </a:rPr>
                        <a:t>……</a:t>
                      </a:r>
                      <a:endParaRPr lang="en-US" altLang="en-US" sz="1200" b="1" dirty="0">
                        <a:solidFill>
                          <a:schemeClr val="tx1"/>
                        </a:solidFill>
                        <a:uFillTx/>
                        <a:latin typeface="Times New Roman" panose="02020603050405020304" pitchFamily="18" charset="0"/>
                        <a:ea typeface="宋体" panose="02010600030101010101" pitchFamily="2" charset="-122"/>
                        <a:cs typeface="宋体" panose="02010600030101010101" pitchFamily="2" charset="-122"/>
                      </a:endParaRPr>
                    </a:p>
                  </a:txBody>
                  <a:tcPr marL="68607" marR="68607" marT="0" marB="0">
                    <a:lnL w="12700" cap="flat" cmpd="sng">
                      <a:solidFill>
                        <a:srgbClr val="BFBFBF"/>
                      </a:solidFill>
                      <a:prstDash val="solid"/>
                      <a:headEnd type="none" w="med" len="med"/>
                      <a:tailEnd type="none" w="med" len="med"/>
                    </a:lnL>
                    <a:lnR w="12700" cap="flat" cmpd="sng">
                      <a:solidFill>
                        <a:srgbClr val="BFBFBF"/>
                      </a:solidFill>
                      <a:prstDash val="solid"/>
                      <a:headEnd type="none" w="med" len="med"/>
                      <a:tailEnd type="none" w="med" len="med"/>
                    </a:lnR>
                    <a:lnT w="12700" cap="flat" cmpd="sng">
                      <a:solidFill>
                        <a:srgbClr val="BFBFBF"/>
                      </a:solidFill>
                      <a:prstDash val="solid"/>
                      <a:headEnd type="none" w="med" len="med"/>
                      <a:tailEnd type="none" w="med" len="med"/>
                    </a:lnT>
                    <a:lnB w="12700" cap="flat" cmpd="sng">
                      <a:solidFill>
                        <a:srgbClr val="BFBFBF"/>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53274" name="对象 -2147482236"/>
          <p:cNvGraphicFramePr>
            <a:graphicFrameLocks noChangeAspect="1"/>
          </p:cNvGraphicFramePr>
          <p:nvPr/>
        </p:nvGraphicFramePr>
        <p:xfrm>
          <a:off x="6046788" y="5308600"/>
          <a:ext cx="1044575" cy="317500"/>
        </p:xfrm>
        <a:graphic>
          <a:graphicData uri="http://schemas.openxmlformats.org/presentationml/2006/ole">
            <mc:AlternateContent xmlns:mc="http://schemas.openxmlformats.org/markup-compatibility/2006">
              <mc:Choice xmlns:v="urn:schemas-microsoft-com:vml" Requires="v">
                <p:oleObj spid="_x0000_s25787" r:id="rId3" imgW="14935200" imgH="4572000" progId="Equation.DSMT4">
                  <p:embed/>
                </p:oleObj>
              </mc:Choice>
              <mc:Fallback>
                <p:oleObj r:id="rId3" imgW="14935200" imgH="4572000" progId="Equation.DSMT4">
                  <p:embed/>
                  <p:pic>
                    <p:nvPicPr>
                      <p:cNvPr id="0" name="图片 3168"/>
                      <p:cNvPicPr/>
                      <p:nvPr/>
                    </p:nvPicPr>
                    <p:blipFill>
                      <a:blip r:embed="rId4"/>
                      <a:stretch>
                        <a:fillRect/>
                      </a:stretch>
                    </p:blipFill>
                    <p:spPr>
                      <a:xfrm>
                        <a:off x="6046788" y="5308600"/>
                        <a:ext cx="1044575" cy="317500"/>
                      </a:xfrm>
                      <a:prstGeom prst="rect">
                        <a:avLst/>
                      </a:prstGeom>
                      <a:noFill/>
                      <a:ln w="38100">
                        <a:noFill/>
                        <a:miter/>
                      </a:ln>
                    </p:spPr>
                  </p:pic>
                </p:oleObj>
              </mc:Fallback>
            </mc:AlternateContent>
          </a:graphicData>
        </a:graphic>
      </p:graphicFrame>
      <p:pic>
        <p:nvPicPr>
          <p:cNvPr id="53275" name="图片 -2147482465"/>
          <p:cNvPicPr>
            <a:picLocks noChangeAspect="1"/>
          </p:cNvPicPr>
          <p:nvPr/>
        </p:nvPicPr>
        <p:blipFill>
          <a:blip r:embed="rId5"/>
          <a:stretch>
            <a:fillRect/>
          </a:stretch>
        </p:blipFill>
        <p:spPr>
          <a:xfrm>
            <a:off x="1303338" y="5929313"/>
            <a:ext cx="511175" cy="331787"/>
          </a:xfrm>
          <a:prstGeom prst="rect">
            <a:avLst/>
          </a:prstGeom>
          <a:noFill/>
          <a:ln w="9525">
            <a:noFill/>
          </a:ln>
        </p:spPr>
      </p:pic>
      <p:graphicFrame>
        <p:nvGraphicFramePr>
          <p:cNvPr id="53276" name="对象 -2147482464"/>
          <p:cNvGraphicFramePr>
            <a:graphicFrameLocks noChangeAspect="1"/>
          </p:cNvGraphicFramePr>
          <p:nvPr/>
        </p:nvGraphicFramePr>
        <p:xfrm>
          <a:off x="3144838" y="5924550"/>
          <a:ext cx="1606550" cy="336550"/>
        </p:xfrm>
        <a:graphic>
          <a:graphicData uri="http://schemas.openxmlformats.org/presentationml/2006/ole">
            <mc:AlternateContent xmlns:mc="http://schemas.openxmlformats.org/markup-compatibility/2006">
              <mc:Choice xmlns:v="urn:schemas-microsoft-com:vml" Requires="v">
                <p:oleObj spid="_x0000_s25788" r:id="rId6" imgW="30784800" imgH="6400800" progId="Equation.DSMT4">
                  <p:embed/>
                </p:oleObj>
              </mc:Choice>
              <mc:Fallback>
                <p:oleObj r:id="rId6" imgW="30784800" imgH="6400800" progId="Equation.DSMT4">
                  <p:embed/>
                  <p:pic>
                    <p:nvPicPr>
                      <p:cNvPr id="0" name="图片 3166"/>
                      <p:cNvPicPr/>
                      <p:nvPr/>
                    </p:nvPicPr>
                    <p:blipFill>
                      <a:blip r:embed="rId7"/>
                      <a:stretch>
                        <a:fillRect/>
                      </a:stretch>
                    </p:blipFill>
                    <p:spPr>
                      <a:xfrm>
                        <a:off x="3144838" y="5924550"/>
                        <a:ext cx="1606550" cy="336550"/>
                      </a:xfrm>
                      <a:prstGeom prst="rect">
                        <a:avLst/>
                      </a:prstGeom>
                      <a:noFill/>
                      <a:ln w="38100">
                        <a:noFill/>
                        <a:miter/>
                      </a:ln>
                    </p:spPr>
                  </p:pic>
                </p:oleObj>
              </mc:Fallback>
            </mc:AlternateContent>
          </a:graphicData>
        </a:graphic>
      </p:graphicFrame>
      <p:pic>
        <p:nvPicPr>
          <p:cNvPr id="8"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013655" y="2752700"/>
            <a:ext cx="3140895" cy="17918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p:cNvSpPr>
          <p:nvPr>
            <p:ph idx="1"/>
          </p:nvPr>
        </p:nvSpPr>
        <p:spPr>
          <a:xfrm>
            <a:off x="683730" y="1340855"/>
            <a:ext cx="8136565" cy="4104285"/>
          </a:xfrm>
        </p:spPr>
        <p:txBody>
          <a:bodyPr vert="horz" wrap="square" lIns="75301" tIns="37650" rIns="75301" bIns="37650" numCol="1" anchor="t" anchorCtr="0" compatLnSpc="1"/>
          <a:lstStyle/>
          <a:p>
            <a:pPr marL="342900" marR="0" lvl="0" indent="-342900" algn="l" defTabSz="752475" rtl="0" eaLnBrk="0" fontAlgn="base" latinLnBrk="0" hangingPunct="0">
              <a:lnSpc>
                <a:spcPct val="15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sym typeface="+mn-ea"/>
              </a:rPr>
              <a:t>非线性问题很难求解</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所以我们希望将非线性问题转化为线性问题，然后用解线性分类问题的方法解决这个问题。由上例我们发现，我们可以采用非线性变换对于低维空间中的不可分数据，将特征映射到高维空间中往往就可分了，将非线性问题转化为线性问题，这样我们就可以先解决变换后的线性问题，进而求解原来的非线性问题。</a:t>
            </a:r>
            <a:r>
              <a:rPr kumimoji="1" lang="zh-CN" altLang="en-US" sz="2000" b="1"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华文新魏" panose="02010800040101010101" pitchFamily="2" charset="-122"/>
                <a:sym typeface="+mn-ea"/>
              </a:rPr>
              <a:t>核技巧就是采用这样的方法。</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p:txBody>
      </p:sp>
      <p:graphicFrame>
        <p:nvGraphicFramePr>
          <p:cNvPr id="54275" name="对象 -2147482462"/>
          <p:cNvGraphicFramePr>
            <a:graphicFrameLocks noChangeAspect="1"/>
          </p:cNvGraphicFramePr>
          <p:nvPr/>
        </p:nvGraphicFramePr>
        <p:xfrm>
          <a:off x="2490026" y="4437070"/>
          <a:ext cx="1144946" cy="594875"/>
        </p:xfrm>
        <a:graphic>
          <a:graphicData uri="http://schemas.openxmlformats.org/presentationml/2006/ole">
            <mc:AlternateContent xmlns:mc="http://schemas.openxmlformats.org/markup-compatibility/2006">
              <mc:Choice xmlns:v="urn:schemas-microsoft-com:vml" Requires="v">
                <p:oleObj spid="_x0000_s26897" r:id="rId3" imgW="10972800" imgH="5791200" progId="Equation.DSMT4">
                  <p:embed/>
                </p:oleObj>
              </mc:Choice>
              <mc:Fallback>
                <p:oleObj r:id="rId3" imgW="10972800" imgH="5791200" progId="Equation.DSMT4">
                  <p:embed/>
                  <p:pic>
                    <p:nvPicPr>
                      <p:cNvPr id="0" name="图片 3167"/>
                      <p:cNvPicPr/>
                      <p:nvPr/>
                    </p:nvPicPr>
                    <p:blipFill>
                      <a:blip r:embed="rId4"/>
                      <a:stretch>
                        <a:fillRect/>
                      </a:stretch>
                    </p:blipFill>
                    <p:spPr>
                      <a:xfrm>
                        <a:off x="2490026" y="4437070"/>
                        <a:ext cx="1144946" cy="594875"/>
                      </a:xfrm>
                      <a:prstGeom prst="rect">
                        <a:avLst/>
                      </a:prstGeom>
                      <a:noFill/>
                      <a:ln w="38100">
                        <a:noFill/>
                        <a:miter/>
                      </a:ln>
                    </p:spPr>
                  </p:pic>
                </p:oleObj>
              </mc:Fallback>
            </mc:AlternateContent>
          </a:graphicData>
        </a:graphic>
      </p:graphicFrame>
      <p:graphicFrame>
        <p:nvGraphicFramePr>
          <p:cNvPr id="54276" name="对象 -2147482461"/>
          <p:cNvGraphicFramePr>
            <a:graphicFrameLocks noChangeAspect="1"/>
          </p:cNvGraphicFramePr>
          <p:nvPr/>
        </p:nvGraphicFramePr>
        <p:xfrm>
          <a:off x="5508065" y="4509075"/>
          <a:ext cx="1838920" cy="504035"/>
        </p:xfrm>
        <a:graphic>
          <a:graphicData uri="http://schemas.openxmlformats.org/presentationml/2006/ole">
            <mc:AlternateContent xmlns:mc="http://schemas.openxmlformats.org/markup-compatibility/2006">
              <mc:Choice xmlns:v="urn:schemas-microsoft-com:vml" Requires="v">
                <p:oleObj spid="_x0000_s26898" r:id="rId5" imgW="21336000" imgH="5791200" progId="Equation.DSMT4">
                  <p:embed/>
                </p:oleObj>
              </mc:Choice>
              <mc:Fallback>
                <p:oleObj r:id="rId5" imgW="21336000" imgH="5791200" progId="Equation.DSMT4">
                  <p:embed/>
                  <p:pic>
                    <p:nvPicPr>
                      <p:cNvPr id="0" name="图片 3169"/>
                      <p:cNvPicPr/>
                      <p:nvPr/>
                    </p:nvPicPr>
                    <p:blipFill>
                      <a:blip r:embed="rId6"/>
                      <a:stretch>
                        <a:fillRect/>
                      </a:stretch>
                    </p:blipFill>
                    <p:spPr>
                      <a:xfrm>
                        <a:off x="5508065" y="4509075"/>
                        <a:ext cx="1838920" cy="504035"/>
                      </a:xfrm>
                      <a:prstGeom prst="rect">
                        <a:avLst/>
                      </a:prstGeom>
                      <a:noFill/>
                      <a:ln w="38100">
                        <a:noFill/>
                        <a:miter/>
                      </a:ln>
                    </p:spPr>
                  </p:pic>
                </p:oleObj>
              </mc:Fallback>
            </mc:AlternateContent>
          </a:graphicData>
        </a:graphic>
      </p:graphicFrame>
      <p:sp>
        <p:nvSpPr>
          <p:cNvPr id="2" name="箭头: 右 1"/>
          <p:cNvSpPr/>
          <p:nvPr/>
        </p:nvSpPr>
        <p:spPr bwMode="auto">
          <a:xfrm>
            <a:off x="3634972" y="4761092"/>
            <a:ext cx="1735254" cy="126843"/>
          </a:xfrm>
          <a:prstGeom prst="rightArrow">
            <a:avLst/>
          </a:prstGeom>
          <a:solidFill>
            <a:schemeClr val="accent1"/>
          </a:solidFill>
          <a:ln w="9525" cap="flat" cmpd="sng" algn="ctr">
            <a:solidFill>
              <a:schemeClr val="tx1"/>
            </a:solidFill>
            <a:prstDash val="solid"/>
            <a:miter lim="800000"/>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楷体_GB2312" panose="02010609030101010101" pitchFamily="49" charset="-122"/>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007752" y="2970764"/>
            <a:ext cx="7128495" cy="1754326"/>
          </a:xfrm>
          <a:prstGeom prst="rect">
            <a:avLst/>
          </a:prstGeom>
          <a:blipFill dpi="0" rotWithShape="1">
            <a:blip r:embed="rId2">
              <a:alphaModFix amt="38000"/>
            </a:blip>
            <a:srcRect/>
            <a:tile tx="0" ty="0" sx="100000" sy="100000" flip="none" algn="tl"/>
          </a:blipFill>
        </p:spPr>
        <p:txBody>
          <a:bodyPr wrap="square">
            <a:spAutoFit/>
          </a:bodyPr>
          <a:lstStyle/>
          <a:p>
            <a:pPr algn="l">
              <a:buFont typeface="+mj-lt"/>
              <a:buAutoNum type="arabicPeriod"/>
            </a:pPr>
            <a:r>
              <a:rPr lang="zh-CN" altLang="en-US" b="1" i="0" dirty="0">
                <a:effectLst/>
                <a:latin typeface="微软雅黑" panose="020B0503020204020204" pitchFamily="34" charset="-122"/>
                <a:ea typeface="微软雅黑" panose="020B0503020204020204" pitchFamily="34" charset="-122"/>
              </a:rPr>
              <a:t>非线性映射</a:t>
            </a:r>
            <a:r>
              <a:rPr lang="zh-CN" altLang="en-US" b="0" i="0" dirty="0">
                <a:effectLst/>
                <a:latin typeface="微软雅黑" panose="020B0503020204020204" pitchFamily="34" charset="-122"/>
                <a:ea typeface="微软雅黑" panose="020B0503020204020204" pitchFamily="34" charset="-122"/>
              </a:rPr>
              <a:t>：核技巧的基本思想是将数据从原始特征空间映射到一个更高维的空间，在这个新空间中，原本线性不可分的数据可能变得线性可分。</a:t>
            </a:r>
          </a:p>
          <a:p>
            <a:pPr algn="l">
              <a:buFont typeface="+mj-lt"/>
              <a:buAutoNum type="arabicPeriod"/>
            </a:pPr>
            <a:r>
              <a:rPr lang="zh-CN" altLang="en-US" b="1" i="0" dirty="0">
                <a:effectLst/>
                <a:latin typeface="微软雅黑" panose="020B0503020204020204" pitchFamily="34" charset="-122"/>
                <a:ea typeface="微软雅黑" panose="020B0503020204020204" pitchFamily="34" charset="-122"/>
              </a:rPr>
              <a:t>避免显式映射</a:t>
            </a:r>
            <a:r>
              <a:rPr lang="zh-CN" altLang="en-US" b="0" i="0" dirty="0">
                <a:effectLst/>
                <a:latin typeface="微软雅黑" panose="020B0503020204020204" pitchFamily="34" charset="-122"/>
                <a:ea typeface="微软雅黑" panose="020B0503020204020204" pitchFamily="34" charset="-122"/>
              </a:rPr>
              <a:t>：直接在高维空间中处理数据通常是不可行的，因为维度的增加会导致计算量大幅上升（维度灾难）。核技巧通过在原始空间中计算点积的方式来避免这个问题。</a:t>
            </a:r>
          </a:p>
        </p:txBody>
      </p:sp>
      <p:sp>
        <p:nvSpPr>
          <p:cNvPr id="7" name="文本框 6"/>
          <p:cNvSpPr txBox="1"/>
          <p:nvPr/>
        </p:nvSpPr>
        <p:spPr>
          <a:xfrm>
            <a:off x="683730" y="1386654"/>
            <a:ext cx="7611505" cy="1061381"/>
          </a:xfrm>
          <a:prstGeom prst="rect">
            <a:avLst/>
          </a:prstGeom>
          <a:noFill/>
        </p:spPr>
        <p:txBody>
          <a:bodyPr wrap="square">
            <a:spAutoFit/>
          </a:bodyPr>
          <a:lstStyle/>
          <a:p>
            <a:pPr marL="342900" marR="0" lvl="0" indent="-342900" algn="l" defTabSz="752475" rtl="0" eaLnBrk="0" fontAlgn="base" latinLnBrk="0" hangingPunct="0">
              <a:lnSpc>
                <a:spcPct val="120000"/>
              </a:lnSpc>
              <a:spcBef>
                <a:spcPct val="20000"/>
              </a:spcBef>
              <a:spcAft>
                <a:spcPct val="0"/>
              </a:spcAft>
              <a:buClr>
                <a:schemeClr val="folHlink"/>
              </a:buClr>
              <a:buSzPct val="60000"/>
              <a:buFont typeface="Wingdings" panose="05000000000000000000" pitchFamily="2" charset="2"/>
              <a:buChar char="n"/>
              <a:defRPr/>
            </a:pPr>
            <a:r>
              <a:rPr kumimoji="1" lang="zh-CN" altLang="en-US" sz="1800" b="1" i="0" u="none" strike="noStrike" kern="0" cap="none" spc="0" normalizeH="0" baseline="0" noProof="1">
                <a:ln>
                  <a:noFill/>
                </a:ln>
                <a:solidFill>
                  <a:srgbClr val="0000FF"/>
                </a:solidFill>
                <a:effectLst/>
                <a:uLnTx/>
                <a:uFillTx/>
                <a:latin typeface="微软雅黑" panose="020B0503020204020204" pitchFamily="34" charset="-122"/>
                <a:ea typeface="微软雅黑" panose="020B0503020204020204" pitchFamily="34" charset="-122"/>
                <a:cs typeface="华文新魏" panose="02010800040101010101" pitchFamily="2" charset="-122"/>
                <a:sym typeface="+mn-ea"/>
              </a:rPr>
              <a:t>核技巧的基本思想是通过一个非线性变换将输入空间映射到一个特征空间。使得在输入空间</a:t>
            </a:r>
            <a:r>
              <a:rPr kumimoji="1" lang="en-US" altLang="zh-CN" sz="1800" b="1" i="0" u="none" strike="noStrike" kern="0" cap="none" spc="0" normalizeH="0" baseline="0" noProof="1">
                <a:ln>
                  <a:noFill/>
                </a:ln>
                <a:solidFill>
                  <a:srgbClr val="0000FF"/>
                </a:solidFill>
                <a:effectLst/>
                <a:uLnTx/>
                <a:uFillTx/>
                <a:latin typeface="微软雅黑" panose="020B0503020204020204" pitchFamily="34" charset="-122"/>
                <a:ea typeface="微软雅黑" panose="020B0503020204020204" pitchFamily="34" charset="-122"/>
                <a:cs typeface="华文新魏" panose="02010800040101010101" pitchFamily="2" charset="-122"/>
                <a:sym typeface="+mn-ea"/>
              </a:rPr>
              <a:t>R</a:t>
            </a:r>
            <a:r>
              <a:rPr kumimoji="1" lang="en-US" altLang="zh-CN" sz="1800" b="1" i="0" u="none" strike="noStrike" kern="0" cap="none" spc="0" normalizeH="0" baseline="30000" noProof="1">
                <a:ln>
                  <a:noFill/>
                </a:ln>
                <a:solidFill>
                  <a:srgbClr val="0000FF"/>
                </a:solidFill>
                <a:effectLst/>
                <a:uLnTx/>
                <a:uFillTx/>
                <a:latin typeface="微软雅黑" panose="020B0503020204020204" pitchFamily="34" charset="-122"/>
                <a:ea typeface="微软雅黑" panose="020B0503020204020204" pitchFamily="34" charset="-122"/>
                <a:cs typeface="华文新魏" panose="02010800040101010101" pitchFamily="2" charset="-122"/>
                <a:sym typeface="+mn-ea"/>
              </a:rPr>
              <a:t>n</a:t>
            </a:r>
            <a:r>
              <a:rPr kumimoji="1" lang="zh-CN" altLang="en-US" sz="1800" b="1" i="0" u="none" strike="noStrike" kern="0" cap="none" spc="0" normalizeH="0" baseline="0" noProof="1">
                <a:ln>
                  <a:noFill/>
                </a:ln>
                <a:solidFill>
                  <a:srgbClr val="0000FF"/>
                </a:solidFill>
                <a:effectLst/>
                <a:uLnTx/>
                <a:uFillTx/>
                <a:latin typeface="微软雅黑" panose="020B0503020204020204" pitchFamily="34" charset="-122"/>
                <a:ea typeface="微软雅黑" panose="020B0503020204020204" pitchFamily="34" charset="-122"/>
                <a:cs typeface="华文新魏" panose="02010800040101010101" pitchFamily="2" charset="-122"/>
                <a:sym typeface="+mn-ea"/>
              </a:rPr>
              <a:t>中的超曲面模型对应于特征空间中的超平面模型。从而通过在特征空间 中求解</a:t>
            </a:r>
            <a:r>
              <a:rPr kumimoji="1" lang="zh-CN" altLang="en-US" sz="1800" b="1" noProof="1">
                <a:solidFill>
                  <a:srgbClr val="0000FF"/>
                </a:solidFill>
                <a:latin typeface="微软雅黑" panose="020B0503020204020204" pitchFamily="34" charset="-122"/>
                <a:ea typeface="微软雅黑" panose="020B0503020204020204" pitchFamily="34" charset="-122"/>
                <a:sym typeface="+mn-ea"/>
              </a:rPr>
              <a:t>线性</a:t>
            </a:r>
            <a:r>
              <a:rPr kumimoji="1" lang="zh-CN" altLang="en-US" sz="1800" b="1" i="0" u="none" strike="noStrike" kern="0" cap="none" spc="0" normalizeH="0" baseline="0" noProof="1">
                <a:ln>
                  <a:noFill/>
                </a:ln>
                <a:solidFill>
                  <a:srgbClr val="0000FF"/>
                </a:solidFill>
                <a:effectLst/>
                <a:uLnTx/>
                <a:uFillTx/>
                <a:latin typeface="微软雅黑" panose="020B0503020204020204" pitchFamily="34" charset="-122"/>
                <a:ea typeface="微软雅黑" panose="020B0503020204020204" pitchFamily="34" charset="-122"/>
                <a:cs typeface="华文新魏" panose="02010800040101010101" pitchFamily="2" charset="-122"/>
                <a:sym typeface="+mn-ea"/>
              </a:rPr>
              <a:t>支持向量机就可以进行分类。</a:t>
            </a:r>
          </a:p>
        </p:txBody>
      </p:sp>
      <p:sp>
        <p:nvSpPr>
          <p:cNvPr id="9" name="文本框 8"/>
          <p:cNvSpPr txBox="1"/>
          <p:nvPr/>
        </p:nvSpPr>
        <p:spPr>
          <a:xfrm>
            <a:off x="1043755" y="5148180"/>
            <a:ext cx="7128495" cy="646331"/>
          </a:xfrm>
          <a:prstGeom prst="rect">
            <a:avLst/>
          </a:prstGeom>
          <a:noFill/>
        </p:spPr>
        <p:txBody>
          <a:bodyPr wrap="square">
            <a:spAutoFit/>
          </a:bodyPr>
          <a:lstStyle/>
          <a:p>
            <a:r>
              <a:rPr lang="zh-CN" altLang="en-US" b="1" i="0" dirty="0">
                <a:effectLst/>
                <a:latin typeface="微软雅黑" panose="020B0503020204020204" pitchFamily="34" charset="-122"/>
                <a:ea typeface="微软雅黑" panose="020B0503020204020204" pitchFamily="34" charset="-122"/>
              </a:rPr>
              <a:t>核函数计算的是在高维空间中两个点的内积，而不需要显式地计算这些点在高维空间中的坐标。</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p:cNvSpPr>
          <p:nvPr>
            <p:ph idx="1"/>
          </p:nvPr>
        </p:nvSpPr>
        <p:spPr>
          <a:xfrm>
            <a:off x="685800" y="1123950"/>
            <a:ext cx="7772400" cy="4608513"/>
          </a:xfrm>
        </p:spPr>
        <p:txBody>
          <a:bodyPr vert="horz" wrap="square" lIns="75301" tIns="37650" rIns="75301" bIns="37650" numCol="1" anchor="t" anchorCtr="0" compatLnSpc="1"/>
          <a:lstStyle/>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设     是输入空间（欧式空间      的子集或离散集合），   是特征空间（希尔伯特空间），如果存在一个    到    的映射：</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使得对所有的               ，函数             满足条件：</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那么称             为核函数，        为映射函数。</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0" cap="none" spc="0" normalizeH="0" baseline="0" noProof="1">
                <a:ln>
                  <a:noFill/>
                </a:ln>
                <a:solidFill>
                  <a:srgbClr val="FF0000"/>
                </a:solidFill>
                <a:effectLst/>
                <a:uLnTx/>
                <a:uFillTx/>
                <a:latin typeface="+mn-lt"/>
                <a:ea typeface="宋体" panose="02010600030101010101" pitchFamily="2" charset="-122"/>
                <a:cs typeface="华文新魏" panose="02010800040101010101" pitchFamily="2" charset="-122"/>
                <a:sym typeface="+mn-ea"/>
              </a:rPr>
              <a:t>核技巧并不显式地定义映射函数    </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a:t>
            </a:r>
            <a:r>
              <a:rPr kumimoji="1" lang="zh-CN" altLang="en-US" sz="2000" b="1"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华文新魏" panose="02010800040101010101" pitchFamily="2" charset="-122"/>
                <a:sym typeface="+mn-ea"/>
              </a:rPr>
              <a:t>它通过在学习和预测中定义核函数</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。特征空间     的维度往往很高，甚至是无穷维的.并且对于给定的核函数，特征空间     与映射函数    的取法不唯一</a:t>
            </a:r>
          </a:p>
        </p:txBody>
      </p:sp>
      <p:sp>
        <p:nvSpPr>
          <p:cNvPr id="307202" name="Rectangle 2"/>
          <p:cNvSpPr>
            <a:spLocks noGrp="1"/>
          </p:cNvSpPr>
          <p:nvPr>
            <p:ph type="title"/>
          </p:nvPr>
        </p:nvSpPr>
        <p:spPr>
          <a:xfrm>
            <a:off x="817563" y="304800"/>
            <a:ext cx="7793038" cy="1143000"/>
          </a:xfrm>
        </p:spPr>
        <p:txBody>
          <a:bodyPr vert="horz" wrap="square" lIns="75301" tIns="37650" rIns="75301" bIns="3765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sym typeface="+mn-ea"/>
              </a:rPr>
              <a:t>核函数的定义</a:t>
            </a:r>
          </a:p>
        </p:txBody>
      </p:sp>
      <p:pic>
        <p:nvPicPr>
          <p:cNvPr id="55299" name="图片 -2147482457"/>
          <p:cNvPicPr>
            <a:picLocks noChangeAspect="1"/>
          </p:cNvPicPr>
          <p:nvPr/>
        </p:nvPicPr>
        <p:blipFill>
          <a:blip r:embed="rId2"/>
          <a:stretch>
            <a:fillRect/>
          </a:stretch>
        </p:blipFill>
        <p:spPr>
          <a:xfrm>
            <a:off x="1393825" y="1524000"/>
            <a:ext cx="280988" cy="328613"/>
          </a:xfrm>
          <a:prstGeom prst="rect">
            <a:avLst/>
          </a:prstGeom>
          <a:noFill/>
          <a:ln w="9525">
            <a:noFill/>
          </a:ln>
        </p:spPr>
      </p:pic>
      <p:pic>
        <p:nvPicPr>
          <p:cNvPr id="55300" name="图片 -2147482456"/>
          <p:cNvPicPr>
            <a:picLocks noChangeAspect="1"/>
          </p:cNvPicPr>
          <p:nvPr/>
        </p:nvPicPr>
        <p:blipFill>
          <a:blip r:embed="rId3"/>
          <a:stretch>
            <a:fillRect/>
          </a:stretch>
        </p:blipFill>
        <p:spPr>
          <a:xfrm>
            <a:off x="4292600" y="1447800"/>
            <a:ext cx="336550" cy="323850"/>
          </a:xfrm>
          <a:prstGeom prst="rect">
            <a:avLst/>
          </a:prstGeom>
          <a:noFill/>
          <a:ln w="9525">
            <a:noFill/>
          </a:ln>
        </p:spPr>
      </p:pic>
      <p:pic>
        <p:nvPicPr>
          <p:cNvPr id="55301" name="图片 -2147482455"/>
          <p:cNvPicPr>
            <a:picLocks noChangeAspect="1"/>
          </p:cNvPicPr>
          <p:nvPr/>
        </p:nvPicPr>
        <p:blipFill>
          <a:blip r:embed="rId4"/>
          <a:stretch>
            <a:fillRect/>
          </a:stretch>
        </p:blipFill>
        <p:spPr>
          <a:xfrm>
            <a:off x="7089775" y="1524000"/>
            <a:ext cx="298450" cy="298450"/>
          </a:xfrm>
          <a:prstGeom prst="rect">
            <a:avLst/>
          </a:prstGeom>
          <a:noFill/>
          <a:ln w="9525">
            <a:noFill/>
          </a:ln>
        </p:spPr>
      </p:pic>
      <p:pic>
        <p:nvPicPr>
          <p:cNvPr id="55302" name="图片 -2147482457"/>
          <p:cNvPicPr>
            <a:picLocks noChangeAspect="1"/>
          </p:cNvPicPr>
          <p:nvPr/>
        </p:nvPicPr>
        <p:blipFill>
          <a:blip r:embed="rId2"/>
          <a:stretch>
            <a:fillRect/>
          </a:stretch>
        </p:blipFill>
        <p:spPr>
          <a:xfrm>
            <a:off x="5164138" y="1849438"/>
            <a:ext cx="244475" cy="287337"/>
          </a:xfrm>
          <a:prstGeom prst="rect">
            <a:avLst/>
          </a:prstGeom>
          <a:noFill/>
          <a:ln w="9525">
            <a:noFill/>
          </a:ln>
        </p:spPr>
      </p:pic>
      <p:pic>
        <p:nvPicPr>
          <p:cNvPr id="55303" name="图片 -2147482455"/>
          <p:cNvPicPr>
            <a:picLocks noChangeAspect="1"/>
          </p:cNvPicPr>
          <p:nvPr/>
        </p:nvPicPr>
        <p:blipFill>
          <a:blip r:embed="rId4"/>
          <a:stretch>
            <a:fillRect/>
          </a:stretch>
        </p:blipFill>
        <p:spPr>
          <a:xfrm>
            <a:off x="5686425" y="1822450"/>
            <a:ext cx="298450" cy="298450"/>
          </a:xfrm>
          <a:prstGeom prst="rect">
            <a:avLst/>
          </a:prstGeom>
          <a:noFill/>
          <a:ln w="9525">
            <a:noFill/>
          </a:ln>
        </p:spPr>
      </p:pic>
      <p:pic>
        <p:nvPicPr>
          <p:cNvPr id="55304" name="图片 390"/>
          <p:cNvPicPr>
            <a:picLocks noChangeAspect="1"/>
          </p:cNvPicPr>
          <p:nvPr/>
        </p:nvPicPr>
        <p:blipFill>
          <a:blip r:embed="rId5"/>
          <a:stretch>
            <a:fillRect/>
          </a:stretch>
        </p:blipFill>
        <p:spPr>
          <a:xfrm>
            <a:off x="3411538" y="2159000"/>
            <a:ext cx="615950" cy="398463"/>
          </a:xfrm>
          <a:prstGeom prst="rect">
            <a:avLst/>
          </a:prstGeom>
          <a:noFill/>
          <a:ln w="9525">
            <a:noFill/>
          </a:ln>
        </p:spPr>
      </p:pic>
      <p:pic>
        <p:nvPicPr>
          <p:cNvPr id="55305" name="图片 391"/>
          <p:cNvPicPr>
            <a:picLocks noChangeAspect="1"/>
          </p:cNvPicPr>
          <p:nvPr/>
        </p:nvPicPr>
        <p:blipFill>
          <a:blip r:embed="rId6"/>
          <a:stretch>
            <a:fillRect/>
          </a:stretch>
        </p:blipFill>
        <p:spPr>
          <a:xfrm>
            <a:off x="4362450" y="2159000"/>
            <a:ext cx="889000" cy="358775"/>
          </a:xfrm>
          <a:prstGeom prst="rect">
            <a:avLst/>
          </a:prstGeom>
          <a:noFill/>
          <a:ln w="9525">
            <a:noFill/>
          </a:ln>
        </p:spPr>
      </p:pic>
      <p:pic>
        <p:nvPicPr>
          <p:cNvPr id="55306" name="图片 -2147482450"/>
          <p:cNvPicPr>
            <a:picLocks noChangeAspect="1"/>
          </p:cNvPicPr>
          <p:nvPr/>
        </p:nvPicPr>
        <p:blipFill>
          <a:blip r:embed="rId7"/>
          <a:stretch>
            <a:fillRect/>
          </a:stretch>
        </p:blipFill>
        <p:spPr>
          <a:xfrm>
            <a:off x="2670175" y="2557463"/>
            <a:ext cx="1025525" cy="336550"/>
          </a:xfrm>
          <a:prstGeom prst="rect">
            <a:avLst/>
          </a:prstGeom>
          <a:noFill/>
          <a:ln w="9525">
            <a:noFill/>
          </a:ln>
        </p:spPr>
      </p:pic>
      <p:pic>
        <p:nvPicPr>
          <p:cNvPr id="55307" name="图片 -2147482449"/>
          <p:cNvPicPr>
            <a:picLocks noChangeAspect="1"/>
          </p:cNvPicPr>
          <p:nvPr/>
        </p:nvPicPr>
        <p:blipFill>
          <a:blip r:embed="rId8"/>
          <a:stretch>
            <a:fillRect/>
          </a:stretch>
        </p:blipFill>
        <p:spPr>
          <a:xfrm>
            <a:off x="4403725" y="2557463"/>
            <a:ext cx="806450" cy="339725"/>
          </a:xfrm>
          <a:prstGeom prst="rect">
            <a:avLst/>
          </a:prstGeom>
          <a:noFill/>
          <a:ln w="9525">
            <a:noFill/>
          </a:ln>
        </p:spPr>
      </p:pic>
      <p:pic>
        <p:nvPicPr>
          <p:cNvPr id="55308" name="图片 -2147482448"/>
          <p:cNvPicPr>
            <a:picLocks noChangeAspect="1"/>
          </p:cNvPicPr>
          <p:nvPr/>
        </p:nvPicPr>
        <p:blipFill>
          <a:blip r:embed="rId9"/>
          <a:stretch>
            <a:fillRect/>
          </a:stretch>
        </p:blipFill>
        <p:spPr>
          <a:xfrm>
            <a:off x="3298825" y="2897188"/>
            <a:ext cx="2325688" cy="374650"/>
          </a:xfrm>
          <a:prstGeom prst="rect">
            <a:avLst/>
          </a:prstGeom>
          <a:noFill/>
          <a:ln w="9525">
            <a:noFill/>
          </a:ln>
        </p:spPr>
      </p:pic>
      <p:pic>
        <p:nvPicPr>
          <p:cNvPr id="55309" name="图片 -2147482449"/>
          <p:cNvPicPr>
            <a:picLocks noChangeAspect="1"/>
          </p:cNvPicPr>
          <p:nvPr/>
        </p:nvPicPr>
        <p:blipFill>
          <a:blip r:embed="rId8"/>
          <a:stretch>
            <a:fillRect/>
          </a:stretch>
        </p:blipFill>
        <p:spPr>
          <a:xfrm>
            <a:off x="1954213" y="3271838"/>
            <a:ext cx="806450" cy="339725"/>
          </a:xfrm>
          <a:prstGeom prst="rect">
            <a:avLst/>
          </a:prstGeom>
          <a:noFill/>
          <a:ln w="9525">
            <a:noFill/>
          </a:ln>
        </p:spPr>
      </p:pic>
      <p:pic>
        <p:nvPicPr>
          <p:cNvPr id="55310" name="图片 390"/>
          <p:cNvPicPr>
            <a:picLocks noChangeAspect="1"/>
          </p:cNvPicPr>
          <p:nvPr/>
        </p:nvPicPr>
        <p:blipFill>
          <a:blip r:embed="rId5"/>
          <a:stretch>
            <a:fillRect/>
          </a:stretch>
        </p:blipFill>
        <p:spPr>
          <a:xfrm>
            <a:off x="3913188" y="3271838"/>
            <a:ext cx="615950" cy="400050"/>
          </a:xfrm>
          <a:prstGeom prst="rect">
            <a:avLst/>
          </a:prstGeom>
          <a:noFill/>
          <a:ln w="9525">
            <a:noFill/>
          </a:ln>
        </p:spPr>
      </p:pic>
      <p:pic>
        <p:nvPicPr>
          <p:cNvPr id="55311" name="图片 -2147482445"/>
          <p:cNvPicPr>
            <a:picLocks noChangeAspect="1"/>
          </p:cNvPicPr>
          <p:nvPr/>
        </p:nvPicPr>
        <p:blipFill>
          <a:blip r:embed="rId10"/>
          <a:stretch>
            <a:fillRect/>
          </a:stretch>
        </p:blipFill>
        <p:spPr>
          <a:xfrm>
            <a:off x="4676775" y="3995738"/>
            <a:ext cx="260350" cy="398462"/>
          </a:xfrm>
          <a:prstGeom prst="rect">
            <a:avLst/>
          </a:prstGeom>
          <a:noFill/>
          <a:ln w="9525">
            <a:noFill/>
          </a:ln>
        </p:spPr>
      </p:pic>
      <p:pic>
        <p:nvPicPr>
          <p:cNvPr id="55312" name="图片 -2147482449"/>
          <p:cNvPicPr>
            <a:picLocks noChangeAspect="1"/>
          </p:cNvPicPr>
          <p:nvPr/>
        </p:nvPicPr>
        <p:blipFill>
          <a:blip r:embed="rId8"/>
          <a:stretch>
            <a:fillRect/>
          </a:stretch>
        </p:blipFill>
        <p:spPr>
          <a:xfrm>
            <a:off x="1863725" y="4340225"/>
            <a:ext cx="806450" cy="339725"/>
          </a:xfrm>
          <a:prstGeom prst="rect">
            <a:avLst/>
          </a:prstGeom>
          <a:noFill/>
          <a:ln w="9525">
            <a:noFill/>
          </a:ln>
        </p:spPr>
      </p:pic>
      <p:pic>
        <p:nvPicPr>
          <p:cNvPr id="55313" name="图片 -2147482443"/>
          <p:cNvPicPr>
            <a:picLocks noChangeAspect="1"/>
          </p:cNvPicPr>
          <p:nvPr/>
        </p:nvPicPr>
        <p:blipFill>
          <a:blip r:embed="rId4"/>
          <a:stretch>
            <a:fillRect/>
          </a:stretch>
        </p:blipFill>
        <p:spPr>
          <a:xfrm>
            <a:off x="3960813" y="4286250"/>
            <a:ext cx="331787" cy="330200"/>
          </a:xfrm>
          <a:prstGeom prst="rect">
            <a:avLst/>
          </a:prstGeom>
          <a:noFill/>
          <a:ln w="9525">
            <a:noFill/>
          </a:ln>
        </p:spPr>
      </p:pic>
      <p:pic>
        <p:nvPicPr>
          <p:cNvPr id="55314" name="图片 -2147482443"/>
          <p:cNvPicPr>
            <a:picLocks noChangeAspect="1"/>
          </p:cNvPicPr>
          <p:nvPr/>
        </p:nvPicPr>
        <p:blipFill>
          <a:blip r:embed="rId4"/>
          <a:stretch>
            <a:fillRect/>
          </a:stretch>
        </p:blipFill>
        <p:spPr>
          <a:xfrm>
            <a:off x="4919663" y="4616450"/>
            <a:ext cx="331787" cy="331788"/>
          </a:xfrm>
          <a:prstGeom prst="rect">
            <a:avLst/>
          </a:prstGeom>
          <a:noFill/>
          <a:ln w="9525">
            <a:noFill/>
          </a:ln>
        </p:spPr>
      </p:pic>
      <p:pic>
        <p:nvPicPr>
          <p:cNvPr id="55315" name="图片 -2147482441"/>
          <p:cNvPicPr>
            <a:picLocks noChangeAspect="1"/>
          </p:cNvPicPr>
          <p:nvPr/>
        </p:nvPicPr>
        <p:blipFill>
          <a:blip r:embed="rId11"/>
          <a:stretch>
            <a:fillRect/>
          </a:stretch>
        </p:blipFill>
        <p:spPr>
          <a:xfrm>
            <a:off x="6515100" y="4568825"/>
            <a:ext cx="279400" cy="428625"/>
          </a:xfrm>
          <a:prstGeom prst="rect">
            <a:avLst/>
          </a:prstGeom>
          <a:noFill/>
          <a:ln w="9525">
            <a:noFill/>
          </a:ln>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p:cNvSpPr>
          <p:nvPr>
            <p:ph idx="1"/>
          </p:nvPr>
        </p:nvSpPr>
        <p:spPr>
          <a:xfrm>
            <a:off x="685800" y="1556677"/>
            <a:ext cx="8054975" cy="4608513"/>
          </a:xfrm>
        </p:spPr>
        <p:txBody>
          <a:bodyPr vert="horz" wrap="square" lIns="75301" tIns="37650" rIns="75301" bIns="37650" numCol="1" anchor="t" anchorCtr="0" compatLnSpc="1"/>
          <a:lstStyle/>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对于线性支持向量机的对偶问题，目标函数和决策函数都只涉及到了输入实例间的内积。 我们用核函数                                       来代替目标函数中的内积，这时对偶问题的目标函数为：</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同样可以得到分类决策函数的表达式：</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p:txBody>
      </p:sp>
      <p:graphicFrame>
        <p:nvGraphicFramePr>
          <p:cNvPr id="56322" name="对象 -2147482440"/>
          <p:cNvGraphicFramePr>
            <a:graphicFrameLocks noChangeAspect="1"/>
          </p:cNvGraphicFramePr>
          <p:nvPr/>
        </p:nvGraphicFramePr>
        <p:xfrm>
          <a:off x="5314950" y="1897989"/>
          <a:ext cx="2366963" cy="382588"/>
        </p:xfrm>
        <a:graphic>
          <a:graphicData uri="http://schemas.openxmlformats.org/presentationml/2006/ole">
            <mc:AlternateContent xmlns:mc="http://schemas.openxmlformats.org/markup-compatibility/2006">
              <mc:Choice xmlns:v="urn:schemas-microsoft-com:vml" Requires="v">
                <p:oleObj spid="_x0000_s27948" r:id="rId3" imgW="39624000" imgH="6400800" progId="Equation.DSMT4">
                  <p:embed/>
                </p:oleObj>
              </mc:Choice>
              <mc:Fallback>
                <p:oleObj r:id="rId3" imgW="39624000" imgH="6400800" progId="Equation.DSMT4">
                  <p:embed/>
                  <p:pic>
                    <p:nvPicPr>
                      <p:cNvPr id="0" name="图片 3175"/>
                      <p:cNvPicPr/>
                      <p:nvPr/>
                    </p:nvPicPr>
                    <p:blipFill>
                      <a:blip r:embed="rId4"/>
                      <a:stretch>
                        <a:fillRect/>
                      </a:stretch>
                    </p:blipFill>
                    <p:spPr>
                      <a:xfrm>
                        <a:off x="5314950" y="1897989"/>
                        <a:ext cx="2366963" cy="382588"/>
                      </a:xfrm>
                      <a:prstGeom prst="rect">
                        <a:avLst/>
                      </a:prstGeom>
                      <a:noFill/>
                      <a:ln w="38100">
                        <a:noFill/>
                        <a:miter/>
                      </a:ln>
                    </p:spPr>
                  </p:pic>
                </p:oleObj>
              </mc:Fallback>
            </mc:AlternateContent>
          </a:graphicData>
        </a:graphic>
      </p:graphicFrame>
      <p:graphicFrame>
        <p:nvGraphicFramePr>
          <p:cNvPr id="56323" name="对象 -2147482438"/>
          <p:cNvGraphicFramePr>
            <a:graphicFrameLocks noChangeAspect="1"/>
          </p:cNvGraphicFramePr>
          <p:nvPr/>
        </p:nvGraphicFramePr>
        <p:xfrm>
          <a:off x="2703513" y="2513134"/>
          <a:ext cx="3979862" cy="687387"/>
        </p:xfrm>
        <a:graphic>
          <a:graphicData uri="http://schemas.openxmlformats.org/presentationml/2006/ole">
            <mc:AlternateContent xmlns:mc="http://schemas.openxmlformats.org/markup-compatibility/2006">
              <mc:Choice xmlns:v="urn:schemas-microsoft-com:vml" Requires="v">
                <p:oleObj spid="_x0000_s27949" r:id="rId5" imgW="70104000" imgH="11887200" progId="Equation.DSMT4">
                  <p:embed/>
                </p:oleObj>
              </mc:Choice>
              <mc:Fallback>
                <p:oleObj r:id="rId5" imgW="70104000" imgH="11887200" progId="Equation.DSMT4">
                  <p:embed/>
                  <p:pic>
                    <p:nvPicPr>
                      <p:cNvPr id="0" name="图片 3179"/>
                      <p:cNvPicPr/>
                      <p:nvPr/>
                    </p:nvPicPr>
                    <p:blipFill>
                      <a:blip r:embed="rId6"/>
                      <a:stretch>
                        <a:fillRect/>
                      </a:stretch>
                    </p:blipFill>
                    <p:spPr>
                      <a:xfrm>
                        <a:off x="2703513" y="2513134"/>
                        <a:ext cx="3979862" cy="687387"/>
                      </a:xfrm>
                      <a:prstGeom prst="rect">
                        <a:avLst/>
                      </a:prstGeom>
                      <a:noFill/>
                      <a:ln w="38100">
                        <a:noFill/>
                        <a:miter/>
                      </a:ln>
                    </p:spPr>
                  </p:pic>
                </p:oleObj>
              </mc:Fallback>
            </mc:AlternateContent>
          </a:graphicData>
        </a:graphic>
      </p:graphicFrame>
      <p:graphicFrame>
        <p:nvGraphicFramePr>
          <p:cNvPr id="56324" name="对象 -2147482437"/>
          <p:cNvGraphicFramePr>
            <a:graphicFrameLocks noChangeAspect="1"/>
          </p:cNvGraphicFramePr>
          <p:nvPr/>
        </p:nvGraphicFramePr>
        <p:xfrm>
          <a:off x="2673350" y="3543421"/>
          <a:ext cx="4040188" cy="1501775"/>
        </p:xfrm>
        <a:graphic>
          <a:graphicData uri="http://schemas.openxmlformats.org/presentationml/2006/ole">
            <mc:AlternateContent xmlns:mc="http://schemas.openxmlformats.org/markup-compatibility/2006">
              <mc:Choice xmlns:v="urn:schemas-microsoft-com:vml" Requires="v">
                <p:oleObj spid="_x0000_s27950" r:id="rId7" imgW="64922400" imgH="24079200" progId="Equation.DSMT4">
                  <p:embed/>
                </p:oleObj>
              </mc:Choice>
              <mc:Fallback>
                <p:oleObj r:id="rId7" imgW="64922400" imgH="24079200" progId="Equation.DSMT4">
                  <p:embed/>
                  <p:pic>
                    <p:nvPicPr>
                      <p:cNvPr id="0" name="图片 3176"/>
                      <p:cNvPicPr/>
                      <p:nvPr/>
                    </p:nvPicPr>
                    <p:blipFill>
                      <a:blip r:embed="rId8"/>
                      <a:stretch>
                        <a:fillRect/>
                      </a:stretch>
                    </p:blipFill>
                    <p:spPr>
                      <a:xfrm>
                        <a:off x="2673350" y="3543421"/>
                        <a:ext cx="4040188" cy="1501775"/>
                      </a:xfrm>
                      <a:prstGeom prst="rect">
                        <a:avLst/>
                      </a:prstGeom>
                      <a:noFill/>
                      <a:ln w="38100">
                        <a:noFill/>
                        <a:miter/>
                      </a:ln>
                    </p:spPr>
                  </p:pic>
                </p:oleObj>
              </mc:Fallback>
            </mc:AlternateContent>
          </a:graphicData>
        </a:graphic>
      </p:graphicFrame>
      <p:graphicFrame>
        <p:nvGraphicFramePr>
          <p:cNvPr id="2" name="对象 1"/>
          <p:cNvGraphicFramePr>
            <a:graphicFrameLocks noChangeAspect="1"/>
          </p:cNvGraphicFramePr>
          <p:nvPr/>
        </p:nvGraphicFramePr>
        <p:xfrm>
          <a:off x="179695" y="4921787"/>
          <a:ext cx="3619500" cy="1803400"/>
        </p:xfrm>
        <a:graphic>
          <a:graphicData uri="http://schemas.openxmlformats.org/presentationml/2006/ole">
            <mc:AlternateContent xmlns:mc="http://schemas.openxmlformats.org/markup-compatibility/2006">
              <mc:Choice xmlns:v="urn:schemas-microsoft-com:vml" Requires="v">
                <p:oleObj spid="_x0000_s27951" name="Equation" r:id="rId9" imgW="1955800" imgH="975995" progId="Equation.DSMT4">
                  <p:embed/>
                </p:oleObj>
              </mc:Choice>
              <mc:Fallback>
                <p:oleObj name="Equation" r:id="rId9" imgW="1955800" imgH="975995" progId="Equation.DSMT4">
                  <p:embed/>
                  <p:pic>
                    <p:nvPicPr>
                      <p:cNvPr id="0" name="图片 27934"/>
                      <p:cNvPicPr/>
                      <p:nvPr/>
                    </p:nvPicPr>
                    <p:blipFill>
                      <a:blip r:embed="rId10"/>
                      <a:stretch>
                        <a:fillRect/>
                      </a:stretch>
                    </p:blipFill>
                    <p:spPr>
                      <a:xfrm>
                        <a:off x="179695" y="4921787"/>
                        <a:ext cx="3619500" cy="1803400"/>
                      </a:xfrm>
                      <a:prstGeom prst="rect">
                        <a:avLst/>
                      </a:prstGeom>
                      <a:solidFill>
                        <a:schemeClr val="accent2">
                          <a:lumMod val="20000"/>
                          <a:lumOff val="80000"/>
                        </a:schemeClr>
                      </a:solidFill>
                      <a:ln>
                        <a:solidFill>
                          <a:schemeClr val="accent1"/>
                        </a:solidFill>
                      </a:ln>
                    </p:spPr>
                  </p:pic>
                </p:oleObj>
              </mc:Fallback>
            </mc:AlternateContent>
          </a:graphicData>
        </a:graphic>
      </p:graphicFrame>
      <p:pic>
        <p:nvPicPr>
          <p:cNvPr id="3" name="图片 2"/>
          <p:cNvPicPr>
            <a:picLocks noChangeAspect="1"/>
          </p:cNvPicPr>
          <p:nvPr/>
        </p:nvPicPr>
        <p:blipFill>
          <a:blip r:embed="rId11"/>
          <a:stretch>
            <a:fillRect/>
          </a:stretch>
        </p:blipFill>
        <p:spPr>
          <a:xfrm>
            <a:off x="5252278" y="5625777"/>
            <a:ext cx="1246153" cy="771970"/>
          </a:xfrm>
          <a:prstGeom prst="rect">
            <a:avLst/>
          </a:prstGeom>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3"/>
          <p:cNvSpPr>
            <a:spLocks noGrp="1"/>
          </p:cNvSpPr>
          <p:nvPr>
            <p:ph idx="1"/>
          </p:nvPr>
        </p:nvSpPr>
        <p:spPr>
          <a:xfrm>
            <a:off x="685800" y="960438"/>
            <a:ext cx="8054975" cy="4608512"/>
          </a:xfrm>
        </p:spPr>
        <p:txBody>
          <a:bodyPr vert="horz" wrap="square" lIns="75301" tIns="37650" rIns="75301" bIns="37650" anchor="t" anchorCtr="0"/>
          <a:lstStyle/>
          <a:p>
            <a:pPr marL="0" indent="0" defTabSz="752475">
              <a:buNone/>
            </a:pPr>
            <a:endParaRPr lang="en-US" altLang="en-US" sz="2000" b="1" dirty="0">
              <a:ea typeface="宋体" panose="02010600030101010101" pitchFamily="2" charset="-122"/>
            </a:endParaRPr>
          </a:p>
          <a:p>
            <a:pPr marL="0" indent="0" defTabSz="752475">
              <a:lnSpc>
                <a:spcPct val="150000"/>
              </a:lnSpc>
              <a:buNone/>
            </a:pPr>
            <a:r>
              <a:rPr lang="en-US" altLang="en-US" sz="2000" b="1" dirty="0">
                <a:ea typeface="宋体" panose="02010600030101010101" pitchFamily="2" charset="-122"/>
              </a:rPr>
              <a:t>        在核函数给定时，我们在新的特征空间中用解线性分类问题的方法学习得到一个线性支持向量机，若映射函数为非线性函数，得到的含有核函数的支持向量机是非线性的分类模型。</a:t>
            </a:r>
            <a:endParaRPr lang="en-US" altLang="zh-CN" sz="2000" b="1" dirty="0">
              <a:ea typeface="宋体" panose="02010600030101010101" pitchFamily="2" charset="-122"/>
            </a:endParaRPr>
          </a:p>
          <a:p>
            <a:pPr marL="0" indent="0" defTabSz="752475">
              <a:lnSpc>
                <a:spcPct val="150000"/>
              </a:lnSpc>
              <a:buNone/>
            </a:pPr>
            <a:r>
              <a:rPr lang="en-US" altLang="zh-CN" sz="2000" b="1" dirty="0">
                <a:ea typeface="宋体" panose="02010600030101010101" pitchFamily="2" charset="-122"/>
              </a:rPr>
              <a:t>        </a:t>
            </a:r>
            <a:r>
              <a:rPr lang="en-US" altLang="en-US" sz="2000" b="1" dirty="0">
                <a:ea typeface="宋体" panose="02010600030101010101" pitchFamily="2" charset="-122"/>
              </a:rPr>
              <a:t>由于学习是隐式地在特征空间进行的，</a:t>
            </a:r>
            <a:r>
              <a:rPr lang="en-US" altLang="en-US" sz="2000" b="1" dirty="0">
                <a:solidFill>
                  <a:srgbClr val="FF0000"/>
                </a:solidFill>
                <a:latin typeface="微软雅黑" panose="020B0503020204020204" pitchFamily="34" charset="-122"/>
                <a:ea typeface="微软雅黑" panose="020B0503020204020204" pitchFamily="34" charset="-122"/>
              </a:rPr>
              <a:t>不需要显式地定义特征空间以及映射函数</a:t>
            </a:r>
            <a:r>
              <a:rPr lang="en-US" altLang="en-US" sz="2000" b="1" dirty="0">
                <a:latin typeface="微软雅黑" panose="020B0503020204020204" pitchFamily="34" charset="-122"/>
                <a:ea typeface="微软雅黑" panose="020B0503020204020204" pitchFamily="34" charset="-122"/>
              </a:rPr>
              <a:t>，</a:t>
            </a:r>
            <a:r>
              <a:rPr lang="en-US" altLang="en-US" sz="2000" b="1" dirty="0">
                <a:ea typeface="宋体" panose="02010600030101010101" pitchFamily="2" charset="-122"/>
              </a:rPr>
              <a:t>这样的技巧称为</a:t>
            </a:r>
            <a:r>
              <a:rPr lang="en-US" altLang="en-US" sz="2000" b="1" dirty="0">
                <a:solidFill>
                  <a:srgbClr val="0000FF"/>
                </a:solidFill>
                <a:ea typeface="宋体" panose="02010600030101010101" pitchFamily="2" charset="-122"/>
              </a:rPr>
              <a:t>核技巧</a:t>
            </a:r>
            <a:r>
              <a:rPr lang="en-US" altLang="en-US" sz="2000" b="1" dirty="0">
                <a:ea typeface="宋体" panose="02010600030101010101" pitchFamily="2" charset="-122"/>
              </a:rPr>
              <a:t>。核技巧巧妙地利用了线性分类学习方法与核函数来解决非线性问题。核函数的选择对于分类问题意义重大，现实生活中往往通过实验验证核函数的有效性。</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p:cNvSpPr>
          <p:nvPr>
            <p:ph/>
          </p:nvPr>
        </p:nvSpPr>
        <p:spPr>
          <a:xfrm>
            <a:off x="669925" y="587375"/>
            <a:ext cx="7772400" cy="5410200"/>
          </a:xfrm>
        </p:spPr>
        <p:txBody>
          <a:bodyPr vert="horz" wrap="square" lIns="91440" tIns="45720" rIns="91440" bIns="45720" anchor="t" anchorCtr="0"/>
          <a:lstStyle/>
          <a:p>
            <a:pPr>
              <a:buNone/>
            </a:pPr>
            <a:endParaRPr lang="zh-CN" altLang="en-US" dirty="0"/>
          </a:p>
          <a:p>
            <a:pPr>
              <a:buNone/>
            </a:pPr>
            <a:r>
              <a:rPr lang="zh-CN" altLang="en-US" b="1" dirty="0"/>
              <a:t>图例：</a:t>
            </a:r>
          </a:p>
          <a:p>
            <a:pPr>
              <a:buNone/>
            </a:pPr>
            <a:endParaRPr lang="zh-CN" altLang="en-US" b="1" dirty="0"/>
          </a:p>
          <a:p>
            <a:pPr>
              <a:buNone/>
            </a:pPr>
            <a:endParaRPr lang="zh-CN" altLang="en-US" b="1" dirty="0"/>
          </a:p>
          <a:p>
            <a:pPr>
              <a:buNone/>
            </a:pPr>
            <a:endParaRPr lang="zh-CN" altLang="en-US" b="1" dirty="0"/>
          </a:p>
          <a:p>
            <a:pPr>
              <a:buNone/>
            </a:pPr>
            <a:endParaRPr lang="zh-CN" altLang="en-US" b="1" dirty="0"/>
          </a:p>
          <a:p>
            <a:pPr algn="ctr">
              <a:buNone/>
            </a:pPr>
            <a:endParaRPr lang="zh-CN" altLang="en-US" b="1" dirty="0"/>
          </a:p>
          <a:p>
            <a:pPr algn="ctr">
              <a:buNone/>
            </a:pPr>
            <a:endParaRPr lang="zh-CN" altLang="en-US" b="1" dirty="0"/>
          </a:p>
          <a:p>
            <a:pPr algn="ctr">
              <a:buNone/>
            </a:pPr>
            <a:r>
              <a:rPr lang="zh-CN" altLang="en-US" b="1" dirty="0"/>
              <a:t>样本空间经过核映射后的特征空间</a:t>
            </a:r>
          </a:p>
        </p:txBody>
      </p:sp>
      <p:graphicFrame>
        <p:nvGraphicFramePr>
          <p:cNvPr id="58370" name="Object 2"/>
          <p:cNvGraphicFramePr>
            <a:graphicFrameLocks noChangeAspect="1"/>
          </p:cNvGraphicFramePr>
          <p:nvPr/>
        </p:nvGraphicFramePr>
        <p:xfrm>
          <a:off x="1150938" y="1752600"/>
          <a:ext cx="7604125" cy="2779713"/>
        </p:xfrm>
        <a:graphic>
          <a:graphicData uri="http://schemas.openxmlformats.org/presentationml/2006/ole">
            <mc:AlternateContent xmlns:mc="http://schemas.openxmlformats.org/markup-compatibility/2006">
              <mc:Choice xmlns:v="urn:schemas-microsoft-com:vml" Requires="v">
                <p:oleObj spid="_x0000_s28767" r:id="rId3" imgW="7629525" imgH="2505075" progId="Visio.Drawing.11">
                  <p:embed/>
                </p:oleObj>
              </mc:Choice>
              <mc:Fallback>
                <p:oleObj r:id="rId3" imgW="7629525" imgH="2505075" progId="Visio.Drawing.11">
                  <p:embed/>
                  <p:pic>
                    <p:nvPicPr>
                      <p:cNvPr id="0" name="图片 3174"/>
                      <p:cNvPicPr/>
                      <p:nvPr/>
                    </p:nvPicPr>
                    <p:blipFill>
                      <a:blip r:embed="rId4"/>
                      <a:stretch>
                        <a:fillRect/>
                      </a:stretch>
                    </p:blipFill>
                    <p:spPr>
                      <a:xfrm>
                        <a:off x="1150938" y="1752600"/>
                        <a:ext cx="7604125" cy="2779713"/>
                      </a:xfrm>
                      <a:prstGeom prst="rect">
                        <a:avLst/>
                      </a:prstGeom>
                      <a:noFill/>
                      <a:ln w="38100">
                        <a:noFill/>
                        <a:miter/>
                      </a:ln>
                    </p:spPr>
                  </p:pic>
                </p:oleObj>
              </mc:Fallback>
            </mc:AlternateContent>
          </a:graphicData>
        </a:graphic>
      </p:graphicFrame>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p:cNvSpPr>
          <p:nvPr>
            <p:ph idx="1"/>
          </p:nvPr>
        </p:nvSpPr>
        <p:spPr>
          <a:xfrm>
            <a:off x="685800" y="896938"/>
            <a:ext cx="7772400" cy="4835525"/>
          </a:xfrm>
        </p:spPr>
        <p:txBody>
          <a:bodyPr vert="horz" wrap="square" lIns="75301" tIns="37650" rIns="75301" bIns="37650" numCol="1" anchor="t" anchorCtr="0" compatLnSpc="1"/>
          <a:lstStyle/>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对于给定的训练数据集                                           ，每一个    对应于一个特征向量，我们将任意两个向量    和    代入核函数中，得到                   ，因此我们可以得到一个         的核函数矩阵，我们用    表示。若          是有效的核函数，那么根据核函数的定义：</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即    一定是一个</a:t>
            </a:r>
            <a:r>
              <a:rPr kumimoji="1" lang="zh-CN" altLang="en-US" sz="2000" b="1" i="0" u="none" strike="noStrike" kern="0" cap="none" spc="0" normalizeH="0" baseline="0" noProof="1">
                <a:ln>
                  <a:noFill/>
                </a:ln>
                <a:solidFill>
                  <a:srgbClr val="0000FF"/>
                </a:solidFill>
                <a:effectLst/>
                <a:uLnTx/>
                <a:uFillTx/>
                <a:latin typeface="+mn-lt"/>
                <a:ea typeface="宋体" panose="02010600030101010101" pitchFamily="2" charset="-122"/>
                <a:cs typeface="华文新魏" panose="02010800040101010101" pitchFamily="2" charset="-122"/>
                <a:sym typeface="+mn-ea"/>
              </a:rPr>
              <a:t>对称矩阵</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，令          表示映射函数的第   维属性值，则对于任意的向量    ,有</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just"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即如果           是有效的核函数（即         和              等价），那么在训练集上得到的核函数矩阵     应该是</a:t>
            </a:r>
            <a:r>
              <a:rPr kumimoji="1" lang="zh-CN" altLang="en-US" sz="2000" b="1" i="0" u="none" strike="noStrike" kern="0" cap="none" spc="0" normalizeH="0" baseline="0" noProof="1">
                <a:ln>
                  <a:noFill/>
                </a:ln>
                <a:solidFill>
                  <a:srgbClr val="0000FF"/>
                </a:solidFill>
                <a:effectLst/>
                <a:uLnTx/>
                <a:uFillTx/>
                <a:latin typeface="+mn-lt"/>
                <a:ea typeface="宋体" panose="02010600030101010101" pitchFamily="2" charset="-122"/>
                <a:cs typeface="华文新魏" panose="02010800040101010101" pitchFamily="2" charset="-122"/>
                <a:sym typeface="+mn-ea"/>
              </a:rPr>
              <a:t>半正定</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的。</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p:txBody>
      </p:sp>
      <p:sp>
        <p:nvSpPr>
          <p:cNvPr id="307202" name="Rectangle 2"/>
          <p:cNvSpPr>
            <a:spLocks noGrp="1"/>
          </p:cNvSpPr>
          <p:nvPr>
            <p:ph type="title"/>
          </p:nvPr>
        </p:nvSpPr>
        <p:spPr>
          <a:xfrm>
            <a:off x="817563" y="214313"/>
            <a:ext cx="7793038" cy="1143000"/>
          </a:xfrm>
        </p:spPr>
        <p:txBody>
          <a:bodyPr vert="horz" wrap="square" lIns="75301" tIns="37650" rIns="75301" bIns="3765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sym typeface="+mn-ea"/>
              </a:rPr>
              <a:t>核函数有效性判定</a:t>
            </a:r>
          </a:p>
        </p:txBody>
      </p:sp>
      <p:pic>
        <p:nvPicPr>
          <p:cNvPr id="59395" name="图片 -2147482429"/>
          <p:cNvPicPr>
            <a:picLocks noChangeAspect="1"/>
          </p:cNvPicPr>
          <p:nvPr/>
        </p:nvPicPr>
        <p:blipFill>
          <a:blip r:embed="rId3"/>
          <a:stretch>
            <a:fillRect/>
          </a:stretch>
        </p:blipFill>
        <p:spPr>
          <a:xfrm>
            <a:off x="3667125" y="1273175"/>
            <a:ext cx="2736850" cy="309563"/>
          </a:xfrm>
          <a:prstGeom prst="rect">
            <a:avLst/>
          </a:prstGeom>
          <a:noFill/>
          <a:ln w="9525">
            <a:noFill/>
          </a:ln>
        </p:spPr>
      </p:pic>
      <p:graphicFrame>
        <p:nvGraphicFramePr>
          <p:cNvPr id="59396" name="对象 -2147482242"/>
          <p:cNvGraphicFramePr>
            <a:graphicFrameLocks noChangeAspect="1"/>
          </p:cNvGraphicFramePr>
          <p:nvPr/>
        </p:nvGraphicFramePr>
        <p:xfrm>
          <a:off x="7410450" y="1263650"/>
          <a:ext cx="238125" cy="365125"/>
        </p:xfrm>
        <a:graphic>
          <a:graphicData uri="http://schemas.openxmlformats.org/presentationml/2006/ole">
            <mc:AlternateContent xmlns:mc="http://schemas.openxmlformats.org/markup-compatibility/2006">
              <mc:Choice xmlns:v="urn:schemas-microsoft-com:vml" Requires="v">
                <p:oleObj spid="_x0000_s30601" r:id="rId4" imgW="3962400" imgH="5791200" progId="Equation.DSMT4">
                  <p:embed/>
                </p:oleObj>
              </mc:Choice>
              <mc:Fallback>
                <p:oleObj r:id="rId4" imgW="3962400" imgH="5791200" progId="Equation.DSMT4">
                  <p:embed/>
                  <p:pic>
                    <p:nvPicPr>
                      <p:cNvPr id="0" name="图片 3177"/>
                      <p:cNvPicPr/>
                      <p:nvPr/>
                    </p:nvPicPr>
                    <p:blipFill>
                      <a:blip r:embed="rId5"/>
                      <a:stretch>
                        <a:fillRect/>
                      </a:stretch>
                    </p:blipFill>
                    <p:spPr>
                      <a:xfrm>
                        <a:off x="7410450" y="1263650"/>
                        <a:ext cx="238125" cy="365125"/>
                      </a:xfrm>
                      <a:prstGeom prst="rect">
                        <a:avLst/>
                      </a:prstGeom>
                      <a:noFill/>
                      <a:ln w="38100">
                        <a:noFill/>
                        <a:miter/>
                      </a:ln>
                    </p:spPr>
                  </p:pic>
                </p:oleObj>
              </mc:Fallback>
            </mc:AlternateContent>
          </a:graphicData>
        </a:graphic>
      </p:graphicFrame>
      <p:graphicFrame>
        <p:nvGraphicFramePr>
          <p:cNvPr id="59397" name="对象 -2147482427"/>
          <p:cNvGraphicFramePr>
            <a:graphicFrameLocks noChangeAspect="1"/>
          </p:cNvGraphicFramePr>
          <p:nvPr/>
        </p:nvGraphicFramePr>
        <p:xfrm>
          <a:off x="5397500" y="1492250"/>
          <a:ext cx="284163" cy="434975"/>
        </p:xfrm>
        <a:graphic>
          <a:graphicData uri="http://schemas.openxmlformats.org/presentationml/2006/ole">
            <mc:AlternateContent xmlns:mc="http://schemas.openxmlformats.org/markup-compatibility/2006">
              <mc:Choice xmlns:v="urn:schemas-microsoft-com:vml" Requires="v">
                <p:oleObj spid="_x0000_s30602" r:id="rId6" imgW="3962400" imgH="5791200" progId="Equation.DSMT4">
                  <p:embed/>
                </p:oleObj>
              </mc:Choice>
              <mc:Fallback>
                <p:oleObj r:id="rId6" imgW="3962400" imgH="5791200" progId="Equation.DSMT4">
                  <p:embed/>
                  <p:pic>
                    <p:nvPicPr>
                      <p:cNvPr id="0" name="图片 3170"/>
                      <p:cNvPicPr/>
                      <p:nvPr/>
                    </p:nvPicPr>
                    <p:blipFill>
                      <a:blip r:embed="rId7"/>
                      <a:stretch>
                        <a:fillRect/>
                      </a:stretch>
                    </p:blipFill>
                    <p:spPr>
                      <a:xfrm>
                        <a:off x="5397500" y="1492250"/>
                        <a:ext cx="284163" cy="434975"/>
                      </a:xfrm>
                      <a:prstGeom prst="rect">
                        <a:avLst/>
                      </a:prstGeom>
                      <a:noFill/>
                      <a:ln w="38100">
                        <a:noFill/>
                        <a:miter/>
                      </a:ln>
                    </p:spPr>
                  </p:pic>
                </p:oleObj>
              </mc:Fallback>
            </mc:AlternateContent>
          </a:graphicData>
        </a:graphic>
      </p:graphicFrame>
      <p:graphicFrame>
        <p:nvGraphicFramePr>
          <p:cNvPr id="59398" name="对象 -2147482426"/>
          <p:cNvGraphicFramePr>
            <a:graphicFrameLocks noChangeAspect="1"/>
          </p:cNvGraphicFramePr>
          <p:nvPr/>
        </p:nvGraphicFramePr>
        <p:xfrm>
          <a:off x="5970588" y="1492250"/>
          <a:ext cx="341312" cy="479425"/>
        </p:xfrm>
        <a:graphic>
          <a:graphicData uri="http://schemas.openxmlformats.org/presentationml/2006/ole">
            <mc:AlternateContent xmlns:mc="http://schemas.openxmlformats.org/markup-compatibility/2006">
              <mc:Choice xmlns:v="urn:schemas-microsoft-com:vml" Requires="v">
                <p:oleObj spid="_x0000_s30603" r:id="rId8" imgW="4572000" imgH="6400800" progId="Equation.DSMT4">
                  <p:embed/>
                </p:oleObj>
              </mc:Choice>
              <mc:Fallback>
                <p:oleObj r:id="rId8" imgW="4572000" imgH="6400800" progId="Equation.DSMT4">
                  <p:embed/>
                  <p:pic>
                    <p:nvPicPr>
                      <p:cNvPr id="0" name="图片 3171"/>
                      <p:cNvPicPr/>
                      <p:nvPr/>
                    </p:nvPicPr>
                    <p:blipFill>
                      <a:blip r:embed="rId9"/>
                      <a:stretch>
                        <a:fillRect/>
                      </a:stretch>
                    </p:blipFill>
                    <p:spPr>
                      <a:xfrm>
                        <a:off x="5970588" y="1492250"/>
                        <a:ext cx="341312" cy="479425"/>
                      </a:xfrm>
                      <a:prstGeom prst="rect">
                        <a:avLst/>
                      </a:prstGeom>
                      <a:noFill/>
                      <a:ln w="38100">
                        <a:noFill/>
                        <a:miter/>
                      </a:ln>
                    </p:spPr>
                  </p:pic>
                </p:oleObj>
              </mc:Fallback>
            </mc:AlternateContent>
          </a:graphicData>
        </a:graphic>
      </p:graphicFrame>
      <p:graphicFrame>
        <p:nvGraphicFramePr>
          <p:cNvPr id="59399" name="对象 -2147482425"/>
          <p:cNvGraphicFramePr>
            <a:graphicFrameLocks noChangeAspect="1"/>
          </p:cNvGraphicFramePr>
          <p:nvPr/>
        </p:nvGraphicFramePr>
        <p:xfrm>
          <a:off x="1377950" y="1917700"/>
          <a:ext cx="1168400" cy="300038"/>
        </p:xfrm>
        <a:graphic>
          <a:graphicData uri="http://schemas.openxmlformats.org/presentationml/2006/ole">
            <mc:AlternateContent xmlns:mc="http://schemas.openxmlformats.org/markup-compatibility/2006">
              <mc:Choice xmlns:v="urn:schemas-microsoft-com:vml" Requires="v">
                <p:oleObj spid="_x0000_s30604" r:id="rId10" imgW="24993600" imgH="6400800" progId="Equation.DSMT4">
                  <p:embed/>
                </p:oleObj>
              </mc:Choice>
              <mc:Fallback>
                <p:oleObj r:id="rId10" imgW="24993600" imgH="6400800" progId="Equation.DSMT4">
                  <p:embed/>
                  <p:pic>
                    <p:nvPicPr>
                      <p:cNvPr id="0" name="图片 3178"/>
                      <p:cNvPicPr/>
                      <p:nvPr/>
                    </p:nvPicPr>
                    <p:blipFill>
                      <a:blip r:embed="rId11"/>
                      <a:stretch>
                        <a:fillRect/>
                      </a:stretch>
                    </p:blipFill>
                    <p:spPr>
                      <a:xfrm>
                        <a:off x="1377950" y="1917700"/>
                        <a:ext cx="1168400" cy="300038"/>
                      </a:xfrm>
                      <a:prstGeom prst="rect">
                        <a:avLst/>
                      </a:prstGeom>
                      <a:noFill/>
                      <a:ln w="38100">
                        <a:noFill/>
                        <a:miter/>
                      </a:ln>
                    </p:spPr>
                  </p:pic>
                </p:oleObj>
              </mc:Fallback>
            </mc:AlternateContent>
          </a:graphicData>
        </a:graphic>
      </p:graphicFrame>
      <p:graphicFrame>
        <p:nvGraphicFramePr>
          <p:cNvPr id="59400" name="对象 -2147482424"/>
          <p:cNvGraphicFramePr>
            <a:graphicFrameLocks noChangeAspect="1"/>
          </p:cNvGraphicFramePr>
          <p:nvPr/>
        </p:nvGraphicFramePr>
        <p:xfrm>
          <a:off x="5330825" y="1971675"/>
          <a:ext cx="639763" cy="225425"/>
        </p:xfrm>
        <a:graphic>
          <a:graphicData uri="http://schemas.openxmlformats.org/presentationml/2006/ole">
            <mc:AlternateContent xmlns:mc="http://schemas.openxmlformats.org/markup-compatibility/2006">
              <mc:Choice xmlns:v="urn:schemas-microsoft-com:vml" Requires="v">
                <p:oleObj spid="_x0000_s30605" r:id="rId12" imgW="10668000" imgH="3962400" progId="Equation.DSMT4">
                  <p:embed/>
                </p:oleObj>
              </mc:Choice>
              <mc:Fallback>
                <p:oleObj r:id="rId12" imgW="10668000" imgH="3962400" progId="Equation.DSMT4">
                  <p:embed/>
                  <p:pic>
                    <p:nvPicPr>
                      <p:cNvPr id="0" name="图片 3173"/>
                      <p:cNvPicPr/>
                      <p:nvPr/>
                    </p:nvPicPr>
                    <p:blipFill>
                      <a:blip r:embed="rId13"/>
                      <a:stretch>
                        <a:fillRect/>
                      </a:stretch>
                    </p:blipFill>
                    <p:spPr>
                      <a:xfrm>
                        <a:off x="5330825" y="1971675"/>
                        <a:ext cx="639763" cy="225425"/>
                      </a:xfrm>
                      <a:prstGeom prst="rect">
                        <a:avLst/>
                      </a:prstGeom>
                      <a:noFill/>
                      <a:ln w="38100">
                        <a:noFill/>
                        <a:miter/>
                      </a:ln>
                    </p:spPr>
                  </p:pic>
                </p:oleObj>
              </mc:Fallback>
            </mc:AlternateContent>
          </a:graphicData>
        </a:graphic>
      </p:graphicFrame>
      <p:pic>
        <p:nvPicPr>
          <p:cNvPr id="59401" name="图片 -2147482423"/>
          <p:cNvPicPr>
            <a:picLocks noChangeAspect="1"/>
          </p:cNvPicPr>
          <p:nvPr/>
        </p:nvPicPr>
        <p:blipFill>
          <a:blip r:embed="rId14"/>
          <a:stretch>
            <a:fillRect/>
          </a:stretch>
        </p:blipFill>
        <p:spPr>
          <a:xfrm>
            <a:off x="1377950" y="2268538"/>
            <a:ext cx="258763" cy="258762"/>
          </a:xfrm>
          <a:prstGeom prst="rect">
            <a:avLst/>
          </a:prstGeom>
          <a:noFill/>
          <a:ln w="9525">
            <a:noFill/>
          </a:ln>
        </p:spPr>
      </p:pic>
      <p:pic>
        <p:nvPicPr>
          <p:cNvPr id="59402" name="图片 -2147482422"/>
          <p:cNvPicPr>
            <a:picLocks noChangeAspect="1"/>
          </p:cNvPicPr>
          <p:nvPr/>
        </p:nvPicPr>
        <p:blipFill>
          <a:blip r:embed="rId15"/>
          <a:stretch>
            <a:fillRect/>
          </a:stretch>
        </p:blipFill>
        <p:spPr>
          <a:xfrm>
            <a:off x="2654300" y="2265363"/>
            <a:ext cx="619125" cy="261937"/>
          </a:xfrm>
          <a:prstGeom prst="rect">
            <a:avLst/>
          </a:prstGeom>
          <a:noFill/>
          <a:ln w="9525">
            <a:noFill/>
          </a:ln>
        </p:spPr>
      </p:pic>
      <p:graphicFrame>
        <p:nvGraphicFramePr>
          <p:cNvPr id="59403" name="对象 -2147482421"/>
          <p:cNvGraphicFramePr>
            <a:graphicFrameLocks noChangeAspect="1"/>
          </p:cNvGraphicFramePr>
          <p:nvPr/>
        </p:nvGraphicFramePr>
        <p:xfrm>
          <a:off x="2098675" y="2536825"/>
          <a:ext cx="4484688" cy="387350"/>
        </p:xfrm>
        <a:graphic>
          <a:graphicData uri="http://schemas.openxmlformats.org/presentationml/2006/ole">
            <mc:AlternateContent xmlns:mc="http://schemas.openxmlformats.org/markup-compatibility/2006">
              <mc:Choice xmlns:v="urn:schemas-microsoft-com:vml" Requires="v">
                <p:oleObj spid="_x0000_s30606" r:id="rId16" imgW="81991200" imgH="7010400" progId="Equation.DSMT4">
                  <p:embed/>
                </p:oleObj>
              </mc:Choice>
              <mc:Fallback>
                <p:oleObj r:id="rId16" imgW="81991200" imgH="7010400" progId="Equation.DSMT4">
                  <p:embed/>
                  <p:pic>
                    <p:nvPicPr>
                      <p:cNvPr id="0" name="图片 3172"/>
                      <p:cNvPicPr/>
                      <p:nvPr/>
                    </p:nvPicPr>
                    <p:blipFill>
                      <a:blip r:embed="rId17"/>
                      <a:stretch>
                        <a:fillRect/>
                      </a:stretch>
                    </p:blipFill>
                    <p:spPr>
                      <a:xfrm>
                        <a:off x="2098675" y="2536825"/>
                        <a:ext cx="4484688" cy="387350"/>
                      </a:xfrm>
                      <a:prstGeom prst="rect">
                        <a:avLst/>
                      </a:prstGeom>
                      <a:noFill/>
                      <a:ln w="38100">
                        <a:noFill/>
                        <a:miter/>
                      </a:ln>
                    </p:spPr>
                  </p:pic>
                </p:oleObj>
              </mc:Fallback>
            </mc:AlternateContent>
          </a:graphicData>
        </a:graphic>
      </p:graphicFrame>
      <p:pic>
        <p:nvPicPr>
          <p:cNvPr id="59404" name="图片 -2147482420"/>
          <p:cNvPicPr>
            <a:picLocks noChangeAspect="1"/>
          </p:cNvPicPr>
          <p:nvPr/>
        </p:nvPicPr>
        <p:blipFill>
          <a:blip r:embed="rId14"/>
          <a:stretch>
            <a:fillRect/>
          </a:stretch>
        </p:blipFill>
        <p:spPr>
          <a:xfrm>
            <a:off x="1377950" y="2951163"/>
            <a:ext cx="238125" cy="236537"/>
          </a:xfrm>
          <a:prstGeom prst="rect">
            <a:avLst/>
          </a:prstGeom>
          <a:noFill/>
          <a:ln w="9525">
            <a:noFill/>
          </a:ln>
        </p:spPr>
      </p:pic>
      <p:pic>
        <p:nvPicPr>
          <p:cNvPr id="59405" name="图片 -2147482419"/>
          <p:cNvPicPr>
            <a:picLocks noChangeAspect="1"/>
          </p:cNvPicPr>
          <p:nvPr/>
        </p:nvPicPr>
        <p:blipFill>
          <a:blip r:embed="rId18"/>
          <a:stretch>
            <a:fillRect/>
          </a:stretch>
        </p:blipFill>
        <p:spPr>
          <a:xfrm>
            <a:off x="4452938" y="2951163"/>
            <a:ext cx="523875" cy="315912"/>
          </a:xfrm>
          <a:prstGeom prst="rect">
            <a:avLst/>
          </a:prstGeom>
          <a:noFill/>
          <a:ln w="9525">
            <a:noFill/>
          </a:ln>
        </p:spPr>
      </p:pic>
      <p:pic>
        <p:nvPicPr>
          <p:cNvPr id="59406" name="图片 -2147482418"/>
          <p:cNvPicPr>
            <a:picLocks noChangeAspect="1"/>
          </p:cNvPicPr>
          <p:nvPr/>
        </p:nvPicPr>
        <p:blipFill>
          <a:blip r:embed="rId19"/>
          <a:stretch>
            <a:fillRect/>
          </a:stretch>
        </p:blipFill>
        <p:spPr>
          <a:xfrm>
            <a:off x="7045325" y="2959100"/>
            <a:ext cx="227013" cy="301625"/>
          </a:xfrm>
          <a:prstGeom prst="rect">
            <a:avLst/>
          </a:prstGeom>
          <a:noFill/>
          <a:ln w="9525">
            <a:noFill/>
          </a:ln>
        </p:spPr>
      </p:pic>
      <p:pic>
        <p:nvPicPr>
          <p:cNvPr id="59407" name="图片 -2147482417"/>
          <p:cNvPicPr>
            <a:picLocks noChangeAspect="1"/>
          </p:cNvPicPr>
          <p:nvPr/>
        </p:nvPicPr>
        <p:blipFill>
          <a:blip r:embed="rId20"/>
          <a:stretch>
            <a:fillRect/>
          </a:stretch>
        </p:blipFill>
        <p:spPr>
          <a:xfrm>
            <a:off x="3032125" y="3308350"/>
            <a:ext cx="241300" cy="241300"/>
          </a:xfrm>
          <a:prstGeom prst="rect">
            <a:avLst/>
          </a:prstGeom>
          <a:noFill/>
          <a:ln w="9525">
            <a:noFill/>
          </a:ln>
        </p:spPr>
      </p:pic>
      <p:graphicFrame>
        <p:nvGraphicFramePr>
          <p:cNvPr id="59408" name="对象 -2147482241"/>
          <p:cNvGraphicFramePr>
            <a:graphicFrameLocks noChangeAspect="1"/>
          </p:cNvGraphicFramePr>
          <p:nvPr/>
        </p:nvGraphicFramePr>
        <p:xfrm>
          <a:off x="3032125" y="3549650"/>
          <a:ext cx="2892425" cy="2325688"/>
        </p:xfrm>
        <a:graphic>
          <a:graphicData uri="http://schemas.openxmlformats.org/presentationml/2006/ole">
            <mc:AlternateContent xmlns:mc="http://schemas.openxmlformats.org/markup-compatibility/2006">
              <mc:Choice xmlns:v="urn:schemas-microsoft-com:vml" Requires="v">
                <p:oleObj spid="_x0000_s30607" r:id="rId21" imgW="57912000" imgH="46329600" progId="Equation.DSMT4">
                  <p:embed/>
                </p:oleObj>
              </mc:Choice>
              <mc:Fallback>
                <p:oleObj r:id="rId21" imgW="57912000" imgH="46329600" progId="Equation.DSMT4">
                  <p:embed/>
                  <p:pic>
                    <p:nvPicPr>
                      <p:cNvPr id="0" name="图片 3182"/>
                      <p:cNvPicPr/>
                      <p:nvPr/>
                    </p:nvPicPr>
                    <p:blipFill>
                      <a:blip r:embed="rId22"/>
                      <a:stretch>
                        <a:fillRect/>
                      </a:stretch>
                    </p:blipFill>
                    <p:spPr>
                      <a:xfrm>
                        <a:off x="3032125" y="3549650"/>
                        <a:ext cx="2892425" cy="2325688"/>
                      </a:xfrm>
                      <a:prstGeom prst="rect">
                        <a:avLst/>
                      </a:prstGeom>
                      <a:noFill/>
                      <a:ln w="38100">
                        <a:noFill/>
                        <a:miter/>
                      </a:ln>
                    </p:spPr>
                  </p:pic>
                </p:oleObj>
              </mc:Fallback>
            </mc:AlternateContent>
          </a:graphicData>
        </a:graphic>
      </p:graphicFrame>
      <p:graphicFrame>
        <p:nvGraphicFramePr>
          <p:cNvPr id="59409" name="对象 -2147482415"/>
          <p:cNvGraphicFramePr>
            <a:graphicFrameLocks noChangeAspect="1"/>
          </p:cNvGraphicFramePr>
          <p:nvPr/>
        </p:nvGraphicFramePr>
        <p:xfrm>
          <a:off x="1527175" y="5921375"/>
          <a:ext cx="704850" cy="296863"/>
        </p:xfrm>
        <a:graphic>
          <a:graphicData uri="http://schemas.openxmlformats.org/presentationml/2006/ole">
            <mc:AlternateContent xmlns:mc="http://schemas.openxmlformats.org/markup-compatibility/2006">
              <mc:Choice xmlns:v="urn:schemas-microsoft-com:vml" Requires="v">
                <p:oleObj spid="_x0000_s30608" r:id="rId23" imgW="13106400" imgH="5486400" progId="Equation.DSMT4">
                  <p:embed/>
                </p:oleObj>
              </mc:Choice>
              <mc:Fallback>
                <p:oleObj r:id="rId23" imgW="13106400" imgH="5486400" progId="Equation.DSMT4">
                  <p:embed/>
                  <p:pic>
                    <p:nvPicPr>
                      <p:cNvPr id="0" name="图片 3183"/>
                      <p:cNvPicPr/>
                      <p:nvPr/>
                    </p:nvPicPr>
                    <p:blipFill>
                      <a:blip r:embed="rId15"/>
                      <a:stretch>
                        <a:fillRect/>
                      </a:stretch>
                    </p:blipFill>
                    <p:spPr>
                      <a:xfrm>
                        <a:off x="1527175" y="5921375"/>
                        <a:ext cx="704850" cy="296863"/>
                      </a:xfrm>
                      <a:prstGeom prst="rect">
                        <a:avLst/>
                      </a:prstGeom>
                      <a:noFill/>
                      <a:ln w="38100">
                        <a:noFill/>
                        <a:miter/>
                      </a:ln>
                    </p:spPr>
                  </p:pic>
                </p:oleObj>
              </mc:Fallback>
            </mc:AlternateContent>
          </a:graphicData>
        </a:graphic>
      </p:graphicFrame>
      <p:graphicFrame>
        <p:nvGraphicFramePr>
          <p:cNvPr id="59410" name="对象 -2147482414"/>
          <p:cNvGraphicFramePr>
            <a:graphicFrameLocks noChangeAspect="1"/>
          </p:cNvGraphicFramePr>
          <p:nvPr/>
        </p:nvGraphicFramePr>
        <p:xfrm>
          <a:off x="4575175" y="5913438"/>
          <a:ext cx="619125" cy="260350"/>
        </p:xfrm>
        <a:graphic>
          <a:graphicData uri="http://schemas.openxmlformats.org/presentationml/2006/ole">
            <mc:AlternateContent xmlns:mc="http://schemas.openxmlformats.org/markup-compatibility/2006">
              <mc:Choice xmlns:v="urn:schemas-microsoft-com:vml" Requires="v">
                <p:oleObj spid="_x0000_s30609" r:id="rId24" imgW="13106400" imgH="5486400" progId="Equation.DSMT4">
                  <p:embed/>
                </p:oleObj>
              </mc:Choice>
              <mc:Fallback>
                <p:oleObj r:id="rId24" imgW="13106400" imgH="5486400" progId="Equation.DSMT4">
                  <p:embed/>
                  <p:pic>
                    <p:nvPicPr>
                      <p:cNvPr id="0" name="图片 3185"/>
                      <p:cNvPicPr/>
                      <p:nvPr/>
                    </p:nvPicPr>
                    <p:blipFill>
                      <a:blip r:embed="rId15"/>
                      <a:stretch>
                        <a:fillRect/>
                      </a:stretch>
                    </p:blipFill>
                    <p:spPr>
                      <a:xfrm>
                        <a:off x="4575175" y="5913438"/>
                        <a:ext cx="619125" cy="260350"/>
                      </a:xfrm>
                      <a:prstGeom prst="rect">
                        <a:avLst/>
                      </a:prstGeom>
                      <a:noFill/>
                      <a:ln w="38100">
                        <a:noFill/>
                        <a:miter/>
                      </a:ln>
                    </p:spPr>
                  </p:pic>
                </p:oleObj>
              </mc:Fallback>
            </mc:AlternateContent>
          </a:graphicData>
        </a:graphic>
      </p:graphicFrame>
      <p:graphicFrame>
        <p:nvGraphicFramePr>
          <p:cNvPr id="59411" name="对象 -2147482413"/>
          <p:cNvGraphicFramePr>
            <a:graphicFrameLocks noChangeAspect="1"/>
          </p:cNvGraphicFramePr>
          <p:nvPr/>
        </p:nvGraphicFramePr>
        <p:xfrm>
          <a:off x="5468938" y="5875338"/>
          <a:ext cx="842962" cy="298450"/>
        </p:xfrm>
        <a:graphic>
          <a:graphicData uri="http://schemas.openxmlformats.org/presentationml/2006/ole">
            <mc:AlternateContent xmlns:mc="http://schemas.openxmlformats.org/markup-compatibility/2006">
              <mc:Choice xmlns:v="urn:schemas-microsoft-com:vml" Requires="v">
                <p:oleObj spid="_x0000_s30610" r:id="rId25" imgW="17983200" imgH="6400800" progId="Equation.DSMT4">
                  <p:embed/>
                </p:oleObj>
              </mc:Choice>
              <mc:Fallback>
                <p:oleObj r:id="rId25" imgW="17983200" imgH="6400800" progId="Equation.DSMT4">
                  <p:embed/>
                  <p:pic>
                    <p:nvPicPr>
                      <p:cNvPr id="0" name="图片 3184"/>
                      <p:cNvPicPr/>
                      <p:nvPr/>
                    </p:nvPicPr>
                    <p:blipFill>
                      <a:blip r:embed="rId26"/>
                      <a:stretch>
                        <a:fillRect/>
                      </a:stretch>
                    </p:blipFill>
                    <p:spPr>
                      <a:xfrm>
                        <a:off x="5468938" y="5875338"/>
                        <a:ext cx="842962" cy="298450"/>
                      </a:xfrm>
                      <a:prstGeom prst="rect">
                        <a:avLst/>
                      </a:prstGeom>
                      <a:noFill/>
                      <a:ln w="38100">
                        <a:noFill/>
                        <a:miter/>
                      </a:ln>
                    </p:spPr>
                  </p:pic>
                </p:oleObj>
              </mc:Fallback>
            </mc:AlternateContent>
          </a:graphicData>
        </a:graphic>
      </p:graphicFrame>
      <p:pic>
        <p:nvPicPr>
          <p:cNvPr id="59412" name="图片 -2147482412"/>
          <p:cNvPicPr>
            <a:picLocks noChangeAspect="1"/>
          </p:cNvPicPr>
          <p:nvPr/>
        </p:nvPicPr>
        <p:blipFill>
          <a:blip r:embed="rId27"/>
          <a:stretch>
            <a:fillRect/>
          </a:stretch>
        </p:blipFill>
        <p:spPr>
          <a:xfrm>
            <a:off x="3600450" y="6232525"/>
            <a:ext cx="239713" cy="241300"/>
          </a:xfrm>
          <a:prstGeom prst="rect">
            <a:avLst/>
          </a:prstGeom>
          <a:noFill/>
          <a:ln w="9525">
            <a:noFill/>
          </a:ln>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p:cNvSpPr>
          <p:nvPr>
            <p:ph idx="1"/>
          </p:nvPr>
        </p:nvSpPr>
        <p:spPr>
          <a:xfrm>
            <a:off x="685800" y="1123950"/>
            <a:ext cx="7772400" cy="4608513"/>
          </a:xfrm>
        </p:spPr>
        <p:txBody>
          <a:bodyPr vert="horz" wrap="square" lIns="75301" tIns="37650" rIns="75301" bIns="37650" numCol="1" anchor="t" anchorCtr="0" compatLnSpc="1"/>
          <a:lstStyle/>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设函数    是一个                 上的映射。如果   是一个有效的核函数，也称为Mercer核函数，那么当且仅当对于训练样本，                                        其对应的</a:t>
            </a:r>
            <a:r>
              <a:rPr kumimoji="1" lang="zh-CN" altLang="en-US" sz="2400" b="1"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sym typeface="+mn-ea"/>
              </a:rPr>
              <a:t>核函数矩阵是对称半正定的</a:t>
            </a:r>
            <a:r>
              <a:rPr kumimoji="1" lang="zh-CN" altLang="en-US"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a:t>
            </a: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4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Mercer定理确保核函数总可以用高维空间中的两个输入向量的点积表示。定理表明为了证明           是有效的核函数，我们不需要寻找    ，只需要在训练样本集上求出核函数矩阵   ，然后判断其是否正定即可。</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p:txBody>
      </p:sp>
      <p:sp>
        <p:nvSpPr>
          <p:cNvPr id="307202" name="Rectangle 2"/>
          <p:cNvSpPr>
            <a:spLocks noGrp="1"/>
          </p:cNvSpPr>
          <p:nvPr>
            <p:ph type="title"/>
          </p:nvPr>
        </p:nvSpPr>
        <p:spPr>
          <a:xfrm>
            <a:off x="809625" y="214313"/>
            <a:ext cx="7793038" cy="1143000"/>
          </a:xfrm>
        </p:spPr>
        <p:txBody>
          <a:bodyPr vert="horz" wrap="square" lIns="75301" tIns="37650" rIns="75301" bIns="3765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sym typeface="+mn-ea"/>
              </a:rPr>
              <a:t>Mercer定理</a:t>
            </a:r>
          </a:p>
        </p:txBody>
      </p:sp>
      <p:pic>
        <p:nvPicPr>
          <p:cNvPr id="60419" name="图片 -2147482410"/>
          <p:cNvPicPr>
            <a:picLocks noChangeAspect="1"/>
          </p:cNvPicPr>
          <p:nvPr/>
        </p:nvPicPr>
        <p:blipFill>
          <a:blip r:embed="rId2"/>
          <a:stretch>
            <a:fillRect/>
          </a:stretch>
        </p:blipFill>
        <p:spPr>
          <a:xfrm>
            <a:off x="2063750" y="1592263"/>
            <a:ext cx="276225" cy="276225"/>
          </a:xfrm>
          <a:prstGeom prst="rect">
            <a:avLst/>
          </a:prstGeom>
          <a:noFill/>
          <a:ln w="9525">
            <a:noFill/>
          </a:ln>
        </p:spPr>
      </p:pic>
      <p:pic>
        <p:nvPicPr>
          <p:cNvPr id="60420" name="图片 385"/>
          <p:cNvPicPr>
            <a:picLocks noChangeAspect="1"/>
          </p:cNvPicPr>
          <p:nvPr/>
        </p:nvPicPr>
        <p:blipFill>
          <a:blip r:embed="rId3"/>
          <a:stretch>
            <a:fillRect/>
          </a:stretch>
        </p:blipFill>
        <p:spPr>
          <a:xfrm>
            <a:off x="3321050" y="1517650"/>
            <a:ext cx="1322388" cy="320675"/>
          </a:xfrm>
          <a:prstGeom prst="rect">
            <a:avLst/>
          </a:prstGeom>
          <a:noFill/>
          <a:ln w="9525">
            <a:noFill/>
          </a:ln>
        </p:spPr>
      </p:pic>
      <p:pic>
        <p:nvPicPr>
          <p:cNvPr id="60421" name="图片 -2147482410"/>
          <p:cNvPicPr>
            <a:picLocks noChangeAspect="1"/>
          </p:cNvPicPr>
          <p:nvPr/>
        </p:nvPicPr>
        <p:blipFill>
          <a:blip r:embed="rId2"/>
          <a:stretch>
            <a:fillRect/>
          </a:stretch>
        </p:blipFill>
        <p:spPr>
          <a:xfrm>
            <a:off x="6646863" y="1579563"/>
            <a:ext cx="288925" cy="288925"/>
          </a:xfrm>
          <a:prstGeom prst="rect">
            <a:avLst/>
          </a:prstGeom>
          <a:noFill/>
          <a:ln w="9525">
            <a:noFill/>
          </a:ln>
        </p:spPr>
      </p:pic>
      <p:pic>
        <p:nvPicPr>
          <p:cNvPr id="60422" name="图片 -2147482407"/>
          <p:cNvPicPr>
            <a:picLocks noChangeAspect="1"/>
          </p:cNvPicPr>
          <p:nvPr/>
        </p:nvPicPr>
        <p:blipFill>
          <a:blip r:embed="rId4"/>
          <a:stretch>
            <a:fillRect/>
          </a:stretch>
        </p:blipFill>
        <p:spPr>
          <a:xfrm>
            <a:off x="2763838" y="2274888"/>
            <a:ext cx="3016250" cy="342900"/>
          </a:xfrm>
          <a:prstGeom prst="rect">
            <a:avLst/>
          </a:prstGeom>
          <a:noFill/>
          <a:ln w="9525">
            <a:noFill/>
          </a:ln>
        </p:spPr>
      </p:pic>
      <p:pic>
        <p:nvPicPr>
          <p:cNvPr id="60423" name="图片 -2147482406"/>
          <p:cNvPicPr>
            <a:picLocks noChangeAspect="1"/>
          </p:cNvPicPr>
          <p:nvPr/>
        </p:nvPicPr>
        <p:blipFill>
          <a:blip r:embed="rId5"/>
          <a:stretch>
            <a:fillRect/>
          </a:stretch>
        </p:blipFill>
        <p:spPr>
          <a:xfrm>
            <a:off x="6340475" y="3500438"/>
            <a:ext cx="790575" cy="333375"/>
          </a:xfrm>
          <a:prstGeom prst="rect">
            <a:avLst/>
          </a:prstGeom>
          <a:noFill/>
          <a:ln w="9525">
            <a:noFill/>
          </a:ln>
        </p:spPr>
      </p:pic>
      <p:pic>
        <p:nvPicPr>
          <p:cNvPr id="60424" name="图片 -2147482405"/>
          <p:cNvPicPr>
            <a:picLocks noChangeAspect="1"/>
          </p:cNvPicPr>
          <p:nvPr/>
        </p:nvPicPr>
        <p:blipFill>
          <a:blip r:embed="rId6"/>
          <a:stretch>
            <a:fillRect/>
          </a:stretch>
        </p:blipFill>
        <p:spPr>
          <a:xfrm>
            <a:off x="4518025" y="3763963"/>
            <a:ext cx="260350" cy="400050"/>
          </a:xfrm>
          <a:prstGeom prst="rect">
            <a:avLst/>
          </a:prstGeom>
          <a:noFill/>
          <a:ln w="9525">
            <a:noFill/>
          </a:ln>
        </p:spPr>
      </p:pic>
      <p:pic>
        <p:nvPicPr>
          <p:cNvPr id="60425" name="图片 -2147482404"/>
          <p:cNvPicPr>
            <a:picLocks noChangeAspect="1"/>
          </p:cNvPicPr>
          <p:nvPr/>
        </p:nvPicPr>
        <p:blipFill>
          <a:blip r:embed="rId2"/>
          <a:stretch>
            <a:fillRect/>
          </a:stretch>
        </p:blipFill>
        <p:spPr>
          <a:xfrm>
            <a:off x="3240088" y="4208463"/>
            <a:ext cx="301625" cy="300037"/>
          </a:xfrm>
          <a:prstGeom prst="rect">
            <a:avLst/>
          </a:prstGeom>
          <a:noFill/>
          <a:ln w="9525">
            <a:noFill/>
          </a:ln>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p:cNvSpPr>
          <p:nvPr>
            <p:ph idx="1"/>
          </p:nvPr>
        </p:nvSpPr>
        <p:spPr>
          <a:xfrm>
            <a:off x="685800" y="1123950"/>
            <a:ext cx="7772400" cy="5113338"/>
          </a:xfrm>
        </p:spPr>
        <p:txBody>
          <a:bodyPr vert="horz" wrap="square" lIns="75301" tIns="37650" rIns="75301" bIns="37650" numCol="1" anchor="t" anchorCtr="0" compatLnSpc="1"/>
          <a:lstStyle/>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线性核函数</a:t>
            </a: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多项式核函数</a:t>
            </a: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高斯核函数</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p:txBody>
      </p:sp>
      <p:sp>
        <p:nvSpPr>
          <p:cNvPr id="307202" name="Rectangle 2"/>
          <p:cNvSpPr>
            <a:spLocks noGrp="1"/>
          </p:cNvSpPr>
          <p:nvPr>
            <p:ph type="title"/>
          </p:nvPr>
        </p:nvSpPr>
        <p:spPr>
          <a:xfrm>
            <a:off x="809625" y="214313"/>
            <a:ext cx="7793038" cy="1143000"/>
          </a:xfrm>
        </p:spPr>
        <p:txBody>
          <a:bodyPr vert="horz" wrap="square" lIns="75301" tIns="37650" rIns="75301" bIns="3765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sym typeface="+mn-ea"/>
              </a:rPr>
              <a:t>常用的核函数</a:t>
            </a:r>
          </a:p>
        </p:txBody>
      </p:sp>
      <p:graphicFrame>
        <p:nvGraphicFramePr>
          <p:cNvPr id="61443" name="对象 -2147482403"/>
          <p:cNvGraphicFramePr>
            <a:graphicFrameLocks noChangeAspect="1"/>
          </p:cNvGraphicFramePr>
          <p:nvPr/>
        </p:nvGraphicFramePr>
        <p:xfrm>
          <a:off x="3360738" y="1846263"/>
          <a:ext cx="1601787" cy="414337"/>
        </p:xfrm>
        <a:graphic>
          <a:graphicData uri="http://schemas.openxmlformats.org/presentationml/2006/ole">
            <mc:AlternateContent xmlns:mc="http://schemas.openxmlformats.org/markup-compatibility/2006">
              <mc:Choice xmlns:v="urn:schemas-microsoft-com:vml" Requires="v">
                <p:oleObj spid="_x0000_s30907" r:id="rId3" imgW="20726400" imgH="4876800" progId="Equation.DSMT4">
                  <p:embed/>
                </p:oleObj>
              </mc:Choice>
              <mc:Fallback>
                <p:oleObj r:id="rId3" imgW="20726400" imgH="4876800" progId="Equation.DSMT4">
                  <p:embed/>
                  <p:pic>
                    <p:nvPicPr>
                      <p:cNvPr id="0" name="图片 3181"/>
                      <p:cNvPicPr/>
                      <p:nvPr/>
                    </p:nvPicPr>
                    <p:blipFill>
                      <a:blip r:embed="rId4"/>
                      <a:stretch>
                        <a:fillRect/>
                      </a:stretch>
                    </p:blipFill>
                    <p:spPr>
                      <a:xfrm>
                        <a:off x="3360738" y="1846263"/>
                        <a:ext cx="1601787" cy="414337"/>
                      </a:xfrm>
                      <a:prstGeom prst="rect">
                        <a:avLst/>
                      </a:prstGeom>
                      <a:noFill/>
                      <a:ln w="38100">
                        <a:noFill/>
                        <a:miter/>
                      </a:ln>
                    </p:spPr>
                  </p:pic>
                </p:oleObj>
              </mc:Fallback>
            </mc:AlternateContent>
          </a:graphicData>
        </a:graphic>
      </p:graphicFrame>
      <p:graphicFrame>
        <p:nvGraphicFramePr>
          <p:cNvPr id="61444" name="对象 -2147482402"/>
          <p:cNvGraphicFramePr>
            <a:graphicFrameLocks noChangeAspect="1"/>
          </p:cNvGraphicFramePr>
          <p:nvPr/>
        </p:nvGraphicFramePr>
        <p:xfrm>
          <a:off x="3171825" y="2557463"/>
          <a:ext cx="2182813" cy="406400"/>
        </p:xfrm>
        <a:graphic>
          <a:graphicData uri="http://schemas.openxmlformats.org/presentationml/2006/ole">
            <mc:AlternateContent xmlns:mc="http://schemas.openxmlformats.org/markup-compatibility/2006">
              <mc:Choice xmlns:v="urn:schemas-microsoft-com:vml" Requires="v">
                <p:oleObj spid="_x0000_s30908" r:id="rId5" imgW="29260800" imgH="5486400" progId="Equation.DSMT4">
                  <p:embed/>
                </p:oleObj>
              </mc:Choice>
              <mc:Fallback>
                <p:oleObj r:id="rId5" imgW="29260800" imgH="5486400" progId="Equation.DSMT4">
                  <p:embed/>
                  <p:pic>
                    <p:nvPicPr>
                      <p:cNvPr id="0" name="图片 3180"/>
                      <p:cNvPicPr/>
                      <p:nvPr/>
                    </p:nvPicPr>
                    <p:blipFill>
                      <a:blip r:embed="rId6"/>
                      <a:stretch>
                        <a:fillRect/>
                      </a:stretch>
                    </p:blipFill>
                    <p:spPr>
                      <a:xfrm>
                        <a:off x="3171825" y="2557463"/>
                        <a:ext cx="2182813" cy="406400"/>
                      </a:xfrm>
                      <a:prstGeom prst="rect">
                        <a:avLst/>
                      </a:prstGeom>
                      <a:noFill/>
                      <a:ln w="38100">
                        <a:noFill/>
                        <a:miter/>
                      </a:ln>
                    </p:spPr>
                  </p:pic>
                </p:oleObj>
              </mc:Fallback>
            </mc:AlternateContent>
          </a:graphicData>
        </a:graphic>
      </p:graphicFrame>
      <p:pic>
        <p:nvPicPr>
          <p:cNvPr id="61445" name="图片 -2147482401"/>
          <p:cNvPicPr>
            <a:picLocks noChangeAspect="1"/>
          </p:cNvPicPr>
          <p:nvPr/>
        </p:nvPicPr>
        <p:blipFill>
          <a:blip r:embed="rId7"/>
          <a:stretch>
            <a:fillRect/>
          </a:stretch>
        </p:blipFill>
        <p:spPr>
          <a:xfrm>
            <a:off x="3035300" y="3114675"/>
            <a:ext cx="2457450" cy="628650"/>
          </a:xfrm>
          <a:prstGeom prst="rect">
            <a:avLst/>
          </a:prstGeom>
          <a:noFill/>
          <a:ln w="9525">
            <a:noFill/>
          </a:ln>
        </p:spPr>
      </p:pic>
      <p:pic>
        <p:nvPicPr>
          <p:cNvPr id="2" name="图片 1"/>
          <p:cNvPicPr>
            <a:picLocks noChangeAspect="1"/>
          </p:cNvPicPr>
          <p:nvPr/>
        </p:nvPicPr>
        <p:blipFill>
          <a:blip r:embed="rId8"/>
          <a:stretch>
            <a:fillRect/>
          </a:stretch>
        </p:blipFill>
        <p:spPr>
          <a:xfrm>
            <a:off x="4706144" y="4271467"/>
            <a:ext cx="3635935" cy="2041227"/>
          </a:xfrm>
          <a:prstGeom prst="rect">
            <a:avLst/>
          </a:prstGeom>
          <a:ln w="15875">
            <a:solidFill>
              <a:schemeClr val="accent1"/>
            </a:solidFill>
          </a:ln>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827740" y="1124840"/>
            <a:ext cx="7846907" cy="5175872"/>
          </a:xfrm>
          <a:prstGeom prst="rect">
            <a:avLst/>
          </a:prstGeom>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323705" y="292219"/>
            <a:ext cx="8637930" cy="6533256"/>
          </a:xfrm>
          <a:prstGeom prst="rect">
            <a:avLst/>
          </a:prstGeom>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737892" y="1196845"/>
            <a:ext cx="7668215" cy="4538175"/>
          </a:xfrm>
          <a:prstGeom prst="rect">
            <a:avLst/>
          </a:prstGeom>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61580" y="1124840"/>
            <a:ext cx="8820840" cy="4859680"/>
          </a:xfrm>
          <a:prstGeom prst="rect">
            <a:avLst/>
          </a:prstGeom>
        </p:spPr>
      </p:pic>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68166" y="1412860"/>
            <a:ext cx="8807667" cy="4464310"/>
          </a:xfrm>
          <a:prstGeom prst="rect">
            <a:avLst/>
          </a:prstGeom>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3"/>
          <p:cNvSpPr>
            <a:spLocks noGrp="1"/>
          </p:cNvSpPr>
          <p:nvPr>
            <p:ph idx="1"/>
          </p:nvPr>
        </p:nvSpPr>
        <p:spPr>
          <a:xfrm>
            <a:off x="685800" y="1123950"/>
            <a:ext cx="7772400" cy="4608513"/>
          </a:xfrm>
        </p:spPr>
        <p:txBody>
          <a:bodyPr vert="horz" wrap="square" lIns="75301" tIns="37650" rIns="75301" bIns="37650" anchor="t" anchorCtr="0"/>
          <a:lstStyle/>
          <a:p>
            <a:pPr marL="0" indent="0" defTabSz="752475">
              <a:buNone/>
            </a:pPr>
            <a:endParaRPr lang="zh-CN" altLang="en-US" sz="2000" b="1" dirty="0">
              <a:ea typeface="宋体" panose="02010600030101010101" pitchFamily="2" charset="-122"/>
            </a:endParaRPr>
          </a:p>
          <a:p>
            <a:pPr marL="0" indent="0" defTabSz="752475">
              <a:buNone/>
            </a:pPr>
            <a:r>
              <a:rPr lang="zh-CN" altLang="en-US" sz="2000" b="1" dirty="0">
                <a:ea typeface="宋体" panose="02010600030101010101" pitchFamily="2" charset="-122"/>
              </a:rPr>
              <a:t>对于给定的训练数据集，                                        其中，         ，                ，               。 通过选取适当的核函数           和适当的参数    ，构造并求解最优化问题：</a:t>
            </a: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r>
              <a:rPr lang="zh-CN" altLang="en-US" sz="2000" b="1" dirty="0">
                <a:ea typeface="宋体" panose="02010600030101010101" pitchFamily="2" charset="-122"/>
              </a:rPr>
              <a:t>得到最优解                               ，再选择     的一个正分量                    ，计算：</a:t>
            </a:r>
          </a:p>
          <a:p>
            <a:pPr marL="0" indent="0" defTabSz="752475">
              <a:buNone/>
            </a:pPr>
            <a:endParaRPr lang="zh-CN" altLang="en-US" sz="2000" b="1" dirty="0">
              <a:ea typeface="宋体" panose="02010600030101010101" pitchFamily="2" charset="-122"/>
            </a:endParaRPr>
          </a:p>
          <a:p>
            <a:pPr marL="0" indent="0" defTabSz="752475">
              <a:buNone/>
            </a:pPr>
            <a:r>
              <a:rPr lang="zh-CN" altLang="en-US" sz="2000" b="1" dirty="0">
                <a:ea typeface="宋体" panose="02010600030101010101" pitchFamily="2" charset="-122"/>
              </a:rPr>
              <a:t>构造决策函数 </a:t>
            </a:r>
          </a:p>
          <a:p>
            <a:pPr marL="0" indent="0" defTabSz="752475">
              <a:buNone/>
            </a:pPr>
            <a:endParaRPr lang="zh-CN" altLang="en-US" sz="2000" b="1" dirty="0">
              <a:ea typeface="宋体" panose="02010600030101010101" pitchFamily="2" charset="-122"/>
            </a:endParaRPr>
          </a:p>
          <a:p>
            <a:pPr marL="0" indent="0" defTabSz="752475">
              <a:buNone/>
            </a:pPr>
            <a:r>
              <a:rPr lang="zh-CN" altLang="en-US" sz="2000" b="1" dirty="0">
                <a:ea typeface="宋体" panose="02010600030101010101" pitchFamily="2" charset="-122"/>
              </a:rPr>
              <a:t>从而输出分类决策函数，这就是非线性支持向量机的学习算法。</a:t>
            </a:r>
          </a:p>
        </p:txBody>
      </p:sp>
      <p:sp>
        <p:nvSpPr>
          <p:cNvPr id="307202" name="Rectangle 2"/>
          <p:cNvSpPr>
            <a:spLocks noGrp="1"/>
          </p:cNvSpPr>
          <p:nvPr>
            <p:ph type="title"/>
          </p:nvPr>
        </p:nvSpPr>
        <p:spPr>
          <a:xfrm>
            <a:off x="801688" y="290513"/>
            <a:ext cx="7793038" cy="1143000"/>
          </a:xfrm>
        </p:spPr>
        <p:txBody>
          <a:bodyPr vert="horz" wrap="square" lIns="75301" tIns="37650" rIns="75301" bIns="3765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sym typeface="+mn-ea"/>
              </a:rPr>
              <a:t>非线性支持向量机的学习</a:t>
            </a:r>
          </a:p>
        </p:txBody>
      </p:sp>
      <p:graphicFrame>
        <p:nvGraphicFramePr>
          <p:cNvPr id="62467" name="对象 -2147482400"/>
          <p:cNvGraphicFramePr>
            <a:graphicFrameLocks noChangeAspect="1"/>
          </p:cNvGraphicFramePr>
          <p:nvPr/>
        </p:nvGraphicFramePr>
        <p:xfrm>
          <a:off x="3435350" y="1528763"/>
          <a:ext cx="2662238" cy="300037"/>
        </p:xfrm>
        <a:graphic>
          <a:graphicData uri="http://schemas.openxmlformats.org/presentationml/2006/ole">
            <mc:AlternateContent xmlns:mc="http://schemas.openxmlformats.org/markup-compatibility/2006">
              <mc:Choice xmlns:v="urn:schemas-microsoft-com:vml" Requires="v">
                <p:oleObj spid="_x0000_s32559" r:id="rId3" imgW="48463200" imgH="5486400" progId="Equation.DSMT4">
                  <p:embed/>
                </p:oleObj>
              </mc:Choice>
              <mc:Fallback>
                <p:oleObj r:id="rId3" imgW="48463200" imgH="5486400" progId="Equation.DSMT4">
                  <p:embed/>
                  <p:pic>
                    <p:nvPicPr>
                      <p:cNvPr id="0" name="图片 3187"/>
                      <p:cNvPicPr/>
                      <p:nvPr/>
                    </p:nvPicPr>
                    <p:blipFill>
                      <a:blip r:embed="rId4"/>
                      <a:stretch>
                        <a:fillRect/>
                      </a:stretch>
                    </p:blipFill>
                    <p:spPr>
                      <a:xfrm>
                        <a:off x="3435350" y="1528763"/>
                        <a:ext cx="2662238" cy="300037"/>
                      </a:xfrm>
                      <a:prstGeom prst="rect">
                        <a:avLst/>
                      </a:prstGeom>
                      <a:noFill/>
                      <a:ln w="38100">
                        <a:noFill/>
                        <a:miter/>
                      </a:ln>
                    </p:spPr>
                  </p:pic>
                </p:oleObj>
              </mc:Fallback>
            </mc:AlternateContent>
          </a:graphicData>
        </a:graphic>
      </p:graphicFrame>
      <p:graphicFrame>
        <p:nvGraphicFramePr>
          <p:cNvPr id="62468" name="对象 -2147482239"/>
          <p:cNvGraphicFramePr>
            <a:graphicFrameLocks noChangeAspect="1"/>
          </p:cNvGraphicFramePr>
          <p:nvPr/>
        </p:nvGraphicFramePr>
        <p:xfrm>
          <a:off x="6718300" y="1495425"/>
          <a:ext cx="693738" cy="354013"/>
        </p:xfrm>
        <a:graphic>
          <a:graphicData uri="http://schemas.openxmlformats.org/presentationml/2006/ole">
            <mc:AlternateContent xmlns:mc="http://schemas.openxmlformats.org/markup-compatibility/2006">
              <mc:Choice xmlns:v="urn:schemas-microsoft-com:vml" Requires="v">
                <p:oleObj spid="_x0000_s32560" r:id="rId5" imgW="11277600" imgH="5791200" progId="Equation.DSMT4">
                  <p:embed/>
                </p:oleObj>
              </mc:Choice>
              <mc:Fallback>
                <p:oleObj r:id="rId5" imgW="11277600" imgH="5791200" progId="Equation.DSMT4">
                  <p:embed/>
                  <p:pic>
                    <p:nvPicPr>
                      <p:cNvPr id="0" name="图片 3190"/>
                      <p:cNvPicPr/>
                      <p:nvPr/>
                    </p:nvPicPr>
                    <p:blipFill>
                      <a:blip r:embed="rId6"/>
                      <a:stretch>
                        <a:fillRect/>
                      </a:stretch>
                    </p:blipFill>
                    <p:spPr>
                      <a:xfrm>
                        <a:off x="6718300" y="1495425"/>
                        <a:ext cx="693738" cy="354013"/>
                      </a:xfrm>
                      <a:prstGeom prst="rect">
                        <a:avLst/>
                      </a:prstGeom>
                      <a:noFill/>
                      <a:ln w="38100">
                        <a:noFill/>
                        <a:miter/>
                      </a:ln>
                    </p:spPr>
                  </p:pic>
                </p:oleObj>
              </mc:Fallback>
            </mc:AlternateContent>
          </a:graphicData>
        </a:graphic>
      </p:graphicFrame>
      <p:graphicFrame>
        <p:nvGraphicFramePr>
          <p:cNvPr id="62469" name="对象 -2147482398"/>
          <p:cNvGraphicFramePr>
            <a:graphicFrameLocks noChangeAspect="1"/>
          </p:cNvGraphicFramePr>
          <p:nvPr/>
        </p:nvGraphicFramePr>
        <p:xfrm>
          <a:off x="7543800" y="1528763"/>
          <a:ext cx="993775" cy="298450"/>
        </p:xfrm>
        <a:graphic>
          <a:graphicData uri="http://schemas.openxmlformats.org/presentationml/2006/ole">
            <mc:AlternateContent xmlns:mc="http://schemas.openxmlformats.org/markup-compatibility/2006">
              <mc:Choice xmlns:v="urn:schemas-microsoft-com:vml" Requires="v">
                <p:oleObj spid="_x0000_s32561" r:id="rId7" imgW="18592800" imgH="5486400" progId="Equation.DSMT4">
                  <p:embed/>
                </p:oleObj>
              </mc:Choice>
              <mc:Fallback>
                <p:oleObj r:id="rId7" imgW="18592800" imgH="5486400" progId="Equation.DSMT4">
                  <p:embed/>
                  <p:pic>
                    <p:nvPicPr>
                      <p:cNvPr id="0" name="图片 3195"/>
                      <p:cNvPicPr/>
                      <p:nvPr/>
                    </p:nvPicPr>
                    <p:blipFill>
                      <a:blip r:embed="rId8"/>
                      <a:stretch>
                        <a:fillRect/>
                      </a:stretch>
                    </p:blipFill>
                    <p:spPr>
                      <a:xfrm>
                        <a:off x="7543800" y="1528763"/>
                        <a:ext cx="993775" cy="298450"/>
                      </a:xfrm>
                      <a:prstGeom prst="rect">
                        <a:avLst/>
                      </a:prstGeom>
                      <a:noFill/>
                      <a:ln w="38100">
                        <a:noFill/>
                        <a:miter/>
                      </a:ln>
                    </p:spPr>
                  </p:pic>
                </p:oleObj>
              </mc:Fallback>
            </mc:AlternateContent>
          </a:graphicData>
        </a:graphic>
      </p:graphicFrame>
      <p:graphicFrame>
        <p:nvGraphicFramePr>
          <p:cNvPr id="62470" name="对象 -2147482397"/>
          <p:cNvGraphicFramePr>
            <a:graphicFrameLocks noChangeAspect="1"/>
          </p:cNvGraphicFramePr>
          <p:nvPr/>
        </p:nvGraphicFramePr>
        <p:xfrm>
          <a:off x="950913" y="1828800"/>
          <a:ext cx="968375" cy="303213"/>
        </p:xfrm>
        <a:graphic>
          <a:graphicData uri="http://schemas.openxmlformats.org/presentationml/2006/ole">
            <mc:AlternateContent xmlns:mc="http://schemas.openxmlformats.org/markup-compatibility/2006">
              <mc:Choice xmlns:v="urn:schemas-microsoft-com:vml" Requires="v">
                <p:oleObj spid="_x0000_s32562" r:id="rId9" imgW="15544800" imgH="4876800" progId="Equation.DSMT4">
                  <p:embed/>
                </p:oleObj>
              </mc:Choice>
              <mc:Fallback>
                <p:oleObj r:id="rId9" imgW="15544800" imgH="4876800" progId="Equation.DSMT4">
                  <p:embed/>
                  <p:pic>
                    <p:nvPicPr>
                      <p:cNvPr id="0" name="图片 3191"/>
                      <p:cNvPicPr/>
                      <p:nvPr/>
                    </p:nvPicPr>
                    <p:blipFill>
                      <a:blip r:embed="rId10"/>
                      <a:stretch>
                        <a:fillRect/>
                      </a:stretch>
                    </p:blipFill>
                    <p:spPr>
                      <a:xfrm>
                        <a:off x="950913" y="1828800"/>
                        <a:ext cx="968375" cy="303213"/>
                      </a:xfrm>
                      <a:prstGeom prst="rect">
                        <a:avLst/>
                      </a:prstGeom>
                      <a:noFill/>
                      <a:ln w="38100">
                        <a:noFill/>
                        <a:miter/>
                      </a:ln>
                    </p:spPr>
                  </p:pic>
                </p:oleObj>
              </mc:Fallback>
            </mc:AlternateContent>
          </a:graphicData>
        </a:graphic>
      </p:graphicFrame>
      <p:graphicFrame>
        <p:nvGraphicFramePr>
          <p:cNvPr id="62471" name="对象 -2147482396"/>
          <p:cNvGraphicFramePr>
            <a:graphicFrameLocks noChangeAspect="1"/>
          </p:cNvGraphicFramePr>
          <p:nvPr/>
        </p:nvGraphicFramePr>
        <p:xfrm>
          <a:off x="4867275" y="1828800"/>
          <a:ext cx="668338" cy="280988"/>
        </p:xfrm>
        <a:graphic>
          <a:graphicData uri="http://schemas.openxmlformats.org/presentationml/2006/ole">
            <mc:AlternateContent xmlns:mc="http://schemas.openxmlformats.org/markup-compatibility/2006">
              <mc:Choice xmlns:v="urn:schemas-microsoft-com:vml" Requires="v">
                <p:oleObj spid="_x0000_s32563" r:id="rId11" imgW="11582400" imgH="4876800" progId="Equation.DSMT4">
                  <p:embed/>
                </p:oleObj>
              </mc:Choice>
              <mc:Fallback>
                <p:oleObj r:id="rId11" imgW="11582400" imgH="4876800" progId="Equation.DSMT4">
                  <p:embed/>
                  <p:pic>
                    <p:nvPicPr>
                      <p:cNvPr id="0" name="图片 3196"/>
                      <p:cNvPicPr/>
                      <p:nvPr/>
                    </p:nvPicPr>
                    <p:blipFill>
                      <a:blip r:embed="rId12"/>
                      <a:stretch>
                        <a:fillRect/>
                      </a:stretch>
                    </p:blipFill>
                    <p:spPr>
                      <a:xfrm>
                        <a:off x="4867275" y="1828800"/>
                        <a:ext cx="668338" cy="280988"/>
                      </a:xfrm>
                      <a:prstGeom prst="rect">
                        <a:avLst/>
                      </a:prstGeom>
                      <a:noFill/>
                      <a:ln w="38100">
                        <a:noFill/>
                        <a:miter/>
                      </a:ln>
                    </p:spPr>
                  </p:pic>
                </p:oleObj>
              </mc:Fallback>
            </mc:AlternateContent>
          </a:graphicData>
        </a:graphic>
      </p:graphicFrame>
      <p:graphicFrame>
        <p:nvGraphicFramePr>
          <p:cNvPr id="62472" name="对象 -2147482395"/>
          <p:cNvGraphicFramePr>
            <a:graphicFrameLocks noChangeAspect="1"/>
          </p:cNvGraphicFramePr>
          <p:nvPr/>
        </p:nvGraphicFramePr>
        <p:xfrm>
          <a:off x="7048500" y="1812925"/>
          <a:ext cx="279400" cy="312738"/>
        </p:xfrm>
        <a:graphic>
          <a:graphicData uri="http://schemas.openxmlformats.org/presentationml/2006/ole">
            <mc:AlternateContent xmlns:mc="http://schemas.openxmlformats.org/markup-compatibility/2006">
              <mc:Choice xmlns:v="urn:schemas-microsoft-com:vml" Requires="v">
                <p:oleObj spid="_x0000_s32564" r:id="rId13" imgW="3657600" imgH="4267200" progId="Equation.DSMT4">
                  <p:embed/>
                </p:oleObj>
              </mc:Choice>
              <mc:Fallback>
                <p:oleObj r:id="rId13" imgW="3657600" imgH="4267200" progId="Equation.DSMT4">
                  <p:embed/>
                  <p:pic>
                    <p:nvPicPr>
                      <p:cNvPr id="0" name="图片 3189"/>
                      <p:cNvPicPr/>
                      <p:nvPr/>
                    </p:nvPicPr>
                    <p:blipFill>
                      <a:blip r:embed="rId14"/>
                      <a:stretch>
                        <a:fillRect/>
                      </a:stretch>
                    </p:blipFill>
                    <p:spPr>
                      <a:xfrm>
                        <a:off x="7048500" y="1812925"/>
                        <a:ext cx="279400" cy="312738"/>
                      </a:xfrm>
                      <a:prstGeom prst="rect">
                        <a:avLst/>
                      </a:prstGeom>
                      <a:noFill/>
                      <a:ln w="38100">
                        <a:noFill/>
                        <a:miter/>
                      </a:ln>
                    </p:spPr>
                  </p:pic>
                </p:oleObj>
              </mc:Fallback>
            </mc:AlternateContent>
          </a:graphicData>
        </a:graphic>
      </p:graphicFrame>
      <p:graphicFrame>
        <p:nvGraphicFramePr>
          <p:cNvPr id="62473" name="对象 -2147482394"/>
          <p:cNvGraphicFramePr>
            <a:graphicFrameLocks noChangeAspect="1"/>
          </p:cNvGraphicFramePr>
          <p:nvPr/>
        </p:nvGraphicFramePr>
        <p:xfrm>
          <a:off x="2811463" y="2373313"/>
          <a:ext cx="3433762" cy="1582737"/>
        </p:xfrm>
        <a:graphic>
          <a:graphicData uri="http://schemas.openxmlformats.org/presentationml/2006/ole">
            <mc:AlternateContent xmlns:mc="http://schemas.openxmlformats.org/markup-compatibility/2006">
              <mc:Choice xmlns:v="urn:schemas-microsoft-com:vml" Requires="v">
                <p:oleObj spid="_x0000_s32565" r:id="rId15" imgW="57912000" imgH="26822400" progId="Equation.DSMT4">
                  <p:embed/>
                </p:oleObj>
              </mc:Choice>
              <mc:Fallback>
                <p:oleObj r:id="rId15" imgW="57912000" imgH="26822400" progId="Equation.DSMT4">
                  <p:embed/>
                  <p:pic>
                    <p:nvPicPr>
                      <p:cNvPr id="0" name="图片 3188"/>
                      <p:cNvPicPr/>
                      <p:nvPr/>
                    </p:nvPicPr>
                    <p:blipFill>
                      <a:blip r:embed="rId16"/>
                      <a:stretch>
                        <a:fillRect/>
                      </a:stretch>
                    </p:blipFill>
                    <p:spPr>
                      <a:xfrm>
                        <a:off x="2811463" y="2373313"/>
                        <a:ext cx="3433762" cy="1582737"/>
                      </a:xfrm>
                      <a:prstGeom prst="rect">
                        <a:avLst/>
                      </a:prstGeom>
                      <a:noFill/>
                      <a:ln w="38100">
                        <a:noFill/>
                        <a:miter/>
                      </a:ln>
                    </p:spPr>
                  </p:pic>
                </p:oleObj>
              </mc:Fallback>
            </mc:AlternateContent>
          </a:graphicData>
        </a:graphic>
      </p:graphicFrame>
      <p:pic>
        <p:nvPicPr>
          <p:cNvPr id="62474" name="图片 -2147482393"/>
          <p:cNvPicPr>
            <a:picLocks noChangeAspect="1"/>
          </p:cNvPicPr>
          <p:nvPr/>
        </p:nvPicPr>
        <p:blipFill>
          <a:blip r:embed="rId17"/>
          <a:stretch>
            <a:fillRect/>
          </a:stretch>
        </p:blipFill>
        <p:spPr>
          <a:xfrm>
            <a:off x="2054225" y="3956050"/>
            <a:ext cx="1954213" cy="341313"/>
          </a:xfrm>
          <a:prstGeom prst="rect">
            <a:avLst/>
          </a:prstGeom>
          <a:noFill/>
          <a:ln w="9525">
            <a:noFill/>
          </a:ln>
        </p:spPr>
      </p:pic>
      <p:pic>
        <p:nvPicPr>
          <p:cNvPr id="62475" name="图片 -2147482392"/>
          <p:cNvPicPr>
            <a:picLocks noChangeAspect="1"/>
          </p:cNvPicPr>
          <p:nvPr/>
        </p:nvPicPr>
        <p:blipFill>
          <a:blip r:embed="rId18"/>
          <a:stretch>
            <a:fillRect/>
          </a:stretch>
        </p:blipFill>
        <p:spPr>
          <a:xfrm>
            <a:off x="5029200" y="3956050"/>
            <a:ext cx="344488" cy="284163"/>
          </a:xfrm>
          <a:prstGeom prst="rect">
            <a:avLst/>
          </a:prstGeom>
          <a:noFill/>
          <a:ln w="9525">
            <a:noFill/>
          </a:ln>
        </p:spPr>
      </p:pic>
      <p:pic>
        <p:nvPicPr>
          <p:cNvPr id="62476" name="图片 -2147482391"/>
          <p:cNvPicPr>
            <a:picLocks noChangeAspect="1"/>
          </p:cNvPicPr>
          <p:nvPr/>
        </p:nvPicPr>
        <p:blipFill>
          <a:blip r:embed="rId19"/>
          <a:stretch>
            <a:fillRect/>
          </a:stretch>
        </p:blipFill>
        <p:spPr>
          <a:xfrm>
            <a:off x="6911975" y="3937000"/>
            <a:ext cx="1054100" cy="379413"/>
          </a:xfrm>
          <a:prstGeom prst="rect">
            <a:avLst/>
          </a:prstGeom>
          <a:noFill/>
          <a:ln w="9525">
            <a:noFill/>
          </a:ln>
        </p:spPr>
      </p:pic>
      <p:graphicFrame>
        <p:nvGraphicFramePr>
          <p:cNvPr id="62477" name="对象 -2147482390"/>
          <p:cNvGraphicFramePr>
            <a:graphicFrameLocks noChangeAspect="1"/>
          </p:cNvGraphicFramePr>
          <p:nvPr/>
        </p:nvGraphicFramePr>
        <p:xfrm>
          <a:off x="2757488" y="4437063"/>
          <a:ext cx="2381250" cy="608012"/>
        </p:xfrm>
        <a:graphic>
          <a:graphicData uri="http://schemas.openxmlformats.org/presentationml/2006/ole">
            <mc:AlternateContent xmlns:mc="http://schemas.openxmlformats.org/markup-compatibility/2006">
              <mc:Choice xmlns:v="urn:schemas-microsoft-com:vml" Requires="v">
                <p:oleObj spid="_x0000_s32566" r:id="rId20" imgW="41148000" imgH="10363200" progId="Equation.DSMT4">
                  <p:embed/>
                </p:oleObj>
              </mc:Choice>
              <mc:Fallback>
                <p:oleObj r:id="rId20" imgW="41148000" imgH="10363200" progId="Equation.DSMT4">
                  <p:embed/>
                  <p:pic>
                    <p:nvPicPr>
                      <p:cNvPr id="0" name="图片 3192"/>
                      <p:cNvPicPr/>
                      <p:nvPr/>
                    </p:nvPicPr>
                    <p:blipFill>
                      <a:blip r:embed="rId21"/>
                      <a:stretch>
                        <a:fillRect/>
                      </a:stretch>
                    </p:blipFill>
                    <p:spPr>
                      <a:xfrm>
                        <a:off x="2757488" y="4437063"/>
                        <a:ext cx="2381250" cy="608012"/>
                      </a:xfrm>
                      <a:prstGeom prst="rect">
                        <a:avLst/>
                      </a:prstGeom>
                      <a:noFill/>
                      <a:ln w="38100">
                        <a:noFill/>
                        <a:miter/>
                      </a:ln>
                    </p:spPr>
                  </p:pic>
                </p:oleObj>
              </mc:Fallback>
            </mc:AlternateContent>
          </a:graphicData>
        </a:graphic>
      </p:graphicFrame>
      <p:graphicFrame>
        <p:nvGraphicFramePr>
          <p:cNvPr id="62478" name="对象 -2147482389"/>
          <p:cNvGraphicFramePr>
            <a:graphicFrameLocks noChangeAspect="1"/>
          </p:cNvGraphicFramePr>
          <p:nvPr/>
        </p:nvGraphicFramePr>
        <p:xfrm>
          <a:off x="2879725" y="5102225"/>
          <a:ext cx="2998788" cy="630238"/>
        </p:xfrm>
        <a:graphic>
          <a:graphicData uri="http://schemas.openxmlformats.org/presentationml/2006/ole">
            <mc:AlternateContent xmlns:mc="http://schemas.openxmlformats.org/markup-compatibility/2006">
              <mc:Choice xmlns:v="urn:schemas-microsoft-com:vml" Requires="v">
                <p:oleObj spid="_x0000_s32567" r:id="rId22" imgW="49987200" imgH="10363200" progId="Equation.DSMT4">
                  <p:embed/>
                </p:oleObj>
              </mc:Choice>
              <mc:Fallback>
                <p:oleObj r:id="rId22" imgW="49987200" imgH="10363200" progId="Equation.DSMT4">
                  <p:embed/>
                  <p:pic>
                    <p:nvPicPr>
                      <p:cNvPr id="0" name="图片 3194"/>
                      <p:cNvPicPr/>
                      <p:nvPr/>
                    </p:nvPicPr>
                    <p:blipFill>
                      <a:blip r:embed="rId23"/>
                      <a:stretch>
                        <a:fillRect/>
                      </a:stretch>
                    </p:blipFill>
                    <p:spPr>
                      <a:xfrm>
                        <a:off x="2879725" y="5102225"/>
                        <a:ext cx="2998788" cy="630238"/>
                      </a:xfrm>
                      <a:prstGeom prst="rect">
                        <a:avLst/>
                      </a:prstGeom>
                      <a:noFill/>
                      <a:ln w="38100">
                        <a:noFill/>
                        <a:miter/>
                      </a:ln>
                    </p:spPr>
                  </p:pic>
                </p:oleObj>
              </mc:Fallback>
            </mc:AlternateContent>
          </a:graphicData>
        </a:graphic>
      </p:graphicFrame>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p:cNvSpPr>
          <p:nvPr>
            <p:ph idx="1"/>
          </p:nvPr>
        </p:nvSpPr>
        <p:spPr>
          <a:xfrm>
            <a:off x="398463" y="1266825"/>
            <a:ext cx="8193088" cy="1676400"/>
          </a:xfrm>
        </p:spPr>
        <p:txBody>
          <a:bodyPr vert="horz" wrap="square" lIns="75301" tIns="37650" rIns="75301" bIns="37650" numCol="1" anchor="t" anchorCtr="0" compatLnSpc="1"/>
          <a:lstStyle/>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SVM求解思路：将原始的最优化问题转化为其对偶问题。</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该对偶问题是一个凸二次规划问题，并且具有全局最优解。 </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传统SVM的求解方法,具有</a:t>
            </a:r>
            <a:r>
              <a:rPr kumimoji="1" lang="zh-CN" altLang="en-US" sz="2000" b="1" i="0" u="sng"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计算量过于庞大、不适用于小样本</a:t>
            </a:r>
            <a:r>
              <a:rPr kumimoji="1" lang="zh-CN" altLang="en-US" sz="2000" b="1" i="0" u="none" strike="noStrike" kern="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的通病。</a:t>
            </a:r>
          </a:p>
        </p:txBody>
      </p:sp>
      <p:sp>
        <p:nvSpPr>
          <p:cNvPr id="307202" name="Rectangle 2"/>
          <p:cNvSpPr>
            <a:spLocks noGrp="1"/>
          </p:cNvSpPr>
          <p:nvPr>
            <p:ph type="title"/>
          </p:nvPr>
        </p:nvSpPr>
        <p:spPr>
          <a:xfrm>
            <a:off x="801688" y="290513"/>
            <a:ext cx="7793038" cy="1143000"/>
          </a:xfrm>
        </p:spPr>
        <p:txBody>
          <a:bodyPr vert="horz" wrap="square" lIns="75301" tIns="37650" rIns="75301" bIns="3765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华文新魏" panose="02010800040101010101" pitchFamily="2" charset="-122"/>
                <a:cs typeface="+mn-cs"/>
                <a:sym typeface="+mn-ea"/>
              </a:rPr>
              <a:t>SMO算法</a:t>
            </a:r>
          </a:p>
        </p:txBody>
      </p:sp>
      <p:pic>
        <p:nvPicPr>
          <p:cNvPr id="63491" name="图片 1" descr="截屏2021-11-25 下午3.21.11"/>
          <p:cNvPicPr>
            <a:picLocks noChangeAspect="1"/>
          </p:cNvPicPr>
          <p:nvPr/>
        </p:nvPicPr>
        <p:blipFill>
          <a:blip r:embed="rId2"/>
          <a:stretch>
            <a:fillRect/>
          </a:stretch>
        </p:blipFill>
        <p:spPr>
          <a:xfrm>
            <a:off x="5383213" y="3346450"/>
            <a:ext cx="3484562" cy="2852738"/>
          </a:xfrm>
          <a:prstGeom prst="rect">
            <a:avLst/>
          </a:prstGeom>
          <a:noFill/>
          <a:ln w="9525">
            <a:noFill/>
          </a:ln>
        </p:spPr>
      </p:pic>
      <p:sp>
        <p:nvSpPr>
          <p:cNvPr id="3" name="文本框 2"/>
          <p:cNvSpPr txBox="1"/>
          <p:nvPr/>
        </p:nvSpPr>
        <p:spPr>
          <a:xfrm>
            <a:off x="398463" y="3260725"/>
            <a:ext cx="5156200" cy="3025775"/>
          </a:xfrm>
          <a:prstGeom prst="rect">
            <a:avLst/>
          </a:prstGeom>
          <a:noFill/>
        </p:spPr>
        <p:txBody>
          <a:bodyPr>
            <a:spAutoFit/>
          </a:bodyPr>
          <a:lstStyle/>
          <a:p>
            <a:pPr marL="342900" marR="0" indent="-342900" defTabSz="752475" eaLnBrk="0" hangingPunct="0">
              <a:spcBef>
                <a:spcPct val="20000"/>
              </a:spcBef>
              <a:buClr>
                <a:schemeClr val="folHlink"/>
              </a:buClr>
              <a:buSzPct val="60000"/>
              <a:buFont typeface="Wingdings" panose="05000000000000000000" pitchFamily="2" charset="2"/>
              <a:buChar char="n"/>
              <a:defRPr/>
            </a:pPr>
            <a:r>
              <a:rPr kumimoji="1" lang="zh-CN" altLang="en-US" b="1" kern="0" cap="none" spc="0" normalizeH="0" baseline="0" noProof="1">
                <a:latin typeface="微软雅黑" panose="020B0503020204020204" pitchFamily="34" charset="-122"/>
                <a:ea typeface="微软雅黑" panose="020B0503020204020204" pitchFamily="34" charset="-122"/>
                <a:cs typeface="微软雅黑" panose="020B0503020204020204" pitchFamily="34" charset="-122"/>
                <a:sym typeface="+mn-ea"/>
              </a:rPr>
              <a:t>1988年，Microsoft Research的John C.Platt提出SMO (Sequential minimal optimization)算法用于训练SVM。它是一种快速的二次规划优化算法。</a:t>
            </a:r>
            <a:endParaRPr kumimoji="1" lang="zh-CN" altLang="en-US" b="1" kern="0" cap="none" spc="0" normalizeH="0" baseline="0" noProof="1">
              <a:latin typeface="微软雅黑" panose="020B0503020204020204" pitchFamily="34" charset="-122"/>
              <a:ea typeface="微软雅黑" panose="020B0503020204020204" pitchFamily="34" charset="-122"/>
              <a:cs typeface="微软雅黑" panose="020B0503020204020204" pitchFamily="34" charset="-122"/>
            </a:endParaRPr>
          </a:p>
          <a:p>
            <a:pPr marR="0" defTabSz="752475" eaLnBrk="0" hangingPunct="0">
              <a:spcBef>
                <a:spcPct val="20000"/>
              </a:spcBef>
              <a:buClr>
                <a:schemeClr val="folHlink"/>
              </a:buClr>
              <a:buSzPct val="60000"/>
              <a:buFont typeface="Wingdings" panose="05000000000000000000" pitchFamily="2" charset="2"/>
              <a:buNone/>
              <a:defRPr/>
            </a:pPr>
            <a:r>
              <a:rPr kumimoji="1" lang="zh-CN" altLang="en-US" b="1" u="sng" kern="0" cap="none" spc="0" normalizeH="0" baseline="0" noProof="1">
                <a:latin typeface="微软雅黑" panose="020B0503020204020204" pitchFamily="34" charset="-122"/>
                <a:ea typeface="微软雅黑" panose="020B0503020204020204" pitchFamily="34" charset="-122"/>
                <a:cs typeface="微软雅黑" panose="020B0503020204020204" pitchFamily="34" charset="-122"/>
                <a:sym typeface="+mn-ea"/>
              </a:rPr>
              <a:t>基本思路</a:t>
            </a:r>
            <a:r>
              <a:rPr kumimoji="1" lang="zh-CN" altLang="en-US" b="1" kern="0" cap="none" spc="0" normalizeH="0" baseline="0" noProof="1">
                <a:latin typeface="微软雅黑" panose="020B0503020204020204" pitchFamily="34" charset="-122"/>
                <a:ea typeface="微软雅黑" panose="020B0503020204020204" pitchFamily="34" charset="-122"/>
                <a:cs typeface="微软雅黑" panose="020B0503020204020204" pitchFamily="34" charset="-122"/>
                <a:sym typeface="+mn-ea"/>
              </a:rPr>
              <a:t>是在一次迭代中</a:t>
            </a:r>
            <a:r>
              <a:rPr kumimoji="1" lang="zh-CN" altLang="en-US" b="1" kern="0" cap="none" spc="0" normalizeH="0" baseline="0" noProof="1">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只优化两个变量而固定其他变量</a:t>
            </a:r>
            <a:r>
              <a:rPr kumimoji="1" lang="zh-CN" altLang="en-US" b="1" kern="0" cap="none" spc="0" normalizeH="0" baseline="0" noProof="1">
                <a:latin typeface="微软雅黑" panose="020B0503020204020204" pitchFamily="34" charset="-122"/>
                <a:ea typeface="微软雅黑" panose="020B0503020204020204" pitchFamily="34" charset="-122"/>
                <a:cs typeface="微软雅黑" panose="020B0503020204020204" pitchFamily="34" charset="-122"/>
                <a:sym typeface="+mn-ea"/>
              </a:rPr>
              <a:t>，从而将一个大的优化问题分解为若干个小的优化问题进行求解。</a:t>
            </a:r>
            <a:endParaRPr kumimoji="1" lang="zh-CN" altLang="en-US" b="1" kern="0" cap="none" spc="0" normalizeH="0" baseline="0" noProof="1">
              <a:latin typeface="微软雅黑" panose="020B0503020204020204" pitchFamily="34" charset="-122"/>
              <a:ea typeface="微软雅黑" panose="020B0503020204020204" pitchFamily="34" charset="-122"/>
              <a:cs typeface="微软雅黑" panose="020B0503020204020204" pitchFamily="34" charset="-122"/>
            </a:endParaRPr>
          </a:p>
          <a:p>
            <a:pPr marR="0" defTabSz="752475" eaLnBrk="0" hangingPunct="0">
              <a:spcBef>
                <a:spcPct val="20000"/>
              </a:spcBef>
              <a:buClr>
                <a:schemeClr val="folHlink"/>
              </a:buClr>
              <a:buSzPct val="60000"/>
              <a:buFont typeface="Wingdings" panose="05000000000000000000" pitchFamily="2" charset="2"/>
              <a:buNone/>
              <a:defRPr/>
            </a:pPr>
            <a:endParaRPr kumimoji="1" lang="zh-CN" altLang="en-US" b="1" kern="0" cap="none" spc="0" normalizeH="0" baseline="0" noProof="1">
              <a:latin typeface="微软雅黑" panose="020B0503020204020204" pitchFamily="34" charset="-122"/>
              <a:ea typeface="微软雅黑" panose="020B0503020204020204" pitchFamily="34" charset="-122"/>
              <a:cs typeface="微软雅黑" panose="020B0503020204020204" pitchFamily="34" charset="-122"/>
            </a:endParaRPr>
          </a:p>
          <a:p>
            <a:pPr marR="0" defTabSz="752475" eaLnBrk="0" hangingPunct="0">
              <a:spcBef>
                <a:spcPct val="20000"/>
              </a:spcBef>
              <a:buClr>
                <a:schemeClr val="folHlink"/>
              </a:buClr>
              <a:buSzPct val="60000"/>
              <a:buFont typeface="Wingdings" panose="05000000000000000000" pitchFamily="2" charset="2"/>
              <a:buNone/>
              <a:defRPr/>
            </a:pPr>
            <a:r>
              <a:rPr kumimoji="1" lang="zh-CN" altLang="en-US" b="1" kern="0" cap="none" spc="0" normalizeH="0" baseline="0" noProof="1">
                <a:latin typeface="微软雅黑" panose="020B0503020204020204" pitchFamily="34" charset="-122"/>
                <a:ea typeface="微软雅黑" panose="020B0503020204020204" pitchFamily="34" charset="-122"/>
                <a:cs typeface="微软雅黑" panose="020B0503020204020204" pitchFamily="34" charset="-122"/>
                <a:sym typeface="+mn-ea"/>
              </a:rPr>
              <a:t>这种方法类似于坐标上升法。SMO算法特别针对线性SVM和数据稀疏时性能更优。</a:t>
            </a:r>
            <a:endParaRPr kumimoji="0" lang="zh-CN" altLang="en-US" kern="1200" cap="none" spc="0" normalizeH="0" baseline="0" noProof="1">
              <a:latin typeface="Times New Roman" panose="02020603050405020304" pitchFamily="18" charset="0"/>
              <a:ea typeface="宋体" panose="02010600030101010101" pitchFamily="2" charset="-122"/>
              <a:cs typeface="+mn-cs"/>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3"/>
          <p:cNvSpPr>
            <a:spLocks noGrp="1"/>
          </p:cNvSpPr>
          <p:nvPr>
            <p:ph idx="1"/>
          </p:nvPr>
        </p:nvSpPr>
        <p:spPr>
          <a:xfrm>
            <a:off x="685800" y="1123950"/>
            <a:ext cx="7772400" cy="5278438"/>
          </a:xfrm>
        </p:spPr>
        <p:txBody>
          <a:bodyPr vert="horz" wrap="square" lIns="75301" tIns="37650" rIns="75301" bIns="37650" anchor="t" anchorCtr="0"/>
          <a:lstStyle/>
          <a:p>
            <a:pPr marL="0" indent="0" defTabSz="752475">
              <a:buNone/>
            </a:pPr>
            <a:r>
              <a:rPr lang="zh-CN" altLang="en-US" sz="2000" b="1" dirty="0">
                <a:ea typeface="宋体" panose="02010600030101010101" pitchFamily="2" charset="-122"/>
              </a:rPr>
              <a:t>回顾SVM的最优化问题的对偶问题：</a:t>
            </a: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r>
              <a:rPr lang="zh-CN" altLang="en-US" sz="2000" b="1" dirty="0">
                <a:ea typeface="宋体" panose="02010600030101010101" pitchFamily="2" charset="-122"/>
              </a:rPr>
              <a:t>                                                                                                            （</a:t>
            </a:r>
            <a:r>
              <a:rPr lang="en-US" altLang="zh-CN" sz="2000" b="1" dirty="0">
                <a:ea typeface="宋体" panose="02010600030101010101" pitchFamily="2" charset="-122"/>
              </a:rPr>
              <a:t>10</a:t>
            </a: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r>
              <a:rPr lang="zh-CN" altLang="en-US" sz="2000" b="1" dirty="0">
                <a:ea typeface="宋体" panose="02010600030101010101" pitchFamily="2" charset="-122"/>
              </a:rPr>
              <a:t>其中（</a:t>
            </a:r>
            <a:r>
              <a:rPr lang="en-US" altLang="zh-CN" sz="2000" b="1" dirty="0" err="1">
                <a:ea typeface="宋体" panose="02010600030101010101" pitchFamily="2" charset="-122"/>
              </a:rPr>
              <a:t>xi,yi</a:t>
            </a:r>
            <a:r>
              <a:rPr lang="zh-CN" altLang="en-US" sz="2000" b="1" dirty="0">
                <a:ea typeface="宋体" panose="02010600030101010101" pitchFamily="2" charset="-122"/>
              </a:rPr>
              <a:t>），是训练样本数据， </a:t>
            </a:r>
            <a:r>
              <a:rPr lang="en-US" altLang="zh-CN" sz="2000" b="1" dirty="0">
                <a:ea typeface="宋体" panose="02010600030101010101" pitchFamily="2" charset="-122"/>
              </a:rPr>
              <a:t>xi</a:t>
            </a:r>
            <a:r>
              <a:rPr lang="zh-CN" altLang="en-US" sz="2000" b="1" dirty="0">
                <a:ea typeface="宋体" panose="02010600030101010101" pitchFamily="2" charset="-122"/>
              </a:rPr>
              <a:t>是训练样本特征，</a:t>
            </a:r>
            <a:r>
              <a:rPr lang="en-US" altLang="zh-CN" sz="2000" b="1" dirty="0" err="1">
                <a:ea typeface="宋体" panose="02010600030101010101" pitchFamily="2" charset="-122"/>
              </a:rPr>
              <a:t>yi</a:t>
            </a:r>
            <a:r>
              <a:rPr lang="zh-CN" altLang="en-US" sz="2000" b="1" dirty="0">
                <a:ea typeface="宋体" panose="02010600030101010101" pitchFamily="2" charset="-122"/>
              </a:rPr>
              <a:t> 是样本标签，</a:t>
            </a:r>
            <a:r>
              <a:rPr lang="en-US" altLang="zh-CN" sz="2000" b="1" dirty="0">
                <a:ea typeface="宋体" panose="02010600030101010101" pitchFamily="2" charset="-122"/>
              </a:rPr>
              <a:t>C</a:t>
            </a:r>
            <a:r>
              <a:rPr lang="zh-CN" altLang="en-US" sz="2000" b="1" dirty="0">
                <a:ea typeface="宋体" panose="02010600030101010101" pitchFamily="2" charset="-122"/>
              </a:rPr>
              <a:t>是惩罚系数。在这个问题中，</a:t>
            </a:r>
            <a:r>
              <a:rPr lang="en-US" altLang="zh-CN" sz="2000" b="1" dirty="0">
                <a:ea typeface="宋体" panose="02010600030101010101" pitchFamily="2" charset="-122"/>
              </a:rPr>
              <a:t>xi</a:t>
            </a:r>
            <a:r>
              <a:rPr lang="zh-CN" altLang="en-US" sz="2000" b="1" dirty="0">
                <a:ea typeface="宋体" panose="02010600030101010101" pitchFamily="2" charset="-122"/>
              </a:rPr>
              <a:t> 和</a:t>
            </a:r>
            <a:r>
              <a:rPr lang="en-US" altLang="zh-CN" sz="2000" b="1" dirty="0" err="1">
                <a:ea typeface="宋体" panose="02010600030101010101" pitchFamily="2" charset="-122"/>
              </a:rPr>
              <a:t>yi</a:t>
            </a:r>
            <a:r>
              <a:rPr lang="zh-CN" altLang="en-US" sz="2000" b="1" dirty="0">
                <a:ea typeface="宋体" panose="02010600030101010101" pitchFamily="2" charset="-122"/>
              </a:rPr>
              <a:t>都是已知量，惩罚系数C由我们预先设定，也是已知量，未知参数只有拉格朗日乘子 </a:t>
            </a:r>
            <a:r>
              <a:rPr lang="en-US" altLang="zh-CN" sz="2000" b="1" dirty="0">
                <a:ea typeface="宋体" panose="02010600030101010101" pitchFamily="2" charset="-122"/>
              </a:rPr>
              <a:t>ai</a:t>
            </a:r>
            <a:r>
              <a:rPr lang="zh-CN" altLang="en-US" sz="2000" b="1" dirty="0">
                <a:ea typeface="宋体" panose="02010600030101010101" pitchFamily="2" charset="-122"/>
              </a:rPr>
              <a:t> 。由于一个变量对应一个样本点 （</a:t>
            </a:r>
            <a:r>
              <a:rPr lang="en-US" altLang="zh-CN" sz="2000" b="1" dirty="0" err="1">
                <a:ea typeface="宋体" panose="02010600030101010101" pitchFamily="2" charset="-122"/>
              </a:rPr>
              <a:t>xi,yi</a:t>
            </a:r>
            <a:r>
              <a:rPr lang="zh-CN" altLang="en-US" sz="2000" b="1" dirty="0">
                <a:ea typeface="宋体" panose="02010600030101010101" pitchFamily="2" charset="-122"/>
              </a:rPr>
              <a:t>），因此参数的个数等于训练样本的个数m。</a:t>
            </a:r>
          </a:p>
          <a:p>
            <a:pPr marL="0" indent="0" defTabSz="752475">
              <a:buNone/>
            </a:pPr>
            <a:r>
              <a:rPr lang="en-US" altLang="zh-CN" sz="2000" b="1" dirty="0">
                <a:ea typeface="宋体" panose="02010600030101010101" pitchFamily="2" charset="-122"/>
              </a:rPr>
              <a:t>S</a:t>
            </a:r>
            <a:r>
              <a:rPr lang="zh-CN" altLang="en-US" sz="2000" b="1" dirty="0">
                <a:ea typeface="宋体" panose="02010600030101010101" pitchFamily="2" charset="-122"/>
              </a:rPr>
              <a:t>MO算法是一种启发式算法，如果所有变量的解都满足此最优化问题的KKT条件，那么这个最优化问题的解就得到了。 因为KKT条件是该最优化问题的充分必要条件。否则，选择两个变量，固定其他变量，针对这两个变量构建一个二次规划问题。</a:t>
            </a:r>
          </a:p>
          <a:p>
            <a:pPr marL="0" indent="0" defTabSz="752475">
              <a:buNone/>
            </a:pPr>
            <a:endParaRPr lang="zh-CN" altLang="en-US" sz="2000" b="1" dirty="0">
              <a:ea typeface="宋体" panose="02010600030101010101" pitchFamily="2" charset="-122"/>
            </a:endParaRPr>
          </a:p>
        </p:txBody>
      </p:sp>
      <p:graphicFrame>
        <p:nvGraphicFramePr>
          <p:cNvPr id="64514" name="对象 -2147482236"/>
          <p:cNvGraphicFramePr>
            <a:graphicFrameLocks noChangeAspect="1"/>
          </p:cNvGraphicFramePr>
          <p:nvPr/>
        </p:nvGraphicFramePr>
        <p:xfrm>
          <a:off x="2682875" y="1490663"/>
          <a:ext cx="4202113" cy="1658937"/>
        </p:xfrm>
        <a:graphic>
          <a:graphicData uri="http://schemas.openxmlformats.org/presentationml/2006/ole">
            <mc:AlternateContent xmlns:mc="http://schemas.openxmlformats.org/markup-compatibility/2006">
              <mc:Choice xmlns:v="urn:schemas-microsoft-com:vml" Requires="v">
                <p:oleObj spid="_x0000_s32947" r:id="rId3" imgW="79248000" imgH="31394400" progId="Equation.DSMT4">
                  <p:embed/>
                </p:oleObj>
              </mc:Choice>
              <mc:Fallback>
                <p:oleObj r:id="rId3" imgW="79248000" imgH="31394400" progId="Equation.DSMT4">
                  <p:embed/>
                  <p:pic>
                    <p:nvPicPr>
                      <p:cNvPr id="0" name="图片 3193"/>
                      <p:cNvPicPr/>
                      <p:nvPr/>
                    </p:nvPicPr>
                    <p:blipFill>
                      <a:blip r:embed="rId4"/>
                      <a:stretch>
                        <a:fillRect/>
                      </a:stretch>
                    </p:blipFill>
                    <p:spPr>
                      <a:xfrm>
                        <a:off x="2682875" y="1490663"/>
                        <a:ext cx="4202113" cy="1658937"/>
                      </a:xfrm>
                      <a:prstGeom prst="rect">
                        <a:avLst/>
                      </a:prstGeom>
                      <a:noFill/>
                      <a:ln w="38100">
                        <a:noFill/>
                        <a:miter/>
                      </a:ln>
                    </p:spPr>
                  </p:pic>
                </p:oleObj>
              </mc:Fallback>
            </mc:AlternateContent>
          </a:graphicData>
        </a:graphic>
      </p:graphicFrame>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3"/>
          <p:cNvSpPr>
            <a:spLocks noGrp="1"/>
          </p:cNvSpPr>
          <p:nvPr>
            <p:ph idx="1"/>
          </p:nvPr>
        </p:nvSpPr>
        <p:spPr>
          <a:xfrm>
            <a:off x="685800" y="1125538"/>
            <a:ext cx="7772400" cy="4608512"/>
          </a:xfrm>
        </p:spPr>
        <p:txBody>
          <a:bodyPr vert="horz" wrap="square" lIns="75301" tIns="37650" rIns="75301" bIns="37650" anchor="t" anchorCtr="0"/>
          <a:lstStyle/>
          <a:p>
            <a:pPr defTabSz="752475"/>
            <a:r>
              <a:rPr lang="zh-CN" altLang="en-US" sz="2000" b="1" dirty="0">
                <a:ea typeface="宋体" panose="02010600030101010101" pitchFamily="2" charset="-122"/>
              </a:rPr>
              <a:t>这个二次规划问题关于这两个变量的解应该更接近原始二次规划问题的解，因为这会使得原始二次规划问题的目标函数值变得更小。同时，由于此时子问题可以通过解析的方法进行求解，算法的计算速度大大提升。子问题有两个变量，一个是违反KKT条件最严重的那一个，另一个由约束条件自动确定。SMO算法就是将原问题不断分解为子问题然后对子问题进行求解，进而达到求解原问题的目的。</a:t>
            </a:r>
          </a:p>
          <a:p>
            <a:pPr defTabSz="752475"/>
            <a:r>
              <a:rPr lang="zh-CN" altLang="en-US" sz="2000" b="1" dirty="0">
                <a:ea typeface="宋体" panose="02010600030101010101" pitchFamily="2" charset="-122"/>
              </a:rPr>
              <a:t>虽然我们选取了两个变量构建二次规划，但是两个变量中只有一个变量是自由变量。由等式约束可知，若对任意两个变量</a:t>
            </a:r>
            <a:r>
              <a:rPr lang="en-US" altLang="zh-CN" sz="2000" b="1" dirty="0" err="1">
                <a:ea typeface="宋体" panose="02010600030101010101" pitchFamily="2" charset="-122"/>
              </a:rPr>
              <a:t>ak</a:t>
            </a:r>
            <a:r>
              <a:rPr lang="zh-CN" altLang="en-US" sz="2000" b="1" dirty="0">
                <a:ea typeface="宋体" panose="02010600030101010101" pitchFamily="2" charset="-122"/>
              </a:rPr>
              <a:t>，</a:t>
            </a:r>
            <a:r>
              <a:rPr lang="en-US" altLang="zh-CN" sz="2000" b="1" dirty="0" err="1">
                <a:ea typeface="宋体" panose="02010600030101010101" pitchFamily="2" charset="-122"/>
              </a:rPr>
              <a:t>aj</a:t>
            </a:r>
            <a:r>
              <a:rPr lang="zh-CN" altLang="en-US" sz="2000" b="1" dirty="0">
                <a:ea typeface="宋体" panose="02010600030101010101" pitchFamily="2" charset="-122"/>
              </a:rPr>
              <a:t>，固定这两个变量以外的其他变量，那么由等式约束可知：</a:t>
            </a:r>
          </a:p>
          <a:p>
            <a:pPr defTabSz="752475"/>
            <a:endParaRPr lang="zh-CN" altLang="en-US" sz="2000" b="1" dirty="0">
              <a:ea typeface="宋体" panose="02010600030101010101" pitchFamily="2" charset="-122"/>
            </a:endParaRPr>
          </a:p>
          <a:p>
            <a:pPr defTabSz="752475"/>
            <a:endParaRPr lang="zh-CN" altLang="en-US" sz="2000" b="1" dirty="0">
              <a:ea typeface="宋体" panose="02010600030101010101" pitchFamily="2" charset="-122"/>
            </a:endParaRPr>
          </a:p>
          <a:p>
            <a:pPr defTabSz="752475"/>
            <a:r>
              <a:rPr lang="zh-CN" altLang="en-US" sz="2000" b="1" dirty="0">
                <a:ea typeface="宋体" panose="02010600030101010101" pitchFamily="2" charset="-122"/>
              </a:rPr>
              <a:t>即只要确定了</a:t>
            </a:r>
            <a:r>
              <a:rPr lang="en-US" altLang="zh-CN" sz="2000" b="1" dirty="0" err="1">
                <a:ea typeface="宋体" panose="02010600030101010101" pitchFamily="2" charset="-122"/>
              </a:rPr>
              <a:t>aj</a:t>
            </a:r>
            <a:r>
              <a:rPr lang="zh-CN" altLang="en-US" sz="2000" b="1" dirty="0">
                <a:ea typeface="宋体" panose="02010600030101010101" pitchFamily="2" charset="-122"/>
              </a:rPr>
              <a:t> ，那么</a:t>
            </a:r>
            <a:r>
              <a:rPr lang="en-US" altLang="zh-CN" sz="2000" b="1" dirty="0" err="1">
                <a:ea typeface="宋体" panose="02010600030101010101" pitchFamily="2" charset="-122"/>
              </a:rPr>
              <a:t>ak</a:t>
            </a:r>
            <a:r>
              <a:rPr lang="zh-CN" altLang="en-US" sz="2000" b="1" dirty="0">
                <a:ea typeface="宋体" panose="02010600030101010101" pitchFamily="2" charset="-122"/>
              </a:rPr>
              <a:t>也就随之确定了，因此子问题同时更新两个变量。</a:t>
            </a:r>
          </a:p>
          <a:p>
            <a:pPr defTabSz="752475"/>
            <a:endParaRPr lang="zh-CN" altLang="en-US" sz="2000" b="1" dirty="0">
              <a:ea typeface="宋体" panose="02010600030101010101" pitchFamily="2" charset="-122"/>
            </a:endParaRPr>
          </a:p>
          <a:p>
            <a:pPr defTabSz="752475"/>
            <a:endParaRPr lang="zh-CN" altLang="en-US" sz="2000" b="1" dirty="0">
              <a:ea typeface="宋体" panose="02010600030101010101" pitchFamily="2" charset="-122"/>
            </a:endParaRPr>
          </a:p>
          <a:p>
            <a:pPr defTabSz="752475"/>
            <a:endParaRPr lang="zh-CN" altLang="en-US" sz="2000" b="1" dirty="0">
              <a:ea typeface="宋体" panose="02010600030101010101" pitchFamily="2" charset="-122"/>
            </a:endParaRPr>
          </a:p>
          <a:p>
            <a:pPr defTabSz="752475"/>
            <a:endParaRPr lang="zh-CN" altLang="en-US" sz="2000" b="1" dirty="0">
              <a:ea typeface="宋体" panose="02010600030101010101" pitchFamily="2" charset="-122"/>
            </a:endParaRPr>
          </a:p>
          <a:p>
            <a:pPr defTabSz="752475">
              <a:buNone/>
            </a:pPr>
            <a:endParaRPr lang="zh-CN" altLang="en-US" sz="2000" b="1" dirty="0">
              <a:ea typeface="宋体" panose="02010600030101010101" pitchFamily="2" charset="-122"/>
            </a:endParaRPr>
          </a:p>
        </p:txBody>
      </p:sp>
      <p:graphicFrame>
        <p:nvGraphicFramePr>
          <p:cNvPr id="65538" name="对象 -2147482377"/>
          <p:cNvGraphicFramePr>
            <a:graphicFrameLocks noChangeAspect="1"/>
          </p:cNvGraphicFramePr>
          <p:nvPr/>
        </p:nvGraphicFramePr>
        <p:xfrm>
          <a:off x="3635935" y="4293060"/>
          <a:ext cx="1701754" cy="740127"/>
        </p:xfrm>
        <a:graphic>
          <a:graphicData uri="http://schemas.openxmlformats.org/presentationml/2006/ole">
            <mc:AlternateContent xmlns:mc="http://schemas.openxmlformats.org/markup-compatibility/2006">
              <mc:Choice xmlns:v="urn:schemas-microsoft-com:vml" Requires="v">
                <p:oleObj spid="_x0000_s33888" r:id="rId3" imgW="27736800" imgH="11887200" progId="Equation.DSMT4">
                  <p:embed/>
                </p:oleObj>
              </mc:Choice>
              <mc:Fallback>
                <p:oleObj r:id="rId3" imgW="27736800" imgH="11887200" progId="Equation.DSMT4">
                  <p:embed/>
                  <p:pic>
                    <p:nvPicPr>
                      <p:cNvPr id="0" name="图片 3199"/>
                      <p:cNvPicPr/>
                      <p:nvPr/>
                    </p:nvPicPr>
                    <p:blipFill>
                      <a:blip r:embed="rId4"/>
                      <a:stretch>
                        <a:fillRect/>
                      </a:stretch>
                    </p:blipFill>
                    <p:spPr>
                      <a:xfrm>
                        <a:off x="3635935" y="4293060"/>
                        <a:ext cx="1701754" cy="740127"/>
                      </a:xfrm>
                      <a:prstGeom prst="rect">
                        <a:avLst/>
                      </a:prstGeom>
                      <a:noFill/>
                      <a:ln w="38100">
                        <a:noFill/>
                        <a:miter/>
                      </a:ln>
                    </p:spPr>
                  </p:pic>
                </p:oleObj>
              </mc:Fallback>
            </mc:AlternateContent>
          </a:graphicData>
        </a:graphic>
      </p:graphicFrame>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p:cNvSpPr>
          <p:nvPr>
            <p:ph idx="1"/>
          </p:nvPr>
        </p:nvSpPr>
        <p:spPr>
          <a:xfrm>
            <a:off x="685800" y="1123950"/>
            <a:ext cx="7772400" cy="5192713"/>
          </a:xfrm>
        </p:spPr>
        <p:txBody>
          <a:bodyPr vert="horz" wrap="square" lIns="75301" tIns="37650" rIns="75301" bIns="37650" numCol="1" anchor="t" anchorCtr="0" compatLnSpc="1"/>
          <a:lstStyle/>
          <a:p>
            <a:pPr marL="34290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SMO算法的主要步骤如下：</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第一步选取一对    和    ，选取方法使用启发式方法。第二步 固定    和    之外的其他参数，确定W极值条件下的    ，  由     表示。接下来讨论具体的操作方法</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假设我们选取了初始值                      满足了问题中的约束条件。接下来，我们固定                      ，在略去了不影响目标函数最优化求解的函数项后，（</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10</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）的最优化问题的子问题就可以写成：</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11</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其中                            。此时     就是     和     的函数，并且满足下述条件：</a:t>
            </a: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l" defTabSz="752475"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p:txBody>
      </p:sp>
      <p:pic>
        <p:nvPicPr>
          <p:cNvPr id="66562" name="图片 -2147482374"/>
          <p:cNvPicPr>
            <a:picLocks noChangeAspect="1"/>
          </p:cNvPicPr>
          <p:nvPr/>
        </p:nvPicPr>
        <p:blipFill>
          <a:blip r:embed="rId3"/>
          <a:stretch>
            <a:fillRect/>
          </a:stretch>
        </p:blipFill>
        <p:spPr>
          <a:xfrm>
            <a:off x="2520950" y="1458913"/>
            <a:ext cx="284163" cy="369887"/>
          </a:xfrm>
          <a:prstGeom prst="rect">
            <a:avLst/>
          </a:prstGeom>
          <a:noFill/>
          <a:ln w="9525">
            <a:noFill/>
          </a:ln>
        </p:spPr>
      </p:pic>
      <p:pic>
        <p:nvPicPr>
          <p:cNvPr id="66563" name="图片 -2147482373"/>
          <p:cNvPicPr>
            <a:picLocks noChangeAspect="1"/>
          </p:cNvPicPr>
          <p:nvPr/>
        </p:nvPicPr>
        <p:blipFill>
          <a:blip r:embed="rId4"/>
          <a:stretch>
            <a:fillRect/>
          </a:stretch>
        </p:blipFill>
        <p:spPr>
          <a:xfrm>
            <a:off x="1000125" y="1712913"/>
            <a:ext cx="361950" cy="441325"/>
          </a:xfrm>
          <a:prstGeom prst="rect">
            <a:avLst/>
          </a:prstGeom>
          <a:noFill/>
          <a:ln w="9525">
            <a:noFill/>
          </a:ln>
        </p:spPr>
      </p:pic>
      <p:pic>
        <p:nvPicPr>
          <p:cNvPr id="66564" name="图片 -2147482374"/>
          <p:cNvPicPr>
            <a:picLocks noChangeAspect="1"/>
          </p:cNvPicPr>
          <p:nvPr/>
        </p:nvPicPr>
        <p:blipFill>
          <a:blip r:embed="rId3"/>
          <a:stretch>
            <a:fillRect/>
          </a:stretch>
        </p:blipFill>
        <p:spPr>
          <a:xfrm>
            <a:off x="7948613" y="1458913"/>
            <a:ext cx="284162" cy="369887"/>
          </a:xfrm>
          <a:prstGeom prst="rect">
            <a:avLst/>
          </a:prstGeom>
          <a:noFill/>
          <a:ln w="9525">
            <a:noFill/>
          </a:ln>
        </p:spPr>
      </p:pic>
      <p:pic>
        <p:nvPicPr>
          <p:cNvPr id="66565" name="图片 -2147482373"/>
          <p:cNvPicPr>
            <a:picLocks noChangeAspect="1"/>
          </p:cNvPicPr>
          <p:nvPr/>
        </p:nvPicPr>
        <p:blipFill>
          <a:blip r:embed="rId4"/>
          <a:stretch>
            <a:fillRect/>
          </a:stretch>
        </p:blipFill>
        <p:spPr>
          <a:xfrm>
            <a:off x="3006725" y="1458913"/>
            <a:ext cx="361950" cy="441325"/>
          </a:xfrm>
          <a:prstGeom prst="rect">
            <a:avLst/>
          </a:prstGeom>
          <a:noFill/>
          <a:ln w="9525">
            <a:noFill/>
          </a:ln>
        </p:spPr>
      </p:pic>
      <p:pic>
        <p:nvPicPr>
          <p:cNvPr id="66566" name="图片 -2147482374"/>
          <p:cNvPicPr>
            <a:picLocks noChangeAspect="1"/>
          </p:cNvPicPr>
          <p:nvPr/>
        </p:nvPicPr>
        <p:blipFill>
          <a:blip r:embed="rId3"/>
          <a:stretch>
            <a:fillRect/>
          </a:stretch>
        </p:blipFill>
        <p:spPr>
          <a:xfrm>
            <a:off x="5568950" y="1779588"/>
            <a:ext cx="284163" cy="368300"/>
          </a:xfrm>
          <a:prstGeom prst="rect">
            <a:avLst/>
          </a:prstGeom>
          <a:noFill/>
          <a:ln w="9525">
            <a:noFill/>
          </a:ln>
        </p:spPr>
      </p:pic>
      <p:pic>
        <p:nvPicPr>
          <p:cNvPr id="66567" name="图片 -2147482369"/>
          <p:cNvPicPr>
            <a:picLocks noChangeAspect="1"/>
          </p:cNvPicPr>
          <p:nvPr/>
        </p:nvPicPr>
        <p:blipFill>
          <a:blip r:embed="rId5"/>
          <a:stretch>
            <a:fillRect/>
          </a:stretch>
        </p:blipFill>
        <p:spPr>
          <a:xfrm>
            <a:off x="5953125" y="1779588"/>
            <a:ext cx="312738" cy="379412"/>
          </a:xfrm>
          <a:prstGeom prst="rect">
            <a:avLst/>
          </a:prstGeom>
          <a:noFill/>
          <a:ln w="9525">
            <a:noFill/>
          </a:ln>
        </p:spPr>
      </p:pic>
      <p:pic>
        <p:nvPicPr>
          <p:cNvPr id="66568" name="图片 391"/>
          <p:cNvPicPr>
            <a:picLocks noChangeAspect="1"/>
          </p:cNvPicPr>
          <p:nvPr/>
        </p:nvPicPr>
        <p:blipFill>
          <a:blip r:embed="rId6"/>
          <a:stretch>
            <a:fillRect/>
          </a:stretch>
        </p:blipFill>
        <p:spPr>
          <a:xfrm>
            <a:off x="6516688" y="1784350"/>
            <a:ext cx="274637" cy="358775"/>
          </a:xfrm>
          <a:prstGeom prst="rect">
            <a:avLst/>
          </a:prstGeom>
          <a:noFill/>
          <a:ln w="9525">
            <a:noFill/>
          </a:ln>
        </p:spPr>
      </p:pic>
      <p:pic>
        <p:nvPicPr>
          <p:cNvPr id="66569" name="图片 -2147482367"/>
          <p:cNvPicPr>
            <a:picLocks noChangeAspect="1"/>
          </p:cNvPicPr>
          <p:nvPr/>
        </p:nvPicPr>
        <p:blipFill>
          <a:blip r:embed="rId7"/>
          <a:stretch>
            <a:fillRect/>
          </a:stretch>
        </p:blipFill>
        <p:spPr>
          <a:xfrm>
            <a:off x="3276600" y="2457450"/>
            <a:ext cx="1484313" cy="374650"/>
          </a:xfrm>
          <a:prstGeom prst="rect">
            <a:avLst/>
          </a:prstGeom>
          <a:noFill/>
          <a:ln w="9525">
            <a:noFill/>
          </a:ln>
        </p:spPr>
      </p:pic>
      <p:pic>
        <p:nvPicPr>
          <p:cNvPr id="66570" name="图片 -2147482366"/>
          <p:cNvPicPr>
            <a:picLocks noChangeAspect="1"/>
          </p:cNvPicPr>
          <p:nvPr/>
        </p:nvPicPr>
        <p:blipFill>
          <a:blip r:embed="rId8"/>
          <a:stretch>
            <a:fillRect/>
          </a:stretch>
        </p:blipFill>
        <p:spPr>
          <a:xfrm>
            <a:off x="2276475" y="2765425"/>
            <a:ext cx="1452563" cy="346075"/>
          </a:xfrm>
          <a:prstGeom prst="rect">
            <a:avLst/>
          </a:prstGeom>
          <a:noFill/>
          <a:ln w="9525">
            <a:noFill/>
          </a:ln>
        </p:spPr>
      </p:pic>
      <p:graphicFrame>
        <p:nvGraphicFramePr>
          <p:cNvPr id="66571" name="对象 -2147482233"/>
          <p:cNvGraphicFramePr>
            <a:graphicFrameLocks noChangeAspect="1"/>
          </p:cNvGraphicFramePr>
          <p:nvPr/>
        </p:nvGraphicFramePr>
        <p:xfrm>
          <a:off x="958850" y="3405188"/>
          <a:ext cx="7273925" cy="1757362"/>
        </p:xfrm>
        <a:graphic>
          <a:graphicData uri="http://schemas.openxmlformats.org/presentationml/2006/ole">
            <mc:AlternateContent xmlns:mc="http://schemas.openxmlformats.org/markup-compatibility/2006">
              <mc:Choice xmlns:v="urn:schemas-microsoft-com:vml" Requires="v">
                <p:oleObj spid="_x0000_s35091" r:id="rId9" imgW="115214400" imgH="25908000" progId="Equation.DSMT4">
                  <p:embed/>
                </p:oleObj>
              </mc:Choice>
              <mc:Fallback>
                <p:oleObj r:id="rId9" imgW="115214400" imgH="25908000" progId="Equation.DSMT4">
                  <p:embed/>
                  <p:pic>
                    <p:nvPicPr>
                      <p:cNvPr id="0" name="图片 3203"/>
                      <p:cNvPicPr/>
                      <p:nvPr/>
                    </p:nvPicPr>
                    <p:blipFill>
                      <a:blip r:embed="rId10"/>
                      <a:stretch>
                        <a:fillRect/>
                      </a:stretch>
                    </p:blipFill>
                    <p:spPr>
                      <a:xfrm>
                        <a:off x="958850" y="3405188"/>
                        <a:ext cx="7273925" cy="1757362"/>
                      </a:xfrm>
                      <a:prstGeom prst="rect">
                        <a:avLst/>
                      </a:prstGeom>
                      <a:noFill/>
                      <a:ln w="38100">
                        <a:noFill/>
                        <a:miter/>
                      </a:ln>
                    </p:spPr>
                  </p:pic>
                </p:oleObj>
              </mc:Fallback>
            </mc:AlternateContent>
          </a:graphicData>
        </a:graphic>
      </p:graphicFrame>
      <p:graphicFrame>
        <p:nvGraphicFramePr>
          <p:cNvPr id="66572" name="对象 -2147482364"/>
          <p:cNvGraphicFramePr>
            <a:graphicFrameLocks noChangeAspect="1"/>
          </p:cNvGraphicFramePr>
          <p:nvPr/>
        </p:nvGraphicFramePr>
        <p:xfrm>
          <a:off x="1257300" y="5162550"/>
          <a:ext cx="1800225" cy="587375"/>
        </p:xfrm>
        <a:graphic>
          <a:graphicData uri="http://schemas.openxmlformats.org/presentationml/2006/ole">
            <mc:AlternateContent xmlns:mc="http://schemas.openxmlformats.org/markup-compatibility/2006">
              <mc:Choice xmlns:v="urn:schemas-microsoft-com:vml" Requires="v">
                <p:oleObj spid="_x0000_s35092" r:id="rId11" imgW="32308800" imgH="10363200" progId="Equation.DSMT4">
                  <p:embed/>
                </p:oleObj>
              </mc:Choice>
              <mc:Fallback>
                <p:oleObj r:id="rId11" imgW="32308800" imgH="10363200" progId="Equation.DSMT4">
                  <p:embed/>
                  <p:pic>
                    <p:nvPicPr>
                      <p:cNvPr id="0" name="图片 3207"/>
                      <p:cNvPicPr/>
                      <p:nvPr/>
                    </p:nvPicPr>
                    <p:blipFill>
                      <a:blip r:embed="rId12"/>
                      <a:stretch>
                        <a:fillRect/>
                      </a:stretch>
                    </p:blipFill>
                    <p:spPr>
                      <a:xfrm>
                        <a:off x="1257300" y="5162550"/>
                        <a:ext cx="1800225" cy="587375"/>
                      </a:xfrm>
                      <a:prstGeom prst="rect">
                        <a:avLst/>
                      </a:prstGeom>
                      <a:noFill/>
                      <a:ln w="38100">
                        <a:noFill/>
                        <a:miter/>
                      </a:ln>
                    </p:spPr>
                  </p:pic>
                </p:oleObj>
              </mc:Fallback>
            </mc:AlternateContent>
          </a:graphicData>
        </a:graphic>
      </p:graphicFrame>
      <p:pic>
        <p:nvPicPr>
          <p:cNvPr id="66573" name="图片 -2147482363"/>
          <p:cNvPicPr>
            <a:picLocks noChangeAspect="1"/>
          </p:cNvPicPr>
          <p:nvPr/>
        </p:nvPicPr>
        <p:blipFill>
          <a:blip r:embed="rId13"/>
          <a:stretch>
            <a:fillRect/>
          </a:stretch>
        </p:blipFill>
        <p:spPr>
          <a:xfrm>
            <a:off x="3817938" y="5305425"/>
            <a:ext cx="300037" cy="300038"/>
          </a:xfrm>
          <a:prstGeom prst="rect">
            <a:avLst/>
          </a:prstGeom>
          <a:noFill/>
          <a:ln w="9525">
            <a:noFill/>
          </a:ln>
        </p:spPr>
      </p:pic>
      <p:pic>
        <p:nvPicPr>
          <p:cNvPr id="66574" name="图片 -2147482362"/>
          <p:cNvPicPr>
            <a:picLocks noChangeAspect="1"/>
          </p:cNvPicPr>
          <p:nvPr/>
        </p:nvPicPr>
        <p:blipFill>
          <a:blip r:embed="rId14"/>
          <a:stretch>
            <a:fillRect/>
          </a:stretch>
        </p:blipFill>
        <p:spPr>
          <a:xfrm>
            <a:off x="4672013" y="5235575"/>
            <a:ext cx="284162" cy="369888"/>
          </a:xfrm>
          <a:prstGeom prst="rect">
            <a:avLst/>
          </a:prstGeom>
          <a:noFill/>
          <a:ln w="9525">
            <a:noFill/>
          </a:ln>
        </p:spPr>
      </p:pic>
      <p:pic>
        <p:nvPicPr>
          <p:cNvPr id="66575" name="图片 -2147482361"/>
          <p:cNvPicPr>
            <a:picLocks noChangeAspect="1"/>
          </p:cNvPicPr>
          <p:nvPr/>
        </p:nvPicPr>
        <p:blipFill>
          <a:blip r:embed="rId15"/>
          <a:stretch>
            <a:fillRect/>
          </a:stretch>
        </p:blipFill>
        <p:spPr>
          <a:xfrm>
            <a:off x="5270500" y="5251450"/>
            <a:ext cx="298450" cy="336550"/>
          </a:xfrm>
          <a:prstGeom prst="rect">
            <a:avLst/>
          </a:prstGeom>
          <a:noFill/>
          <a:ln w="9525">
            <a:noFill/>
          </a:ln>
        </p:spPr>
      </p:pic>
      <p:graphicFrame>
        <p:nvGraphicFramePr>
          <p:cNvPr id="66576" name="对象 -2147482360"/>
          <p:cNvGraphicFramePr>
            <a:graphicFrameLocks noChangeAspect="1"/>
          </p:cNvGraphicFramePr>
          <p:nvPr/>
        </p:nvGraphicFramePr>
        <p:xfrm>
          <a:off x="2832100" y="5695950"/>
          <a:ext cx="2374900" cy="765175"/>
        </p:xfrm>
        <a:graphic>
          <a:graphicData uri="http://schemas.openxmlformats.org/presentationml/2006/ole">
            <mc:AlternateContent xmlns:mc="http://schemas.openxmlformats.org/markup-compatibility/2006">
              <mc:Choice xmlns:v="urn:schemas-microsoft-com:vml" Requires="v">
                <p:oleObj spid="_x0000_s35093" r:id="rId16" imgW="32613600" imgH="10363200" progId="Equation.DSMT4">
                  <p:embed/>
                </p:oleObj>
              </mc:Choice>
              <mc:Fallback>
                <p:oleObj r:id="rId16" imgW="32613600" imgH="10363200" progId="Equation.DSMT4">
                  <p:embed/>
                  <p:pic>
                    <p:nvPicPr>
                      <p:cNvPr id="0" name="图片 3206"/>
                      <p:cNvPicPr/>
                      <p:nvPr/>
                    </p:nvPicPr>
                    <p:blipFill>
                      <a:blip r:embed="rId17"/>
                      <a:stretch>
                        <a:fillRect/>
                      </a:stretch>
                    </p:blipFill>
                    <p:spPr>
                      <a:xfrm>
                        <a:off x="2832100" y="5695950"/>
                        <a:ext cx="2374900" cy="765175"/>
                      </a:xfrm>
                      <a:prstGeom prst="rect">
                        <a:avLst/>
                      </a:prstGeom>
                      <a:noFill/>
                      <a:ln w="38100">
                        <a:noFill/>
                        <a:miter/>
                      </a:ln>
                    </p:spPr>
                  </p:pic>
                </p:oleObj>
              </mc:Fallback>
            </mc:AlternateContent>
          </a:graphicData>
        </a:graphic>
      </p:graphicFrame>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3"/>
          <p:cNvSpPr>
            <a:spLocks noGrp="1"/>
          </p:cNvSpPr>
          <p:nvPr>
            <p:ph idx="1"/>
          </p:nvPr>
        </p:nvSpPr>
        <p:spPr>
          <a:xfrm>
            <a:off x="685800" y="1123950"/>
            <a:ext cx="7772400" cy="4608513"/>
          </a:xfrm>
        </p:spPr>
        <p:txBody>
          <a:bodyPr vert="horz" wrap="square" lIns="75301" tIns="37650" rIns="75301" bIns="37650" anchor="t" anchorCtr="0"/>
          <a:lstStyle/>
          <a:p>
            <a:pPr marL="0" indent="0" defTabSz="752475">
              <a:buNone/>
            </a:pPr>
            <a:r>
              <a:rPr lang="zh-CN" altLang="en-US" sz="2000" b="1" dirty="0">
                <a:ea typeface="宋体" panose="02010600030101010101" pitchFamily="2" charset="-122"/>
              </a:rPr>
              <a:t>由于                         都是已知量，为了方便，将等式右边标记为实数值    。则上式可以表示为：</a:t>
            </a:r>
          </a:p>
          <a:p>
            <a:pPr marL="0" indent="0" defTabSz="752475">
              <a:buNone/>
            </a:pPr>
            <a:endParaRPr lang="zh-CN" altLang="en-US" sz="2000" b="1" dirty="0">
              <a:ea typeface="宋体" panose="02010600030101010101" pitchFamily="2" charset="-122"/>
            </a:endParaRPr>
          </a:p>
          <a:p>
            <a:pPr marL="0" indent="0" defTabSz="752475">
              <a:buNone/>
            </a:pPr>
            <a:r>
              <a:rPr lang="zh-CN" altLang="en-US" sz="2000" b="1" dirty="0">
                <a:ea typeface="宋体" panose="02010600030101010101" pitchFamily="2" charset="-122"/>
              </a:rPr>
              <a:t>在等式两边同时乘上     ，得到：</a:t>
            </a:r>
          </a:p>
          <a:p>
            <a:pPr marL="0" indent="0" defTabSz="752475">
              <a:buNone/>
            </a:pPr>
            <a:r>
              <a:rPr lang="zh-CN" altLang="en-US" sz="2000" b="1" dirty="0">
                <a:ea typeface="宋体" panose="02010600030101010101" pitchFamily="2" charset="-122"/>
              </a:rPr>
              <a:t>                                                                                                           （</a:t>
            </a:r>
            <a:r>
              <a:rPr lang="en-US" altLang="zh-CN" sz="2000" b="1" dirty="0">
                <a:ea typeface="宋体" panose="02010600030101010101" pitchFamily="2" charset="-122"/>
              </a:rPr>
              <a:t>12</a:t>
            </a:r>
            <a:r>
              <a:rPr lang="zh-CN" altLang="en-US" sz="2000" b="1" dirty="0">
                <a:ea typeface="宋体" panose="02010600030101010101" pitchFamily="2" charset="-122"/>
              </a:rPr>
              <a:t>）</a:t>
            </a:r>
          </a:p>
          <a:p>
            <a:pPr marL="0" indent="0" defTabSz="752475">
              <a:buNone/>
            </a:pPr>
            <a:r>
              <a:rPr lang="zh-CN" altLang="en-US" sz="2000" b="1" dirty="0">
                <a:ea typeface="宋体" panose="02010600030101010101" pitchFamily="2" charset="-122"/>
              </a:rPr>
              <a:t>将上式带入（</a:t>
            </a:r>
            <a:r>
              <a:rPr lang="en-US" altLang="zh-CN" sz="2000" b="1" dirty="0">
                <a:ea typeface="宋体" panose="02010600030101010101" pitchFamily="2" charset="-122"/>
              </a:rPr>
              <a:t>11</a:t>
            </a:r>
            <a:r>
              <a:rPr lang="zh-CN" altLang="en-US" sz="2000" b="1" dirty="0">
                <a:ea typeface="宋体" panose="02010600030101010101" pitchFamily="2" charset="-122"/>
              </a:rPr>
              <a:t>）的等式中得到只关于参数     的最优化问题：</a:t>
            </a: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r>
              <a:rPr lang="zh-CN" altLang="en-US" sz="2000" b="1" dirty="0">
                <a:ea typeface="宋体" panose="02010600030101010101" pitchFamily="2" charset="-122"/>
              </a:rPr>
              <a:t>对上式关于      求导并令其为0得到：</a:t>
            </a:r>
          </a:p>
          <a:p>
            <a:pPr marL="0" indent="0" defTabSz="752475">
              <a:buNone/>
            </a:pPr>
            <a:endParaRPr lang="zh-CN" altLang="en-US" sz="2000" b="1" dirty="0">
              <a:ea typeface="宋体" panose="02010600030101010101" pitchFamily="2" charset="-122"/>
            </a:endParaRPr>
          </a:p>
          <a:p>
            <a:pPr marL="0" indent="0" defTabSz="752475">
              <a:buNone/>
            </a:pPr>
            <a:r>
              <a:rPr lang="zh-CN" altLang="en-US" sz="2000" b="1" dirty="0">
                <a:ea typeface="宋体" panose="02010600030101010101" pitchFamily="2" charset="-122"/>
              </a:rPr>
              <a:t>                                                                                                       （</a:t>
            </a:r>
            <a:r>
              <a:rPr lang="en-US" altLang="zh-CN" sz="2000" b="1" dirty="0">
                <a:ea typeface="宋体" panose="02010600030101010101" pitchFamily="2" charset="-122"/>
              </a:rPr>
              <a:t>13</a:t>
            </a:r>
            <a:r>
              <a:rPr lang="zh-CN" altLang="en-US" sz="2000" b="1" dirty="0">
                <a:ea typeface="宋体" panose="02010600030101010101" pitchFamily="2" charset="-122"/>
              </a:rPr>
              <a:t>）</a:t>
            </a: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p:txBody>
      </p:sp>
      <p:pic>
        <p:nvPicPr>
          <p:cNvPr id="67586" name="图片 -2147482359"/>
          <p:cNvPicPr>
            <a:picLocks noChangeAspect="1"/>
          </p:cNvPicPr>
          <p:nvPr/>
        </p:nvPicPr>
        <p:blipFill>
          <a:blip r:embed="rId3"/>
          <a:stretch>
            <a:fillRect/>
          </a:stretch>
        </p:blipFill>
        <p:spPr>
          <a:xfrm>
            <a:off x="1190625" y="1123950"/>
            <a:ext cx="1639888" cy="392113"/>
          </a:xfrm>
          <a:prstGeom prst="rect">
            <a:avLst/>
          </a:prstGeom>
          <a:noFill/>
          <a:ln w="9525">
            <a:noFill/>
          </a:ln>
        </p:spPr>
      </p:pic>
      <p:pic>
        <p:nvPicPr>
          <p:cNvPr id="67587" name="图片 394"/>
          <p:cNvPicPr>
            <a:picLocks noChangeAspect="1"/>
          </p:cNvPicPr>
          <p:nvPr/>
        </p:nvPicPr>
        <p:blipFill>
          <a:blip r:embed="rId4"/>
          <a:stretch>
            <a:fillRect/>
          </a:stretch>
        </p:blipFill>
        <p:spPr>
          <a:xfrm>
            <a:off x="1012825" y="1420813"/>
            <a:ext cx="250825" cy="328612"/>
          </a:xfrm>
          <a:prstGeom prst="rect">
            <a:avLst/>
          </a:prstGeom>
          <a:noFill/>
          <a:ln w="9525">
            <a:noFill/>
          </a:ln>
        </p:spPr>
      </p:pic>
      <p:graphicFrame>
        <p:nvGraphicFramePr>
          <p:cNvPr id="67588" name="对象 -2147482357"/>
          <p:cNvGraphicFramePr>
            <a:graphicFrameLocks noChangeAspect="1"/>
          </p:cNvGraphicFramePr>
          <p:nvPr/>
        </p:nvGraphicFramePr>
        <p:xfrm>
          <a:off x="3217863" y="1749425"/>
          <a:ext cx="1860550" cy="450850"/>
        </p:xfrm>
        <a:graphic>
          <a:graphicData uri="http://schemas.openxmlformats.org/presentationml/2006/ole">
            <mc:AlternateContent xmlns:mc="http://schemas.openxmlformats.org/markup-compatibility/2006">
              <mc:Choice xmlns:v="urn:schemas-microsoft-com:vml" Requires="v">
                <p:oleObj spid="_x0000_s36205" r:id="rId5" imgW="22250400" imgH="5486400" progId="Equation.DSMT4">
                  <p:embed/>
                </p:oleObj>
              </mc:Choice>
              <mc:Fallback>
                <p:oleObj r:id="rId5" imgW="22250400" imgH="5486400" progId="Equation.DSMT4">
                  <p:embed/>
                  <p:pic>
                    <p:nvPicPr>
                      <p:cNvPr id="0" name="图片 3211"/>
                      <p:cNvPicPr/>
                      <p:nvPr/>
                    </p:nvPicPr>
                    <p:blipFill>
                      <a:blip r:embed="rId6"/>
                      <a:stretch>
                        <a:fillRect/>
                      </a:stretch>
                    </p:blipFill>
                    <p:spPr>
                      <a:xfrm>
                        <a:off x="3217863" y="1749425"/>
                        <a:ext cx="1860550" cy="450850"/>
                      </a:xfrm>
                      <a:prstGeom prst="rect">
                        <a:avLst/>
                      </a:prstGeom>
                      <a:noFill/>
                      <a:ln w="38100">
                        <a:noFill/>
                        <a:miter/>
                      </a:ln>
                    </p:spPr>
                  </p:pic>
                </p:oleObj>
              </mc:Fallback>
            </mc:AlternateContent>
          </a:graphicData>
        </a:graphic>
      </p:graphicFrame>
      <p:graphicFrame>
        <p:nvGraphicFramePr>
          <p:cNvPr id="67589" name="对象 -2147482355"/>
          <p:cNvGraphicFramePr>
            <a:graphicFrameLocks noChangeAspect="1"/>
          </p:cNvGraphicFramePr>
          <p:nvPr/>
        </p:nvGraphicFramePr>
        <p:xfrm>
          <a:off x="3308350" y="2501900"/>
          <a:ext cx="1679575" cy="373063"/>
        </p:xfrm>
        <a:graphic>
          <a:graphicData uri="http://schemas.openxmlformats.org/presentationml/2006/ole">
            <mc:AlternateContent xmlns:mc="http://schemas.openxmlformats.org/markup-compatibility/2006">
              <mc:Choice xmlns:v="urn:schemas-microsoft-com:vml" Requires="v">
                <p:oleObj spid="_x0000_s36206" r:id="rId7" imgW="24688800" imgH="5486400" progId="Equation.DSMT4">
                  <p:embed/>
                </p:oleObj>
              </mc:Choice>
              <mc:Fallback>
                <p:oleObj r:id="rId7" imgW="24688800" imgH="5486400" progId="Equation.DSMT4">
                  <p:embed/>
                  <p:pic>
                    <p:nvPicPr>
                      <p:cNvPr id="0" name="图片 3208"/>
                      <p:cNvPicPr/>
                      <p:nvPr/>
                    </p:nvPicPr>
                    <p:blipFill>
                      <a:blip r:embed="rId8"/>
                      <a:stretch>
                        <a:fillRect/>
                      </a:stretch>
                    </p:blipFill>
                    <p:spPr>
                      <a:xfrm>
                        <a:off x="3308350" y="2501900"/>
                        <a:ext cx="1679575" cy="373063"/>
                      </a:xfrm>
                      <a:prstGeom prst="rect">
                        <a:avLst/>
                      </a:prstGeom>
                      <a:noFill/>
                      <a:ln w="38100">
                        <a:noFill/>
                        <a:miter/>
                      </a:ln>
                    </p:spPr>
                  </p:pic>
                </p:oleObj>
              </mc:Fallback>
            </mc:AlternateContent>
          </a:graphicData>
        </a:graphic>
      </p:graphicFrame>
      <p:pic>
        <p:nvPicPr>
          <p:cNvPr id="67590" name="图片 -2147482356"/>
          <p:cNvPicPr>
            <a:picLocks noChangeAspect="1"/>
          </p:cNvPicPr>
          <p:nvPr/>
        </p:nvPicPr>
        <p:blipFill>
          <a:blip r:embed="rId9"/>
          <a:stretch>
            <a:fillRect/>
          </a:stretch>
        </p:blipFill>
        <p:spPr>
          <a:xfrm>
            <a:off x="3025775" y="2147888"/>
            <a:ext cx="382588" cy="354012"/>
          </a:xfrm>
          <a:prstGeom prst="rect">
            <a:avLst/>
          </a:prstGeom>
          <a:noFill/>
          <a:ln w="9525">
            <a:noFill/>
          </a:ln>
        </p:spPr>
      </p:pic>
      <p:pic>
        <p:nvPicPr>
          <p:cNvPr id="67591" name="图片 -2147482354"/>
          <p:cNvPicPr>
            <a:picLocks noChangeAspect="1"/>
          </p:cNvPicPr>
          <p:nvPr/>
        </p:nvPicPr>
        <p:blipFill>
          <a:blip r:embed="rId10"/>
          <a:stretch>
            <a:fillRect/>
          </a:stretch>
        </p:blipFill>
        <p:spPr>
          <a:xfrm>
            <a:off x="5629275" y="2874963"/>
            <a:ext cx="331788" cy="398462"/>
          </a:xfrm>
          <a:prstGeom prst="rect">
            <a:avLst/>
          </a:prstGeom>
          <a:noFill/>
          <a:ln w="9525">
            <a:noFill/>
          </a:ln>
        </p:spPr>
      </p:pic>
      <p:graphicFrame>
        <p:nvGraphicFramePr>
          <p:cNvPr id="67592" name="对象 -2147482353"/>
          <p:cNvGraphicFramePr>
            <a:graphicFrameLocks noChangeAspect="1"/>
          </p:cNvGraphicFramePr>
          <p:nvPr/>
        </p:nvGraphicFramePr>
        <p:xfrm>
          <a:off x="1697038" y="3273425"/>
          <a:ext cx="6053137" cy="1350963"/>
        </p:xfrm>
        <a:graphic>
          <a:graphicData uri="http://schemas.openxmlformats.org/presentationml/2006/ole">
            <mc:AlternateContent xmlns:mc="http://schemas.openxmlformats.org/markup-compatibility/2006">
              <mc:Choice xmlns:v="urn:schemas-microsoft-com:vml" Requires="v">
                <p:oleObj spid="_x0000_s36207" r:id="rId11" imgW="94792800" imgH="20726400" progId="Equation.DSMT4">
                  <p:embed/>
                </p:oleObj>
              </mc:Choice>
              <mc:Fallback>
                <p:oleObj r:id="rId11" imgW="94792800" imgH="20726400" progId="Equation.DSMT4">
                  <p:embed/>
                  <p:pic>
                    <p:nvPicPr>
                      <p:cNvPr id="0" name="图片 3213"/>
                      <p:cNvPicPr/>
                      <p:nvPr/>
                    </p:nvPicPr>
                    <p:blipFill>
                      <a:blip r:embed="rId12"/>
                      <a:stretch>
                        <a:fillRect/>
                      </a:stretch>
                    </p:blipFill>
                    <p:spPr>
                      <a:xfrm>
                        <a:off x="1697038" y="3273425"/>
                        <a:ext cx="6053137" cy="1350963"/>
                      </a:xfrm>
                      <a:prstGeom prst="rect">
                        <a:avLst/>
                      </a:prstGeom>
                      <a:noFill/>
                      <a:ln w="38100">
                        <a:noFill/>
                        <a:miter/>
                      </a:ln>
                    </p:spPr>
                  </p:pic>
                </p:oleObj>
              </mc:Fallback>
            </mc:AlternateContent>
          </a:graphicData>
        </a:graphic>
      </p:graphicFrame>
      <p:pic>
        <p:nvPicPr>
          <p:cNvPr id="67593" name="图片 -2147482352"/>
          <p:cNvPicPr>
            <a:picLocks noChangeAspect="1"/>
          </p:cNvPicPr>
          <p:nvPr/>
        </p:nvPicPr>
        <p:blipFill>
          <a:blip r:embed="rId10"/>
          <a:stretch>
            <a:fillRect/>
          </a:stretch>
        </p:blipFill>
        <p:spPr>
          <a:xfrm>
            <a:off x="2047875" y="4703763"/>
            <a:ext cx="355600" cy="427037"/>
          </a:xfrm>
          <a:prstGeom prst="rect">
            <a:avLst/>
          </a:prstGeom>
          <a:noFill/>
          <a:ln w="9525">
            <a:noFill/>
          </a:ln>
        </p:spPr>
      </p:pic>
      <p:graphicFrame>
        <p:nvGraphicFramePr>
          <p:cNvPr id="67594" name="对象 -2147482229"/>
          <p:cNvGraphicFramePr>
            <a:graphicFrameLocks noChangeAspect="1"/>
          </p:cNvGraphicFramePr>
          <p:nvPr/>
        </p:nvGraphicFramePr>
        <p:xfrm>
          <a:off x="1925638" y="5091113"/>
          <a:ext cx="4154487" cy="1360487"/>
        </p:xfrm>
        <a:graphic>
          <a:graphicData uri="http://schemas.openxmlformats.org/presentationml/2006/ole">
            <mc:AlternateContent xmlns:mc="http://schemas.openxmlformats.org/markup-compatibility/2006">
              <mc:Choice xmlns:v="urn:schemas-microsoft-com:vml" Requires="v">
                <p:oleObj spid="_x0000_s36208" r:id="rId13" imgW="63398400" imgH="20726400" progId="Equation.DSMT4">
                  <p:embed/>
                </p:oleObj>
              </mc:Choice>
              <mc:Fallback>
                <p:oleObj r:id="rId13" imgW="63398400" imgH="20726400" progId="Equation.DSMT4">
                  <p:embed/>
                  <p:pic>
                    <p:nvPicPr>
                      <p:cNvPr id="0" name="图片 3209"/>
                      <p:cNvPicPr/>
                      <p:nvPr/>
                    </p:nvPicPr>
                    <p:blipFill>
                      <a:blip r:embed="rId14"/>
                      <a:stretch>
                        <a:fillRect/>
                      </a:stretch>
                    </p:blipFill>
                    <p:spPr>
                      <a:xfrm>
                        <a:off x="1925638" y="5091113"/>
                        <a:ext cx="4154487" cy="1360487"/>
                      </a:xfrm>
                      <a:prstGeom prst="rect">
                        <a:avLst/>
                      </a:prstGeom>
                      <a:noFill/>
                      <a:ln w="38100">
                        <a:noFill/>
                        <a:miter/>
                      </a:ln>
                    </p:spPr>
                  </p:pic>
                </p:oleObj>
              </mc:Fallback>
            </mc:AlternateContent>
          </a:graphicData>
        </a:graphic>
      </p:graphicFrame>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3" name="图片 3"/>
          <p:cNvPicPr>
            <a:picLocks noChangeAspect="1"/>
          </p:cNvPicPr>
          <p:nvPr/>
        </p:nvPicPr>
        <p:blipFill>
          <a:blip r:embed="rId2"/>
          <a:stretch>
            <a:fillRect/>
          </a:stretch>
        </p:blipFill>
        <p:spPr>
          <a:xfrm>
            <a:off x="276225" y="1036638"/>
            <a:ext cx="8591550" cy="5443537"/>
          </a:xfrm>
          <a:prstGeom prst="rect">
            <a:avLst/>
          </a:prstGeom>
          <a:noFill/>
          <a:ln w="9525">
            <a:noFill/>
          </a:ln>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3"/>
          <p:cNvSpPr>
            <a:spLocks noGrp="1"/>
          </p:cNvSpPr>
          <p:nvPr>
            <p:ph idx="1"/>
          </p:nvPr>
        </p:nvSpPr>
        <p:spPr>
          <a:xfrm>
            <a:off x="685800" y="1123950"/>
            <a:ext cx="7924800" cy="4608513"/>
          </a:xfrm>
        </p:spPr>
        <p:txBody>
          <a:bodyPr vert="horz" wrap="square" lIns="75301" tIns="37650" rIns="75301" bIns="37650" anchor="t" anchorCtr="0"/>
          <a:lstStyle/>
          <a:p>
            <a:pPr marL="0" indent="0" defTabSz="752475">
              <a:buNone/>
            </a:pPr>
            <a:r>
              <a:rPr lang="zh-CN" altLang="en-US" sz="2000" b="1" dirty="0">
                <a:ea typeface="宋体" panose="02010600030101010101" pitchFamily="2" charset="-122"/>
              </a:rPr>
              <a:t>将（</a:t>
            </a:r>
            <a:r>
              <a:rPr lang="en-US" altLang="zh-CN" sz="2000" b="1" dirty="0">
                <a:ea typeface="宋体" panose="02010600030101010101" pitchFamily="2" charset="-122"/>
              </a:rPr>
              <a:t>14</a:t>
            </a:r>
            <a:r>
              <a:rPr lang="zh-CN" altLang="en-US" sz="2000" b="1" dirty="0">
                <a:ea typeface="宋体" panose="02010600030101010101" pitchFamily="2" charset="-122"/>
              </a:rPr>
              <a:t>），（</a:t>
            </a:r>
            <a:r>
              <a:rPr lang="en-US" altLang="zh-CN" sz="2000" b="1" dirty="0">
                <a:ea typeface="宋体" panose="02010600030101010101" pitchFamily="2" charset="-122"/>
              </a:rPr>
              <a:t>15</a:t>
            </a:r>
            <a:r>
              <a:rPr lang="zh-CN" altLang="en-US" sz="2000" b="1" dirty="0">
                <a:ea typeface="宋体" panose="02010600030101010101" pitchFamily="2" charset="-122"/>
              </a:rPr>
              <a:t>），（</a:t>
            </a:r>
            <a:r>
              <a:rPr lang="en-US" altLang="zh-CN" sz="2000" b="1" dirty="0">
                <a:ea typeface="宋体" panose="02010600030101010101" pitchFamily="2" charset="-122"/>
              </a:rPr>
              <a:t>16</a:t>
            </a:r>
            <a:r>
              <a:rPr lang="zh-CN" altLang="en-US" sz="2000" b="1" dirty="0">
                <a:ea typeface="宋体" panose="02010600030101010101" pitchFamily="2" charset="-122"/>
              </a:rPr>
              <a:t>）代入（</a:t>
            </a:r>
            <a:r>
              <a:rPr lang="en-US" altLang="zh-CN" sz="2000" b="1" dirty="0">
                <a:ea typeface="宋体" panose="02010600030101010101" pitchFamily="2" charset="-122"/>
              </a:rPr>
              <a:t>13</a:t>
            </a:r>
            <a:r>
              <a:rPr lang="zh-CN" altLang="en-US" sz="2000" b="1" dirty="0">
                <a:ea typeface="宋体" panose="02010600030101010101" pitchFamily="2" charset="-122"/>
              </a:rPr>
              <a:t>）中求解    ，由于此时求解出的      并没有考虑约束条件，这里记为                   ，得到：</a:t>
            </a:r>
          </a:p>
          <a:p>
            <a:pPr marL="0" indent="0" defTabSz="752475">
              <a:buNone/>
            </a:pPr>
            <a:endParaRPr lang="zh-CN" altLang="en-US" sz="2000" b="1" dirty="0">
              <a:ea typeface="宋体" panose="02010600030101010101" pitchFamily="2" charset="-122"/>
            </a:endParaRPr>
          </a:p>
          <a:p>
            <a:pPr marL="0" indent="0" defTabSz="752475">
              <a:buNone/>
            </a:pPr>
            <a:r>
              <a:rPr lang="zh-CN" altLang="en-US" sz="2000" b="1" dirty="0">
                <a:ea typeface="宋体" panose="02010600030101010101" pitchFamily="2" charset="-122"/>
              </a:rPr>
              <a:t>上式代入（</a:t>
            </a:r>
            <a:r>
              <a:rPr lang="en-US" altLang="zh-CN" sz="2000" b="1" dirty="0">
                <a:ea typeface="宋体" panose="02010600030101010101" pitchFamily="2" charset="-122"/>
              </a:rPr>
              <a:t>14</a:t>
            </a:r>
            <a:r>
              <a:rPr lang="zh-CN" altLang="en-US" sz="2000" b="1" dirty="0">
                <a:ea typeface="宋体" panose="02010600030101010101" pitchFamily="2" charset="-122"/>
              </a:rPr>
              <a:t>）式，并记                             得：</a:t>
            </a:r>
          </a:p>
          <a:p>
            <a:pPr marL="0" indent="0" defTabSz="752475">
              <a:buNone/>
            </a:pPr>
            <a:r>
              <a:rPr lang="zh-CN" altLang="en-US" sz="2000" b="1" dirty="0">
                <a:ea typeface="宋体" panose="02010600030101010101" pitchFamily="2" charset="-122"/>
              </a:rPr>
              <a:t>                                                 </a:t>
            </a:r>
          </a:p>
          <a:p>
            <a:pPr marL="0" indent="0" defTabSz="752475">
              <a:buNone/>
            </a:pPr>
            <a:endParaRPr lang="zh-CN" altLang="en-US" sz="2000" b="1" dirty="0">
              <a:ea typeface="宋体" panose="02010600030101010101" pitchFamily="2" charset="-122"/>
            </a:endParaRPr>
          </a:p>
          <a:p>
            <a:pPr marL="0" indent="0" defTabSz="752475">
              <a:buNone/>
            </a:pPr>
            <a:r>
              <a:rPr lang="zh-CN" altLang="en-US" sz="2000" b="1" dirty="0">
                <a:ea typeface="宋体" panose="02010600030101010101" pitchFamily="2" charset="-122"/>
              </a:rPr>
              <a:t>这里求出    的没有考虑约束条件                            。由不等式约束，由于未知参数只有两个             ，又因为     和     均只有</a:t>
            </a:r>
            <a:r>
              <a:rPr lang="en-US" altLang="zh-CN" sz="2000" b="1" dirty="0">
                <a:ea typeface="宋体" panose="02010600030101010101" pitchFamily="2" charset="-122"/>
              </a:rPr>
              <a:t>1</a:t>
            </a:r>
            <a:r>
              <a:rPr lang="zh-CN" altLang="en-US" sz="2000" b="1" dirty="0">
                <a:ea typeface="宋体" panose="02010600030101010101" pitchFamily="2" charset="-122"/>
              </a:rPr>
              <a:t>和</a:t>
            </a:r>
            <a:r>
              <a:rPr lang="en-US" altLang="zh-CN" sz="2000" b="1" dirty="0">
                <a:ea typeface="宋体" panose="02010600030101010101" pitchFamily="2" charset="-122"/>
              </a:rPr>
              <a:t>-1</a:t>
            </a:r>
            <a:r>
              <a:rPr lang="zh-CN" altLang="en-US" sz="2000" b="1" dirty="0">
                <a:ea typeface="宋体" panose="02010600030101010101" pitchFamily="2" charset="-122"/>
              </a:rPr>
              <a:t>两种取值。                     和    异号时，两个参数可以表示为一条斜率为</a:t>
            </a:r>
            <a:r>
              <a:rPr lang="en-US" altLang="zh-CN" sz="2000" b="1" dirty="0">
                <a:ea typeface="宋体" panose="02010600030101010101" pitchFamily="2" charset="-122"/>
              </a:rPr>
              <a:t>1</a:t>
            </a:r>
            <a:r>
              <a:rPr lang="zh-CN" altLang="en-US" sz="2000" b="1" dirty="0">
                <a:ea typeface="宋体" panose="02010600030101010101" pitchFamily="2" charset="-122"/>
              </a:rPr>
              <a:t>的直线，如下图所示：</a:t>
            </a: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a:p>
            <a:pPr marL="0" indent="0" defTabSz="752475">
              <a:buNone/>
            </a:pPr>
            <a:endParaRPr lang="zh-CN" altLang="en-US" sz="2000" b="1" dirty="0">
              <a:ea typeface="宋体" panose="02010600030101010101" pitchFamily="2" charset="-122"/>
            </a:endParaRPr>
          </a:p>
        </p:txBody>
      </p:sp>
      <p:pic>
        <p:nvPicPr>
          <p:cNvPr id="70658" name="图片 -2147482329"/>
          <p:cNvPicPr>
            <a:picLocks noChangeAspect="1"/>
          </p:cNvPicPr>
          <p:nvPr/>
        </p:nvPicPr>
        <p:blipFill>
          <a:blip r:embed="rId3"/>
          <a:stretch>
            <a:fillRect/>
          </a:stretch>
        </p:blipFill>
        <p:spPr>
          <a:xfrm>
            <a:off x="5840413" y="1123950"/>
            <a:ext cx="341312" cy="409575"/>
          </a:xfrm>
          <a:prstGeom prst="rect">
            <a:avLst/>
          </a:prstGeom>
          <a:noFill/>
          <a:ln w="9525">
            <a:noFill/>
          </a:ln>
        </p:spPr>
      </p:pic>
      <p:pic>
        <p:nvPicPr>
          <p:cNvPr id="70659" name="图片 -2147482329"/>
          <p:cNvPicPr>
            <a:picLocks noChangeAspect="1"/>
          </p:cNvPicPr>
          <p:nvPr/>
        </p:nvPicPr>
        <p:blipFill>
          <a:blip r:embed="rId3"/>
          <a:stretch>
            <a:fillRect/>
          </a:stretch>
        </p:blipFill>
        <p:spPr>
          <a:xfrm>
            <a:off x="8412163" y="1123950"/>
            <a:ext cx="341312" cy="409575"/>
          </a:xfrm>
          <a:prstGeom prst="rect">
            <a:avLst/>
          </a:prstGeom>
          <a:noFill/>
          <a:ln w="9525">
            <a:noFill/>
          </a:ln>
        </p:spPr>
      </p:pic>
      <p:graphicFrame>
        <p:nvGraphicFramePr>
          <p:cNvPr id="70660" name="对象 -2147482327"/>
          <p:cNvGraphicFramePr>
            <a:graphicFrameLocks noChangeAspect="1"/>
          </p:cNvGraphicFramePr>
          <p:nvPr/>
        </p:nvGraphicFramePr>
        <p:xfrm>
          <a:off x="4421188" y="1403350"/>
          <a:ext cx="1219200" cy="441325"/>
        </p:xfrm>
        <a:graphic>
          <a:graphicData uri="http://schemas.openxmlformats.org/presentationml/2006/ole">
            <mc:AlternateContent xmlns:mc="http://schemas.openxmlformats.org/markup-compatibility/2006">
              <mc:Choice xmlns:v="urn:schemas-microsoft-com:vml" Requires="v">
                <p:oleObj spid="_x0000_s38793" r:id="rId4" imgW="16459200" imgH="5791200" progId="Equation.DSMT4">
                  <p:embed/>
                </p:oleObj>
              </mc:Choice>
              <mc:Fallback>
                <p:oleObj r:id="rId4" imgW="16459200" imgH="5791200" progId="Equation.DSMT4">
                  <p:embed/>
                  <p:pic>
                    <p:nvPicPr>
                      <p:cNvPr id="0" name="图片 3217"/>
                      <p:cNvPicPr/>
                      <p:nvPr/>
                    </p:nvPicPr>
                    <p:blipFill>
                      <a:blip r:embed="rId5"/>
                      <a:stretch>
                        <a:fillRect/>
                      </a:stretch>
                    </p:blipFill>
                    <p:spPr>
                      <a:xfrm>
                        <a:off x="4421188" y="1403350"/>
                        <a:ext cx="1219200" cy="441325"/>
                      </a:xfrm>
                      <a:prstGeom prst="rect">
                        <a:avLst/>
                      </a:prstGeom>
                      <a:noFill/>
                      <a:ln w="38100">
                        <a:noFill/>
                        <a:miter/>
                      </a:ln>
                    </p:spPr>
                  </p:pic>
                </p:oleObj>
              </mc:Fallback>
            </mc:AlternateContent>
          </a:graphicData>
        </a:graphic>
      </p:graphicFrame>
      <p:graphicFrame>
        <p:nvGraphicFramePr>
          <p:cNvPr id="70661" name="对象 -2147482326"/>
          <p:cNvGraphicFramePr>
            <a:graphicFrameLocks noChangeAspect="1"/>
          </p:cNvGraphicFramePr>
          <p:nvPr/>
        </p:nvGraphicFramePr>
        <p:xfrm>
          <a:off x="685800" y="1812925"/>
          <a:ext cx="7508875" cy="384175"/>
        </p:xfrm>
        <a:graphic>
          <a:graphicData uri="http://schemas.openxmlformats.org/presentationml/2006/ole">
            <mc:AlternateContent xmlns:mc="http://schemas.openxmlformats.org/markup-compatibility/2006">
              <mc:Choice xmlns:v="urn:schemas-microsoft-com:vml" Requires="v">
                <p:oleObj spid="_x0000_s38794" r:id="rId6" imgW="116433600" imgH="5791200" progId="Equation.DSMT4">
                  <p:embed/>
                </p:oleObj>
              </mc:Choice>
              <mc:Fallback>
                <p:oleObj r:id="rId6" imgW="116433600" imgH="5791200" progId="Equation.DSMT4">
                  <p:embed/>
                  <p:pic>
                    <p:nvPicPr>
                      <p:cNvPr id="0" name="图片 3225"/>
                      <p:cNvPicPr/>
                      <p:nvPr/>
                    </p:nvPicPr>
                    <p:blipFill>
                      <a:blip r:embed="rId7"/>
                      <a:stretch>
                        <a:fillRect/>
                      </a:stretch>
                    </p:blipFill>
                    <p:spPr>
                      <a:xfrm>
                        <a:off x="685800" y="1812925"/>
                        <a:ext cx="7508875" cy="384175"/>
                      </a:xfrm>
                      <a:prstGeom prst="rect">
                        <a:avLst/>
                      </a:prstGeom>
                      <a:noFill/>
                      <a:ln w="38100">
                        <a:noFill/>
                        <a:miter/>
                      </a:ln>
                    </p:spPr>
                  </p:pic>
                </p:oleObj>
              </mc:Fallback>
            </mc:AlternateContent>
          </a:graphicData>
        </a:graphic>
      </p:graphicFrame>
      <p:graphicFrame>
        <p:nvGraphicFramePr>
          <p:cNvPr id="70662" name="对象 -2147482325"/>
          <p:cNvGraphicFramePr>
            <a:graphicFrameLocks noChangeAspect="1"/>
          </p:cNvGraphicFramePr>
          <p:nvPr/>
        </p:nvGraphicFramePr>
        <p:xfrm>
          <a:off x="3646488" y="2232025"/>
          <a:ext cx="1689100" cy="327025"/>
        </p:xfrm>
        <a:graphic>
          <a:graphicData uri="http://schemas.openxmlformats.org/presentationml/2006/ole">
            <mc:AlternateContent xmlns:mc="http://schemas.openxmlformats.org/markup-compatibility/2006">
              <mc:Choice xmlns:v="urn:schemas-microsoft-com:vml" Requires="v">
                <p:oleObj spid="_x0000_s38795" r:id="rId8" imgW="28346400" imgH="5486400" progId="Equation.DSMT4">
                  <p:embed/>
                </p:oleObj>
              </mc:Choice>
              <mc:Fallback>
                <p:oleObj r:id="rId8" imgW="28346400" imgH="5486400" progId="Equation.DSMT4">
                  <p:embed/>
                  <p:pic>
                    <p:nvPicPr>
                      <p:cNvPr id="0" name="图片 3227"/>
                      <p:cNvPicPr/>
                      <p:nvPr/>
                    </p:nvPicPr>
                    <p:blipFill>
                      <a:blip r:embed="rId9"/>
                      <a:stretch>
                        <a:fillRect/>
                      </a:stretch>
                    </p:blipFill>
                    <p:spPr>
                      <a:xfrm>
                        <a:off x="3646488" y="2232025"/>
                        <a:ext cx="1689100" cy="327025"/>
                      </a:xfrm>
                      <a:prstGeom prst="rect">
                        <a:avLst/>
                      </a:prstGeom>
                      <a:noFill/>
                      <a:ln w="38100">
                        <a:noFill/>
                        <a:miter/>
                      </a:ln>
                    </p:spPr>
                  </p:pic>
                </p:oleObj>
              </mc:Fallback>
            </mc:AlternateContent>
          </a:graphicData>
        </a:graphic>
      </p:graphicFrame>
      <p:graphicFrame>
        <p:nvGraphicFramePr>
          <p:cNvPr id="70663" name="对象 -2147482225"/>
          <p:cNvGraphicFramePr>
            <a:graphicFrameLocks noChangeAspect="1"/>
          </p:cNvGraphicFramePr>
          <p:nvPr/>
        </p:nvGraphicFramePr>
        <p:xfrm>
          <a:off x="2981325" y="2559050"/>
          <a:ext cx="3019425" cy="687388"/>
        </p:xfrm>
        <a:graphic>
          <a:graphicData uri="http://schemas.openxmlformats.org/presentationml/2006/ole">
            <mc:AlternateContent xmlns:mc="http://schemas.openxmlformats.org/markup-compatibility/2006">
              <mc:Choice xmlns:v="urn:schemas-microsoft-com:vml" Requires="v">
                <p:oleObj spid="_x0000_s38796" r:id="rId10" imgW="45110400" imgH="10058400" progId="Equation.DSMT4">
                  <p:embed/>
                </p:oleObj>
              </mc:Choice>
              <mc:Fallback>
                <p:oleObj r:id="rId10" imgW="45110400" imgH="10058400" progId="Equation.DSMT4">
                  <p:embed/>
                  <p:pic>
                    <p:nvPicPr>
                      <p:cNvPr id="0" name="图片 3228"/>
                      <p:cNvPicPr/>
                      <p:nvPr/>
                    </p:nvPicPr>
                    <p:blipFill>
                      <a:blip r:embed="rId11"/>
                      <a:stretch>
                        <a:fillRect/>
                      </a:stretch>
                    </p:blipFill>
                    <p:spPr>
                      <a:xfrm>
                        <a:off x="2981325" y="2559050"/>
                        <a:ext cx="3019425" cy="687388"/>
                      </a:xfrm>
                      <a:prstGeom prst="rect">
                        <a:avLst/>
                      </a:prstGeom>
                      <a:noFill/>
                      <a:ln w="38100">
                        <a:noFill/>
                        <a:miter/>
                      </a:ln>
                    </p:spPr>
                  </p:pic>
                </p:oleObj>
              </mc:Fallback>
            </mc:AlternateContent>
          </a:graphicData>
        </a:graphic>
      </p:graphicFrame>
      <p:pic>
        <p:nvPicPr>
          <p:cNvPr id="70664" name="图片 -2147482323"/>
          <p:cNvPicPr>
            <a:picLocks noChangeAspect="1"/>
          </p:cNvPicPr>
          <p:nvPr/>
        </p:nvPicPr>
        <p:blipFill>
          <a:blip r:embed="rId3"/>
          <a:stretch>
            <a:fillRect/>
          </a:stretch>
        </p:blipFill>
        <p:spPr>
          <a:xfrm>
            <a:off x="1792288" y="3238500"/>
            <a:ext cx="317500" cy="381000"/>
          </a:xfrm>
          <a:prstGeom prst="rect">
            <a:avLst/>
          </a:prstGeom>
          <a:noFill/>
          <a:ln w="9525">
            <a:noFill/>
          </a:ln>
        </p:spPr>
      </p:pic>
      <p:pic>
        <p:nvPicPr>
          <p:cNvPr id="70665" name="图片 -2147482322"/>
          <p:cNvPicPr>
            <a:picLocks noChangeAspect="1"/>
          </p:cNvPicPr>
          <p:nvPr/>
        </p:nvPicPr>
        <p:blipFill>
          <a:blip r:embed="rId12"/>
          <a:stretch>
            <a:fillRect/>
          </a:stretch>
        </p:blipFill>
        <p:spPr>
          <a:xfrm>
            <a:off x="4359275" y="3270250"/>
            <a:ext cx="1743075" cy="349250"/>
          </a:xfrm>
          <a:prstGeom prst="rect">
            <a:avLst/>
          </a:prstGeom>
          <a:noFill/>
          <a:ln w="9525">
            <a:noFill/>
          </a:ln>
        </p:spPr>
      </p:pic>
      <p:pic>
        <p:nvPicPr>
          <p:cNvPr id="70666" name="图片 -2147482321"/>
          <p:cNvPicPr>
            <a:picLocks noChangeAspect="1"/>
          </p:cNvPicPr>
          <p:nvPr/>
        </p:nvPicPr>
        <p:blipFill>
          <a:blip r:embed="rId13"/>
          <a:stretch>
            <a:fillRect/>
          </a:stretch>
        </p:blipFill>
        <p:spPr>
          <a:xfrm>
            <a:off x="3194050" y="3619500"/>
            <a:ext cx="733425" cy="331788"/>
          </a:xfrm>
          <a:prstGeom prst="rect">
            <a:avLst/>
          </a:prstGeom>
          <a:noFill/>
          <a:ln w="9525">
            <a:noFill/>
          </a:ln>
        </p:spPr>
      </p:pic>
      <p:graphicFrame>
        <p:nvGraphicFramePr>
          <p:cNvPr id="70667" name="对象 -2147482320"/>
          <p:cNvGraphicFramePr>
            <a:graphicFrameLocks noChangeAspect="1"/>
          </p:cNvGraphicFramePr>
          <p:nvPr/>
        </p:nvGraphicFramePr>
        <p:xfrm>
          <a:off x="4900613" y="3505200"/>
          <a:ext cx="260350" cy="368300"/>
        </p:xfrm>
        <a:graphic>
          <a:graphicData uri="http://schemas.openxmlformats.org/presentationml/2006/ole">
            <mc:AlternateContent xmlns:mc="http://schemas.openxmlformats.org/markup-compatibility/2006">
              <mc:Choice xmlns:v="urn:schemas-microsoft-com:vml" Requires="v">
                <p:oleObj spid="_x0000_s38797" r:id="rId14" imgW="3962400" imgH="5486400" progId="Equation.DSMT4">
                  <p:embed/>
                </p:oleObj>
              </mc:Choice>
              <mc:Fallback>
                <p:oleObj r:id="rId14" imgW="3962400" imgH="5486400" progId="Equation.DSMT4">
                  <p:embed/>
                  <p:pic>
                    <p:nvPicPr>
                      <p:cNvPr id="0" name="图片 3231"/>
                      <p:cNvPicPr/>
                      <p:nvPr/>
                    </p:nvPicPr>
                    <p:blipFill>
                      <a:blip r:embed="rId15"/>
                      <a:stretch>
                        <a:fillRect/>
                      </a:stretch>
                    </p:blipFill>
                    <p:spPr>
                      <a:xfrm>
                        <a:off x="4900613" y="3505200"/>
                        <a:ext cx="260350" cy="368300"/>
                      </a:xfrm>
                      <a:prstGeom prst="rect">
                        <a:avLst/>
                      </a:prstGeom>
                      <a:noFill/>
                      <a:ln w="38100">
                        <a:noFill/>
                        <a:miter/>
                      </a:ln>
                    </p:spPr>
                  </p:pic>
                </p:oleObj>
              </mc:Fallback>
            </mc:AlternateContent>
          </a:graphicData>
        </a:graphic>
      </p:graphicFrame>
      <p:graphicFrame>
        <p:nvGraphicFramePr>
          <p:cNvPr id="70668" name="对象 -2147482319"/>
          <p:cNvGraphicFramePr>
            <a:graphicFrameLocks noChangeAspect="1"/>
          </p:cNvGraphicFramePr>
          <p:nvPr/>
        </p:nvGraphicFramePr>
        <p:xfrm>
          <a:off x="5516563" y="3527425"/>
          <a:ext cx="273050" cy="346075"/>
        </p:xfrm>
        <a:graphic>
          <a:graphicData uri="http://schemas.openxmlformats.org/presentationml/2006/ole">
            <mc:AlternateContent xmlns:mc="http://schemas.openxmlformats.org/markup-compatibility/2006">
              <mc:Choice xmlns:v="urn:schemas-microsoft-com:vml" Requires="v">
                <p:oleObj spid="_x0000_s38798" r:id="rId16" imgW="4267200" imgH="5486400" progId="Equation.DSMT4">
                  <p:embed/>
                </p:oleObj>
              </mc:Choice>
              <mc:Fallback>
                <p:oleObj r:id="rId16" imgW="4267200" imgH="5486400" progId="Equation.DSMT4">
                  <p:embed/>
                  <p:pic>
                    <p:nvPicPr>
                      <p:cNvPr id="0" name="图片 3235"/>
                      <p:cNvPicPr/>
                      <p:nvPr/>
                    </p:nvPicPr>
                    <p:blipFill>
                      <a:blip r:embed="rId17"/>
                      <a:stretch>
                        <a:fillRect/>
                      </a:stretch>
                    </p:blipFill>
                    <p:spPr>
                      <a:xfrm>
                        <a:off x="5516563" y="3527425"/>
                        <a:ext cx="273050" cy="346075"/>
                      </a:xfrm>
                      <a:prstGeom prst="rect">
                        <a:avLst/>
                      </a:prstGeom>
                      <a:noFill/>
                      <a:ln w="38100">
                        <a:noFill/>
                        <a:miter/>
                      </a:ln>
                    </p:spPr>
                  </p:pic>
                </p:oleObj>
              </mc:Fallback>
            </mc:AlternateContent>
          </a:graphicData>
        </a:graphic>
      </p:graphicFrame>
      <p:graphicFrame>
        <p:nvGraphicFramePr>
          <p:cNvPr id="70669" name="对象 -2147482320"/>
          <p:cNvGraphicFramePr>
            <a:graphicFrameLocks noChangeAspect="1"/>
          </p:cNvGraphicFramePr>
          <p:nvPr/>
        </p:nvGraphicFramePr>
        <p:xfrm>
          <a:off x="552450" y="3849688"/>
          <a:ext cx="260350" cy="368300"/>
        </p:xfrm>
        <a:graphic>
          <a:graphicData uri="http://schemas.openxmlformats.org/presentationml/2006/ole">
            <mc:AlternateContent xmlns:mc="http://schemas.openxmlformats.org/markup-compatibility/2006">
              <mc:Choice xmlns:v="urn:schemas-microsoft-com:vml" Requires="v">
                <p:oleObj spid="_x0000_s38799" r:id="rId18" imgW="3962400" imgH="5486400" progId="Equation.DSMT4">
                  <p:embed/>
                </p:oleObj>
              </mc:Choice>
              <mc:Fallback>
                <p:oleObj r:id="rId18" imgW="3962400" imgH="5486400" progId="Equation.DSMT4">
                  <p:embed/>
                  <p:pic>
                    <p:nvPicPr>
                      <p:cNvPr id="0" name="图片 3246"/>
                      <p:cNvPicPr/>
                      <p:nvPr/>
                    </p:nvPicPr>
                    <p:blipFill>
                      <a:blip r:embed="rId15"/>
                      <a:stretch>
                        <a:fillRect/>
                      </a:stretch>
                    </p:blipFill>
                    <p:spPr>
                      <a:xfrm>
                        <a:off x="552450" y="3849688"/>
                        <a:ext cx="260350" cy="368300"/>
                      </a:xfrm>
                      <a:prstGeom prst="rect">
                        <a:avLst/>
                      </a:prstGeom>
                      <a:noFill/>
                      <a:ln w="38100">
                        <a:noFill/>
                        <a:miter/>
                      </a:ln>
                    </p:spPr>
                  </p:pic>
                </p:oleObj>
              </mc:Fallback>
            </mc:AlternateContent>
          </a:graphicData>
        </a:graphic>
      </p:graphicFrame>
      <p:graphicFrame>
        <p:nvGraphicFramePr>
          <p:cNvPr id="70670" name="对象 -2147482319"/>
          <p:cNvGraphicFramePr>
            <a:graphicFrameLocks noChangeAspect="1"/>
          </p:cNvGraphicFramePr>
          <p:nvPr/>
        </p:nvGraphicFramePr>
        <p:xfrm>
          <a:off x="1031875" y="3873500"/>
          <a:ext cx="273050" cy="344488"/>
        </p:xfrm>
        <a:graphic>
          <a:graphicData uri="http://schemas.openxmlformats.org/presentationml/2006/ole">
            <mc:AlternateContent xmlns:mc="http://schemas.openxmlformats.org/markup-compatibility/2006">
              <mc:Choice xmlns:v="urn:schemas-microsoft-com:vml" Requires="v">
                <p:oleObj spid="_x0000_s38800" r:id="rId19" imgW="4267200" imgH="5486400" progId="Equation.DSMT4">
                  <p:embed/>
                </p:oleObj>
              </mc:Choice>
              <mc:Fallback>
                <p:oleObj r:id="rId19" imgW="4267200" imgH="5486400" progId="Equation.DSMT4">
                  <p:embed/>
                  <p:pic>
                    <p:nvPicPr>
                      <p:cNvPr id="0" name="图片 3234"/>
                      <p:cNvPicPr/>
                      <p:nvPr/>
                    </p:nvPicPr>
                    <p:blipFill>
                      <a:blip r:embed="rId17"/>
                      <a:stretch>
                        <a:fillRect/>
                      </a:stretch>
                    </p:blipFill>
                    <p:spPr>
                      <a:xfrm>
                        <a:off x="1031875" y="3873500"/>
                        <a:ext cx="273050" cy="344488"/>
                      </a:xfrm>
                      <a:prstGeom prst="rect">
                        <a:avLst/>
                      </a:prstGeom>
                      <a:noFill/>
                      <a:ln w="38100">
                        <a:noFill/>
                        <a:miter/>
                      </a:ln>
                    </p:spPr>
                  </p:pic>
                </p:oleObj>
              </mc:Fallback>
            </mc:AlternateContent>
          </a:graphicData>
        </a:graphic>
      </p:graphicFrame>
      <p:graphicFrame>
        <p:nvGraphicFramePr>
          <p:cNvPr id="70671" name="对象 -2147482313"/>
          <p:cNvGraphicFramePr>
            <a:graphicFrameLocks noChangeAspect="1"/>
          </p:cNvGraphicFramePr>
          <p:nvPr/>
        </p:nvGraphicFramePr>
        <p:xfrm>
          <a:off x="2025650" y="4135438"/>
          <a:ext cx="3975100" cy="2290762"/>
        </p:xfrm>
        <a:graphic>
          <a:graphicData uri="http://schemas.openxmlformats.org/presentationml/2006/ole">
            <mc:AlternateContent xmlns:mc="http://schemas.openxmlformats.org/markup-compatibility/2006">
              <mc:Choice xmlns:v="urn:schemas-microsoft-com:vml" Requires="v">
                <p:oleObj spid="_x0000_s38801" r:id="rId20" imgW="8025130" imgH="4620895" progId="Visio.Drawing.15">
                  <p:embed/>
                </p:oleObj>
              </mc:Choice>
              <mc:Fallback>
                <p:oleObj r:id="rId20" imgW="8025130" imgH="4620895" progId="Visio.Drawing.15">
                  <p:embed/>
                  <p:pic>
                    <p:nvPicPr>
                      <p:cNvPr id="0" name="图片 3236"/>
                      <p:cNvPicPr/>
                      <p:nvPr/>
                    </p:nvPicPr>
                    <p:blipFill>
                      <a:blip r:embed="rId21"/>
                      <a:stretch>
                        <a:fillRect/>
                      </a:stretch>
                    </p:blipFill>
                    <p:spPr>
                      <a:xfrm>
                        <a:off x="2025650" y="4135438"/>
                        <a:ext cx="3975100" cy="2290762"/>
                      </a:xfrm>
                      <a:prstGeom prst="rect">
                        <a:avLst/>
                      </a:prstGeom>
                      <a:noFill/>
                      <a:ln w="38100">
                        <a:noFill/>
                        <a:miter/>
                      </a:ln>
                    </p:spPr>
                  </p:pic>
                </p:oleObj>
              </mc:Fallback>
            </mc:AlternateContent>
          </a:graphicData>
        </a:graphic>
      </p:graphicFrame>
      <p:graphicFrame>
        <p:nvGraphicFramePr>
          <p:cNvPr id="70672" name="对象 -2147482357"/>
          <p:cNvGraphicFramePr>
            <a:graphicFrameLocks noChangeAspect="1"/>
          </p:cNvGraphicFramePr>
          <p:nvPr/>
        </p:nvGraphicFramePr>
        <p:xfrm>
          <a:off x="6750050" y="4751388"/>
          <a:ext cx="1860550" cy="450850"/>
        </p:xfrm>
        <a:graphic>
          <a:graphicData uri="http://schemas.openxmlformats.org/presentationml/2006/ole">
            <mc:AlternateContent xmlns:mc="http://schemas.openxmlformats.org/markup-compatibility/2006">
              <mc:Choice xmlns:v="urn:schemas-microsoft-com:vml" Requires="v">
                <p:oleObj spid="_x0000_s38802" r:id="rId22" imgW="22250400" imgH="5486400" progId="Equation.DSMT4">
                  <p:embed/>
                </p:oleObj>
              </mc:Choice>
              <mc:Fallback>
                <p:oleObj r:id="rId22" imgW="22250400" imgH="5486400" progId="Equation.DSMT4">
                  <p:embed/>
                  <p:pic>
                    <p:nvPicPr>
                      <p:cNvPr id="0" name="图片 3247"/>
                      <p:cNvPicPr/>
                      <p:nvPr/>
                    </p:nvPicPr>
                    <p:blipFill>
                      <a:blip r:embed="rId23"/>
                      <a:stretch>
                        <a:fillRect/>
                      </a:stretch>
                    </p:blipFill>
                    <p:spPr>
                      <a:xfrm>
                        <a:off x="6750050" y="4751388"/>
                        <a:ext cx="1860550" cy="450850"/>
                      </a:xfrm>
                      <a:prstGeom prst="rect">
                        <a:avLst/>
                      </a:prstGeom>
                      <a:noFill/>
                      <a:ln w="38100">
                        <a:noFill/>
                        <a:miter/>
                      </a:ln>
                    </p:spPr>
                  </p:pic>
                </p:oleObj>
              </mc:Fallback>
            </mc:AlternateContent>
          </a:graphicData>
        </a:graphic>
      </p:graphicFrame>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3"/>
          <p:cNvSpPr>
            <a:spLocks noGrp="1"/>
          </p:cNvSpPr>
          <p:nvPr>
            <p:ph idx="1"/>
          </p:nvPr>
        </p:nvSpPr>
        <p:spPr>
          <a:xfrm>
            <a:off x="190500" y="942975"/>
            <a:ext cx="8763000" cy="5540375"/>
          </a:xfrm>
        </p:spPr>
        <p:txBody>
          <a:bodyPr vert="horz" wrap="square" lIns="91440" tIns="45720" rIns="91440" bIns="45720" anchor="t" anchorCtr="0"/>
          <a:lstStyle/>
          <a:p>
            <a:pPr algn="just"/>
            <a:r>
              <a:rPr lang="zh-CN" altLang="en-US" sz="2000" b="1" dirty="0">
                <a:ea typeface="宋体" panose="02010600030101010101" pitchFamily="2" charset="-122"/>
              </a:rPr>
              <a:t>横轴和纵轴的最大值均为 </a:t>
            </a:r>
            <a:r>
              <a:rPr lang="en-US" altLang="zh-CN" sz="2000" b="1" dirty="0">
                <a:ea typeface="宋体" panose="02010600030101010101" pitchFamily="2" charset="-122"/>
              </a:rPr>
              <a:t>C</a:t>
            </a:r>
            <a:r>
              <a:rPr lang="zh-CN" altLang="en-US" sz="2000" b="1" dirty="0">
                <a:ea typeface="宋体" panose="02010600030101010101" pitchFamily="2" charset="-122"/>
              </a:rPr>
              <a:t>，即 </a:t>
            </a:r>
            <a:r>
              <a:rPr lang="en-US" altLang="zh-CN" sz="2000" b="1" dirty="0">
                <a:ea typeface="宋体" panose="02010600030101010101" pitchFamily="2" charset="-122"/>
              </a:rPr>
              <a:t>a1</a:t>
            </a:r>
            <a:r>
              <a:rPr lang="zh-CN" altLang="en-US" sz="2000" b="1" dirty="0">
                <a:ea typeface="宋体" panose="02010600030101010101" pitchFamily="2" charset="-122"/>
              </a:rPr>
              <a:t>和</a:t>
            </a:r>
            <a:r>
              <a:rPr lang="en-US" altLang="zh-CN" sz="2000" b="1" dirty="0">
                <a:ea typeface="宋体" panose="02010600030101010101" pitchFamily="2" charset="-122"/>
              </a:rPr>
              <a:t>a2</a:t>
            </a:r>
            <a:r>
              <a:rPr lang="zh-CN" altLang="en-US" sz="2000" b="1" dirty="0">
                <a:ea typeface="宋体" panose="02010600030101010101" pitchFamily="2" charset="-122"/>
              </a:rPr>
              <a:t>不仅要在直线上， 还要在矩形框内，因此我们最终求得的目标函数值的最优值位于矩形框内平行于对角线的线段上。下面我们考虑当</a:t>
            </a:r>
            <a:r>
              <a:rPr lang="en-US" altLang="zh-CN" sz="2000" b="1" dirty="0">
                <a:ea typeface="宋体" panose="02010600030101010101" pitchFamily="2" charset="-122"/>
              </a:rPr>
              <a:t>y1</a:t>
            </a:r>
            <a:r>
              <a:rPr lang="zh-CN" altLang="en-US" sz="2000" b="1" dirty="0">
                <a:ea typeface="宋体" panose="02010600030101010101" pitchFamily="2" charset="-122"/>
              </a:rPr>
              <a:t>和</a:t>
            </a:r>
            <a:r>
              <a:rPr lang="en-US" altLang="zh-CN" sz="2000" b="1" dirty="0">
                <a:ea typeface="宋体" panose="02010600030101010101" pitchFamily="2" charset="-122"/>
              </a:rPr>
              <a:t>y2</a:t>
            </a:r>
            <a:r>
              <a:rPr lang="zh-CN" altLang="en-US" sz="2000" b="1" dirty="0">
                <a:ea typeface="宋体" panose="02010600030101010101" pitchFamily="2" charset="-122"/>
              </a:rPr>
              <a:t>异号时       的取值范围。设                    ,由不等式约束条件知，其中                               ，                                  。同理可以求出 </a:t>
            </a:r>
            <a:r>
              <a:rPr lang="en-US" altLang="zh-CN" sz="2000" b="1" dirty="0">
                <a:ea typeface="宋体" panose="02010600030101010101" pitchFamily="2" charset="-122"/>
              </a:rPr>
              <a:t>y1</a:t>
            </a:r>
            <a:r>
              <a:rPr lang="zh-CN" altLang="en-US" sz="2000" b="1" dirty="0">
                <a:ea typeface="宋体" panose="02010600030101010101" pitchFamily="2" charset="-122"/>
              </a:rPr>
              <a:t>和</a:t>
            </a:r>
            <a:r>
              <a:rPr lang="en-US" altLang="zh-CN" sz="2000" b="1" dirty="0">
                <a:ea typeface="宋体" panose="02010600030101010101" pitchFamily="2" charset="-122"/>
              </a:rPr>
              <a:t>y2</a:t>
            </a:r>
            <a:r>
              <a:rPr lang="zh-CN" altLang="en-US" sz="2000" b="1" dirty="0">
                <a:ea typeface="宋体" panose="02010600030101010101" pitchFamily="2" charset="-122"/>
              </a:rPr>
              <a:t> 同号时，                                     ,                               。</a:t>
            </a:r>
          </a:p>
          <a:p>
            <a:pPr algn="just"/>
            <a:r>
              <a:rPr lang="zh-CN" altLang="en-US" sz="2000" b="1" dirty="0">
                <a:ea typeface="宋体" panose="02010600030101010101" pitchFamily="2" charset="-122"/>
              </a:rPr>
              <a:t>于是经过上述约束的修剪，得到</a:t>
            </a:r>
            <a:r>
              <a:rPr lang="en-US" altLang="zh-CN" sz="2000" b="1" dirty="0">
                <a:ea typeface="宋体" panose="02010600030101010101" pitchFamily="2" charset="-122"/>
              </a:rPr>
              <a:t>a2</a:t>
            </a:r>
            <a:r>
              <a:rPr lang="zh-CN" altLang="en-US" sz="2000" b="1" dirty="0">
                <a:ea typeface="宋体" panose="02010600030101010101" pitchFamily="2" charset="-122"/>
              </a:rPr>
              <a:t>的最优解为：</a:t>
            </a:r>
          </a:p>
          <a:p>
            <a:pPr algn="just"/>
            <a:endParaRPr lang="zh-CN" altLang="en-US" sz="2000" b="1" dirty="0">
              <a:ea typeface="宋体" panose="02010600030101010101" pitchFamily="2" charset="-122"/>
            </a:endParaRPr>
          </a:p>
          <a:p>
            <a:pPr algn="just"/>
            <a:endParaRPr lang="zh-CN" altLang="en-US" sz="2000" b="1" dirty="0">
              <a:ea typeface="宋体" panose="02010600030101010101" pitchFamily="2" charset="-122"/>
            </a:endParaRPr>
          </a:p>
          <a:p>
            <a:pPr algn="just"/>
            <a:endParaRPr lang="zh-CN" altLang="en-US" sz="2000" b="1" dirty="0">
              <a:ea typeface="宋体" panose="02010600030101010101" pitchFamily="2" charset="-122"/>
            </a:endParaRPr>
          </a:p>
          <a:p>
            <a:pPr algn="just"/>
            <a:r>
              <a:rPr lang="zh-CN" altLang="en-US" sz="2000" b="1" dirty="0">
                <a:ea typeface="宋体" panose="02010600030101010101" pitchFamily="2" charset="-122"/>
              </a:rPr>
              <a:t>由于其他</a:t>
            </a:r>
            <a:r>
              <a:rPr lang="en-US" altLang="zh-CN" sz="2000" b="1" dirty="0">
                <a:ea typeface="宋体" panose="02010600030101010101" pitchFamily="2" charset="-122"/>
              </a:rPr>
              <a:t>m-2</a:t>
            </a:r>
            <a:r>
              <a:rPr lang="zh-CN" altLang="en-US" sz="2000" b="1" dirty="0">
                <a:ea typeface="宋体" panose="02010600030101010101" pitchFamily="2" charset="-122"/>
              </a:rPr>
              <a:t>个变量是固定的，因此                                          ，代入     ，得到的表达式：</a:t>
            </a:r>
          </a:p>
          <a:p>
            <a:pPr algn="just"/>
            <a:endParaRPr lang="zh-CN" altLang="en-US" sz="2000" b="1" dirty="0">
              <a:ea typeface="宋体" panose="02010600030101010101" pitchFamily="2" charset="-122"/>
            </a:endParaRPr>
          </a:p>
        </p:txBody>
      </p:sp>
      <p:graphicFrame>
        <p:nvGraphicFramePr>
          <p:cNvPr id="71687" name="对象 -2147482311"/>
          <p:cNvGraphicFramePr>
            <a:graphicFrameLocks noChangeAspect="1"/>
          </p:cNvGraphicFramePr>
          <p:nvPr/>
        </p:nvGraphicFramePr>
        <p:xfrm>
          <a:off x="5227638" y="1576388"/>
          <a:ext cx="504825" cy="374650"/>
        </p:xfrm>
        <a:graphic>
          <a:graphicData uri="http://schemas.openxmlformats.org/presentationml/2006/ole">
            <mc:AlternateContent xmlns:mc="http://schemas.openxmlformats.org/markup-compatibility/2006">
              <mc:Choice xmlns:v="urn:schemas-microsoft-com:vml" Requires="v">
                <p:oleObj spid="_x0000_s39875" r:id="rId3" imgW="7924800" imgH="5791200" progId="Equation.DSMT4">
                  <p:embed/>
                </p:oleObj>
              </mc:Choice>
              <mc:Fallback>
                <p:oleObj r:id="rId3" imgW="7924800" imgH="5791200" progId="Equation.DSMT4">
                  <p:embed/>
                  <p:pic>
                    <p:nvPicPr>
                      <p:cNvPr id="0" name="图片 3240"/>
                      <p:cNvPicPr/>
                      <p:nvPr/>
                    </p:nvPicPr>
                    <p:blipFill>
                      <a:blip r:embed="rId4"/>
                      <a:stretch>
                        <a:fillRect/>
                      </a:stretch>
                    </p:blipFill>
                    <p:spPr>
                      <a:xfrm>
                        <a:off x="5227638" y="1576388"/>
                        <a:ext cx="504825" cy="374650"/>
                      </a:xfrm>
                      <a:prstGeom prst="rect">
                        <a:avLst/>
                      </a:prstGeom>
                      <a:noFill/>
                      <a:ln w="38100">
                        <a:noFill/>
                        <a:miter/>
                      </a:ln>
                    </p:spPr>
                  </p:pic>
                </p:oleObj>
              </mc:Fallback>
            </mc:AlternateContent>
          </a:graphicData>
        </a:graphic>
      </p:graphicFrame>
      <p:graphicFrame>
        <p:nvGraphicFramePr>
          <p:cNvPr id="71688" name="对象 -2147482245"/>
          <p:cNvGraphicFramePr>
            <a:graphicFrameLocks noChangeAspect="1"/>
          </p:cNvGraphicFramePr>
          <p:nvPr/>
        </p:nvGraphicFramePr>
        <p:xfrm>
          <a:off x="7567613" y="1576388"/>
          <a:ext cx="1290637" cy="365125"/>
        </p:xfrm>
        <a:graphic>
          <a:graphicData uri="http://schemas.openxmlformats.org/presentationml/2006/ole">
            <mc:AlternateContent xmlns:mc="http://schemas.openxmlformats.org/markup-compatibility/2006">
              <mc:Choice xmlns:v="urn:schemas-microsoft-com:vml" Requires="v">
                <p:oleObj spid="_x0000_s39876" r:id="rId5" imgW="21031200" imgH="5791200" progId="Equation.DSMT4">
                  <p:embed/>
                </p:oleObj>
              </mc:Choice>
              <mc:Fallback>
                <p:oleObj r:id="rId5" imgW="21031200" imgH="5791200" progId="Equation.DSMT4">
                  <p:embed/>
                  <p:pic>
                    <p:nvPicPr>
                      <p:cNvPr id="0" name="图片 3237"/>
                      <p:cNvPicPr/>
                      <p:nvPr/>
                    </p:nvPicPr>
                    <p:blipFill>
                      <a:blip r:embed="rId6"/>
                      <a:stretch>
                        <a:fillRect/>
                      </a:stretch>
                    </p:blipFill>
                    <p:spPr>
                      <a:xfrm>
                        <a:off x="7567613" y="1576388"/>
                        <a:ext cx="1290637" cy="365125"/>
                      </a:xfrm>
                      <a:prstGeom prst="rect">
                        <a:avLst/>
                      </a:prstGeom>
                      <a:noFill/>
                      <a:ln w="38100">
                        <a:noFill/>
                        <a:miter/>
                      </a:ln>
                    </p:spPr>
                  </p:pic>
                </p:oleObj>
              </mc:Fallback>
            </mc:AlternateContent>
          </a:graphicData>
        </a:graphic>
      </p:graphicFrame>
      <p:graphicFrame>
        <p:nvGraphicFramePr>
          <p:cNvPr id="71689" name="对象 -2147482309"/>
          <p:cNvGraphicFramePr>
            <a:graphicFrameLocks noChangeAspect="1"/>
          </p:cNvGraphicFramePr>
          <p:nvPr/>
        </p:nvGraphicFramePr>
        <p:xfrm>
          <a:off x="3654425" y="1938338"/>
          <a:ext cx="1990725" cy="334962"/>
        </p:xfrm>
        <a:graphic>
          <a:graphicData uri="http://schemas.openxmlformats.org/presentationml/2006/ole">
            <mc:AlternateContent xmlns:mc="http://schemas.openxmlformats.org/markup-compatibility/2006">
              <mc:Choice xmlns:v="urn:schemas-microsoft-com:vml" Requires="v">
                <p:oleObj spid="_x0000_s39877" r:id="rId7" imgW="35356800" imgH="5791200" progId="Equation.DSMT4">
                  <p:embed/>
                </p:oleObj>
              </mc:Choice>
              <mc:Fallback>
                <p:oleObj r:id="rId7" imgW="35356800" imgH="5791200" progId="Equation.DSMT4">
                  <p:embed/>
                  <p:pic>
                    <p:nvPicPr>
                      <p:cNvPr id="0" name="图片 3242"/>
                      <p:cNvPicPr/>
                      <p:nvPr/>
                    </p:nvPicPr>
                    <p:blipFill>
                      <a:blip r:embed="rId8"/>
                      <a:stretch>
                        <a:fillRect/>
                      </a:stretch>
                    </p:blipFill>
                    <p:spPr>
                      <a:xfrm>
                        <a:off x="3654425" y="1938338"/>
                        <a:ext cx="1990725" cy="334962"/>
                      </a:xfrm>
                      <a:prstGeom prst="rect">
                        <a:avLst/>
                      </a:prstGeom>
                      <a:noFill/>
                      <a:ln w="38100">
                        <a:noFill/>
                        <a:miter/>
                      </a:ln>
                    </p:spPr>
                  </p:pic>
                </p:oleObj>
              </mc:Fallback>
            </mc:AlternateContent>
          </a:graphicData>
        </a:graphic>
      </p:graphicFrame>
      <p:graphicFrame>
        <p:nvGraphicFramePr>
          <p:cNvPr id="71690" name="对象 -2147482308"/>
          <p:cNvGraphicFramePr>
            <a:graphicFrameLocks noChangeAspect="1"/>
          </p:cNvGraphicFramePr>
          <p:nvPr/>
        </p:nvGraphicFramePr>
        <p:xfrm>
          <a:off x="5849938" y="1951038"/>
          <a:ext cx="2289175" cy="322262"/>
        </p:xfrm>
        <a:graphic>
          <a:graphicData uri="http://schemas.openxmlformats.org/presentationml/2006/ole">
            <mc:AlternateContent xmlns:mc="http://schemas.openxmlformats.org/markup-compatibility/2006">
              <mc:Choice xmlns:v="urn:schemas-microsoft-com:vml" Requires="v">
                <p:oleObj spid="_x0000_s39878" r:id="rId9" imgW="42367200" imgH="5791200" progId="Equation.DSMT4">
                  <p:embed/>
                </p:oleObj>
              </mc:Choice>
              <mc:Fallback>
                <p:oleObj r:id="rId9" imgW="42367200" imgH="5791200" progId="Equation.DSMT4">
                  <p:embed/>
                  <p:pic>
                    <p:nvPicPr>
                      <p:cNvPr id="0" name="图片 3238"/>
                      <p:cNvPicPr/>
                      <p:nvPr/>
                    </p:nvPicPr>
                    <p:blipFill>
                      <a:blip r:embed="rId10"/>
                      <a:stretch>
                        <a:fillRect/>
                      </a:stretch>
                    </p:blipFill>
                    <p:spPr>
                      <a:xfrm>
                        <a:off x="5849938" y="1951038"/>
                        <a:ext cx="2289175" cy="322262"/>
                      </a:xfrm>
                      <a:prstGeom prst="rect">
                        <a:avLst/>
                      </a:prstGeom>
                      <a:noFill/>
                      <a:ln w="38100">
                        <a:noFill/>
                        <a:miter/>
                      </a:ln>
                    </p:spPr>
                  </p:pic>
                </p:oleObj>
              </mc:Fallback>
            </mc:AlternateContent>
          </a:graphicData>
        </a:graphic>
      </p:graphicFrame>
      <p:graphicFrame>
        <p:nvGraphicFramePr>
          <p:cNvPr id="71693" name="对象 -2147482305"/>
          <p:cNvGraphicFramePr>
            <a:graphicFrameLocks noChangeAspect="1"/>
          </p:cNvGraphicFramePr>
          <p:nvPr/>
        </p:nvGraphicFramePr>
        <p:xfrm>
          <a:off x="3422650" y="2232025"/>
          <a:ext cx="2454275" cy="354013"/>
        </p:xfrm>
        <a:graphic>
          <a:graphicData uri="http://schemas.openxmlformats.org/presentationml/2006/ole">
            <mc:AlternateContent xmlns:mc="http://schemas.openxmlformats.org/markup-compatibility/2006">
              <mc:Choice xmlns:v="urn:schemas-microsoft-com:vml" Requires="v">
                <p:oleObj spid="_x0000_s39879" r:id="rId11" imgW="41148000" imgH="5791200" progId="Equation.DSMT4">
                  <p:embed/>
                </p:oleObj>
              </mc:Choice>
              <mc:Fallback>
                <p:oleObj r:id="rId11" imgW="41148000" imgH="5791200" progId="Equation.DSMT4">
                  <p:embed/>
                  <p:pic>
                    <p:nvPicPr>
                      <p:cNvPr id="0" name="图片 3232"/>
                      <p:cNvPicPr/>
                      <p:nvPr/>
                    </p:nvPicPr>
                    <p:blipFill>
                      <a:blip r:embed="rId12"/>
                      <a:stretch>
                        <a:fillRect/>
                      </a:stretch>
                    </p:blipFill>
                    <p:spPr>
                      <a:xfrm>
                        <a:off x="3422650" y="2232025"/>
                        <a:ext cx="2454275" cy="354013"/>
                      </a:xfrm>
                      <a:prstGeom prst="rect">
                        <a:avLst/>
                      </a:prstGeom>
                      <a:noFill/>
                      <a:ln w="38100">
                        <a:noFill/>
                        <a:miter/>
                      </a:ln>
                    </p:spPr>
                  </p:pic>
                </p:oleObj>
              </mc:Fallback>
            </mc:AlternateContent>
          </a:graphicData>
        </a:graphic>
      </p:graphicFrame>
      <p:graphicFrame>
        <p:nvGraphicFramePr>
          <p:cNvPr id="71694" name="对象 -2147482304"/>
          <p:cNvGraphicFramePr>
            <a:graphicFrameLocks noChangeAspect="1"/>
          </p:cNvGraphicFramePr>
          <p:nvPr/>
        </p:nvGraphicFramePr>
        <p:xfrm>
          <a:off x="6126163" y="2273300"/>
          <a:ext cx="1846262" cy="333375"/>
        </p:xfrm>
        <a:graphic>
          <a:graphicData uri="http://schemas.openxmlformats.org/presentationml/2006/ole">
            <mc:AlternateContent xmlns:mc="http://schemas.openxmlformats.org/markup-compatibility/2006">
              <mc:Choice xmlns:v="urn:schemas-microsoft-com:vml" Requires="v">
                <p:oleObj spid="_x0000_s39880" r:id="rId13" imgW="32613600" imgH="5791200" progId="Equation.DSMT4">
                  <p:embed/>
                </p:oleObj>
              </mc:Choice>
              <mc:Fallback>
                <p:oleObj r:id="rId13" imgW="32613600" imgH="5791200" progId="Equation.DSMT4">
                  <p:embed/>
                  <p:pic>
                    <p:nvPicPr>
                      <p:cNvPr id="0" name="图片 3245"/>
                      <p:cNvPicPr/>
                      <p:nvPr/>
                    </p:nvPicPr>
                    <p:blipFill>
                      <a:blip r:embed="rId14"/>
                      <a:stretch>
                        <a:fillRect/>
                      </a:stretch>
                    </p:blipFill>
                    <p:spPr>
                      <a:xfrm>
                        <a:off x="6126163" y="2273300"/>
                        <a:ext cx="1846262" cy="333375"/>
                      </a:xfrm>
                      <a:prstGeom prst="rect">
                        <a:avLst/>
                      </a:prstGeom>
                      <a:noFill/>
                      <a:ln w="38100">
                        <a:noFill/>
                        <a:miter/>
                      </a:ln>
                    </p:spPr>
                  </p:pic>
                </p:oleObj>
              </mc:Fallback>
            </mc:AlternateContent>
          </a:graphicData>
        </a:graphic>
      </p:graphicFrame>
      <p:pic>
        <p:nvPicPr>
          <p:cNvPr id="71696" name="图片 -2147482302"/>
          <p:cNvPicPr>
            <a:picLocks noChangeAspect="1"/>
          </p:cNvPicPr>
          <p:nvPr/>
        </p:nvPicPr>
        <p:blipFill>
          <a:blip r:embed="rId15"/>
          <a:stretch>
            <a:fillRect/>
          </a:stretch>
        </p:blipFill>
        <p:spPr>
          <a:xfrm>
            <a:off x="2737643" y="2892425"/>
            <a:ext cx="3865563" cy="1131888"/>
          </a:xfrm>
          <a:prstGeom prst="rect">
            <a:avLst/>
          </a:prstGeom>
          <a:noFill/>
          <a:ln w="9525">
            <a:noFill/>
          </a:ln>
        </p:spPr>
      </p:pic>
      <p:graphicFrame>
        <p:nvGraphicFramePr>
          <p:cNvPr id="71698" name="对象 -2147482244"/>
          <p:cNvGraphicFramePr>
            <a:graphicFrameLocks noChangeAspect="1"/>
          </p:cNvGraphicFramePr>
          <p:nvPr/>
        </p:nvGraphicFramePr>
        <p:xfrm>
          <a:off x="4805363" y="4024313"/>
          <a:ext cx="2652712" cy="333375"/>
        </p:xfrm>
        <a:graphic>
          <a:graphicData uri="http://schemas.openxmlformats.org/presentationml/2006/ole">
            <mc:AlternateContent xmlns:mc="http://schemas.openxmlformats.org/markup-compatibility/2006">
              <mc:Choice xmlns:v="urn:schemas-microsoft-com:vml" Requires="v">
                <p:oleObj spid="_x0000_s39881" r:id="rId16" imgW="47548800" imgH="5791200" progId="Equation.DSMT4">
                  <p:embed/>
                </p:oleObj>
              </mc:Choice>
              <mc:Fallback>
                <p:oleObj r:id="rId16" imgW="47548800" imgH="5791200" progId="Equation.DSMT4">
                  <p:embed/>
                  <p:pic>
                    <p:nvPicPr>
                      <p:cNvPr id="0" name="图片 3233"/>
                      <p:cNvPicPr/>
                      <p:nvPr/>
                    </p:nvPicPr>
                    <p:blipFill>
                      <a:blip r:embed="rId17"/>
                      <a:stretch>
                        <a:fillRect/>
                      </a:stretch>
                    </p:blipFill>
                    <p:spPr>
                      <a:xfrm>
                        <a:off x="4805363" y="4024313"/>
                        <a:ext cx="2652712" cy="333375"/>
                      </a:xfrm>
                      <a:prstGeom prst="rect">
                        <a:avLst/>
                      </a:prstGeom>
                      <a:noFill/>
                      <a:ln w="38100">
                        <a:noFill/>
                        <a:miter/>
                      </a:ln>
                    </p:spPr>
                  </p:pic>
                </p:oleObj>
              </mc:Fallback>
            </mc:AlternateContent>
          </a:graphicData>
        </a:graphic>
      </p:graphicFrame>
      <p:pic>
        <p:nvPicPr>
          <p:cNvPr id="71699" name="图片 -2147482299"/>
          <p:cNvPicPr>
            <a:picLocks noChangeAspect="1"/>
          </p:cNvPicPr>
          <p:nvPr/>
        </p:nvPicPr>
        <p:blipFill>
          <a:blip r:embed="rId18"/>
          <a:stretch>
            <a:fillRect/>
          </a:stretch>
        </p:blipFill>
        <p:spPr>
          <a:xfrm>
            <a:off x="8304213" y="3997325"/>
            <a:ext cx="414337" cy="347663"/>
          </a:xfrm>
          <a:prstGeom prst="rect">
            <a:avLst/>
          </a:prstGeom>
          <a:noFill/>
          <a:ln w="9525">
            <a:noFill/>
          </a:ln>
        </p:spPr>
      </p:pic>
      <p:graphicFrame>
        <p:nvGraphicFramePr>
          <p:cNvPr id="71700" name="对象 -2147482297"/>
          <p:cNvGraphicFramePr>
            <a:graphicFrameLocks noChangeAspect="1"/>
          </p:cNvGraphicFramePr>
          <p:nvPr/>
        </p:nvGraphicFramePr>
        <p:xfrm>
          <a:off x="2454275" y="4678363"/>
          <a:ext cx="2706688" cy="358775"/>
        </p:xfrm>
        <a:graphic>
          <a:graphicData uri="http://schemas.openxmlformats.org/presentationml/2006/ole">
            <mc:AlternateContent xmlns:mc="http://schemas.openxmlformats.org/markup-compatibility/2006">
              <mc:Choice xmlns:v="urn:schemas-microsoft-com:vml" Requires="v">
                <p:oleObj spid="_x0000_s39882" r:id="rId19" imgW="44500800" imgH="5791200" progId="Equation.DSMT4">
                  <p:embed/>
                </p:oleObj>
              </mc:Choice>
              <mc:Fallback>
                <p:oleObj r:id="rId19" imgW="44500800" imgH="5791200" progId="Equation.DSMT4">
                  <p:embed/>
                  <p:pic>
                    <p:nvPicPr>
                      <p:cNvPr id="0" name="图片 3244"/>
                      <p:cNvPicPr/>
                      <p:nvPr/>
                    </p:nvPicPr>
                    <p:blipFill>
                      <a:blip r:embed="rId20"/>
                      <a:stretch>
                        <a:fillRect/>
                      </a:stretch>
                    </p:blipFill>
                    <p:spPr>
                      <a:xfrm>
                        <a:off x="2454275" y="4678363"/>
                        <a:ext cx="2706688" cy="358775"/>
                      </a:xfrm>
                      <a:prstGeom prst="rect">
                        <a:avLst/>
                      </a:prstGeom>
                      <a:noFill/>
                      <a:ln w="38100">
                        <a:noFill/>
                        <a:miter/>
                      </a:ln>
                    </p:spPr>
                  </p:pic>
                </p:oleObj>
              </mc:Fallback>
            </mc:AlternateContent>
          </a:graphicData>
        </a:graphic>
      </p:graphicFrame>
      <p:graphicFrame>
        <p:nvGraphicFramePr>
          <p:cNvPr id="71701" name="对象 -2147482243"/>
          <p:cNvGraphicFramePr>
            <a:graphicFrameLocks noChangeAspect="1"/>
          </p:cNvGraphicFramePr>
          <p:nvPr/>
        </p:nvGraphicFramePr>
        <p:xfrm>
          <a:off x="4837113" y="4678363"/>
          <a:ext cx="3135312" cy="1804987"/>
        </p:xfrm>
        <a:graphic>
          <a:graphicData uri="http://schemas.openxmlformats.org/presentationml/2006/ole">
            <mc:AlternateContent xmlns:mc="http://schemas.openxmlformats.org/markup-compatibility/2006">
              <mc:Choice xmlns:v="urn:schemas-microsoft-com:vml" Requires="v">
                <p:oleObj spid="_x0000_s39883" r:id="rId21" imgW="8025130" imgH="4620895" progId="Visio.Drawing.15">
                  <p:embed/>
                </p:oleObj>
              </mc:Choice>
              <mc:Fallback>
                <p:oleObj r:id="rId21" imgW="8025130" imgH="4620895" progId="Visio.Drawing.15">
                  <p:embed/>
                  <p:pic>
                    <p:nvPicPr>
                      <p:cNvPr id="0" name="图片 3252"/>
                      <p:cNvPicPr/>
                      <p:nvPr/>
                    </p:nvPicPr>
                    <p:blipFill>
                      <a:blip r:embed="rId22"/>
                      <a:stretch>
                        <a:fillRect/>
                      </a:stretch>
                    </p:blipFill>
                    <p:spPr>
                      <a:xfrm>
                        <a:off x="4837113" y="4678363"/>
                        <a:ext cx="3135312" cy="1804987"/>
                      </a:xfrm>
                      <a:prstGeom prst="rect">
                        <a:avLst/>
                      </a:prstGeom>
                      <a:noFill/>
                      <a:ln w="38100">
                        <a:noFill/>
                        <a:miter/>
                      </a:ln>
                    </p:spPr>
                  </p:pic>
                </p:oleObj>
              </mc:Fallback>
            </mc:AlternateContent>
          </a:graphicData>
        </a:graphic>
      </p:graphicFrame>
      <p:graphicFrame>
        <p:nvGraphicFramePr>
          <p:cNvPr id="71702" name="对象 -2147482357"/>
          <p:cNvGraphicFramePr>
            <a:graphicFrameLocks noChangeAspect="1"/>
          </p:cNvGraphicFramePr>
          <p:nvPr/>
        </p:nvGraphicFramePr>
        <p:xfrm>
          <a:off x="2627865" y="5366039"/>
          <a:ext cx="1860550" cy="450850"/>
        </p:xfrm>
        <a:graphic>
          <a:graphicData uri="http://schemas.openxmlformats.org/presentationml/2006/ole">
            <mc:AlternateContent xmlns:mc="http://schemas.openxmlformats.org/markup-compatibility/2006">
              <mc:Choice xmlns:v="urn:schemas-microsoft-com:vml" Requires="v">
                <p:oleObj spid="_x0000_s39884" r:id="rId23" imgW="22250400" imgH="5486400" progId="Equation.DSMT4">
                  <p:embed/>
                </p:oleObj>
              </mc:Choice>
              <mc:Fallback>
                <p:oleObj r:id="rId23" imgW="22250400" imgH="5486400" progId="Equation.DSMT4">
                  <p:embed/>
                  <p:pic>
                    <p:nvPicPr>
                      <p:cNvPr id="0" name="图片 3260"/>
                      <p:cNvPicPr/>
                      <p:nvPr/>
                    </p:nvPicPr>
                    <p:blipFill>
                      <a:blip r:embed="rId24"/>
                      <a:stretch>
                        <a:fillRect/>
                      </a:stretch>
                    </p:blipFill>
                    <p:spPr>
                      <a:xfrm>
                        <a:off x="2627865" y="5366039"/>
                        <a:ext cx="1860550" cy="450850"/>
                      </a:xfrm>
                      <a:prstGeom prst="rect">
                        <a:avLst/>
                      </a:prstGeom>
                      <a:noFill/>
                      <a:ln w="38100">
                        <a:noFill/>
                        <a:miter/>
                      </a:ln>
                    </p:spPr>
                  </p:pic>
                </p:oleObj>
              </mc:Fallback>
            </mc:AlternateContent>
          </a:graphicData>
        </a:graphic>
      </p:graphicFrame>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p:cNvSpPr>
          <p:nvPr>
            <p:ph idx="1"/>
          </p:nvPr>
        </p:nvSpPr>
        <p:spPr>
          <a:xfrm>
            <a:off x="142875" y="1220788"/>
            <a:ext cx="8610600" cy="4392613"/>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上述的分析都是基于从m个变量中选择两个变量进行优化的方法，并且要求其中一个标量是违反KKT条件的，下面我们给出如何高效的选择两个变量进行优化，使得目标函数的下降速度最快。</a:t>
            </a:r>
          </a:p>
          <a:p>
            <a:pPr marL="342900" marR="0" lvl="0" indent="-34290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第一个变量的选择：</a:t>
            </a:r>
          </a:p>
          <a:p>
            <a:pPr marL="0" marR="0" lvl="0" indent="-34290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在SMO算法中，称第1个变量的选择过程为外层循环。首先遍历所有的样本点，选取违反KKT条件最严重的样本点作为第一个变量。检验过程中外层循环首先遍历所有满足条件</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0&lt;ai&lt;C</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的样本点，检验它们是否满足KKT条件，如果这些样本点都满足KKT条件，那么遍历整个训练样本集，检验它们是否满足KKT条件。</a:t>
            </a:r>
          </a:p>
          <a:p>
            <a:pPr marL="0" marR="0" lvl="0" indent="-34290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我们在循环过程中需要检验训练样本点是否满足KKT条件：</a:t>
            </a:r>
          </a:p>
          <a:p>
            <a:pPr marL="0" marR="0" lvl="0" indent="-34290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17</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a:t>
            </a:r>
          </a:p>
          <a:p>
            <a:pPr marL="0" marR="0" lvl="0" indent="-34290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a:t>
            </a:r>
          </a:p>
          <a:p>
            <a:pPr marL="0" marR="0" lvl="0" indent="-34290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18</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a:t>
            </a:r>
          </a:p>
          <a:p>
            <a:pPr marL="0" marR="0" lvl="0" indent="-34290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endParaRPr>
          </a:p>
          <a:p>
            <a:pPr marL="0" marR="0" lvl="0" indent="-34290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19</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a:t>
            </a:r>
          </a:p>
        </p:txBody>
      </p:sp>
      <p:sp>
        <p:nvSpPr>
          <p:cNvPr id="18" name="Rectangle 2"/>
          <p:cNvSpPr>
            <a:spLocks noGrp="1"/>
          </p:cNvSpPr>
          <p:nvPr>
            <p:ph type="title"/>
          </p:nvPr>
        </p:nvSpPr>
        <p:spPr>
          <a:xfrm>
            <a:off x="831850" y="323850"/>
            <a:ext cx="7478713" cy="896938"/>
          </a:xfrm>
        </p:spPr>
        <p:txBody>
          <a:bodyPr vert="horz" wrap="square" lIns="91440" tIns="45720" rIns="91440" bIns="4572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zh-CN" altLang="en-US" sz="2800" b="1" i="0" u="none" strike="noStrike" kern="1200" cap="none" spc="0" normalizeH="0" baseline="0" noProof="0">
                <a:ln>
                  <a:noFill/>
                </a:ln>
                <a:solidFill>
                  <a:srgbClr val="0000CC"/>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华文新魏" panose="02010800040101010101" pitchFamily="2" charset="-122"/>
                <a:sym typeface="+mn-ea"/>
              </a:rPr>
              <a:t>启发式选择变量</a:t>
            </a:r>
          </a:p>
        </p:txBody>
      </p:sp>
      <p:graphicFrame>
        <p:nvGraphicFramePr>
          <p:cNvPr id="72708" name="对象 -2147482293"/>
          <p:cNvGraphicFramePr>
            <a:graphicFrameLocks noChangeAspect="1"/>
          </p:cNvGraphicFramePr>
          <p:nvPr/>
        </p:nvGraphicFramePr>
        <p:xfrm>
          <a:off x="2044700" y="4540250"/>
          <a:ext cx="3262313" cy="633413"/>
        </p:xfrm>
        <a:graphic>
          <a:graphicData uri="http://schemas.openxmlformats.org/presentationml/2006/ole">
            <mc:AlternateContent xmlns:mc="http://schemas.openxmlformats.org/markup-compatibility/2006">
              <mc:Choice xmlns:v="urn:schemas-microsoft-com:vml" Requires="v">
                <p:oleObj spid="_x0000_s40214" r:id="rId3" imgW="54254400" imgH="10668000" progId="Equation.DSMT4">
                  <p:embed/>
                </p:oleObj>
              </mc:Choice>
              <mc:Fallback>
                <p:oleObj r:id="rId3" imgW="54254400" imgH="10668000" progId="Equation.DSMT4">
                  <p:embed/>
                  <p:pic>
                    <p:nvPicPr>
                      <p:cNvPr id="0" name="图片 3255"/>
                      <p:cNvPicPr/>
                      <p:nvPr/>
                    </p:nvPicPr>
                    <p:blipFill>
                      <a:blip r:embed="rId4"/>
                      <a:stretch>
                        <a:fillRect/>
                      </a:stretch>
                    </p:blipFill>
                    <p:spPr>
                      <a:xfrm>
                        <a:off x="2044700" y="4540250"/>
                        <a:ext cx="3262313" cy="633413"/>
                      </a:xfrm>
                      <a:prstGeom prst="rect">
                        <a:avLst/>
                      </a:prstGeom>
                      <a:noFill/>
                      <a:ln w="38100">
                        <a:noFill/>
                        <a:miter/>
                      </a:ln>
                    </p:spPr>
                  </p:pic>
                </p:oleObj>
              </mc:Fallback>
            </mc:AlternateContent>
          </a:graphicData>
        </a:graphic>
      </p:graphicFrame>
      <p:graphicFrame>
        <p:nvGraphicFramePr>
          <p:cNvPr id="72709" name="对象 -2147482242"/>
          <p:cNvGraphicFramePr>
            <a:graphicFrameLocks noChangeAspect="1"/>
          </p:cNvGraphicFramePr>
          <p:nvPr/>
        </p:nvGraphicFramePr>
        <p:xfrm>
          <a:off x="2017713" y="5173663"/>
          <a:ext cx="3316287" cy="633412"/>
        </p:xfrm>
        <a:graphic>
          <a:graphicData uri="http://schemas.openxmlformats.org/presentationml/2006/ole">
            <mc:AlternateContent xmlns:mc="http://schemas.openxmlformats.org/markup-compatibility/2006">
              <mc:Choice xmlns:v="urn:schemas-microsoft-com:vml" Requires="v">
                <p:oleObj spid="_x0000_s40215" r:id="rId5" imgW="55168800" imgH="10668000" progId="Equation.DSMT4">
                  <p:embed/>
                </p:oleObj>
              </mc:Choice>
              <mc:Fallback>
                <p:oleObj r:id="rId5" imgW="55168800" imgH="10668000" progId="Equation.DSMT4">
                  <p:embed/>
                  <p:pic>
                    <p:nvPicPr>
                      <p:cNvPr id="0" name="图片 3263"/>
                      <p:cNvPicPr/>
                      <p:nvPr/>
                    </p:nvPicPr>
                    <p:blipFill>
                      <a:blip r:embed="rId6"/>
                      <a:stretch>
                        <a:fillRect/>
                      </a:stretch>
                    </p:blipFill>
                    <p:spPr>
                      <a:xfrm>
                        <a:off x="2017713" y="5173663"/>
                        <a:ext cx="3316287" cy="633412"/>
                      </a:xfrm>
                      <a:prstGeom prst="rect">
                        <a:avLst/>
                      </a:prstGeom>
                      <a:noFill/>
                      <a:ln w="38100">
                        <a:noFill/>
                        <a:miter/>
                      </a:ln>
                    </p:spPr>
                  </p:pic>
                </p:oleObj>
              </mc:Fallback>
            </mc:AlternateContent>
          </a:graphicData>
        </a:graphic>
      </p:graphicFrame>
      <p:graphicFrame>
        <p:nvGraphicFramePr>
          <p:cNvPr id="72710" name="对象 -2147482241"/>
          <p:cNvGraphicFramePr>
            <a:graphicFrameLocks noChangeAspect="1"/>
          </p:cNvGraphicFramePr>
          <p:nvPr/>
        </p:nvGraphicFramePr>
        <p:xfrm>
          <a:off x="2017713" y="5807075"/>
          <a:ext cx="3263900" cy="592138"/>
        </p:xfrm>
        <a:graphic>
          <a:graphicData uri="http://schemas.openxmlformats.org/presentationml/2006/ole">
            <mc:AlternateContent xmlns:mc="http://schemas.openxmlformats.org/markup-compatibility/2006">
              <mc:Choice xmlns:v="urn:schemas-microsoft-com:vml" Requires="v">
                <p:oleObj spid="_x0000_s40216" r:id="rId7" imgW="59131200" imgH="10668000" progId="Equation.DSMT4">
                  <p:embed/>
                </p:oleObj>
              </mc:Choice>
              <mc:Fallback>
                <p:oleObj r:id="rId7" imgW="59131200" imgH="10668000" progId="Equation.DSMT4">
                  <p:embed/>
                  <p:pic>
                    <p:nvPicPr>
                      <p:cNvPr id="0" name="图片 3261"/>
                      <p:cNvPicPr/>
                      <p:nvPr/>
                    </p:nvPicPr>
                    <p:blipFill>
                      <a:blip r:embed="rId8"/>
                      <a:stretch>
                        <a:fillRect/>
                      </a:stretch>
                    </p:blipFill>
                    <p:spPr>
                      <a:xfrm>
                        <a:off x="2017713" y="5807075"/>
                        <a:ext cx="3263900" cy="592138"/>
                      </a:xfrm>
                      <a:prstGeom prst="rect">
                        <a:avLst/>
                      </a:prstGeom>
                      <a:noFill/>
                      <a:ln w="38100">
                        <a:noFill/>
                        <a:miter/>
                      </a:ln>
                    </p:spPr>
                  </p:pic>
                </p:oleObj>
              </mc:Fallback>
            </mc:AlternateContent>
          </a:graphicData>
        </a:graphic>
      </p:graphicFrame>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p:cNvSpPr>
          <p:nvPr>
            <p:ph idx="1"/>
          </p:nvPr>
        </p:nvSpPr>
        <p:spPr>
          <a:xfrm>
            <a:off x="430213" y="942975"/>
            <a:ext cx="8610600" cy="4670425"/>
          </a:xfrm>
        </p:spPr>
        <p:txBody>
          <a:bodyPr vert="horz" wrap="square" lIns="91440" tIns="45720" rIns="91440" bIns="45720" numCol="1" anchor="t" anchorCtr="0" compatLnSpc="1"/>
          <a:lstStyle/>
          <a:p>
            <a:pPr marL="342900" marR="0" lvl="0" indent="-34290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第二个变量的选择</a:t>
            </a:r>
            <a:r>
              <a:rPr kumimoji="1" lang="en-US" altLang="zh-CN" sz="2000" b="1" noProof="1">
                <a:ea typeface="宋体" panose="02010600030101010101" pitchFamily="2" charset="-122"/>
                <a:sym typeface="+mn-ea"/>
              </a:rPr>
              <a:t>:</a:t>
            </a:r>
          </a:p>
          <a:p>
            <a:pPr marL="0" marR="0" lvl="0" indent="0" algn="just" defTabSz="914400" rtl="0" eaLnBrk="0" fontAlgn="base" latinLnBrk="0" hangingPunct="0">
              <a:lnSpc>
                <a:spcPct val="100000"/>
              </a:lnSpc>
              <a:spcBef>
                <a:spcPct val="20000"/>
              </a:spcBef>
              <a:spcAft>
                <a:spcPct val="0"/>
              </a:spcAft>
              <a:buClr>
                <a:schemeClr val="folHlink"/>
              </a:buClr>
              <a:buSzPct val="60000"/>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第二个变量的选择过程称为内循环。若记在外循环中的选择出的第一个变量为</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a1</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，第二个变量的选择希望可以使</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a2_new</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产生足够大的变化。由上面得出的推导结果我们可以看出</a:t>
            </a:r>
            <a:r>
              <a:rPr kumimoji="1" lang="en-US" altLang="zh-CN" sz="2000" b="1" noProof="1">
                <a:ea typeface="宋体" panose="02010600030101010101" pitchFamily="2" charset="-122"/>
                <a:sym typeface="+mn-ea"/>
              </a:rPr>
              <a:t>,</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a2</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是依赖于 </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|E</a:t>
            </a:r>
            <a:r>
              <a:rPr kumimoji="1" lang="en-US" altLang="zh-CN" sz="2000" b="1" i="0" u="none" strike="noStrike" kern="0" cap="none" spc="0" normalizeH="0" baseline="-2500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1</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E</a:t>
            </a:r>
            <a:r>
              <a:rPr kumimoji="1" lang="en-US" altLang="zh-CN" sz="2000" b="1" baseline="-25000" noProof="1">
                <a:ea typeface="宋体" panose="02010600030101010101" pitchFamily="2" charset="-122"/>
                <a:sym typeface="+mn-ea"/>
              </a:rPr>
              <a:t>2</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的。若</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E</a:t>
            </a:r>
            <a:r>
              <a:rPr kumimoji="1" lang="en-US" altLang="zh-CN" sz="2000" b="1" i="0" u="none" strike="noStrike" kern="0" cap="none" spc="0" normalizeH="0" baseline="-2500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1</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为正，选择最小的作为</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E</a:t>
            </a:r>
            <a:r>
              <a:rPr kumimoji="1" lang="en-US" altLang="zh-CN" sz="2000" b="1" baseline="-25000" noProof="1">
                <a:ea typeface="宋体" panose="02010600030101010101" pitchFamily="2" charset="-122"/>
                <a:sym typeface="+mn-ea"/>
              </a:rPr>
              <a:t>2</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；若</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E</a:t>
            </a:r>
            <a:r>
              <a:rPr kumimoji="1" lang="en-US" altLang="zh-CN" sz="2000" b="1" i="0" u="none" strike="noStrike" kern="0" cap="none" spc="0" normalizeH="0" baseline="-2500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1</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为负，则选择最大 </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E</a:t>
            </a:r>
            <a:r>
              <a:rPr kumimoji="1" lang="en-US" altLang="zh-CN" sz="2000" b="1" i="0" u="none" strike="noStrike" kern="0" cap="none" spc="0" normalizeH="0" baseline="-2500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1</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的作为 </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E</a:t>
            </a:r>
            <a:r>
              <a:rPr kumimoji="1" lang="en-US" altLang="zh-CN" sz="2000" b="1" baseline="-25000" noProof="1">
                <a:ea typeface="宋体" panose="02010600030101010101" pitchFamily="2" charset="-122"/>
                <a:sym typeface="+mn-ea"/>
              </a:rPr>
              <a:t>2 </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。通常是选择最大的  </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|E</a:t>
            </a:r>
            <a:r>
              <a:rPr kumimoji="1" lang="en-US" altLang="zh-CN" sz="2000" b="1" i="0" u="none" strike="noStrike" kern="0" cap="none" spc="0" normalizeH="0" baseline="-2500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1</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E</a:t>
            </a:r>
            <a:r>
              <a:rPr kumimoji="1" lang="en-US" altLang="zh-CN" sz="2000" b="1" baseline="-25000" noProof="1">
                <a:ea typeface="宋体" panose="02010600030101010101" pitchFamily="2" charset="-122"/>
                <a:sym typeface="+mn-ea"/>
              </a:rPr>
              <a:t>2</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来近似最大化步长。然而有些时候按照上述的启发式选择方法选择第二个变量时，不能够使目标函数产生足够的下降。在这种情形下，我们首先遍历在间隔边界上的支持向量点，以此将其对应的变量作为</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a2</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试用，直到目标函数有足够的下降。如果始终找不到合适的</a:t>
            </a:r>
            <a:r>
              <a:rPr kumimoji="1" lang="en-US" altLang="zh-CN" sz="2000" b="1" noProof="1">
                <a:ea typeface="宋体" panose="02010600030101010101" pitchFamily="2" charset="-122"/>
                <a:sym typeface="+mn-ea"/>
              </a:rPr>
              <a:t>a2</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，那么通过外层循环重新选择 </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a1</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a:t>
            </a:r>
          </a:p>
          <a:p>
            <a:pPr marL="342900" marR="0" lvl="0" indent="-34290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阈值b的选择：</a:t>
            </a:r>
          </a:p>
          <a:p>
            <a:pPr marL="0" marR="0" lvl="0" indent="-34290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每完成两个变量的优化后，都要对b的值进行更新，因为b的值关系到</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f(x)</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的计算，即关系到下次优化时</a:t>
            </a:r>
            <a:r>
              <a:rPr kumimoji="1" lang="en-US" altLang="zh-CN"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E</a:t>
            </a:r>
            <a:r>
              <a:rPr kumimoji="1" lang="en-US" altLang="zh-CN" sz="2000" b="1" i="0" u="none" strike="noStrike" kern="0" cap="none" spc="0" normalizeH="0" baseline="-2500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i</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的计算。</a:t>
            </a:r>
          </a:p>
          <a:p>
            <a:pPr marL="342900" marR="0" lvl="0" indent="-34290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若                     ，那么由KKT条件（</a:t>
            </a:r>
            <a:r>
              <a:rPr kumimoji="1" 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19</a:t>
            </a: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）知：</a:t>
            </a:r>
          </a:p>
          <a:p>
            <a:pPr marL="0" marR="0" lvl="0" indent="-34290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a:t>
            </a:r>
          </a:p>
          <a:p>
            <a:pPr marL="0" marR="0" lvl="0" indent="-342900" algn="just"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r>
              <a:rPr kumimoji="1" lang="zh-CN" altLang="en-US" sz="2000" b="1" i="0" u="none" strike="noStrike" kern="0" cap="none" spc="0" normalizeH="0" baseline="0" noProof="1">
                <a:ln>
                  <a:noFill/>
                </a:ln>
                <a:solidFill>
                  <a:schemeClr val="tx1"/>
                </a:solidFill>
                <a:effectLst/>
                <a:uLnTx/>
                <a:uFillTx/>
                <a:latin typeface="+mn-lt"/>
                <a:ea typeface="宋体" panose="02010600030101010101" pitchFamily="2" charset="-122"/>
                <a:cs typeface="华文新魏" panose="02010800040101010101" pitchFamily="2" charset="-122"/>
                <a:sym typeface="+mn-ea"/>
              </a:rPr>
              <a:t>    则                      </a:t>
            </a:r>
          </a:p>
        </p:txBody>
      </p:sp>
      <p:pic>
        <p:nvPicPr>
          <p:cNvPr id="73746" name="图片 389"/>
          <p:cNvPicPr>
            <a:picLocks noChangeAspect="1"/>
          </p:cNvPicPr>
          <p:nvPr/>
        </p:nvPicPr>
        <p:blipFill>
          <a:blip r:embed="rId3"/>
          <a:stretch>
            <a:fillRect/>
          </a:stretch>
        </p:blipFill>
        <p:spPr>
          <a:xfrm>
            <a:off x="1176338" y="5224025"/>
            <a:ext cx="1169987" cy="365125"/>
          </a:xfrm>
          <a:prstGeom prst="rect">
            <a:avLst/>
          </a:prstGeom>
          <a:noFill/>
          <a:ln w="9525">
            <a:noFill/>
          </a:ln>
        </p:spPr>
      </p:pic>
      <p:graphicFrame>
        <p:nvGraphicFramePr>
          <p:cNvPr id="73747" name="对象 -2147482273"/>
          <p:cNvGraphicFramePr>
            <a:graphicFrameLocks noChangeAspect="1"/>
          </p:cNvGraphicFramePr>
          <p:nvPr/>
        </p:nvGraphicFramePr>
        <p:xfrm>
          <a:off x="5830477" y="5013110"/>
          <a:ext cx="1603375" cy="633412"/>
        </p:xfrm>
        <a:graphic>
          <a:graphicData uri="http://schemas.openxmlformats.org/presentationml/2006/ole">
            <mc:AlternateContent xmlns:mc="http://schemas.openxmlformats.org/markup-compatibility/2006">
              <mc:Choice xmlns:v="urn:schemas-microsoft-com:vml" Requires="v">
                <p:oleObj spid="_x0000_s41208" r:id="rId4" imgW="27127200" imgH="10363200" progId="Equation.DSMT4">
                  <p:embed/>
                </p:oleObj>
              </mc:Choice>
              <mc:Fallback>
                <p:oleObj r:id="rId4" imgW="27127200" imgH="10363200" progId="Equation.DSMT4">
                  <p:embed/>
                  <p:pic>
                    <p:nvPicPr>
                      <p:cNvPr id="0" name="图片 3266"/>
                      <p:cNvPicPr/>
                      <p:nvPr/>
                    </p:nvPicPr>
                    <p:blipFill>
                      <a:blip r:embed="rId5"/>
                      <a:stretch>
                        <a:fillRect/>
                      </a:stretch>
                    </p:blipFill>
                    <p:spPr>
                      <a:xfrm>
                        <a:off x="5830477" y="5013110"/>
                        <a:ext cx="1603375" cy="633412"/>
                      </a:xfrm>
                      <a:prstGeom prst="rect">
                        <a:avLst/>
                      </a:prstGeom>
                      <a:noFill/>
                      <a:ln w="38100">
                        <a:noFill/>
                        <a:miter/>
                      </a:ln>
                    </p:spPr>
                  </p:pic>
                </p:oleObj>
              </mc:Fallback>
            </mc:AlternateContent>
          </a:graphicData>
        </a:graphic>
      </p:graphicFrame>
      <p:graphicFrame>
        <p:nvGraphicFramePr>
          <p:cNvPr id="73748" name="对象 -2147482272"/>
          <p:cNvGraphicFramePr>
            <a:graphicFrameLocks noChangeAspect="1"/>
          </p:cNvGraphicFramePr>
          <p:nvPr/>
        </p:nvGraphicFramePr>
        <p:xfrm>
          <a:off x="1522412" y="5763418"/>
          <a:ext cx="3902075" cy="623888"/>
        </p:xfrm>
        <a:graphic>
          <a:graphicData uri="http://schemas.openxmlformats.org/presentationml/2006/ole">
            <mc:AlternateContent xmlns:mc="http://schemas.openxmlformats.org/markup-compatibility/2006">
              <mc:Choice xmlns:v="urn:schemas-microsoft-com:vml" Requires="v">
                <p:oleObj spid="_x0000_s41209" r:id="rId6" imgW="65836800" imgH="10363200" progId="Equation.DSMT4">
                  <p:embed/>
                </p:oleObj>
              </mc:Choice>
              <mc:Fallback>
                <p:oleObj r:id="rId6" imgW="65836800" imgH="10363200" progId="Equation.DSMT4">
                  <p:embed/>
                  <p:pic>
                    <p:nvPicPr>
                      <p:cNvPr id="0" name="图片 3267"/>
                      <p:cNvPicPr/>
                      <p:nvPr/>
                    </p:nvPicPr>
                    <p:blipFill>
                      <a:blip r:embed="rId7"/>
                      <a:stretch>
                        <a:fillRect/>
                      </a:stretch>
                    </p:blipFill>
                    <p:spPr>
                      <a:xfrm>
                        <a:off x="1522412" y="5763418"/>
                        <a:ext cx="3902075" cy="623888"/>
                      </a:xfrm>
                      <a:prstGeom prst="rect">
                        <a:avLst/>
                      </a:prstGeom>
                      <a:noFill/>
                      <a:ln w="38100">
                        <a:noFill/>
                        <a:miter/>
                      </a:ln>
                    </p:spPr>
                  </p:pic>
                </p:oleObj>
              </mc:Fallback>
            </mc:AlternateContent>
          </a:graphicData>
        </a:graphic>
      </p:graphicFrame>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1" name="图片 3"/>
          <p:cNvPicPr>
            <a:picLocks noChangeAspect="1"/>
          </p:cNvPicPr>
          <p:nvPr/>
        </p:nvPicPr>
        <p:blipFill>
          <a:blip r:embed="rId2"/>
          <a:stretch>
            <a:fillRect/>
          </a:stretch>
        </p:blipFill>
        <p:spPr>
          <a:xfrm>
            <a:off x="397135" y="1124840"/>
            <a:ext cx="8639175" cy="4703762"/>
          </a:xfrm>
          <a:prstGeom prst="rect">
            <a:avLst/>
          </a:prstGeom>
          <a:noFill/>
          <a:ln w="9525">
            <a:noFill/>
          </a:ln>
        </p:spPr>
      </p:pic>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115760" y="116770"/>
            <a:ext cx="7189371" cy="6358384"/>
          </a:xfrm>
          <a:prstGeom prst="rect">
            <a:avLst/>
          </a:prstGeom>
        </p:spPr>
      </p:pic>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descr="支持向量机原理详解(八): 多类分类SV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255" y="2924965"/>
            <a:ext cx="6858000" cy="361950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251700" y="980830"/>
            <a:ext cx="8640599" cy="2195195"/>
          </a:xfrm>
          <a:prstGeom prst="rect">
            <a:avLst/>
          </a:prstGeom>
          <a:noFill/>
        </p:spPr>
        <p:txBody>
          <a:bodyPr wrap="square">
            <a:spAutoFit/>
          </a:bodyPr>
          <a:lstStyle/>
          <a:p>
            <a:pPr algn="l">
              <a:lnSpc>
                <a:spcPct val="120000"/>
              </a:lnSpc>
            </a:pPr>
            <a:r>
              <a:rPr lang="zh-CN" altLang="en-US" sz="2400" b="1" i="0" dirty="0">
                <a:solidFill>
                  <a:srgbClr val="121212"/>
                </a:solidFill>
                <a:effectLst/>
                <a:latin typeface="微软雅黑" panose="020B0503020204020204" pitchFamily="34" charset="-122"/>
                <a:ea typeface="微软雅黑" panose="020B0503020204020204" pitchFamily="34" charset="-122"/>
              </a:rPr>
              <a:t>多类分类</a:t>
            </a:r>
            <a:r>
              <a:rPr lang="en-US" altLang="zh-CN" sz="2400" b="1" i="0" dirty="0">
                <a:solidFill>
                  <a:srgbClr val="121212"/>
                </a:solidFill>
                <a:effectLst/>
                <a:latin typeface="微软雅黑" panose="020B0503020204020204" pitchFamily="34" charset="-122"/>
                <a:ea typeface="微软雅黑" panose="020B0503020204020204" pitchFamily="34" charset="-122"/>
              </a:rPr>
              <a:t>SVM</a:t>
            </a:r>
          </a:p>
          <a:p>
            <a:pPr algn="l">
              <a:lnSpc>
                <a:spcPct val="120000"/>
              </a:lnSpc>
            </a:pPr>
            <a:r>
              <a:rPr lang="en-US" altLang="zh-CN" b="1" dirty="0">
                <a:solidFill>
                  <a:srgbClr val="C00000"/>
                </a:solidFill>
                <a:latin typeface="微软雅黑" panose="020B0503020204020204" pitchFamily="34" charset="-122"/>
                <a:ea typeface="微软雅黑" panose="020B0503020204020204" pitchFamily="34" charset="-122"/>
              </a:rPr>
              <a:t>       SVM</a:t>
            </a:r>
            <a:r>
              <a:rPr lang="zh-CN" altLang="en-US" b="1" dirty="0">
                <a:solidFill>
                  <a:srgbClr val="C00000"/>
                </a:solidFill>
                <a:latin typeface="微软雅黑" panose="020B0503020204020204" pitchFamily="34" charset="-122"/>
                <a:ea typeface="微软雅黑" panose="020B0503020204020204" pitchFamily="34" charset="-122"/>
              </a:rPr>
              <a:t>本身是一个二值分类器，最初也是为二值分类问题设计的，当处理多类问题时，就需要构造合适的多类分类器。</a:t>
            </a:r>
            <a:endParaRPr lang="en-US" altLang="zh-CN" b="1" dirty="0">
              <a:solidFill>
                <a:srgbClr val="C00000"/>
              </a:solidFill>
              <a:latin typeface="微软雅黑" panose="020B0503020204020204" pitchFamily="34" charset="-122"/>
              <a:ea typeface="微软雅黑" panose="020B0503020204020204" pitchFamily="34" charset="-122"/>
            </a:endParaRPr>
          </a:p>
          <a:p>
            <a:pPr algn="l">
              <a:lnSpc>
                <a:spcPct val="120000"/>
              </a:lnSpc>
              <a:buFont typeface="Arial" panose="020B0604020202020204" pitchFamily="34" charset="0"/>
              <a:buChar char="•"/>
            </a:pPr>
            <a:r>
              <a:rPr lang="zh-CN" altLang="en-US" b="1" i="0" dirty="0">
                <a:solidFill>
                  <a:srgbClr val="121212"/>
                </a:solidFill>
                <a:effectLst/>
                <a:latin typeface="微软雅黑" panose="020B0503020204020204" pitchFamily="34" charset="-122"/>
                <a:ea typeface="微软雅黑" panose="020B0503020204020204" pitchFamily="34" charset="-122"/>
              </a:rPr>
              <a:t>一类对余类</a:t>
            </a:r>
            <a:r>
              <a:rPr lang="en-US" altLang="zh-CN" b="1" i="0" dirty="0">
                <a:solidFill>
                  <a:srgbClr val="121212"/>
                </a:solidFill>
                <a:effectLst/>
                <a:latin typeface="微软雅黑" panose="020B0503020204020204" pitchFamily="34" charset="-122"/>
                <a:ea typeface="微软雅黑" panose="020B0503020204020204" pitchFamily="34" charset="-122"/>
              </a:rPr>
              <a:t>(one-against-all</a:t>
            </a:r>
            <a:r>
              <a:rPr lang="zh-CN" altLang="en-US" b="1" i="0" dirty="0">
                <a:solidFill>
                  <a:srgbClr val="121212"/>
                </a:solidFill>
                <a:effectLst/>
                <a:latin typeface="微软雅黑" panose="020B0503020204020204" pitchFamily="34" charset="-122"/>
                <a:ea typeface="微软雅黑" panose="020B0503020204020204" pitchFamily="34" charset="-122"/>
              </a:rPr>
              <a:t>，</a:t>
            </a:r>
            <a:r>
              <a:rPr lang="en-US" altLang="zh-CN" b="1" i="0" dirty="0">
                <a:solidFill>
                  <a:srgbClr val="121212"/>
                </a:solidFill>
                <a:effectLst/>
                <a:latin typeface="微软雅黑" panose="020B0503020204020204" pitchFamily="34" charset="-122"/>
                <a:ea typeface="微软雅黑" panose="020B0503020204020204" pitchFamily="34" charset="-122"/>
              </a:rPr>
              <a:t>one-against-the-rest)</a:t>
            </a:r>
            <a:endParaRPr lang="zh-CN" altLang="en-US" b="1" i="0" dirty="0">
              <a:solidFill>
                <a:srgbClr val="121212"/>
              </a:solidFill>
              <a:effectLst/>
              <a:latin typeface="微软雅黑" panose="020B0503020204020204" pitchFamily="34" charset="-122"/>
              <a:ea typeface="微软雅黑" panose="020B0503020204020204" pitchFamily="34" charset="-122"/>
            </a:endParaRPr>
          </a:p>
          <a:p>
            <a:pPr algn="l">
              <a:lnSpc>
                <a:spcPct val="120000"/>
              </a:lnSpc>
              <a:buFont typeface="Arial" panose="020B0604020202020204" pitchFamily="34" charset="0"/>
              <a:buChar char="•"/>
            </a:pPr>
            <a:r>
              <a:rPr lang="zh-CN" altLang="en-US" b="1" dirty="0">
                <a:solidFill>
                  <a:srgbClr val="121212"/>
                </a:solidFill>
                <a:effectLst/>
                <a:latin typeface="微软雅黑" panose="020B0503020204020204" pitchFamily="34" charset="-122"/>
                <a:ea typeface="微软雅黑" panose="020B0503020204020204" pitchFamily="34" charset="-122"/>
                <a:sym typeface="+mn-ea"/>
              </a:rPr>
              <a:t>成对分类方法</a:t>
            </a:r>
            <a:r>
              <a:rPr lang="en-US" altLang="zh-CN" b="1" dirty="0">
                <a:solidFill>
                  <a:srgbClr val="121212"/>
                </a:solidFill>
                <a:effectLst/>
                <a:latin typeface="微软雅黑" panose="020B0503020204020204" pitchFamily="34" charset="-122"/>
                <a:ea typeface="微软雅黑" panose="020B0503020204020204" pitchFamily="34" charset="-122"/>
                <a:sym typeface="+mn-ea"/>
              </a:rPr>
              <a:t>(one-against-one</a:t>
            </a:r>
            <a:r>
              <a:rPr lang="zh-CN" altLang="en-US" b="1" dirty="0">
                <a:solidFill>
                  <a:srgbClr val="121212"/>
                </a:solidFill>
                <a:effectLst/>
                <a:latin typeface="微软雅黑" panose="020B0503020204020204" pitchFamily="34" charset="-122"/>
                <a:ea typeface="微软雅黑" panose="020B0503020204020204" pitchFamily="34" charset="-122"/>
                <a:sym typeface="+mn-ea"/>
              </a:rPr>
              <a:t>， </a:t>
            </a:r>
            <a:r>
              <a:rPr lang="en-US" altLang="zh-CN" b="1" dirty="0">
                <a:solidFill>
                  <a:srgbClr val="121212"/>
                </a:solidFill>
                <a:effectLst/>
                <a:latin typeface="微软雅黑" panose="020B0503020204020204" pitchFamily="34" charset="-122"/>
                <a:ea typeface="微软雅黑" panose="020B0503020204020204" pitchFamily="34" charset="-122"/>
                <a:sym typeface="+mn-ea"/>
              </a:rPr>
              <a:t>pairwise classification)</a:t>
            </a:r>
            <a:endParaRPr lang="en-US" altLang="zh-CN" b="1" i="0" dirty="0">
              <a:solidFill>
                <a:srgbClr val="121212"/>
              </a:solidFill>
              <a:effectLst/>
              <a:latin typeface="微软雅黑" panose="020B0503020204020204" pitchFamily="34" charset="-122"/>
              <a:ea typeface="微软雅黑" panose="020B0503020204020204" pitchFamily="34" charset="-122"/>
            </a:endParaRPr>
          </a:p>
          <a:p>
            <a:pPr algn="l">
              <a:lnSpc>
                <a:spcPct val="120000"/>
              </a:lnSpc>
              <a:buFont typeface="Arial" panose="020B0604020202020204" pitchFamily="34" charset="0"/>
            </a:pPr>
            <a:endParaRPr lang="zh-CN" altLang="en-US" b="1" i="0" dirty="0">
              <a:solidFill>
                <a:srgbClr val="121212"/>
              </a:solidFill>
              <a:effectLst/>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2006" y="1628875"/>
            <a:ext cx="9144000" cy="4787553"/>
          </a:xfrm>
          <a:prstGeom prst="rect">
            <a:avLst/>
          </a:prstGeom>
        </p:spPr>
      </p:pic>
      <p:sp>
        <p:nvSpPr>
          <p:cNvPr id="5" name="文本框 4"/>
          <p:cNvSpPr txBox="1"/>
          <p:nvPr/>
        </p:nvSpPr>
        <p:spPr>
          <a:xfrm>
            <a:off x="251700" y="980830"/>
            <a:ext cx="8640599" cy="497957"/>
          </a:xfrm>
          <a:prstGeom prst="rect">
            <a:avLst/>
          </a:prstGeom>
          <a:noFill/>
        </p:spPr>
        <p:txBody>
          <a:bodyPr wrap="square">
            <a:spAutoFit/>
          </a:bodyPr>
          <a:lstStyle/>
          <a:p>
            <a:pPr algn="l">
              <a:lnSpc>
                <a:spcPct val="120000"/>
              </a:lnSpc>
            </a:pPr>
            <a:r>
              <a:rPr lang="zh-CN" altLang="en-US" sz="2400" b="1" i="0" dirty="0">
                <a:solidFill>
                  <a:srgbClr val="121212"/>
                </a:solidFill>
                <a:effectLst/>
                <a:latin typeface="微软雅黑" panose="020B0503020204020204" pitchFamily="34" charset="-122"/>
                <a:ea typeface="微软雅黑" panose="020B0503020204020204" pitchFamily="34" charset="-122"/>
              </a:rPr>
              <a:t>多类分类</a:t>
            </a:r>
            <a:r>
              <a:rPr lang="en-US" altLang="zh-CN" sz="2400" b="1" i="0" dirty="0">
                <a:solidFill>
                  <a:srgbClr val="121212"/>
                </a:solidFill>
                <a:effectLst/>
                <a:latin typeface="微软雅黑" panose="020B0503020204020204" pitchFamily="34" charset="-122"/>
                <a:ea typeface="微软雅黑" panose="020B0503020204020204" pitchFamily="34" charset="-122"/>
              </a:rPr>
              <a:t>SVM</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525773" y="1268850"/>
            <a:ext cx="8092453" cy="5131047"/>
          </a:xfrm>
          <a:prstGeom prst="rect">
            <a:avLst/>
          </a:prstGeom>
        </p:spPr>
      </p:pic>
      <p:sp>
        <p:nvSpPr>
          <p:cNvPr id="5" name="文本框 4"/>
          <p:cNvSpPr txBox="1"/>
          <p:nvPr/>
        </p:nvSpPr>
        <p:spPr>
          <a:xfrm>
            <a:off x="611725" y="980830"/>
            <a:ext cx="7200501" cy="396583"/>
          </a:xfrm>
          <a:prstGeom prst="rect">
            <a:avLst/>
          </a:prstGeom>
          <a:noFill/>
        </p:spPr>
        <p:txBody>
          <a:bodyPr wrap="square">
            <a:spAutoFit/>
          </a:bodyPr>
          <a:lstStyle/>
          <a:p>
            <a:pPr algn="l">
              <a:lnSpc>
                <a:spcPct val="120000"/>
              </a:lnSpc>
              <a:buFont typeface="Arial" panose="020B0604020202020204" pitchFamily="34" charset="0"/>
              <a:buChar char="•"/>
            </a:pPr>
            <a:r>
              <a:rPr lang="zh-CN" altLang="en-US" b="1" i="0" dirty="0">
                <a:solidFill>
                  <a:srgbClr val="121212"/>
                </a:solidFill>
                <a:effectLst/>
                <a:latin typeface="微软雅黑" panose="020B0503020204020204" pitchFamily="34" charset="-122"/>
                <a:ea typeface="微软雅黑" panose="020B0503020204020204" pitchFamily="34" charset="-122"/>
              </a:rPr>
              <a:t>成对分类方法</a:t>
            </a:r>
            <a:r>
              <a:rPr lang="en-US" altLang="zh-CN" b="1" i="0" dirty="0">
                <a:solidFill>
                  <a:srgbClr val="121212"/>
                </a:solidFill>
                <a:effectLst/>
                <a:latin typeface="微软雅黑" panose="020B0503020204020204" pitchFamily="34" charset="-122"/>
                <a:ea typeface="微软雅黑" panose="020B0503020204020204" pitchFamily="34" charset="-122"/>
              </a:rPr>
              <a:t>(one-against-one</a:t>
            </a:r>
            <a:r>
              <a:rPr lang="zh-CN" altLang="en-US" b="1" i="0" dirty="0">
                <a:solidFill>
                  <a:srgbClr val="121212"/>
                </a:solidFill>
                <a:effectLst/>
                <a:latin typeface="微软雅黑" panose="020B0503020204020204" pitchFamily="34" charset="-122"/>
                <a:ea typeface="微软雅黑" panose="020B0503020204020204" pitchFamily="34" charset="-122"/>
              </a:rPr>
              <a:t>， </a:t>
            </a:r>
            <a:r>
              <a:rPr lang="en-US" altLang="zh-CN" b="1" i="0" dirty="0">
                <a:solidFill>
                  <a:srgbClr val="121212"/>
                </a:solidFill>
                <a:effectLst/>
                <a:latin typeface="微软雅黑" panose="020B0503020204020204" pitchFamily="34" charset="-122"/>
                <a:ea typeface="微软雅黑" panose="020B0503020204020204" pitchFamily="34" charset="-122"/>
              </a:rPr>
              <a:t>pairwise classification)</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899745" y="1412860"/>
            <a:ext cx="7588226" cy="4891059"/>
          </a:xfrm>
          <a:prstGeom prst="rect">
            <a:avLst/>
          </a:prstGeom>
        </p:spPr>
      </p:pic>
      <p:sp>
        <p:nvSpPr>
          <p:cNvPr id="5" name="文本框 4"/>
          <p:cNvSpPr txBox="1"/>
          <p:nvPr/>
        </p:nvSpPr>
        <p:spPr>
          <a:xfrm>
            <a:off x="899745" y="908825"/>
            <a:ext cx="7200501" cy="396583"/>
          </a:xfrm>
          <a:prstGeom prst="rect">
            <a:avLst/>
          </a:prstGeom>
          <a:noFill/>
        </p:spPr>
        <p:txBody>
          <a:bodyPr wrap="square">
            <a:spAutoFit/>
          </a:bodyPr>
          <a:lstStyle/>
          <a:p>
            <a:pPr algn="l">
              <a:lnSpc>
                <a:spcPct val="120000"/>
              </a:lnSpc>
              <a:buFont typeface="Arial" panose="020B0604020202020204" pitchFamily="34" charset="0"/>
              <a:buChar char="•"/>
            </a:pPr>
            <a:r>
              <a:rPr lang="zh-CN" altLang="en-US" b="1" i="0" dirty="0">
                <a:solidFill>
                  <a:srgbClr val="121212"/>
                </a:solidFill>
                <a:effectLst/>
                <a:latin typeface="微软雅黑" panose="020B0503020204020204" pitchFamily="34" charset="-122"/>
                <a:ea typeface="微软雅黑" panose="020B0503020204020204" pitchFamily="34" charset="-122"/>
              </a:rPr>
              <a:t>一类对余类</a:t>
            </a:r>
            <a:r>
              <a:rPr lang="en-US" altLang="zh-CN" b="1" i="0" dirty="0">
                <a:solidFill>
                  <a:srgbClr val="121212"/>
                </a:solidFill>
                <a:effectLst/>
                <a:latin typeface="微软雅黑" panose="020B0503020204020204" pitchFamily="34" charset="-122"/>
                <a:ea typeface="微软雅黑" panose="020B0503020204020204" pitchFamily="34" charset="-122"/>
              </a:rPr>
              <a:t>(one-against-all</a:t>
            </a:r>
            <a:r>
              <a:rPr lang="zh-CN" altLang="en-US" b="1" i="0" dirty="0">
                <a:solidFill>
                  <a:srgbClr val="121212"/>
                </a:solidFill>
                <a:effectLst/>
                <a:latin typeface="微软雅黑" panose="020B0503020204020204" pitchFamily="34" charset="-122"/>
                <a:ea typeface="微软雅黑" panose="020B0503020204020204" pitchFamily="34" charset="-122"/>
              </a:rPr>
              <a:t>，</a:t>
            </a:r>
            <a:r>
              <a:rPr lang="en-US" altLang="zh-CN" b="1" i="0" dirty="0">
                <a:solidFill>
                  <a:srgbClr val="121212"/>
                </a:solidFill>
                <a:effectLst/>
                <a:latin typeface="微软雅黑" panose="020B0503020204020204" pitchFamily="34" charset="-122"/>
                <a:ea typeface="微软雅黑" panose="020B0503020204020204" pitchFamily="34" charset="-122"/>
              </a:rPr>
              <a:t>one-against-the-rest)</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971828" y="2132467"/>
            <a:ext cx="7710580" cy="2664185"/>
          </a:xfrm>
          <a:prstGeom prst="rect">
            <a:avLst/>
          </a:prstGeom>
        </p:spPr>
      </p:pic>
      <p:sp>
        <p:nvSpPr>
          <p:cNvPr id="5" name="文本框 4"/>
          <p:cNvSpPr txBox="1"/>
          <p:nvPr/>
        </p:nvSpPr>
        <p:spPr>
          <a:xfrm>
            <a:off x="971749" y="1052835"/>
            <a:ext cx="7200501" cy="396583"/>
          </a:xfrm>
          <a:prstGeom prst="rect">
            <a:avLst/>
          </a:prstGeom>
          <a:noFill/>
        </p:spPr>
        <p:txBody>
          <a:bodyPr wrap="square">
            <a:spAutoFit/>
          </a:bodyPr>
          <a:lstStyle/>
          <a:p>
            <a:pPr algn="l">
              <a:lnSpc>
                <a:spcPct val="120000"/>
              </a:lnSpc>
            </a:pPr>
            <a:r>
              <a:rPr lang="zh-CN" altLang="en-US" b="1" i="0" dirty="0">
                <a:solidFill>
                  <a:srgbClr val="121212"/>
                </a:solidFill>
                <a:effectLst/>
                <a:latin typeface="微软雅黑" panose="020B0503020204020204" pitchFamily="34" charset="-122"/>
                <a:ea typeface="微软雅黑" panose="020B0503020204020204" pitchFamily="34" charset="-122"/>
              </a:rPr>
              <a:t>只需求解一个优化问题的多类方法</a:t>
            </a:r>
          </a:p>
        </p:txBody>
      </p:sp>
      <p:pic>
        <p:nvPicPr>
          <p:cNvPr id="6" name="图片 5"/>
          <p:cNvPicPr>
            <a:picLocks noChangeAspect="1"/>
          </p:cNvPicPr>
          <p:nvPr/>
        </p:nvPicPr>
        <p:blipFill>
          <a:blip r:embed="rId3"/>
          <a:stretch>
            <a:fillRect/>
          </a:stretch>
        </p:blipFill>
        <p:spPr>
          <a:xfrm>
            <a:off x="1331775" y="4838749"/>
            <a:ext cx="4680325" cy="1139663"/>
          </a:xfrm>
          <a:prstGeom prst="rect">
            <a:avLst/>
          </a:prstGeom>
        </p:spPr>
      </p:pic>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521877" y="1312811"/>
            <a:ext cx="8100245" cy="4232378"/>
          </a:xfrm>
          <a:prstGeom prst="rect">
            <a:avLst/>
          </a:prstGeom>
        </p:spPr>
      </p:pic>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descr="3. 支持向量机(SVM) | 飞哥的技术博客"/>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825" y="980830"/>
            <a:ext cx="4508285" cy="52865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7790" y="332785"/>
            <a:ext cx="5824897" cy="63193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p:cNvSpPr>
            <a:spLocks noGrp="1"/>
          </p:cNvSpPr>
          <p:nvPr>
            <p:ph type="title"/>
          </p:nvPr>
        </p:nvSpPr>
        <p:spPr>
          <a:xfrm>
            <a:off x="827088" y="404813"/>
            <a:ext cx="7793038" cy="1143000"/>
          </a:xfrm>
        </p:spPr>
        <p:txBody>
          <a:bodyPr vert="horz" wrap="square" lIns="91440" tIns="45720" rIns="91440" bIns="4572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600" b="1" i="0" u="none" strike="noStrike" kern="1200" cap="none" spc="0" normalizeH="0" baseline="0" noProof="0">
                <a:ln>
                  <a:noFill/>
                </a:ln>
                <a:solidFill>
                  <a:srgbClr val="00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华文新魏" panose="02010800040101010101" pitchFamily="2" charset="-122"/>
                <a:sym typeface="+mn-ea"/>
              </a:rPr>
              <a:t>SVM</a:t>
            </a:r>
            <a:r>
              <a:rPr kumimoji="1" lang="zh-CN" altLang="en-US" sz="3600" b="1" i="0" u="none" strike="noStrike" kern="1200" cap="none" spc="0" normalizeH="0" baseline="0" noProof="0">
                <a:ln>
                  <a:noFill/>
                </a:ln>
                <a:solidFill>
                  <a:srgbClr val="000000"/>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华文新魏" panose="02010800040101010101" pitchFamily="2" charset="-122"/>
                <a:sym typeface="+mn-ea"/>
              </a:rPr>
              <a:t>方法的特点</a:t>
            </a:r>
            <a:endParaRPr kumimoji="1" lang="zh-CN" altLang="en-US"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sym typeface="+mn-ea"/>
            </a:endParaRPr>
          </a:p>
        </p:txBody>
      </p:sp>
      <p:sp>
        <p:nvSpPr>
          <p:cNvPr id="367619" name="Rectangle 3"/>
          <p:cNvSpPr>
            <a:spLocks noGrp="1"/>
          </p:cNvSpPr>
          <p:nvPr>
            <p:ph idx="1"/>
          </p:nvPr>
        </p:nvSpPr>
        <p:spPr>
          <a:xfrm>
            <a:off x="228600" y="1628775"/>
            <a:ext cx="8534400" cy="4392613"/>
          </a:xfrm>
        </p:spPr>
        <p:txBody>
          <a:bodyPr vert="horz" wrap="square" lIns="91440" tIns="45720" rIns="91440" bIns="45720" numCol="1" anchor="t" anchorCtr="0" compatLnSpc="1">
            <a:normAutofit fontScale="82500" lnSpcReduction="10000"/>
          </a:bodyPr>
          <a:lstStyle/>
          <a:p>
            <a:pPr marL="342900" marR="0" lvl="0" indent="-342900" algn="l" defTabSz="914400" rtl="0" eaLnBrk="0" fontAlgn="base" latinLnBrk="0" hangingPunct="0">
              <a:lnSpc>
                <a:spcPct val="140000"/>
              </a:lnSpc>
              <a:spcBef>
                <a:spcPts val="0"/>
              </a:spcBef>
              <a:spcAft>
                <a:spcPct val="0"/>
              </a:spcAft>
              <a:buClr>
                <a:schemeClr val="folHlink"/>
              </a:buClr>
              <a:buSzPct val="60000"/>
              <a:buFont typeface="Wingdings" panose="05000000000000000000" pitchFamily="2" charset="2"/>
              <a:buChar char="n"/>
              <a:defRPr/>
            </a:pPr>
            <a:r>
              <a:rPr kumimoji="0" lang="en-US" altLang="zh-CN"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① </a:t>
            </a: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非线性映射是</a:t>
            </a:r>
            <a:r>
              <a:rPr kumimoji="0" lang="en-US" altLang="zh-CN"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SVM</a:t>
            </a: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方法的理论基础</a:t>
            </a:r>
            <a:r>
              <a:rPr kumimoji="0" lang="en-US" altLang="zh-CN"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,SVM</a:t>
            </a: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利用内积核函数代替向高维空间的非线性映射</a:t>
            </a:r>
            <a:r>
              <a:rPr kumimoji="0" lang="en-US" altLang="zh-CN"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kumimoji="0" lang="en-US" altLang="zh-CN" sz="2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marR="0" lvl="0" indent="-342900" algn="l" defTabSz="914400" rtl="0" eaLnBrk="0" fontAlgn="base" latinLnBrk="0" hangingPunct="0">
              <a:lnSpc>
                <a:spcPct val="140000"/>
              </a:lnSpc>
              <a:spcBef>
                <a:spcPts val="0"/>
              </a:spcBef>
              <a:spcAft>
                <a:spcPct val="0"/>
              </a:spcAft>
              <a:buClr>
                <a:schemeClr val="folHlink"/>
              </a:buClr>
              <a:buSzPct val="60000"/>
              <a:buFont typeface="Wingdings" panose="05000000000000000000" pitchFamily="2" charset="2"/>
              <a:buChar char="n"/>
              <a:defRPr/>
            </a:pPr>
            <a:r>
              <a:rPr kumimoji="0" lang="en-US" altLang="zh-CN"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② </a:t>
            </a: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对特征空间划分的最优超平面是</a:t>
            </a:r>
            <a:r>
              <a:rPr kumimoji="0" lang="en-US" altLang="zh-CN"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SVM</a:t>
            </a: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的目标</a:t>
            </a:r>
            <a:r>
              <a:rPr kumimoji="0" lang="en-US" altLang="zh-CN"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最大化分类边际的思想是</a:t>
            </a:r>
            <a:r>
              <a:rPr kumimoji="0" lang="en-US" altLang="zh-CN"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SVM</a:t>
            </a: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方法的核心</a:t>
            </a:r>
            <a:r>
              <a:rPr kumimoji="0" lang="en-US" altLang="zh-CN"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kumimoji="0" lang="en-US" altLang="zh-CN" sz="2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marR="0" lvl="0" indent="-342900" algn="l" defTabSz="914400" rtl="0" eaLnBrk="0" fontAlgn="base" latinLnBrk="0" hangingPunct="0">
              <a:lnSpc>
                <a:spcPct val="140000"/>
              </a:lnSpc>
              <a:spcBef>
                <a:spcPts val="0"/>
              </a:spcBef>
              <a:spcAft>
                <a:spcPct val="0"/>
              </a:spcAft>
              <a:buClr>
                <a:schemeClr val="folHlink"/>
              </a:buClr>
              <a:buSzPct val="60000"/>
              <a:buFont typeface="Wingdings" panose="05000000000000000000" pitchFamily="2" charset="2"/>
              <a:buChar char="n"/>
              <a:defRPr/>
            </a:pPr>
            <a:r>
              <a:rPr kumimoji="0" lang="en-US" altLang="zh-CN"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③ </a:t>
            </a: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支持向量是</a:t>
            </a:r>
            <a:r>
              <a:rPr kumimoji="0" lang="en-US" altLang="zh-CN"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SVM</a:t>
            </a: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的训练结果</a:t>
            </a:r>
            <a:r>
              <a:rPr kumimoji="0" lang="en-US" altLang="zh-CN"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在</a:t>
            </a:r>
            <a:r>
              <a:rPr kumimoji="0" lang="en-US" altLang="zh-CN"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SVM</a:t>
            </a:r>
            <a:r>
              <a:rPr kumimoji="0" lang="zh-CN" altLang="en-US" sz="2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分类决策中起决定作用。</a:t>
            </a:r>
            <a:endParaRPr kumimoji="0" lang="zh-CN" altLang="en-US" sz="2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0" fontAlgn="base" latinLnBrk="0" hangingPunct="0">
              <a:lnSpc>
                <a:spcPct val="140000"/>
              </a:lnSpc>
              <a:spcBef>
                <a:spcPts val="0"/>
              </a:spcBef>
              <a:spcAft>
                <a:spcPct val="0"/>
              </a:spcAft>
              <a:buClr>
                <a:schemeClr val="folHlink"/>
              </a:buClr>
              <a:buSzPct val="60000"/>
              <a:buNone/>
              <a:defRPr/>
            </a:pP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marR="0" lvl="0" indent="0" algn="l" defTabSz="914400" rtl="0" eaLnBrk="0" fontAlgn="base" latinLnBrk="0" hangingPunct="0">
              <a:lnSpc>
                <a:spcPct val="140000"/>
              </a:lnSpc>
              <a:spcBef>
                <a:spcPts val="0"/>
              </a:spcBef>
              <a:spcAft>
                <a:spcPct val="0"/>
              </a:spcAft>
              <a:buClr>
                <a:schemeClr val="folHlink"/>
              </a:buClr>
              <a:buSzPct val="60000"/>
              <a:buNone/>
              <a:defRPr/>
            </a:pPr>
            <a:r>
              <a:rPr kumimoji="0" lang="en-US" altLang="zh-CN" sz="2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SVM </a:t>
            </a:r>
            <a:r>
              <a:rPr kumimoji="0" lang="zh-CN" altLang="en-US" sz="2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是一种有坚实理论基础的新颖的小样本学习方法。它基本上不涉及概率测度及大数定律等</a:t>
            </a:r>
            <a:r>
              <a:rPr kumimoji="0" lang="en-US" altLang="zh-CN" sz="2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2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因此不同于现有的统计方法。从本质上看</a:t>
            </a:r>
            <a:r>
              <a:rPr kumimoji="0" lang="en-US" altLang="zh-CN" sz="2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2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它避开了从归纳到演绎的传统过程</a:t>
            </a:r>
            <a:r>
              <a:rPr kumimoji="0" lang="en-US" altLang="zh-CN" sz="2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sz="2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实现了高效的从训练样本到预报样本的“转导推理”</a:t>
            </a:r>
            <a:r>
              <a:rPr kumimoji="0" lang="en-US" altLang="zh-CN" sz="2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en-US" altLang="zh-CN" sz="2400" b="1" i="0" u="none" strike="noStrike" kern="0" cap="none" spc="0" normalizeH="0" baseline="0" noProof="0" dirty="0" err="1">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transductive</a:t>
            </a:r>
            <a:r>
              <a:rPr kumimoji="0" lang="en-US" altLang="zh-CN" sz="2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inference) ,</a:t>
            </a:r>
            <a:r>
              <a:rPr kumimoji="0" lang="zh-CN" altLang="en-US" sz="2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大大简化了通常的分类和回归等问题。</a:t>
            </a: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43692" y="1268850"/>
            <a:ext cx="8856615" cy="5099685"/>
          </a:xfrm>
          <a:prstGeom prst="rect">
            <a:avLst/>
          </a:prstGeom>
          <a:noFill/>
        </p:spPr>
        <p:txBody>
          <a:bodyPr wrap="square">
            <a:spAutoFit/>
          </a:bodyPr>
          <a:lstStyle/>
          <a:p>
            <a:pPr algn="l">
              <a:lnSpc>
                <a:spcPct val="130000"/>
              </a:lnSpc>
              <a:buFont typeface="+mj-lt"/>
              <a:buAutoNum type="arabicPeriod"/>
            </a:pPr>
            <a:r>
              <a:rPr lang="zh-CN" altLang="en-US" b="1" i="0" dirty="0">
                <a:solidFill>
                  <a:srgbClr val="000000"/>
                </a:solidFill>
                <a:effectLst/>
                <a:latin typeface="微软雅黑" panose="020B0503020204020204" pitchFamily="34" charset="-122"/>
                <a:ea typeface="微软雅黑" panose="020B0503020204020204" pitchFamily="34" charset="-122"/>
              </a:rPr>
              <a:t>最大间隔分类器</a:t>
            </a:r>
            <a:r>
              <a:rPr lang="zh-CN" altLang="en-US" b="0" i="0" dirty="0">
                <a:solidFill>
                  <a:srgbClr val="000000"/>
                </a:solidFill>
                <a:effectLst/>
                <a:latin typeface="微软雅黑" panose="020B0503020204020204" pitchFamily="34" charset="-122"/>
                <a:ea typeface="微软雅黑" panose="020B0503020204020204" pitchFamily="34" charset="-122"/>
              </a:rPr>
              <a:t>：</a:t>
            </a:r>
            <a:r>
              <a:rPr lang="en-US" altLang="zh-CN" b="0" i="0" dirty="0">
                <a:solidFill>
                  <a:srgbClr val="000000"/>
                </a:solidFill>
                <a:effectLst/>
                <a:latin typeface="微软雅黑" panose="020B0503020204020204" pitchFamily="34" charset="-122"/>
                <a:ea typeface="微软雅黑" panose="020B0503020204020204" pitchFamily="34" charset="-122"/>
              </a:rPr>
              <a:t>SVM</a:t>
            </a:r>
            <a:r>
              <a:rPr lang="zh-CN" altLang="en-US" b="0" i="0" dirty="0">
                <a:solidFill>
                  <a:srgbClr val="000000"/>
                </a:solidFill>
                <a:effectLst/>
                <a:latin typeface="微软雅黑" panose="020B0503020204020204" pitchFamily="34" charset="-122"/>
                <a:ea typeface="微软雅黑" panose="020B0503020204020204" pitchFamily="34" charset="-122"/>
              </a:rPr>
              <a:t>的核心思想是找到一个最优的分类超平面，使得</a:t>
            </a:r>
            <a:r>
              <a:rPr lang="zh-CN" altLang="en-US" b="1" i="0" dirty="0">
                <a:solidFill>
                  <a:srgbClr val="C00000"/>
                </a:solidFill>
                <a:effectLst/>
                <a:latin typeface="微软雅黑" panose="020B0503020204020204" pitchFamily="34" charset="-122"/>
                <a:ea typeface="微软雅黑" panose="020B0503020204020204" pitchFamily="34" charset="-122"/>
              </a:rPr>
              <a:t>不同类别的数据之间的间隔</a:t>
            </a:r>
            <a:r>
              <a:rPr lang="zh-CN" altLang="en-US" b="0" i="0" dirty="0">
                <a:solidFill>
                  <a:srgbClr val="000000"/>
                </a:solidFill>
                <a:effectLst/>
                <a:latin typeface="微软雅黑" panose="020B0503020204020204" pitchFamily="34" charset="-122"/>
                <a:ea typeface="微软雅黑" panose="020B0503020204020204" pitchFamily="34" charset="-122"/>
              </a:rPr>
              <a:t>（即</a:t>
            </a:r>
            <a:r>
              <a:rPr lang="zh-CN" altLang="en-US" b="0" i="0" u="sng" dirty="0">
                <a:solidFill>
                  <a:srgbClr val="000000"/>
                </a:solidFill>
                <a:effectLst/>
                <a:latin typeface="微软雅黑" panose="020B0503020204020204" pitchFamily="34" charset="-122"/>
                <a:ea typeface="微软雅黑" panose="020B0503020204020204" pitchFamily="34" charset="-122"/>
              </a:rPr>
              <a:t>最近的数据点</a:t>
            </a:r>
            <a:r>
              <a:rPr lang="zh-CN" altLang="en-US" b="0" i="0" dirty="0">
                <a:solidFill>
                  <a:srgbClr val="000000"/>
                </a:solidFill>
                <a:effectLst/>
                <a:latin typeface="微软雅黑" panose="020B0503020204020204" pitchFamily="34" charset="-122"/>
                <a:ea typeface="微软雅黑" panose="020B0503020204020204" pitchFamily="34" charset="-122"/>
              </a:rPr>
              <a:t>到超平面的</a:t>
            </a:r>
            <a:r>
              <a:rPr lang="zh-CN" altLang="en-US" b="1" i="0" dirty="0">
                <a:solidFill>
                  <a:srgbClr val="000000"/>
                </a:solidFill>
                <a:effectLst/>
                <a:latin typeface="微软雅黑" panose="020B0503020204020204" pitchFamily="34" charset="-122"/>
                <a:ea typeface="微软雅黑" panose="020B0503020204020204" pitchFamily="34" charset="-122"/>
              </a:rPr>
              <a:t>距离</a:t>
            </a:r>
            <a:r>
              <a:rPr lang="zh-CN" altLang="en-US" b="0" i="0" dirty="0">
                <a:solidFill>
                  <a:srgbClr val="000000"/>
                </a:solidFill>
                <a:effectLst/>
                <a:latin typeface="微软雅黑" panose="020B0503020204020204" pitchFamily="34" charset="-122"/>
                <a:ea typeface="微软雅黑" panose="020B0503020204020204" pitchFamily="34" charset="-122"/>
              </a:rPr>
              <a:t>）最大化。这种最大间隔原则有助于提高模型的</a:t>
            </a:r>
            <a:r>
              <a:rPr lang="zh-CN" altLang="en-US" b="1" i="0" dirty="0">
                <a:solidFill>
                  <a:srgbClr val="C00000"/>
                </a:solidFill>
                <a:effectLst/>
                <a:latin typeface="微软雅黑" panose="020B0503020204020204" pitchFamily="34" charset="-122"/>
                <a:ea typeface="微软雅黑" panose="020B0503020204020204" pitchFamily="34" charset="-122"/>
              </a:rPr>
              <a:t>泛化能力</a:t>
            </a:r>
            <a:r>
              <a:rPr lang="zh-CN" altLang="en-US" b="0" i="0" dirty="0">
                <a:solidFill>
                  <a:srgbClr val="000000"/>
                </a:solidFill>
                <a:effectLst/>
                <a:latin typeface="微软雅黑" panose="020B0503020204020204" pitchFamily="34" charset="-122"/>
                <a:ea typeface="微软雅黑" panose="020B0503020204020204" pitchFamily="34" charset="-122"/>
              </a:rPr>
              <a:t>。</a:t>
            </a:r>
          </a:p>
          <a:p>
            <a:pPr algn="l">
              <a:lnSpc>
                <a:spcPct val="130000"/>
              </a:lnSpc>
              <a:buFont typeface="+mj-lt"/>
              <a:buAutoNum type="arabicPeriod"/>
            </a:pPr>
            <a:r>
              <a:rPr lang="zh-CN" altLang="en-US" b="1" i="0" dirty="0">
                <a:solidFill>
                  <a:srgbClr val="000000"/>
                </a:solidFill>
                <a:effectLst/>
                <a:latin typeface="微软雅黑" panose="020B0503020204020204" pitchFamily="34" charset="-122"/>
                <a:ea typeface="微软雅黑" panose="020B0503020204020204" pitchFamily="34" charset="-122"/>
              </a:rPr>
              <a:t>支持向量</a:t>
            </a:r>
            <a:r>
              <a:rPr lang="zh-CN" altLang="en-US" b="0" i="0" dirty="0">
                <a:solidFill>
                  <a:srgbClr val="000000"/>
                </a:solidFill>
                <a:effectLst/>
                <a:latin typeface="微软雅黑" panose="020B0503020204020204" pitchFamily="34" charset="-122"/>
                <a:ea typeface="微软雅黑" panose="020B0503020204020204" pitchFamily="34" charset="-122"/>
              </a:rPr>
              <a:t>：支持向量是离分隔超平面最近的那些</a:t>
            </a:r>
            <a:r>
              <a:rPr lang="zh-CN" altLang="en-US" b="1" i="0" dirty="0">
                <a:solidFill>
                  <a:srgbClr val="C00000"/>
                </a:solidFill>
                <a:effectLst/>
                <a:latin typeface="微软雅黑" panose="020B0503020204020204" pitchFamily="34" charset="-122"/>
                <a:ea typeface="微软雅黑" panose="020B0503020204020204" pitchFamily="34" charset="-122"/>
              </a:rPr>
              <a:t>数据点</a:t>
            </a:r>
            <a:r>
              <a:rPr lang="zh-CN" altLang="en-US" b="0" i="0" dirty="0">
                <a:solidFill>
                  <a:srgbClr val="000000"/>
                </a:solidFill>
                <a:effectLst/>
                <a:latin typeface="微软雅黑" panose="020B0503020204020204" pitchFamily="34" charset="-122"/>
                <a:ea typeface="微软雅黑" panose="020B0503020204020204" pitchFamily="34" charset="-122"/>
              </a:rPr>
              <a:t>。这些点对确定最优分隔超平面至关重要，因为它们定义了与超平面的</a:t>
            </a:r>
            <a:r>
              <a:rPr lang="zh-CN" altLang="en-US" b="1" i="0" dirty="0">
                <a:solidFill>
                  <a:srgbClr val="C00000"/>
                </a:solidFill>
                <a:effectLst/>
                <a:latin typeface="微软雅黑" panose="020B0503020204020204" pitchFamily="34" charset="-122"/>
                <a:ea typeface="微软雅黑" panose="020B0503020204020204" pitchFamily="34" charset="-122"/>
              </a:rPr>
              <a:t>最小距离</a:t>
            </a:r>
            <a:r>
              <a:rPr lang="zh-CN" altLang="en-US" b="0" i="0" dirty="0">
                <a:solidFill>
                  <a:srgbClr val="000000"/>
                </a:solidFill>
                <a:effectLst/>
                <a:latin typeface="微软雅黑" panose="020B0503020204020204" pitchFamily="34" charset="-122"/>
                <a:ea typeface="微软雅黑" panose="020B0503020204020204" pitchFamily="34" charset="-122"/>
              </a:rPr>
              <a:t>。</a:t>
            </a:r>
          </a:p>
          <a:p>
            <a:pPr algn="l">
              <a:lnSpc>
                <a:spcPct val="130000"/>
              </a:lnSpc>
              <a:buFont typeface="+mj-lt"/>
              <a:buAutoNum type="arabicPeriod"/>
            </a:pPr>
            <a:r>
              <a:rPr lang="zh-CN" altLang="en-US" b="1" i="0" dirty="0">
                <a:solidFill>
                  <a:srgbClr val="000000"/>
                </a:solidFill>
                <a:effectLst/>
                <a:latin typeface="微软雅黑" panose="020B0503020204020204" pitchFamily="34" charset="-122"/>
                <a:ea typeface="微软雅黑" panose="020B0503020204020204" pitchFamily="34" charset="-122"/>
              </a:rPr>
              <a:t>核技巧</a:t>
            </a:r>
            <a:r>
              <a:rPr lang="zh-CN" altLang="en-US" b="0" i="0" dirty="0">
                <a:solidFill>
                  <a:srgbClr val="000000"/>
                </a:solidFill>
                <a:effectLst/>
                <a:latin typeface="微软雅黑" panose="020B0503020204020204" pitchFamily="34" charset="-122"/>
                <a:ea typeface="微软雅黑" panose="020B0503020204020204" pitchFamily="34" charset="-122"/>
              </a:rPr>
              <a:t>：当数据不是线性可分时，</a:t>
            </a:r>
            <a:r>
              <a:rPr lang="en-US" altLang="zh-CN" b="0" i="0" dirty="0">
                <a:solidFill>
                  <a:srgbClr val="000000"/>
                </a:solidFill>
                <a:effectLst/>
                <a:latin typeface="微软雅黑" panose="020B0503020204020204" pitchFamily="34" charset="-122"/>
                <a:ea typeface="微软雅黑" panose="020B0503020204020204" pitchFamily="34" charset="-122"/>
              </a:rPr>
              <a:t>SVM</a:t>
            </a:r>
            <a:r>
              <a:rPr lang="zh-CN" altLang="en-US" b="0" i="0" dirty="0">
                <a:solidFill>
                  <a:srgbClr val="000000"/>
                </a:solidFill>
                <a:effectLst/>
                <a:latin typeface="微软雅黑" panose="020B0503020204020204" pitchFamily="34" charset="-122"/>
                <a:ea typeface="微软雅黑" panose="020B0503020204020204" pitchFamily="34" charset="-122"/>
              </a:rPr>
              <a:t>可以通过所谓的“核技巧”来解决这个问题。核函数可以</a:t>
            </a:r>
            <a:r>
              <a:rPr lang="zh-CN" altLang="en-US" b="1" i="0" dirty="0">
                <a:solidFill>
                  <a:srgbClr val="C00000"/>
                </a:solidFill>
                <a:effectLst/>
                <a:latin typeface="微软雅黑" panose="020B0503020204020204" pitchFamily="34" charset="-122"/>
                <a:ea typeface="微软雅黑" panose="020B0503020204020204" pitchFamily="34" charset="-122"/>
              </a:rPr>
              <a:t>将数据映射到更高维的空间中</a:t>
            </a:r>
            <a:r>
              <a:rPr lang="zh-CN" altLang="en-US" b="0" i="0" dirty="0">
                <a:solidFill>
                  <a:srgbClr val="000000"/>
                </a:solidFill>
                <a:effectLst/>
                <a:latin typeface="微软雅黑" panose="020B0503020204020204" pitchFamily="34" charset="-122"/>
                <a:ea typeface="微软雅黑" panose="020B0503020204020204" pitchFamily="34" charset="-122"/>
              </a:rPr>
              <a:t>，使得在这个新空间中数据变得线性可分。常用的核函数包括线性核、多项式核、径向基函数（</a:t>
            </a:r>
            <a:r>
              <a:rPr lang="en-US" altLang="zh-CN" b="0" i="0" dirty="0">
                <a:solidFill>
                  <a:srgbClr val="000000"/>
                </a:solidFill>
                <a:effectLst/>
                <a:latin typeface="微软雅黑" panose="020B0503020204020204" pitchFamily="34" charset="-122"/>
                <a:ea typeface="微软雅黑" panose="020B0503020204020204" pitchFamily="34" charset="-122"/>
              </a:rPr>
              <a:t>RBF</a:t>
            </a:r>
            <a:r>
              <a:rPr lang="zh-CN" altLang="en-US" b="0" i="0" dirty="0">
                <a:solidFill>
                  <a:srgbClr val="000000"/>
                </a:solidFill>
                <a:effectLst/>
                <a:latin typeface="微软雅黑" panose="020B0503020204020204" pitchFamily="34" charset="-122"/>
                <a:ea typeface="微软雅黑" panose="020B0503020204020204" pitchFamily="34" charset="-122"/>
              </a:rPr>
              <a:t>）核和</a:t>
            </a:r>
            <a:r>
              <a:rPr lang="en-US" altLang="zh-CN" b="0" i="0" dirty="0">
                <a:solidFill>
                  <a:srgbClr val="000000"/>
                </a:solidFill>
                <a:effectLst/>
                <a:latin typeface="微软雅黑" panose="020B0503020204020204" pitchFamily="34" charset="-122"/>
                <a:ea typeface="微软雅黑" panose="020B0503020204020204" pitchFamily="34" charset="-122"/>
              </a:rPr>
              <a:t>sigmoid</a:t>
            </a:r>
            <a:r>
              <a:rPr lang="zh-CN" altLang="en-US" b="0" i="0" dirty="0">
                <a:solidFill>
                  <a:srgbClr val="000000"/>
                </a:solidFill>
                <a:effectLst/>
                <a:latin typeface="微软雅黑" panose="020B0503020204020204" pitchFamily="34" charset="-122"/>
                <a:ea typeface="微软雅黑" panose="020B0503020204020204" pitchFamily="34" charset="-122"/>
              </a:rPr>
              <a:t>核。</a:t>
            </a:r>
          </a:p>
          <a:p>
            <a:pPr algn="l">
              <a:lnSpc>
                <a:spcPct val="130000"/>
              </a:lnSpc>
              <a:buFont typeface="+mj-lt"/>
              <a:buAutoNum type="arabicPeriod"/>
            </a:pPr>
            <a:r>
              <a:rPr lang="zh-CN" altLang="en-US" b="1" i="0" dirty="0">
                <a:solidFill>
                  <a:srgbClr val="000000"/>
                </a:solidFill>
                <a:effectLst/>
                <a:latin typeface="微软雅黑" panose="020B0503020204020204" pitchFamily="34" charset="-122"/>
                <a:ea typeface="微软雅黑" panose="020B0503020204020204" pitchFamily="34" charset="-122"/>
              </a:rPr>
              <a:t>软间隔与正则化</a:t>
            </a:r>
            <a:r>
              <a:rPr lang="zh-CN" altLang="en-US" b="0" i="0" dirty="0">
                <a:solidFill>
                  <a:srgbClr val="000000"/>
                </a:solidFill>
                <a:effectLst/>
                <a:latin typeface="微软雅黑" panose="020B0503020204020204" pitchFamily="34" charset="-122"/>
                <a:ea typeface="微软雅黑" panose="020B0503020204020204" pitchFamily="34" charset="-122"/>
              </a:rPr>
              <a:t>：为了处理数据中的噪声和异常点，</a:t>
            </a:r>
            <a:r>
              <a:rPr lang="en-US" altLang="zh-CN" b="0" i="0" dirty="0">
                <a:solidFill>
                  <a:srgbClr val="000000"/>
                </a:solidFill>
                <a:effectLst/>
                <a:latin typeface="微软雅黑" panose="020B0503020204020204" pitchFamily="34" charset="-122"/>
                <a:ea typeface="微软雅黑" panose="020B0503020204020204" pitchFamily="34" charset="-122"/>
              </a:rPr>
              <a:t>SVM</a:t>
            </a:r>
            <a:r>
              <a:rPr lang="zh-CN" altLang="en-US" b="0" i="0" dirty="0">
                <a:solidFill>
                  <a:srgbClr val="000000"/>
                </a:solidFill>
                <a:effectLst/>
                <a:latin typeface="微软雅黑" panose="020B0503020204020204" pitchFamily="34" charset="-122"/>
                <a:ea typeface="微软雅黑" panose="020B0503020204020204" pitchFamily="34" charset="-122"/>
              </a:rPr>
              <a:t>引入了软间隔的概念。这允许一些数据点可以在一定程度上</a:t>
            </a:r>
            <a:r>
              <a:rPr lang="zh-CN" altLang="en-US" b="1" i="0" dirty="0">
                <a:solidFill>
                  <a:srgbClr val="C00000"/>
                </a:solidFill>
                <a:effectLst/>
                <a:latin typeface="微软雅黑" panose="020B0503020204020204" pitchFamily="34" charset="-122"/>
                <a:ea typeface="微软雅黑" panose="020B0503020204020204" pitchFamily="34" charset="-122"/>
              </a:rPr>
              <a:t>违反间隔边界</a:t>
            </a:r>
            <a:r>
              <a:rPr lang="zh-CN" altLang="en-US" b="0" i="0" dirty="0">
                <a:solidFill>
                  <a:srgbClr val="000000"/>
                </a:solidFill>
                <a:effectLst/>
                <a:latin typeface="微软雅黑" panose="020B0503020204020204" pitchFamily="34" charset="-122"/>
                <a:ea typeface="微软雅黑" panose="020B0503020204020204" pitchFamily="34" charset="-122"/>
              </a:rPr>
              <a:t>。通过引入正则化参数，可以控制</a:t>
            </a:r>
            <a:r>
              <a:rPr lang="zh-CN" altLang="en-US" b="1" i="0" dirty="0">
                <a:solidFill>
                  <a:srgbClr val="000000"/>
                </a:solidFill>
                <a:effectLst/>
                <a:latin typeface="微软雅黑" panose="020B0503020204020204" pitchFamily="34" charset="-122"/>
                <a:ea typeface="微软雅黑" panose="020B0503020204020204" pitchFamily="34" charset="-122"/>
              </a:rPr>
              <a:t>间隔的宽度</a:t>
            </a:r>
            <a:r>
              <a:rPr lang="zh-CN" altLang="en-US" b="0" i="0" dirty="0">
                <a:solidFill>
                  <a:srgbClr val="000000"/>
                </a:solidFill>
                <a:effectLst/>
                <a:latin typeface="微软雅黑" panose="020B0503020204020204" pitchFamily="34" charset="-122"/>
                <a:ea typeface="微软雅黑" panose="020B0503020204020204" pitchFamily="34" charset="-122"/>
              </a:rPr>
              <a:t>和</a:t>
            </a:r>
            <a:r>
              <a:rPr lang="zh-CN" altLang="en-US" b="1" i="0" dirty="0">
                <a:solidFill>
                  <a:srgbClr val="000000"/>
                </a:solidFill>
                <a:effectLst/>
                <a:latin typeface="微软雅黑" panose="020B0503020204020204" pitchFamily="34" charset="-122"/>
                <a:ea typeface="微软雅黑" panose="020B0503020204020204" pitchFamily="34" charset="-122"/>
              </a:rPr>
              <a:t>分类误差</a:t>
            </a:r>
            <a:r>
              <a:rPr lang="zh-CN" altLang="en-US" b="0" i="0" dirty="0">
                <a:solidFill>
                  <a:srgbClr val="000000"/>
                </a:solidFill>
                <a:effectLst/>
                <a:latin typeface="微软雅黑" panose="020B0503020204020204" pitchFamily="34" charset="-122"/>
                <a:ea typeface="微软雅黑" panose="020B0503020204020204" pitchFamily="34" charset="-122"/>
              </a:rPr>
              <a:t>之间的折中。</a:t>
            </a:r>
          </a:p>
          <a:p>
            <a:pPr algn="l">
              <a:lnSpc>
                <a:spcPct val="130000"/>
              </a:lnSpc>
              <a:buFont typeface="+mj-lt"/>
              <a:buAutoNum type="arabicPeriod"/>
            </a:pPr>
            <a:r>
              <a:rPr lang="zh-CN" altLang="en-US" b="1" i="0" dirty="0">
                <a:solidFill>
                  <a:srgbClr val="000000"/>
                </a:solidFill>
                <a:effectLst/>
                <a:latin typeface="微软雅黑" panose="020B0503020204020204" pitchFamily="34" charset="-122"/>
                <a:ea typeface="微软雅黑" panose="020B0503020204020204" pitchFamily="34" charset="-122"/>
              </a:rPr>
              <a:t>优化问题</a:t>
            </a:r>
            <a:r>
              <a:rPr lang="zh-CN" altLang="en-US" b="0" i="0" dirty="0">
                <a:solidFill>
                  <a:srgbClr val="000000"/>
                </a:solidFill>
                <a:effectLst/>
                <a:latin typeface="微软雅黑" panose="020B0503020204020204" pitchFamily="34" charset="-122"/>
                <a:ea typeface="微软雅黑" panose="020B0503020204020204" pitchFamily="34" charset="-122"/>
              </a:rPr>
              <a:t>：</a:t>
            </a:r>
            <a:r>
              <a:rPr lang="en-US" altLang="zh-CN" b="0" i="0" dirty="0">
                <a:solidFill>
                  <a:srgbClr val="000000"/>
                </a:solidFill>
                <a:effectLst/>
                <a:latin typeface="微软雅黑" panose="020B0503020204020204" pitchFamily="34" charset="-122"/>
                <a:ea typeface="微软雅黑" panose="020B0503020204020204" pitchFamily="34" charset="-122"/>
              </a:rPr>
              <a:t>SVM</a:t>
            </a:r>
            <a:r>
              <a:rPr lang="zh-CN" altLang="en-US" b="0" i="0" dirty="0">
                <a:solidFill>
                  <a:srgbClr val="000000"/>
                </a:solidFill>
                <a:effectLst/>
                <a:latin typeface="微软雅黑" panose="020B0503020204020204" pitchFamily="34" charset="-122"/>
                <a:ea typeface="微软雅黑" panose="020B0503020204020204" pitchFamily="34" charset="-122"/>
              </a:rPr>
              <a:t>的训练实际上是一个优化问题，目标是最大化间隔同时最小化分类误差。这通常通过求解一个</a:t>
            </a:r>
            <a:r>
              <a:rPr lang="zh-CN" altLang="en-US" b="1" i="0" dirty="0">
                <a:solidFill>
                  <a:srgbClr val="000000"/>
                </a:solidFill>
                <a:effectLst/>
                <a:latin typeface="微软雅黑" panose="020B0503020204020204" pitchFamily="34" charset="-122"/>
                <a:ea typeface="微软雅黑" panose="020B0503020204020204" pitchFamily="34" charset="-122"/>
              </a:rPr>
              <a:t>凸二次规划</a:t>
            </a:r>
            <a:r>
              <a:rPr lang="zh-CN" altLang="en-US" b="0" i="0" dirty="0">
                <a:solidFill>
                  <a:srgbClr val="000000"/>
                </a:solidFill>
                <a:effectLst/>
                <a:latin typeface="微软雅黑" panose="020B0503020204020204" pitchFamily="34" charset="-122"/>
                <a:ea typeface="微软雅黑" panose="020B0503020204020204" pitchFamily="34" charset="-122"/>
              </a:rPr>
              <a:t>问题来实现。</a:t>
            </a:r>
          </a:p>
          <a:p>
            <a:pPr algn="l">
              <a:lnSpc>
                <a:spcPct val="120000"/>
              </a:lnSpc>
              <a:buFont typeface="Arial" panose="020B0604020202020204" pitchFamily="34" charset="0"/>
            </a:pPr>
            <a:r>
              <a:rPr lang="en-US" altLang="zh-CN" b="1" i="0" dirty="0">
                <a:solidFill>
                  <a:srgbClr val="000000"/>
                </a:solidFill>
                <a:effectLst/>
                <a:latin typeface="微软雅黑" panose="020B0503020204020204" pitchFamily="34" charset="-122"/>
                <a:ea typeface="微软雅黑" panose="020B0503020204020204" pitchFamily="34" charset="-122"/>
              </a:rPr>
              <a:t>6.</a:t>
            </a:r>
            <a:r>
              <a:rPr lang="zh-CN" altLang="en-US" b="1" i="0" dirty="0">
                <a:solidFill>
                  <a:srgbClr val="000000"/>
                </a:solidFill>
                <a:effectLst/>
                <a:latin typeface="微软雅黑" panose="020B0503020204020204" pitchFamily="34" charset="-122"/>
                <a:ea typeface="微软雅黑" panose="020B0503020204020204" pitchFamily="34" charset="-122"/>
              </a:rPr>
              <a:t>多类问题：</a:t>
            </a:r>
            <a:r>
              <a:rPr lang="zh-CN" altLang="en-US" dirty="0">
                <a:solidFill>
                  <a:srgbClr val="121212"/>
                </a:solidFill>
                <a:effectLst/>
                <a:latin typeface="微软雅黑" panose="020B0503020204020204" pitchFamily="34" charset="-122"/>
                <a:ea typeface="微软雅黑" panose="020B0503020204020204" pitchFamily="34" charset="-122"/>
                <a:sym typeface="+mn-ea"/>
              </a:rPr>
              <a:t>一类对余类方法，成对分类方法。</a:t>
            </a:r>
            <a:endParaRPr lang="zh-CN" altLang="en-US" i="0" dirty="0">
              <a:solidFill>
                <a:srgbClr val="000000"/>
              </a:solidFill>
              <a:effectLst/>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2"/>
          <p:cNvSpPr>
            <a:spLocks noGrp="1"/>
          </p:cNvSpPr>
          <p:nvPr>
            <p:ph type="title"/>
          </p:nvPr>
        </p:nvSpPr>
        <p:spPr>
          <a:xfrm>
            <a:off x="827088" y="404813"/>
            <a:ext cx="7793038" cy="1143000"/>
          </a:xfrm>
        </p:spPr>
        <p:txBody>
          <a:bodyPr vert="horz" wrap="square" lIns="91440" tIns="45720" rIns="91440" bIns="4572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600" b="1" i="0" u="none" strike="noStrike" kern="1200" cap="none" spc="0" normalizeH="0" baseline="0" noProof="0">
                <a:ln>
                  <a:noFill/>
                </a:ln>
                <a:solidFill>
                  <a:srgbClr val="00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SVM</a:t>
            </a:r>
            <a:r>
              <a:rPr kumimoji="1" lang="zh-CN" altLang="en-US" sz="3600" b="1" i="0" u="none" strike="noStrike" kern="1200" cap="none" spc="0" normalizeH="0" baseline="0" noProof="0">
                <a:ln>
                  <a:noFill/>
                </a:ln>
                <a:solidFill>
                  <a:srgbClr val="00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方法的特点</a:t>
            </a:r>
            <a:endParaRPr kumimoji="1" lang="zh-CN" altLang="en-US"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8850" name="Rectangle 3"/>
          <p:cNvSpPr>
            <a:spLocks noGrp="1"/>
          </p:cNvSpPr>
          <p:nvPr>
            <p:ph idx="1"/>
          </p:nvPr>
        </p:nvSpPr>
        <p:spPr>
          <a:xfrm>
            <a:off x="273050" y="1628775"/>
            <a:ext cx="8763000" cy="4392613"/>
          </a:xfrm>
        </p:spPr>
        <p:txBody>
          <a:bodyPr vert="horz" wrap="square" lIns="91440" tIns="45720" rIns="91440" bIns="45720" anchor="t" anchorCtr="0"/>
          <a:lstStyle/>
          <a:p>
            <a:pPr>
              <a:lnSpc>
                <a:spcPct val="120000"/>
              </a:lnSpc>
            </a:pPr>
            <a:r>
              <a:rPr lang="en-US" altLang="zh-CN" sz="2400" b="1" dirty="0">
                <a:latin typeface="微软雅黑" panose="020B0503020204020204" pitchFamily="34" charset="-122"/>
                <a:ea typeface="微软雅黑" panose="020B0503020204020204" pitchFamily="34" charset="-122"/>
              </a:rPr>
              <a:t>SVM </a:t>
            </a:r>
            <a:r>
              <a:rPr lang="zh-CN" altLang="en-US" sz="2400" b="1" dirty="0">
                <a:latin typeface="微软雅黑" panose="020B0503020204020204" pitchFamily="34" charset="-122"/>
                <a:ea typeface="微软雅黑" panose="020B0503020204020204" pitchFamily="34" charset="-122"/>
              </a:rPr>
              <a:t>的最终决策函数只由少数的支持向量所确定</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计算的复杂性取决于支持向量的数目</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而不是样本空间的维数</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这在某种意义上避免了“维数灾难”。</a:t>
            </a:r>
          </a:p>
          <a:p>
            <a:pPr>
              <a:lnSpc>
                <a:spcPct val="120000"/>
              </a:lnSpc>
            </a:pPr>
            <a:r>
              <a:rPr lang="zh-CN" altLang="en-US" sz="2400" b="1" dirty="0">
                <a:latin typeface="微软雅黑" panose="020B0503020204020204" pitchFamily="34" charset="-122"/>
                <a:ea typeface="微软雅黑" panose="020B0503020204020204" pitchFamily="34" charset="-122"/>
              </a:rPr>
              <a:t> 少数支持向量决定了最终结果</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这不但可以帮助我们抓住关键样本、“剔除”大量冗余样本</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而且注定了该方法不但算法简单</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而且具有较好的“鲁棒”性。这种“鲁棒”性主要体现在</a:t>
            </a:r>
            <a:r>
              <a:rPr lang="en-US" altLang="zh-CN" sz="2400" b="1" dirty="0">
                <a:latin typeface="微软雅黑" panose="020B0503020204020204" pitchFamily="34" charset="-122"/>
                <a:ea typeface="微软雅黑" panose="020B0503020204020204" pitchFamily="34" charset="-122"/>
              </a:rPr>
              <a:t>:</a:t>
            </a:r>
          </a:p>
          <a:p>
            <a:pPr lvl="1">
              <a:lnSpc>
                <a:spcPct val="120000"/>
              </a:lnSpc>
            </a:pPr>
            <a:r>
              <a:rPr lang="en-US" altLang="zh-CN" sz="2000" b="1" dirty="0">
                <a:latin typeface="微软雅黑" panose="020B0503020204020204" pitchFamily="34" charset="-122"/>
                <a:ea typeface="微软雅黑" panose="020B0503020204020204" pitchFamily="34" charset="-122"/>
              </a:rPr>
              <a:t>①</a:t>
            </a:r>
            <a:r>
              <a:rPr lang="zh-CN" altLang="en-US" sz="2000" b="1" dirty="0">
                <a:latin typeface="微软雅黑" panose="020B0503020204020204" pitchFamily="34" charset="-122"/>
                <a:ea typeface="微软雅黑" panose="020B0503020204020204" pitchFamily="34" charset="-122"/>
              </a:rPr>
              <a:t>增、删非支持向量样本对模型没有影响</a:t>
            </a:r>
            <a:r>
              <a:rPr lang="en-US" altLang="zh-CN" sz="2000" b="1" dirty="0">
                <a:latin typeface="微软雅黑" panose="020B0503020204020204" pitchFamily="34" charset="-122"/>
                <a:ea typeface="微软雅黑" panose="020B0503020204020204" pitchFamily="34" charset="-122"/>
              </a:rPr>
              <a:t>;</a:t>
            </a:r>
          </a:p>
          <a:p>
            <a:pPr lvl="1">
              <a:lnSpc>
                <a:spcPct val="120000"/>
              </a:lnSpc>
            </a:pPr>
            <a:r>
              <a:rPr lang="en-US" altLang="zh-CN" sz="2000" b="1" dirty="0">
                <a:latin typeface="微软雅黑" panose="020B0503020204020204" pitchFamily="34" charset="-122"/>
                <a:ea typeface="微软雅黑" panose="020B0503020204020204" pitchFamily="34" charset="-122"/>
              </a:rPr>
              <a:t>②</a:t>
            </a:r>
            <a:r>
              <a:rPr lang="zh-CN" altLang="en-US" sz="2000" b="1" dirty="0">
                <a:latin typeface="微软雅黑" panose="020B0503020204020204" pitchFamily="34" charset="-122"/>
                <a:ea typeface="微软雅黑" panose="020B0503020204020204" pitchFamily="34" charset="-122"/>
              </a:rPr>
              <a:t>支持向量样本集具有一定的鲁棒性</a:t>
            </a:r>
            <a:r>
              <a:rPr lang="en-US" altLang="zh-CN" sz="2000" b="1" dirty="0">
                <a:latin typeface="微软雅黑" panose="020B0503020204020204" pitchFamily="34" charset="-122"/>
                <a:ea typeface="微软雅黑" panose="020B0503020204020204" pitchFamily="34" charset="-122"/>
              </a:rPr>
              <a:t>;</a:t>
            </a:r>
          </a:p>
          <a:p>
            <a:pPr lvl="1">
              <a:lnSpc>
                <a:spcPct val="120000"/>
              </a:lnSpc>
            </a:pPr>
            <a:r>
              <a:rPr lang="en-US" altLang="zh-CN" sz="2000" b="1" dirty="0">
                <a:latin typeface="微软雅黑" panose="020B0503020204020204" pitchFamily="34" charset="-122"/>
                <a:ea typeface="微软雅黑" panose="020B0503020204020204" pitchFamily="34" charset="-122"/>
              </a:rPr>
              <a:t>③</a:t>
            </a:r>
            <a:r>
              <a:rPr lang="zh-CN" altLang="en-US" sz="2000" b="1" dirty="0">
                <a:latin typeface="微软雅黑" panose="020B0503020204020204" pitchFamily="34" charset="-122"/>
                <a:ea typeface="微软雅黑" panose="020B0503020204020204" pitchFamily="34" charset="-122"/>
              </a:rPr>
              <a:t>有些成功的应用中</a:t>
            </a:r>
            <a:r>
              <a:rPr lang="en-US" altLang="zh-CN" sz="2000" b="1" dirty="0">
                <a:latin typeface="微软雅黑" panose="020B0503020204020204" pitchFamily="34" charset="-122"/>
                <a:ea typeface="微软雅黑" panose="020B0503020204020204" pitchFamily="34" charset="-122"/>
              </a:rPr>
              <a:t>,SVM </a:t>
            </a:r>
            <a:r>
              <a:rPr lang="zh-CN" altLang="en-US" sz="2000" b="1" dirty="0">
                <a:latin typeface="微软雅黑" panose="020B0503020204020204" pitchFamily="34" charset="-122"/>
                <a:ea typeface="微软雅黑" panose="020B0503020204020204" pitchFamily="34" charset="-122"/>
              </a:rPr>
              <a:t>方法对核的选取不敏感。</a:t>
            </a:r>
          </a:p>
          <a:p>
            <a:pPr>
              <a:lnSpc>
                <a:spcPct val="120000"/>
              </a:lnSpc>
            </a:pPr>
            <a:endParaRPr lang="en-US" altLang="zh-CN" sz="28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2"/>
          <p:cNvSpPr>
            <a:spLocks noGrp="1"/>
          </p:cNvSpPr>
          <p:nvPr>
            <p:ph type="title"/>
          </p:nvPr>
        </p:nvSpPr>
        <p:spPr>
          <a:xfrm>
            <a:off x="827088" y="404813"/>
            <a:ext cx="7793038" cy="1143000"/>
          </a:xfrm>
        </p:spPr>
        <p:txBody>
          <a:bodyPr vert="horz" wrap="square" lIns="91440" tIns="45720" rIns="91440" bIns="4572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1" lang="en-US" altLang="zh-CN"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sym typeface="+mn-ea"/>
              </a:rPr>
              <a:t>SVM package</a:t>
            </a:r>
            <a:r>
              <a:rPr kumimoji="1" lang="en-US" altLang="zh-CN" sz="3600" b="1" i="0" u="none" strike="noStrike" kern="1200" cap="none" spc="0" normalizeH="0" baseline="0" noProof="0">
                <a:ln>
                  <a:noFill/>
                </a:ln>
                <a:solidFill>
                  <a:srgbClr val="0000CC"/>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华文新魏" panose="02010800040101010101" pitchFamily="2" charset="-122"/>
                <a:sym typeface="+mn-ea"/>
              </a:rPr>
              <a:t> </a:t>
            </a:r>
          </a:p>
        </p:txBody>
      </p:sp>
      <p:sp>
        <p:nvSpPr>
          <p:cNvPr id="79874" name="Rectangle 3"/>
          <p:cNvSpPr>
            <a:spLocks noGrp="1"/>
          </p:cNvSpPr>
          <p:nvPr>
            <p:ph idx="1"/>
          </p:nvPr>
        </p:nvSpPr>
        <p:spPr/>
        <p:txBody>
          <a:bodyPr vert="horz" wrap="square" lIns="91440" tIns="45720" rIns="91440" bIns="45720" anchor="t" anchorCtr="0"/>
          <a:lstStyle/>
          <a:p>
            <a:endParaRPr lang="zh-CN" altLang="zh-CN" dirty="0"/>
          </a:p>
        </p:txBody>
      </p:sp>
      <p:pic>
        <p:nvPicPr>
          <p:cNvPr id="79875" name="Picture 4"/>
          <p:cNvPicPr>
            <a:picLocks noChangeAspect="1"/>
          </p:cNvPicPr>
          <p:nvPr/>
        </p:nvPicPr>
        <p:blipFill>
          <a:blip r:embed="rId2"/>
          <a:stretch>
            <a:fillRect/>
          </a:stretch>
        </p:blipFill>
        <p:spPr>
          <a:xfrm>
            <a:off x="565150" y="1757363"/>
            <a:ext cx="8296275" cy="4572000"/>
          </a:xfrm>
          <a:prstGeom prst="rect">
            <a:avLst/>
          </a:prstGeom>
          <a:noFill/>
          <a:ln w="9525">
            <a:noFill/>
          </a:ln>
        </p:spPr>
      </p:pic>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p:nvPr/>
        </p:nvSpPr>
        <p:spPr bwMode="auto">
          <a:xfrm>
            <a:off x="1116013" y="908050"/>
            <a:ext cx="7143750" cy="609600"/>
          </a:xfrm>
          <a:prstGeom prst="rect">
            <a:avLst/>
          </a:prstGeom>
          <a:noFill/>
          <a:ln w="9525">
            <a:noFill/>
            <a:miter lim="800000"/>
          </a:ln>
        </p:spPr>
        <p:txBody>
          <a:bodyPr anchor="b"/>
          <a:lstStyle/>
          <a:p>
            <a:pPr marR="0" algn="ctr" defTabSz="914400" eaLnBrk="0" hangingPunct="0">
              <a:buClrTx/>
              <a:buSzTx/>
              <a:buFont typeface="Arial" panose="020B0604020202020204" pitchFamily="34" charset="0"/>
              <a:buNone/>
              <a:defRPr/>
            </a:pPr>
            <a:r>
              <a:rPr kumimoji="1" lang="zh-CN" altLang="en-US" sz="4000" b="1" kern="0" cap="none" spc="0" normalizeH="0" baseline="0" noProof="0" dirty="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sym typeface="+mn-ea"/>
              </a:rPr>
              <a:t>第三次作业</a:t>
            </a:r>
            <a:endParaRPr kumimoji="1" lang="en-US" altLang="zh-CN" sz="4000" b="1" kern="0" cap="none" spc="0" normalizeH="0" baseline="0" noProof="0" dirty="0">
              <a:solidFill>
                <a:srgbClr val="FF0000"/>
              </a:solidFill>
              <a:latin typeface="宋体" panose="02010600030101010101" pitchFamily="2" charset="-122"/>
              <a:ea typeface="黑体" panose="02010609060101010101" pitchFamily="49" charset="-122"/>
              <a:cs typeface="Times New Roman" panose="02020603050405020304" pitchFamily="18" charset="0"/>
              <a:sym typeface="+mn-ea"/>
            </a:endParaRPr>
          </a:p>
        </p:txBody>
      </p:sp>
      <p:sp>
        <p:nvSpPr>
          <p:cNvPr id="80898" name="Rectangle 1"/>
          <p:cNvSpPr/>
          <p:nvPr/>
        </p:nvSpPr>
        <p:spPr>
          <a:xfrm>
            <a:off x="908050" y="1402080"/>
            <a:ext cx="7893685" cy="4053840"/>
          </a:xfrm>
          <a:prstGeom prst="rect">
            <a:avLst/>
          </a:prstGeom>
          <a:noFill/>
          <a:ln w="9525">
            <a:noFill/>
          </a:ln>
        </p:spPr>
        <p:txBody>
          <a:bodyPr wrap="square" anchor="ctr" anchorCtr="0">
            <a:spAutoFit/>
          </a:bodyPr>
          <a:lstStyle/>
          <a:p>
            <a:pPr algn="just"/>
            <a:r>
              <a:rPr lang="en-US" altLang="zh-CN" sz="2800" b="1" dirty="0">
                <a:latin typeface="Calibri" panose="020F0502020204030204" pitchFamily="34" charset="0"/>
              </a:rPr>
              <a:t>SVM</a:t>
            </a:r>
            <a:r>
              <a:rPr lang="zh-CN" altLang="en-US" sz="2800" b="1" dirty="0">
                <a:latin typeface="Calibri" panose="020F0502020204030204" pitchFamily="34" charset="0"/>
                <a:ea typeface="宋体" panose="02010600030101010101" pitchFamily="2" charset="-122"/>
              </a:rPr>
              <a:t>算法练习</a:t>
            </a:r>
            <a:endParaRPr lang="zh-CN" altLang="en-US" sz="2800" dirty="0">
              <a:latin typeface="Times New Roman" panose="02020603050405020304" pitchFamily="18" charset="0"/>
              <a:ea typeface="宋体" panose="02010600030101010101" pitchFamily="2" charset="-122"/>
            </a:endParaRPr>
          </a:p>
          <a:p>
            <a:pPr algn="just" eaLnBrk="0" hangingPunct="0"/>
            <a:r>
              <a:rPr lang="zh-CN" altLang="en-US" sz="2800" b="1" dirty="0">
                <a:latin typeface="Calibri" panose="020F0502020204030204" pitchFamily="34" charset="0"/>
                <a:ea typeface="宋体" panose="02010600030101010101" pitchFamily="2" charset="-122"/>
              </a:rPr>
              <a:t>要求：</a:t>
            </a:r>
            <a:endParaRPr lang="en-US" altLang="zh-CN" sz="2800" b="1" dirty="0">
              <a:latin typeface="Calibri" panose="020F0502020204030204" pitchFamily="34" charset="0"/>
            </a:endParaRPr>
          </a:p>
          <a:p>
            <a:pPr algn="just" eaLnBrk="0" hangingPunct="0">
              <a:lnSpc>
                <a:spcPct val="120000"/>
              </a:lnSpc>
            </a:pPr>
            <a:r>
              <a:rPr lang="zh-CN" altLang="en-US" sz="2800" b="1" dirty="0">
                <a:latin typeface="Calibri" panose="020F0502020204030204" pitchFamily="34" charset="0"/>
              </a:rPr>
              <a:t>使用百度飞浆平台，建立项目并公开（名称设置为：</a:t>
            </a:r>
            <a:r>
              <a:rPr lang="en-US" altLang="zh-CN" sz="2800" b="1" dirty="0">
                <a:latin typeface="Calibri" panose="020F0502020204030204" pitchFamily="34" charset="0"/>
              </a:rPr>
              <a:t>2025</a:t>
            </a:r>
            <a:r>
              <a:rPr lang="zh-CN" altLang="en-US" sz="2800" b="1" dirty="0">
                <a:latin typeface="Calibri" panose="020F0502020204030204" pitchFamily="34" charset="0"/>
              </a:rPr>
              <a:t>秋模型识别</a:t>
            </a:r>
            <a:r>
              <a:rPr lang="en-US" altLang="zh-CN" sz="2800" b="1" dirty="0">
                <a:latin typeface="Calibri" panose="020F0502020204030204" pitchFamily="34" charset="0"/>
              </a:rPr>
              <a:t>-SVM</a:t>
            </a:r>
            <a:r>
              <a:rPr lang="zh-CN" altLang="en-US" sz="2800" b="1" dirty="0">
                <a:latin typeface="Calibri" panose="020F0502020204030204" pitchFamily="34" charset="0"/>
              </a:rPr>
              <a:t>算法</a:t>
            </a:r>
            <a:r>
              <a:rPr lang="en-US" altLang="zh-CN" sz="2800" b="1" dirty="0">
                <a:latin typeface="Calibri" panose="020F0502020204030204" pitchFamily="34" charset="0"/>
              </a:rPr>
              <a:t>-</a:t>
            </a:r>
            <a:r>
              <a:rPr lang="zh-CN" altLang="en-US" sz="2800" b="1" dirty="0">
                <a:latin typeface="Calibri" panose="020F0502020204030204" pitchFamily="34" charset="0"/>
              </a:rPr>
              <a:t>张三</a:t>
            </a:r>
            <a:r>
              <a:rPr lang="en-US" altLang="zh-CN" sz="2800" b="1" dirty="0">
                <a:latin typeface="Calibri" panose="020F0502020204030204" pitchFamily="34" charset="0"/>
              </a:rPr>
              <a:t>-</a:t>
            </a:r>
            <a:r>
              <a:rPr lang="zh-CN" altLang="en-US" sz="2800" b="1" dirty="0">
                <a:latin typeface="Calibri" panose="020F0502020204030204" pitchFamily="34" charset="0"/>
              </a:rPr>
              <a:t>学号），任选两个图像数据集，并</a:t>
            </a:r>
            <a:r>
              <a:rPr lang="zh-CN" altLang="en-US" sz="2800" b="1" dirty="0">
                <a:latin typeface="Calibri" panose="020F0502020204030204" pitchFamily="34" charset="0"/>
                <a:ea typeface="宋体" panose="02010600030101010101" pitchFamily="2" charset="-122"/>
              </a:rPr>
              <a:t>验证</a:t>
            </a:r>
            <a:r>
              <a:rPr lang="en-US" altLang="zh-CN" sz="2800" b="1" dirty="0">
                <a:latin typeface="Calibri" panose="020F0502020204030204" pitchFamily="34" charset="0"/>
              </a:rPr>
              <a:t>SVM</a:t>
            </a:r>
            <a:r>
              <a:rPr lang="zh-CN" altLang="en-US" sz="2800" b="1" dirty="0">
                <a:latin typeface="Calibri" panose="020F0502020204030204" pitchFamily="34" charset="0"/>
                <a:ea typeface="宋体" panose="02010600030101010101" pitchFamily="2" charset="-122"/>
              </a:rPr>
              <a:t>算法。可选择不同的核函数，观察其分类结果并合理展示。</a:t>
            </a:r>
            <a:endParaRPr lang="en-US" altLang="zh-CN" sz="2800" b="1" dirty="0">
              <a:latin typeface="Calibri" panose="020F0502020204030204" pitchFamily="34" charset="0"/>
              <a:ea typeface="宋体" panose="02010600030101010101" pitchFamily="2" charset="-122"/>
            </a:endParaRPr>
          </a:p>
          <a:p>
            <a:pPr algn="just" eaLnBrk="0" hangingPunct="0">
              <a:lnSpc>
                <a:spcPct val="120000"/>
              </a:lnSpc>
            </a:pPr>
            <a:endParaRPr lang="en-US" altLang="zh-CN" sz="2800" b="1" dirty="0">
              <a:latin typeface="Calibri" panose="020F0502020204030204" pitchFamily="34" charset="0"/>
              <a:ea typeface="宋体" panose="02010600030101010101" pitchFamily="2" charset="-122"/>
            </a:endParaRPr>
          </a:p>
          <a:p>
            <a:pPr algn="just" eaLnBrk="0" hangingPunct="0">
              <a:lnSpc>
                <a:spcPct val="120000"/>
              </a:lnSpc>
            </a:pPr>
            <a:r>
              <a:rPr lang="zh-CN" altLang="en-US" sz="2800" b="1" dirty="0">
                <a:latin typeface="Calibri" panose="020F0502020204030204" pitchFamily="34" charset="0"/>
              </a:rPr>
              <a:t>提交报告，最终将公开项目的链接。</a:t>
            </a:r>
            <a:endParaRPr lang="zh-CN" altLang="en-US" sz="2800" dirty="0">
              <a:latin typeface="Times New Roman" panose="02020603050405020304" pitchFamily="18" charset="0"/>
              <a:ea typeface="宋体" panose="02010600030101010101" pitchFamily="2" charset="-122"/>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70cdd8fb-a9fb-46f0-9eba-cda2a85c65b6"/>
</p:tagLst>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华文新魏"/>
        <a:cs typeface=""/>
      </a:majorFont>
      <a:minorFont>
        <a:latin typeface="Times New Roman"/>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华文新魏"/>
        <a:cs typeface=""/>
      </a:majorFont>
      <a:minorFont>
        <a:latin typeface="Times New Roman"/>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华文新魏"/>
        <a:cs typeface=""/>
      </a:majorFont>
      <a:minorFont>
        <a:latin typeface="Times New Roman"/>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4991</Words>
  <Application>Microsoft Office PowerPoint</Application>
  <PresentationFormat>全屏显示(4:3)</PresentationFormat>
  <Paragraphs>427</Paragraphs>
  <Slides>72</Slides>
  <Notes>0</Notes>
  <HiddenSlides>0</HiddenSlides>
  <MMClips>0</MMClips>
  <ScaleCrop>false</ScaleCrop>
  <HeadingPairs>
    <vt:vector size="8" baseType="variant">
      <vt:variant>
        <vt:lpstr>已用的字体</vt:lpstr>
      </vt:variant>
      <vt:variant>
        <vt:i4>10</vt:i4>
      </vt:variant>
      <vt:variant>
        <vt:lpstr>主题</vt:lpstr>
      </vt:variant>
      <vt:variant>
        <vt:i4>3</vt:i4>
      </vt:variant>
      <vt:variant>
        <vt:lpstr>嵌入 OLE 服务器</vt:lpstr>
      </vt:variant>
      <vt:variant>
        <vt:i4>4</vt:i4>
      </vt:variant>
      <vt:variant>
        <vt:lpstr>幻灯片标题</vt:lpstr>
      </vt:variant>
      <vt:variant>
        <vt:i4>72</vt:i4>
      </vt:variant>
    </vt:vector>
  </HeadingPairs>
  <TitlesOfParts>
    <vt:vector size="89" baseType="lpstr">
      <vt:lpstr>-apple-system</vt:lpstr>
      <vt:lpstr>黑体</vt:lpstr>
      <vt:lpstr>宋体</vt:lpstr>
      <vt:lpstr>微软雅黑</vt:lpstr>
      <vt:lpstr>Arial</vt:lpstr>
      <vt:lpstr>Calibri</vt:lpstr>
      <vt:lpstr>Comic Sans MS</vt:lpstr>
      <vt:lpstr>Tahoma</vt:lpstr>
      <vt:lpstr>Times New Roman</vt:lpstr>
      <vt:lpstr>Wingdings</vt:lpstr>
      <vt:lpstr>Blends</vt:lpstr>
      <vt:lpstr>1_Blends</vt:lpstr>
      <vt:lpstr>2_Blends</vt:lpstr>
      <vt:lpstr>MathType 7.0 Equation</vt:lpstr>
      <vt:lpstr>Equation</vt:lpstr>
      <vt:lpstr>Microsoft Visio Drawing</vt:lpstr>
      <vt:lpstr>Microsoft Visio 2003-2010 Drawing</vt:lpstr>
      <vt:lpstr> </vt:lpstr>
      <vt:lpstr>PowerPoint 演示文稿</vt:lpstr>
      <vt:lpstr>PowerPoint 演示文稿</vt:lpstr>
      <vt:lpstr>PowerPoint 演示文稿</vt:lpstr>
      <vt:lpstr>PowerPoint 演示文稿</vt:lpstr>
      <vt:lpstr>PowerPoint 演示文稿</vt:lpstr>
      <vt:lpstr>目录</vt:lpstr>
      <vt:lpstr>间隔的概念</vt:lpstr>
      <vt:lpstr>数据集的线性可分性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支持矢量机学习算法</vt:lpstr>
      <vt:lpstr>1 线性可分支持向量机</vt:lpstr>
      <vt:lpstr>线性可分SVM的学习算法——最大间隔法</vt:lpstr>
      <vt:lpstr>支持向量</vt:lpstr>
      <vt:lpstr>线性可分SVM的对偶学习</vt:lpstr>
      <vt:lpstr>PowerPoint 演示文稿</vt:lpstr>
      <vt:lpstr>PowerPoint 演示文稿</vt:lpstr>
      <vt:lpstr>PowerPoint 演示文稿</vt:lpstr>
      <vt:lpstr>PowerPoint 演示文稿</vt:lpstr>
      <vt:lpstr>PowerPoint 演示文稿</vt:lpstr>
      <vt:lpstr>2. 线性SVM的学习</vt:lpstr>
      <vt:lpstr>支持向量机的对偶学习</vt:lpstr>
      <vt:lpstr>PowerPoint 演示文稿</vt:lpstr>
      <vt:lpstr>PowerPoint 演示文稿</vt:lpstr>
      <vt:lpstr>软间隔支持向量</vt:lpstr>
      <vt:lpstr>3.非线性支持向量机的学习</vt:lpstr>
      <vt:lpstr>PowerPoint 演示文稿</vt:lpstr>
      <vt:lpstr>PowerPoint 演示文稿</vt:lpstr>
      <vt:lpstr>核函数的定义</vt:lpstr>
      <vt:lpstr>PowerPoint 演示文稿</vt:lpstr>
      <vt:lpstr>PowerPoint 演示文稿</vt:lpstr>
      <vt:lpstr>PowerPoint 演示文稿</vt:lpstr>
      <vt:lpstr>核函数有效性判定</vt:lpstr>
      <vt:lpstr>Mercer定理</vt:lpstr>
      <vt:lpstr>常用的核函数</vt:lpstr>
      <vt:lpstr>PowerPoint 演示文稿</vt:lpstr>
      <vt:lpstr>PowerPoint 演示文稿</vt:lpstr>
      <vt:lpstr>PowerPoint 演示文稿</vt:lpstr>
      <vt:lpstr>PowerPoint 演示文稿</vt:lpstr>
      <vt:lpstr>PowerPoint 演示文稿</vt:lpstr>
      <vt:lpstr>非线性支持向量机的学习</vt:lpstr>
      <vt:lpstr>SMO算法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启发式选择变量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SVM方法的特点</vt:lpstr>
      <vt:lpstr>PowerPoint 演示文稿</vt:lpstr>
      <vt:lpstr>SVM方法的特点</vt:lpstr>
      <vt:lpstr>SVM package </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Xu</cp:lastModifiedBy>
  <cp:revision>999</cp:revision>
  <dcterms:created xsi:type="dcterms:W3CDTF">2013-04-25T00:06:00Z</dcterms:created>
  <dcterms:modified xsi:type="dcterms:W3CDTF">2025-11-17T13:05:28Z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722422ADD9DA4270BEB93C612FF22C24</vt:lpwstr>
  </property>
</Properties>
</file>