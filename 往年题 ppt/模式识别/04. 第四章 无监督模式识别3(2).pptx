
<file path=[Content_Types].xml><?xml version="1.0" encoding="utf-8"?>
<Types xmlns="http://schemas.openxmlformats.org/package/2006/content-types">
  <Default Extension="jpeg" ContentType="image/jpeg"/>
  <Default Extension="JPG" ContentType="image/.jpg"/>
  <Default Extension="vml" ContentType="application/vnd.openxmlformats-officedocument.vmlDrawing"/>
  <Default Extension="bin" ContentType="application/vnd.openxmlformats-officedocument.oleObject"/>
  <Default Extension="png" ContentType="image/png"/>
  <Default Extension="wmf" ContentType="image/x-wmf"/>
  <Default Extension="emf" ContentType="image/x-emf"/>
  <Default Extension="gif" ContentType="image/gi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theme/theme7.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55" r:id="rId3"/>
    <p:sldMasterId id="2147483663" r:id="rId4"/>
    <p:sldMasterId id="2147483671" r:id="rId5"/>
    <p:sldMasterId id="2147483680" r:id="rId6"/>
  </p:sldMasterIdLst>
  <p:notesMasterIdLst>
    <p:notesMasterId r:id="rId12"/>
  </p:notesMasterIdLst>
  <p:handoutMasterIdLst>
    <p:handoutMasterId r:id="rId121"/>
  </p:handoutMasterIdLst>
  <p:sldIdLst>
    <p:sldId id="382" r:id="rId7"/>
    <p:sldId id="489" r:id="rId8"/>
    <p:sldId id="666" r:id="rId9"/>
    <p:sldId id="722" r:id="rId10"/>
    <p:sldId id="665" r:id="rId11"/>
    <p:sldId id="496" r:id="rId13"/>
    <p:sldId id="664" r:id="rId14"/>
    <p:sldId id="376" r:id="rId15"/>
    <p:sldId id="499" r:id="rId16"/>
    <p:sldId id="500" r:id="rId17"/>
    <p:sldId id="501" r:id="rId18"/>
    <p:sldId id="502" r:id="rId19"/>
    <p:sldId id="726" r:id="rId20"/>
    <p:sldId id="503" r:id="rId21"/>
    <p:sldId id="504" r:id="rId22"/>
    <p:sldId id="723" r:id="rId23"/>
    <p:sldId id="505" r:id="rId24"/>
    <p:sldId id="506" r:id="rId25"/>
    <p:sldId id="507" r:id="rId26"/>
    <p:sldId id="508" r:id="rId27"/>
    <p:sldId id="509" r:id="rId28"/>
    <p:sldId id="510" r:id="rId29"/>
    <p:sldId id="511" r:id="rId30"/>
    <p:sldId id="563" r:id="rId31"/>
    <p:sldId id="565" r:id="rId32"/>
    <p:sldId id="727" r:id="rId33"/>
    <p:sldId id="566" r:id="rId34"/>
    <p:sldId id="667" r:id="rId35"/>
    <p:sldId id="728" r:id="rId36"/>
    <p:sldId id="694" r:id="rId37"/>
    <p:sldId id="512" r:id="rId38"/>
    <p:sldId id="567" r:id="rId39"/>
    <p:sldId id="724" r:id="rId40"/>
    <p:sldId id="618" r:id="rId41"/>
    <p:sldId id="668" r:id="rId42"/>
    <p:sldId id="669" r:id="rId43"/>
    <p:sldId id="619" r:id="rId44"/>
    <p:sldId id="620" r:id="rId45"/>
    <p:sldId id="670" r:id="rId46"/>
    <p:sldId id="671" r:id="rId47"/>
    <p:sldId id="672" r:id="rId48"/>
    <p:sldId id="673" r:id="rId49"/>
    <p:sldId id="674" r:id="rId50"/>
    <p:sldId id="675" r:id="rId51"/>
    <p:sldId id="676" r:id="rId52"/>
    <p:sldId id="677" r:id="rId53"/>
    <p:sldId id="678" r:id="rId54"/>
    <p:sldId id="679" r:id="rId55"/>
    <p:sldId id="680" r:id="rId56"/>
    <p:sldId id="681" r:id="rId57"/>
    <p:sldId id="682" r:id="rId58"/>
    <p:sldId id="683" r:id="rId59"/>
    <p:sldId id="684" r:id="rId60"/>
    <p:sldId id="685" r:id="rId61"/>
    <p:sldId id="686" r:id="rId62"/>
    <p:sldId id="687" r:id="rId63"/>
    <p:sldId id="688" r:id="rId64"/>
    <p:sldId id="689" r:id="rId65"/>
    <p:sldId id="690" r:id="rId66"/>
    <p:sldId id="691" r:id="rId67"/>
    <p:sldId id="692" r:id="rId68"/>
    <p:sldId id="693" r:id="rId69"/>
    <p:sldId id="695" r:id="rId70"/>
    <p:sldId id="730" r:id="rId71"/>
    <p:sldId id="696" r:id="rId72"/>
    <p:sldId id="697" r:id="rId73"/>
    <p:sldId id="698" r:id="rId74"/>
    <p:sldId id="699" r:id="rId75"/>
    <p:sldId id="700" r:id="rId76"/>
    <p:sldId id="623" r:id="rId77"/>
    <p:sldId id="701" r:id="rId78"/>
    <p:sldId id="702" r:id="rId79"/>
    <p:sldId id="703" r:id="rId80"/>
    <p:sldId id="704" r:id="rId81"/>
    <p:sldId id="705" r:id="rId82"/>
    <p:sldId id="644" r:id="rId83"/>
    <p:sldId id="706" r:id="rId84"/>
    <p:sldId id="707" r:id="rId85"/>
    <p:sldId id="708" r:id="rId86"/>
    <p:sldId id="709" r:id="rId87"/>
    <p:sldId id="710" r:id="rId88"/>
    <p:sldId id="711" r:id="rId89"/>
    <p:sldId id="712" r:id="rId90"/>
    <p:sldId id="713" r:id="rId91"/>
    <p:sldId id="714" r:id="rId92"/>
    <p:sldId id="715" r:id="rId93"/>
    <p:sldId id="716" r:id="rId94"/>
    <p:sldId id="626" r:id="rId95"/>
    <p:sldId id="646" r:id="rId96"/>
    <p:sldId id="731" r:id="rId97"/>
    <p:sldId id="725" r:id="rId98"/>
    <p:sldId id="647" r:id="rId99"/>
    <p:sldId id="648" r:id="rId100"/>
    <p:sldId id="650" r:id="rId101"/>
    <p:sldId id="718" r:id="rId102"/>
    <p:sldId id="649" r:id="rId103"/>
    <p:sldId id="652" r:id="rId104"/>
    <p:sldId id="653" r:id="rId105"/>
    <p:sldId id="651" r:id="rId106"/>
    <p:sldId id="654" r:id="rId107"/>
    <p:sldId id="655" r:id="rId108"/>
    <p:sldId id="656" r:id="rId109"/>
    <p:sldId id="657" r:id="rId110"/>
    <p:sldId id="658" r:id="rId111"/>
    <p:sldId id="659" r:id="rId112"/>
    <p:sldId id="720" r:id="rId113"/>
    <p:sldId id="660" r:id="rId114"/>
    <p:sldId id="661" r:id="rId115"/>
    <p:sldId id="662" r:id="rId116"/>
    <p:sldId id="663" r:id="rId117"/>
    <p:sldId id="717" r:id="rId118"/>
    <p:sldId id="719" r:id="rId119"/>
    <p:sldId id="721" r:id="rId120"/>
  </p:sldIdLst>
  <p:sldSz cx="9144000" cy="6858000" type="screen4x3"/>
  <p:notesSz cx="7099300" cy="10234930"/>
  <p:defaultTextStyle>
    <a:defPPr>
      <a:defRPr lang="zh-CN"/>
    </a:defPPr>
    <a:lvl1pPr marL="0" lvl="0"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vl6pPr marL="2286000" lvl="5"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6pPr>
    <a:lvl7pPr marL="2743200" lvl="6"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7pPr>
    <a:lvl8pPr marL="3200400" lvl="7"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8pPr>
    <a:lvl9pPr marL="3657600" lvl="8"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362" userDrawn="1">
          <p15:clr>
            <a:srgbClr val="A4A3A4"/>
          </p15:clr>
        </p15:guide>
        <p15:guide id="2" pos="3138"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Xu" initials="X" lastIdx="1"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srgbClr val="FF0000"/>
    </p:penClr>
    <p:extLst>
      <p:ext uri="{2FDB2607-1784-4EEB-B798-7EB5836EED8A}">
        <p14:showMediaCtrls xmlns:p14="http://schemas.microsoft.com/office/powerpoint/2010/main" val="1"/>
      </p:ext>
    </p:extLst>
  </p:showPr>
  <p:clrMru>
    <a:srgbClr val="0000FF"/>
    <a:srgbClr val="CC0000"/>
    <a:srgbClr val="00FF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369"/>
    <p:restoredTop sz="89396"/>
  </p:normalViewPr>
  <p:slideViewPr>
    <p:cSldViewPr showGuides="1">
      <p:cViewPr>
        <p:scale>
          <a:sx n="100" d="100"/>
          <a:sy n="100" d="100"/>
        </p:scale>
        <p:origin x="1392" y="-72"/>
      </p:cViewPr>
      <p:guideLst>
        <p:guide orient="horz" pos="2362"/>
        <p:guide pos="3138"/>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99" Type="http://schemas.openxmlformats.org/officeDocument/2006/relationships/slide" Target="slides/slide92.xml"/><Relationship Id="rId98" Type="http://schemas.openxmlformats.org/officeDocument/2006/relationships/slide" Target="slides/slide91.xml"/><Relationship Id="rId97" Type="http://schemas.openxmlformats.org/officeDocument/2006/relationships/slide" Target="slides/slide90.xml"/><Relationship Id="rId96" Type="http://schemas.openxmlformats.org/officeDocument/2006/relationships/slide" Target="slides/slide89.xml"/><Relationship Id="rId95" Type="http://schemas.openxmlformats.org/officeDocument/2006/relationships/slide" Target="slides/slide88.xml"/><Relationship Id="rId94" Type="http://schemas.openxmlformats.org/officeDocument/2006/relationships/slide" Target="slides/slide87.xml"/><Relationship Id="rId93" Type="http://schemas.openxmlformats.org/officeDocument/2006/relationships/slide" Target="slides/slide86.xml"/><Relationship Id="rId92" Type="http://schemas.openxmlformats.org/officeDocument/2006/relationships/slide" Target="slides/slide85.xml"/><Relationship Id="rId91" Type="http://schemas.openxmlformats.org/officeDocument/2006/relationships/slide" Target="slides/slide84.xml"/><Relationship Id="rId90" Type="http://schemas.openxmlformats.org/officeDocument/2006/relationships/slide" Target="slides/slide83.xml"/><Relationship Id="rId9" Type="http://schemas.openxmlformats.org/officeDocument/2006/relationships/slide" Target="slides/slide3.xml"/><Relationship Id="rId89" Type="http://schemas.openxmlformats.org/officeDocument/2006/relationships/slide" Target="slides/slide82.xml"/><Relationship Id="rId88" Type="http://schemas.openxmlformats.org/officeDocument/2006/relationships/slide" Target="slides/slide81.xml"/><Relationship Id="rId87" Type="http://schemas.openxmlformats.org/officeDocument/2006/relationships/slide" Target="slides/slide80.xml"/><Relationship Id="rId86" Type="http://schemas.openxmlformats.org/officeDocument/2006/relationships/slide" Target="slides/slide79.xml"/><Relationship Id="rId85" Type="http://schemas.openxmlformats.org/officeDocument/2006/relationships/slide" Target="slides/slide78.xml"/><Relationship Id="rId84" Type="http://schemas.openxmlformats.org/officeDocument/2006/relationships/slide" Target="slides/slide77.xml"/><Relationship Id="rId83" Type="http://schemas.openxmlformats.org/officeDocument/2006/relationships/slide" Target="slides/slide76.xml"/><Relationship Id="rId82" Type="http://schemas.openxmlformats.org/officeDocument/2006/relationships/slide" Target="slides/slide75.xml"/><Relationship Id="rId81" Type="http://schemas.openxmlformats.org/officeDocument/2006/relationships/slide" Target="slides/slide74.xml"/><Relationship Id="rId80" Type="http://schemas.openxmlformats.org/officeDocument/2006/relationships/slide" Target="slides/slide73.xml"/><Relationship Id="rId8" Type="http://schemas.openxmlformats.org/officeDocument/2006/relationships/slide" Target="slides/slide2.xml"/><Relationship Id="rId79" Type="http://schemas.openxmlformats.org/officeDocument/2006/relationships/slide" Target="slides/slide72.xml"/><Relationship Id="rId78" Type="http://schemas.openxmlformats.org/officeDocument/2006/relationships/slide" Target="slides/slide71.xml"/><Relationship Id="rId77" Type="http://schemas.openxmlformats.org/officeDocument/2006/relationships/slide" Target="slides/slide70.xml"/><Relationship Id="rId76" Type="http://schemas.openxmlformats.org/officeDocument/2006/relationships/slide" Target="slides/slide69.xml"/><Relationship Id="rId75" Type="http://schemas.openxmlformats.org/officeDocument/2006/relationships/slide" Target="slides/slide68.xml"/><Relationship Id="rId74" Type="http://schemas.openxmlformats.org/officeDocument/2006/relationships/slide" Target="slides/slide67.xml"/><Relationship Id="rId73" Type="http://schemas.openxmlformats.org/officeDocument/2006/relationships/slide" Target="slides/slide66.xml"/><Relationship Id="rId72" Type="http://schemas.openxmlformats.org/officeDocument/2006/relationships/slide" Target="slides/slide65.xml"/><Relationship Id="rId71" Type="http://schemas.openxmlformats.org/officeDocument/2006/relationships/slide" Target="slides/slide64.xml"/><Relationship Id="rId70" Type="http://schemas.openxmlformats.org/officeDocument/2006/relationships/slide" Target="slides/slide63.xml"/><Relationship Id="rId7" Type="http://schemas.openxmlformats.org/officeDocument/2006/relationships/slide" Target="slides/slide1.xml"/><Relationship Id="rId69" Type="http://schemas.openxmlformats.org/officeDocument/2006/relationships/slide" Target="slides/slide62.xml"/><Relationship Id="rId68" Type="http://schemas.openxmlformats.org/officeDocument/2006/relationships/slide" Target="slides/slide61.xml"/><Relationship Id="rId67" Type="http://schemas.openxmlformats.org/officeDocument/2006/relationships/slide" Target="slides/slide60.xml"/><Relationship Id="rId66" Type="http://schemas.openxmlformats.org/officeDocument/2006/relationships/slide" Target="slides/slide59.xml"/><Relationship Id="rId65" Type="http://schemas.openxmlformats.org/officeDocument/2006/relationships/slide" Target="slides/slide58.xml"/><Relationship Id="rId64" Type="http://schemas.openxmlformats.org/officeDocument/2006/relationships/slide" Target="slides/slide57.xml"/><Relationship Id="rId63" Type="http://schemas.openxmlformats.org/officeDocument/2006/relationships/slide" Target="slides/slide56.xml"/><Relationship Id="rId62" Type="http://schemas.openxmlformats.org/officeDocument/2006/relationships/slide" Target="slides/slide55.xml"/><Relationship Id="rId61" Type="http://schemas.openxmlformats.org/officeDocument/2006/relationships/slide" Target="slides/slide54.xml"/><Relationship Id="rId60" Type="http://schemas.openxmlformats.org/officeDocument/2006/relationships/slide" Target="slides/slide53.xml"/><Relationship Id="rId6" Type="http://schemas.openxmlformats.org/officeDocument/2006/relationships/slideMaster" Target="slideMasters/slideMaster5.xml"/><Relationship Id="rId59" Type="http://schemas.openxmlformats.org/officeDocument/2006/relationships/slide" Target="slides/slide52.xml"/><Relationship Id="rId58" Type="http://schemas.openxmlformats.org/officeDocument/2006/relationships/slide" Target="slides/slide51.xml"/><Relationship Id="rId57" Type="http://schemas.openxmlformats.org/officeDocument/2006/relationships/slide" Target="slides/slide50.xml"/><Relationship Id="rId56" Type="http://schemas.openxmlformats.org/officeDocument/2006/relationships/slide" Target="slides/slide49.xml"/><Relationship Id="rId55" Type="http://schemas.openxmlformats.org/officeDocument/2006/relationships/slide" Target="slides/slide48.xml"/><Relationship Id="rId54" Type="http://schemas.openxmlformats.org/officeDocument/2006/relationships/slide" Target="slides/slide47.xml"/><Relationship Id="rId53" Type="http://schemas.openxmlformats.org/officeDocument/2006/relationships/slide" Target="slides/slide46.xml"/><Relationship Id="rId52" Type="http://schemas.openxmlformats.org/officeDocument/2006/relationships/slide" Target="slides/slide45.xml"/><Relationship Id="rId51" Type="http://schemas.openxmlformats.org/officeDocument/2006/relationships/slide" Target="slides/slide44.xml"/><Relationship Id="rId50" Type="http://schemas.openxmlformats.org/officeDocument/2006/relationships/slide" Target="slides/slide43.xml"/><Relationship Id="rId5" Type="http://schemas.openxmlformats.org/officeDocument/2006/relationships/slideMaster" Target="slideMasters/slideMaster4.xml"/><Relationship Id="rId49" Type="http://schemas.openxmlformats.org/officeDocument/2006/relationships/slide" Target="slides/slide42.xml"/><Relationship Id="rId48" Type="http://schemas.openxmlformats.org/officeDocument/2006/relationships/slide" Target="slides/slide41.xml"/><Relationship Id="rId47" Type="http://schemas.openxmlformats.org/officeDocument/2006/relationships/slide" Target="slides/slide40.xml"/><Relationship Id="rId46" Type="http://schemas.openxmlformats.org/officeDocument/2006/relationships/slide" Target="slides/slide39.xml"/><Relationship Id="rId45" Type="http://schemas.openxmlformats.org/officeDocument/2006/relationships/slide" Target="slides/slide38.xml"/><Relationship Id="rId44" Type="http://schemas.openxmlformats.org/officeDocument/2006/relationships/slide" Target="slides/slide37.xml"/><Relationship Id="rId43" Type="http://schemas.openxmlformats.org/officeDocument/2006/relationships/slide" Target="slides/slide36.xml"/><Relationship Id="rId42" Type="http://schemas.openxmlformats.org/officeDocument/2006/relationships/slide" Target="slides/slide35.xml"/><Relationship Id="rId41" Type="http://schemas.openxmlformats.org/officeDocument/2006/relationships/slide" Target="slides/slide34.xml"/><Relationship Id="rId40" Type="http://schemas.openxmlformats.org/officeDocument/2006/relationships/slide" Target="slides/slide33.xml"/><Relationship Id="rId4" Type="http://schemas.openxmlformats.org/officeDocument/2006/relationships/slideMaster" Target="slideMasters/slideMaster3.xml"/><Relationship Id="rId39" Type="http://schemas.openxmlformats.org/officeDocument/2006/relationships/slide" Target="slides/slide32.xml"/><Relationship Id="rId38" Type="http://schemas.openxmlformats.org/officeDocument/2006/relationships/slide" Target="slides/slide31.xml"/><Relationship Id="rId37" Type="http://schemas.openxmlformats.org/officeDocument/2006/relationships/slide" Target="slides/slide30.xml"/><Relationship Id="rId36" Type="http://schemas.openxmlformats.org/officeDocument/2006/relationships/slide" Target="slides/slide29.xml"/><Relationship Id="rId35" Type="http://schemas.openxmlformats.org/officeDocument/2006/relationships/slide" Target="slides/slide28.xml"/><Relationship Id="rId34" Type="http://schemas.openxmlformats.org/officeDocument/2006/relationships/slide" Target="slides/slide27.xml"/><Relationship Id="rId33" Type="http://schemas.openxmlformats.org/officeDocument/2006/relationships/slide" Target="slides/slide26.xml"/><Relationship Id="rId32" Type="http://schemas.openxmlformats.org/officeDocument/2006/relationships/slide" Target="slides/slide25.xml"/><Relationship Id="rId31" Type="http://schemas.openxmlformats.org/officeDocument/2006/relationships/slide" Target="slides/slide24.xml"/><Relationship Id="rId30" Type="http://schemas.openxmlformats.org/officeDocument/2006/relationships/slide" Target="slides/slide23.xml"/><Relationship Id="rId3" Type="http://schemas.openxmlformats.org/officeDocument/2006/relationships/slideMaster" Target="slideMasters/slideMaster2.xml"/><Relationship Id="rId29" Type="http://schemas.openxmlformats.org/officeDocument/2006/relationships/slide" Target="slides/slide22.xml"/><Relationship Id="rId28" Type="http://schemas.openxmlformats.org/officeDocument/2006/relationships/slide" Target="slides/slide21.xml"/><Relationship Id="rId27" Type="http://schemas.openxmlformats.org/officeDocument/2006/relationships/slide" Target="slides/slide20.xml"/><Relationship Id="rId26" Type="http://schemas.openxmlformats.org/officeDocument/2006/relationships/slide" Target="slides/slide19.xml"/><Relationship Id="rId25" Type="http://schemas.openxmlformats.org/officeDocument/2006/relationships/slide" Target="slides/slide18.xml"/><Relationship Id="rId24" Type="http://schemas.openxmlformats.org/officeDocument/2006/relationships/slide" Target="slides/slide17.xml"/><Relationship Id="rId23" Type="http://schemas.openxmlformats.org/officeDocument/2006/relationships/slide" Target="slides/slide16.xml"/><Relationship Id="rId22" Type="http://schemas.openxmlformats.org/officeDocument/2006/relationships/slide" Target="slides/slide15.xml"/><Relationship Id="rId21" Type="http://schemas.openxmlformats.org/officeDocument/2006/relationships/slide" Target="slides/slide14.xml"/><Relationship Id="rId20" Type="http://schemas.openxmlformats.org/officeDocument/2006/relationships/slide" Target="slides/slide13.xml"/><Relationship Id="rId2" Type="http://schemas.openxmlformats.org/officeDocument/2006/relationships/theme" Target="theme/theme1.xml"/><Relationship Id="rId19" Type="http://schemas.openxmlformats.org/officeDocument/2006/relationships/slide" Target="slides/slide12.xml"/><Relationship Id="rId18" Type="http://schemas.openxmlformats.org/officeDocument/2006/relationships/slide" Target="slides/slide11.xml"/><Relationship Id="rId17" Type="http://schemas.openxmlformats.org/officeDocument/2006/relationships/slide" Target="slides/slide10.xml"/><Relationship Id="rId16" Type="http://schemas.openxmlformats.org/officeDocument/2006/relationships/slide" Target="slides/slide9.xml"/><Relationship Id="rId15" Type="http://schemas.openxmlformats.org/officeDocument/2006/relationships/slide" Target="slides/slide8.xml"/><Relationship Id="rId14" Type="http://schemas.openxmlformats.org/officeDocument/2006/relationships/slide" Target="slides/slide7.xml"/><Relationship Id="rId13" Type="http://schemas.openxmlformats.org/officeDocument/2006/relationships/slide" Target="slides/slide6.xml"/><Relationship Id="rId125" Type="http://schemas.openxmlformats.org/officeDocument/2006/relationships/commentAuthors" Target="commentAuthors.xml"/><Relationship Id="rId124" Type="http://schemas.openxmlformats.org/officeDocument/2006/relationships/tableStyles" Target="tableStyles.xml"/><Relationship Id="rId123" Type="http://schemas.openxmlformats.org/officeDocument/2006/relationships/viewProps" Target="viewProps.xml"/><Relationship Id="rId122" Type="http://schemas.openxmlformats.org/officeDocument/2006/relationships/presProps" Target="presProps.xml"/><Relationship Id="rId121" Type="http://schemas.openxmlformats.org/officeDocument/2006/relationships/handoutMaster" Target="handoutMasters/handoutMaster1.xml"/><Relationship Id="rId120" Type="http://schemas.openxmlformats.org/officeDocument/2006/relationships/slide" Target="slides/slide113.xml"/><Relationship Id="rId12" Type="http://schemas.openxmlformats.org/officeDocument/2006/relationships/notesMaster" Target="notesMasters/notesMaster1.xml"/><Relationship Id="rId119" Type="http://schemas.openxmlformats.org/officeDocument/2006/relationships/slide" Target="slides/slide112.xml"/><Relationship Id="rId118" Type="http://schemas.openxmlformats.org/officeDocument/2006/relationships/slide" Target="slides/slide111.xml"/><Relationship Id="rId117" Type="http://schemas.openxmlformats.org/officeDocument/2006/relationships/slide" Target="slides/slide110.xml"/><Relationship Id="rId116" Type="http://schemas.openxmlformats.org/officeDocument/2006/relationships/slide" Target="slides/slide109.xml"/><Relationship Id="rId115" Type="http://schemas.openxmlformats.org/officeDocument/2006/relationships/slide" Target="slides/slide108.xml"/><Relationship Id="rId114" Type="http://schemas.openxmlformats.org/officeDocument/2006/relationships/slide" Target="slides/slide107.xml"/><Relationship Id="rId113" Type="http://schemas.openxmlformats.org/officeDocument/2006/relationships/slide" Target="slides/slide106.xml"/><Relationship Id="rId112" Type="http://schemas.openxmlformats.org/officeDocument/2006/relationships/slide" Target="slides/slide105.xml"/><Relationship Id="rId111" Type="http://schemas.openxmlformats.org/officeDocument/2006/relationships/slide" Target="slides/slide104.xml"/><Relationship Id="rId110" Type="http://schemas.openxmlformats.org/officeDocument/2006/relationships/slide" Target="slides/slide103.xml"/><Relationship Id="rId11" Type="http://schemas.openxmlformats.org/officeDocument/2006/relationships/slide" Target="slides/slide5.xml"/><Relationship Id="rId109" Type="http://schemas.openxmlformats.org/officeDocument/2006/relationships/slide" Target="slides/slide102.xml"/><Relationship Id="rId108" Type="http://schemas.openxmlformats.org/officeDocument/2006/relationships/slide" Target="slides/slide101.xml"/><Relationship Id="rId107" Type="http://schemas.openxmlformats.org/officeDocument/2006/relationships/slide" Target="slides/slide100.xml"/><Relationship Id="rId106" Type="http://schemas.openxmlformats.org/officeDocument/2006/relationships/slide" Target="slides/slide99.xml"/><Relationship Id="rId105" Type="http://schemas.openxmlformats.org/officeDocument/2006/relationships/slide" Target="slides/slide98.xml"/><Relationship Id="rId104" Type="http://schemas.openxmlformats.org/officeDocument/2006/relationships/slide" Target="slides/slide97.xml"/><Relationship Id="rId103" Type="http://schemas.openxmlformats.org/officeDocument/2006/relationships/slide" Target="slides/slide96.xml"/><Relationship Id="rId102" Type="http://schemas.openxmlformats.org/officeDocument/2006/relationships/slide" Target="slides/slide95.xml"/><Relationship Id="rId101" Type="http://schemas.openxmlformats.org/officeDocument/2006/relationships/slide" Target="slides/slide94.xml"/><Relationship Id="rId100" Type="http://schemas.openxmlformats.org/officeDocument/2006/relationships/slide" Target="slides/slide93.xml"/><Relationship Id="rId10" Type="http://schemas.openxmlformats.org/officeDocument/2006/relationships/slide" Target="slides/slide4.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8" Type="http://schemas.openxmlformats.org/officeDocument/2006/relationships/image" Target="../media/image17.wmf"/><Relationship Id="rId7" Type="http://schemas.openxmlformats.org/officeDocument/2006/relationships/image" Target="../media/image16.wmf"/><Relationship Id="rId6" Type="http://schemas.openxmlformats.org/officeDocument/2006/relationships/image" Target="../media/image15.wmf"/><Relationship Id="rId5" Type="http://schemas.openxmlformats.org/officeDocument/2006/relationships/image" Target="../media/image14.wmf"/><Relationship Id="rId4" Type="http://schemas.openxmlformats.org/officeDocument/2006/relationships/image" Target="../media/image13.wmf"/><Relationship Id="rId3" Type="http://schemas.openxmlformats.org/officeDocument/2006/relationships/image" Target="../media/image12.wmf"/><Relationship Id="rId2" Type="http://schemas.openxmlformats.org/officeDocument/2006/relationships/image" Target="../media/image11.wmf"/><Relationship Id="rId1" Type="http://schemas.openxmlformats.org/officeDocument/2006/relationships/image" Target="../media/image10.wmf"/></Relationships>
</file>

<file path=ppt/drawings/_rels/vmlDrawing2.vml.rels><?xml version="1.0" encoding="UTF-8" standalone="yes"?>
<Relationships xmlns="http://schemas.openxmlformats.org/package/2006/relationships"><Relationship Id="rId5" Type="http://schemas.openxmlformats.org/officeDocument/2006/relationships/image" Target="../media/image21.wmf"/><Relationship Id="rId4" Type="http://schemas.openxmlformats.org/officeDocument/2006/relationships/image" Target="../media/image20.wmf"/><Relationship Id="rId3" Type="http://schemas.openxmlformats.org/officeDocument/2006/relationships/image" Target="../media/image10.wmf"/><Relationship Id="rId2" Type="http://schemas.openxmlformats.org/officeDocument/2006/relationships/image" Target="../media/image19.wmf"/><Relationship Id="rId1" Type="http://schemas.openxmlformats.org/officeDocument/2006/relationships/image" Target="../media/image18.wmf"/></Relationships>
</file>

<file path=ppt/drawings/_rels/vmlDrawing3.vml.rels><?xml version="1.0" encoding="UTF-8" standalone="yes"?>
<Relationships xmlns="http://schemas.openxmlformats.org/package/2006/relationships"><Relationship Id="rId3" Type="http://schemas.openxmlformats.org/officeDocument/2006/relationships/image" Target="../media/image25.wmf"/><Relationship Id="rId2" Type="http://schemas.openxmlformats.org/officeDocument/2006/relationships/image" Target="../media/image24.wmf"/><Relationship Id="rId1" Type="http://schemas.openxmlformats.org/officeDocument/2006/relationships/image" Target="../media/image23.wmf"/></Relationships>
</file>

<file path=ppt/drawings/_rels/vmlDrawing4.vml.rels><?xml version="1.0" encoding="UTF-8" standalone="yes"?>
<Relationships xmlns="http://schemas.openxmlformats.org/package/2006/relationships"><Relationship Id="rId2" Type="http://schemas.openxmlformats.org/officeDocument/2006/relationships/image" Target="../media/image27.emf"/><Relationship Id="rId1" Type="http://schemas.openxmlformats.org/officeDocument/2006/relationships/image" Target="../media/image26.emf"/></Relationships>
</file>

<file path=ppt/drawings/_rels/vmlDrawing5.vml.rels><?xml version="1.0" encoding="UTF-8" standalone="yes"?>
<Relationships xmlns="http://schemas.openxmlformats.org/package/2006/relationships"><Relationship Id="rId3" Type="http://schemas.openxmlformats.org/officeDocument/2006/relationships/image" Target="../media/image20.wmf"/><Relationship Id="rId2" Type="http://schemas.openxmlformats.org/officeDocument/2006/relationships/image" Target="../media/image10.wmf"/><Relationship Id="rId1" Type="http://schemas.openxmlformats.org/officeDocument/2006/relationships/image" Target="../media/image24.w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24.wmf"/></Relationships>
</file>

<file path=ppt/drawings/_rels/vmlDrawing7.vml.rels><?xml version="1.0" encoding="UTF-8" standalone="yes"?>
<Relationships xmlns="http://schemas.openxmlformats.org/package/2006/relationships"><Relationship Id="rId3" Type="http://schemas.openxmlformats.org/officeDocument/2006/relationships/image" Target="../media/image32.wmf"/><Relationship Id="rId2" Type="http://schemas.openxmlformats.org/officeDocument/2006/relationships/image" Target="../media/image31.wmf"/><Relationship Id="rId1" Type="http://schemas.openxmlformats.org/officeDocument/2006/relationships/image" Target="../media/image30.wmf"/></Relationships>
</file>

<file path=ppt/drawings/_rels/vmlDrawing8.vml.rels><?xml version="1.0" encoding="UTF-8" standalone="yes"?>
<Relationships xmlns="http://schemas.openxmlformats.org/package/2006/relationships"><Relationship Id="rId1" Type="http://schemas.openxmlformats.org/officeDocument/2006/relationships/image" Target="../media/image33.wmf"/></Relationships>
</file>

<file path=ppt/drawings/_rels/vmlDrawing9.vml.rels><?xml version="1.0" encoding="UTF-8" standalone="yes"?>
<Relationships xmlns="http://schemas.openxmlformats.org/package/2006/relationships"><Relationship Id="rId3" Type="http://schemas.openxmlformats.org/officeDocument/2006/relationships/image" Target="../media/image36.wmf"/><Relationship Id="rId2" Type="http://schemas.openxmlformats.org/officeDocument/2006/relationships/image" Target="../media/image35.wmf"/><Relationship Id="rId1" Type="http://schemas.openxmlformats.org/officeDocument/2006/relationships/image" Target="../media/image34.wmf"/></Relationships>
</file>

<file path=ppt/drawings/_rels/vmlDrawing10.vml.rels><?xml version="1.0" encoding="UTF-8" standalone="yes"?>
<Relationships xmlns="http://schemas.openxmlformats.org/package/2006/relationships"><Relationship Id="rId5" Type="http://schemas.openxmlformats.org/officeDocument/2006/relationships/image" Target="../media/image41.wmf"/><Relationship Id="rId4" Type="http://schemas.openxmlformats.org/officeDocument/2006/relationships/image" Target="../media/image40.wmf"/><Relationship Id="rId3" Type="http://schemas.openxmlformats.org/officeDocument/2006/relationships/image" Target="../media/image39.wmf"/><Relationship Id="rId2" Type="http://schemas.openxmlformats.org/officeDocument/2006/relationships/image" Target="../media/image38.wmf"/><Relationship Id="rId1" Type="http://schemas.openxmlformats.org/officeDocument/2006/relationships/image" Target="../media/image37.wmf"/></Relationships>
</file>

<file path=ppt/drawings/_rels/vmlDrawing11.vml.rels><?xml version="1.0" encoding="UTF-8" standalone="yes"?>
<Relationships xmlns="http://schemas.openxmlformats.org/package/2006/relationships"><Relationship Id="rId5" Type="http://schemas.openxmlformats.org/officeDocument/2006/relationships/image" Target="../media/image45.emf"/><Relationship Id="rId4" Type="http://schemas.openxmlformats.org/officeDocument/2006/relationships/image" Target="../media/image44.wmf"/><Relationship Id="rId3" Type="http://schemas.openxmlformats.org/officeDocument/2006/relationships/image" Target="../media/image43.wmf"/><Relationship Id="rId2" Type="http://schemas.openxmlformats.org/officeDocument/2006/relationships/image" Target="../media/image42.wmf"/><Relationship Id="rId1" Type="http://schemas.openxmlformats.org/officeDocument/2006/relationships/image" Target="../media/image24.wmf"/></Relationships>
</file>

<file path=ppt/drawings/_rels/vmlDrawing12.vml.rels><?xml version="1.0" encoding="UTF-8" standalone="yes"?>
<Relationships xmlns="http://schemas.openxmlformats.org/package/2006/relationships"><Relationship Id="rId9" Type="http://schemas.openxmlformats.org/officeDocument/2006/relationships/image" Target="../media/image52.wmf"/><Relationship Id="rId8" Type="http://schemas.openxmlformats.org/officeDocument/2006/relationships/image" Target="../media/image51.wmf"/><Relationship Id="rId7" Type="http://schemas.openxmlformats.org/officeDocument/2006/relationships/image" Target="../media/image50.wmf"/><Relationship Id="rId6" Type="http://schemas.openxmlformats.org/officeDocument/2006/relationships/image" Target="../media/image49.wmf"/><Relationship Id="rId5" Type="http://schemas.openxmlformats.org/officeDocument/2006/relationships/image" Target="../media/image43.wmf"/><Relationship Id="rId4" Type="http://schemas.openxmlformats.org/officeDocument/2006/relationships/image" Target="../media/image42.wmf"/><Relationship Id="rId3" Type="http://schemas.openxmlformats.org/officeDocument/2006/relationships/image" Target="../media/image48.wmf"/><Relationship Id="rId2" Type="http://schemas.openxmlformats.org/officeDocument/2006/relationships/image" Target="../media/image47.wmf"/><Relationship Id="rId1" Type="http://schemas.openxmlformats.org/officeDocument/2006/relationships/image" Target="../media/image46.wmf"/></Relationships>
</file>

<file path=ppt/drawings/_rels/vmlDrawing13.vml.rels><?xml version="1.0" encoding="UTF-8" standalone="yes"?>
<Relationships xmlns="http://schemas.openxmlformats.org/package/2006/relationships"><Relationship Id="rId1" Type="http://schemas.openxmlformats.org/officeDocument/2006/relationships/image" Target="../media/image54.wmf"/></Relationships>
</file>

<file path=ppt/drawings/_rels/vmlDrawing14.vml.rels><?xml version="1.0" encoding="UTF-8" standalone="yes"?>
<Relationships xmlns="http://schemas.openxmlformats.org/package/2006/relationships"><Relationship Id="rId2" Type="http://schemas.openxmlformats.org/officeDocument/2006/relationships/image" Target="../media/image59.emf"/><Relationship Id="rId1" Type="http://schemas.openxmlformats.org/officeDocument/2006/relationships/image" Target="../media/image58.emf"/></Relationships>
</file>

<file path=ppt/drawings/_rels/vmlDrawing15.vml.rels><?xml version="1.0" encoding="UTF-8" standalone="yes"?>
<Relationships xmlns="http://schemas.openxmlformats.org/package/2006/relationships"><Relationship Id="rId1" Type="http://schemas.openxmlformats.org/officeDocument/2006/relationships/image" Target="../media/image60.emf"/></Relationships>
</file>

<file path=ppt/drawings/_rels/vmlDrawing16.vml.rels><?xml version="1.0" encoding="UTF-8" standalone="yes"?>
<Relationships xmlns="http://schemas.openxmlformats.org/package/2006/relationships"><Relationship Id="rId2" Type="http://schemas.openxmlformats.org/officeDocument/2006/relationships/image" Target="../media/image62.wmf"/><Relationship Id="rId1" Type="http://schemas.openxmlformats.org/officeDocument/2006/relationships/image" Target="../media/image61.wmf"/></Relationships>
</file>

<file path=ppt/drawings/_rels/vmlDrawing17.vml.rels><?xml version="1.0" encoding="UTF-8" standalone="yes"?>
<Relationships xmlns="http://schemas.openxmlformats.org/package/2006/relationships"><Relationship Id="rId6" Type="http://schemas.openxmlformats.org/officeDocument/2006/relationships/image" Target="../media/image69.wmf"/><Relationship Id="rId5" Type="http://schemas.openxmlformats.org/officeDocument/2006/relationships/image" Target="../media/image68.wmf"/><Relationship Id="rId4" Type="http://schemas.openxmlformats.org/officeDocument/2006/relationships/image" Target="../media/image67.wmf"/><Relationship Id="rId3" Type="http://schemas.openxmlformats.org/officeDocument/2006/relationships/image" Target="../media/image66.wmf"/><Relationship Id="rId2" Type="http://schemas.openxmlformats.org/officeDocument/2006/relationships/image" Target="../media/image65.wmf"/><Relationship Id="rId1" Type="http://schemas.openxmlformats.org/officeDocument/2006/relationships/image" Target="../media/image64.wmf"/></Relationships>
</file>

<file path=ppt/drawings/_rels/vmlDrawing18.vml.rels><?xml version="1.0" encoding="UTF-8" standalone="yes"?>
<Relationships xmlns="http://schemas.openxmlformats.org/package/2006/relationships"><Relationship Id="rId7" Type="http://schemas.openxmlformats.org/officeDocument/2006/relationships/image" Target="../media/image76.wmf"/><Relationship Id="rId6" Type="http://schemas.openxmlformats.org/officeDocument/2006/relationships/image" Target="../media/image75.wmf"/><Relationship Id="rId5" Type="http://schemas.openxmlformats.org/officeDocument/2006/relationships/image" Target="../media/image74.wmf"/><Relationship Id="rId4" Type="http://schemas.openxmlformats.org/officeDocument/2006/relationships/image" Target="../media/image73.wmf"/><Relationship Id="rId3" Type="http://schemas.openxmlformats.org/officeDocument/2006/relationships/image" Target="../media/image72.wmf"/><Relationship Id="rId2" Type="http://schemas.openxmlformats.org/officeDocument/2006/relationships/image" Target="../media/image71.wmf"/><Relationship Id="rId1" Type="http://schemas.openxmlformats.org/officeDocument/2006/relationships/image" Target="../media/image70.wmf"/></Relationships>
</file>

<file path=ppt/drawings/_rels/vmlDrawing19.vml.rels><?xml version="1.0" encoding="UTF-8" standalone="yes"?>
<Relationships xmlns="http://schemas.openxmlformats.org/package/2006/relationships"><Relationship Id="rId2" Type="http://schemas.openxmlformats.org/officeDocument/2006/relationships/image" Target="../media/image78.wmf"/><Relationship Id="rId1" Type="http://schemas.openxmlformats.org/officeDocument/2006/relationships/image" Target="../media/image77.wmf"/></Relationships>
</file>

<file path=ppt/drawings/_rels/vmlDrawing20.vml.rels><?xml version="1.0" encoding="UTF-8" standalone="yes"?>
<Relationships xmlns="http://schemas.openxmlformats.org/package/2006/relationships"><Relationship Id="rId3" Type="http://schemas.openxmlformats.org/officeDocument/2006/relationships/image" Target="../media/image81.wmf"/><Relationship Id="rId2" Type="http://schemas.openxmlformats.org/officeDocument/2006/relationships/image" Target="../media/image80.wmf"/><Relationship Id="rId1" Type="http://schemas.openxmlformats.org/officeDocument/2006/relationships/image" Target="../media/image79.wmf"/></Relationships>
</file>

<file path=ppt/drawings/_rels/vmlDrawing21.vml.rels><?xml version="1.0" encoding="UTF-8" standalone="yes"?>
<Relationships xmlns="http://schemas.openxmlformats.org/package/2006/relationships"><Relationship Id="rId2" Type="http://schemas.openxmlformats.org/officeDocument/2006/relationships/image" Target="../media/image83.wmf"/><Relationship Id="rId1" Type="http://schemas.openxmlformats.org/officeDocument/2006/relationships/image" Target="../media/image82.wmf"/></Relationships>
</file>

<file path=ppt/drawings/_rels/vmlDrawing22.vml.rels><?xml version="1.0" encoding="UTF-8" standalone="yes"?>
<Relationships xmlns="http://schemas.openxmlformats.org/package/2006/relationships"><Relationship Id="rId3" Type="http://schemas.openxmlformats.org/officeDocument/2006/relationships/image" Target="../media/image86.wmf"/><Relationship Id="rId2" Type="http://schemas.openxmlformats.org/officeDocument/2006/relationships/image" Target="../media/image85.wmf"/><Relationship Id="rId1" Type="http://schemas.openxmlformats.org/officeDocument/2006/relationships/image" Target="../media/image84.wmf"/></Relationships>
</file>

<file path=ppt/drawings/_rels/vmlDrawing23.vml.rels><?xml version="1.0" encoding="UTF-8" standalone="yes"?>
<Relationships xmlns="http://schemas.openxmlformats.org/package/2006/relationships"><Relationship Id="rId1" Type="http://schemas.openxmlformats.org/officeDocument/2006/relationships/image" Target="../media/image87.wmf"/></Relationships>
</file>

<file path=ppt/drawings/_rels/vmlDrawing24.vml.rels><?xml version="1.0" encoding="UTF-8" standalone="yes"?>
<Relationships xmlns="http://schemas.openxmlformats.org/package/2006/relationships"><Relationship Id="rId6" Type="http://schemas.openxmlformats.org/officeDocument/2006/relationships/image" Target="../media/image103.wmf"/><Relationship Id="rId5" Type="http://schemas.openxmlformats.org/officeDocument/2006/relationships/image" Target="../media/image102.wmf"/><Relationship Id="rId4" Type="http://schemas.openxmlformats.org/officeDocument/2006/relationships/image" Target="../media/image101.wmf"/><Relationship Id="rId3" Type="http://schemas.openxmlformats.org/officeDocument/2006/relationships/image" Target="../media/image100.wmf"/><Relationship Id="rId2" Type="http://schemas.openxmlformats.org/officeDocument/2006/relationships/image" Target="../media/image99.wmf"/><Relationship Id="rId1" Type="http://schemas.openxmlformats.org/officeDocument/2006/relationships/image" Target="../media/image98.wmf"/></Relationships>
</file>

<file path=ppt/drawings/_rels/vmlDrawing25.vml.rels><?xml version="1.0" encoding="UTF-8" standalone="yes"?>
<Relationships xmlns="http://schemas.openxmlformats.org/package/2006/relationships"><Relationship Id="rId3" Type="http://schemas.openxmlformats.org/officeDocument/2006/relationships/image" Target="../media/image106.wmf"/><Relationship Id="rId2" Type="http://schemas.openxmlformats.org/officeDocument/2006/relationships/image" Target="../media/image105.wmf"/><Relationship Id="rId1" Type="http://schemas.openxmlformats.org/officeDocument/2006/relationships/image" Target="../media/image104.wmf"/></Relationships>
</file>

<file path=ppt/drawings/_rels/vmlDrawing26.vml.rels><?xml version="1.0" encoding="UTF-8" standalone="yes"?>
<Relationships xmlns="http://schemas.openxmlformats.org/package/2006/relationships"><Relationship Id="rId3" Type="http://schemas.openxmlformats.org/officeDocument/2006/relationships/image" Target="../media/image109.wmf"/><Relationship Id="rId2" Type="http://schemas.openxmlformats.org/officeDocument/2006/relationships/image" Target="../media/image105.wmf"/><Relationship Id="rId1" Type="http://schemas.openxmlformats.org/officeDocument/2006/relationships/image" Target="../media/image108.wmf"/></Relationships>
</file>

<file path=ppt/drawings/_rels/vmlDrawing27.vml.rels><?xml version="1.0" encoding="UTF-8" standalone="yes"?>
<Relationships xmlns="http://schemas.openxmlformats.org/package/2006/relationships"><Relationship Id="rId2" Type="http://schemas.openxmlformats.org/officeDocument/2006/relationships/image" Target="../media/image111.wmf"/><Relationship Id="rId1" Type="http://schemas.openxmlformats.org/officeDocument/2006/relationships/image" Target="../media/image110.wmf"/></Relationships>
</file>

<file path=ppt/drawings/_rels/vmlDrawing28.vml.rels><?xml version="1.0" encoding="UTF-8" standalone="yes"?>
<Relationships xmlns="http://schemas.openxmlformats.org/package/2006/relationships"><Relationship Id="rId3" Type="http://schemas.openxmlformats.org/officeDocument/2006/relationships/image" Target="../media/image111.wmf"/><Relationship Id="rId2" Type="http://schemas.openxmlformats.org/officeDocument/2006/relationships/image" Target="../media/image113.wmf"/><Relationship Id="rId1" Type="http://schemas.openxmlformats.org/officeDocument/2006/relationships/image" Target="../media/image112.wmf"/></Relationships>
</file>

<file path=ppt/drawings/_rels/vmlDrawing29.vml.rels><?xml version="1.0" encoding="UTF-8" standalone="yes"?>
<Relationships xmlns="http://schemas.openxmlformats.org/package/2006/relationships"><Relationship Id="rId2" Type="http://schemas.openxmlformats.org/officeDocument/2006/relationships/image" Target="../media/image115.wmf"/><Relationship Id="rId1" Type="http://schemas.openxmlformats.org/officeDocument/2006/relationships/image" Target="../media/image114.wmf"/></Relationships>
</file>

<file path=ppt/drawings/_rels/vmlDrawing30.vml.rels><?xml version="1.0" encoding="UTF-8" standalone="yes"?>
<Relationships xmlns="http://schemas.openxmlformats.org/package/2006/relationships"><Relationship Id="rId3" Type="http://schemas.openxmlformats.org/officeDocument/2006/relationships/image" Target="../media/image118.wmf"/><Relationship Id="rId2" Type="http://schemas.openxmlformats.org/officeDocument/2006/relationships/image" Target="../media/image117.wmf"/><Relationship Id="rId1" Type="http://schemas.openxmlformats.org/officeDocument/2006/relationships/image" Target="../media/image116.wmf"/></Relationships>
</file>

<file path=ppt/drawings/_rels/vmlDrawing31.vml.rels><?xml version="1.0" encoding="UTF-8" standalone="yes"?>
<Relationships xmlns="http://schemas.openxmlformats.org/package/2006/relationships"><Relationship Id="rId2" Type="http://schemas.openxmlformats.org/officeDocument/2006/relationships/image" Target="../media/image124.emf"/><Relationship Id="rId1" Type="http://schemas.openxmlformats.org/officeDocument/2006/relationships/image" Target="../media/image123.emf"/></Relationships>
</file>

<file path=ppt/drawings/_rels/vmlDrawing32.vml.rels><?xml version="1.0" encoding="UTF-8" standalone="yes"?>
<Relationships xmlns="http://schemas.openxmlformats.org/package/2006/relationships"><Relationship Id="rId1" Type="http://schemas.openxmlformats.org/officeDocument/2006/relationships/image" Target="../media/image134.emf"/></Relationships>
</file>

<file path=ppt/drawings/_rels/vmlDrawing33.vml.rels><?xml version="1.0" encoding="UTF-8" standalone="yes"?>
<Relationships xmlns="http://schemas.openxmlformats.org/package/2006/relationships"><Relationship Id="rId1" Type="http://schemas.openxmlformats.org/officeDocument/2006/relationships/image" Target="../media/image134.emf"/></Relationships>
</file>

<file path=ppt/drawings/_rels/vmlDrawing34.vml.rels><?xml version="1.0" encoding="UTF-8" standalone="yes"?>
<Relationships xmlns="http://schemas.openxmlformats.org/package/2006/relationships"><Relationship Id="rId1" Type="http://schemas.openxmlformats.org/officeDocument/2006/relationships/image" Target="../media/image136.emf"/></Relationships>
</file>

<file path=ppt/drawings/_rels/vmlDrawing35.vml.rels><?xml version="1.0" encoding="UTF-8" standalone="yes"?>
<Relationships xmlns="http://schemas.openxmlformats.org/package/2006/relationships"><Relationship Id="rId1" Type="http://schemas.openxmlformats.org/officeDocument/2006/relationships/image" Target="../media/image136.emf"/></Relationships>
</file>

<file path=ppt/drawings/_rels/vmlDrawing36.vml.rels><?xml version="1.0" encoding="UTF-8" standalone="yes"?>
<Relationships xmlns="http://schemas.openxmlformats.org/package/2006/relationships"><Relationship Id="rId1" Type="http://schemas.openxmlformats.org/officeDocument/2006/relationships/image" Target="../media/image137.emf"/></Relationships>
</file>

<file path=ppt/drawings/_rels/vmlDrawing37.vml.rels><?xml version="1.0" encoding="UTF-8" standalone="yes"?>
<Relationships xmlns="http://schemas.openxmlformats.org/package/2006/relationships"><Relationship Id="rId1" Type="http://schemas.openxmlformats.org/officeDocument/2006/relationships/image" Target="../media/image137.emf"/></Relationships>
</file>

<file path=ppt/drawings/_rels/vmlDrawing38.vml.rels><?xml version="1.0" encoding="UTF-8" standalone="yes"?>
<Relationships xmlns="http://schemas.openxmlformats.org/package/2006/relationships"><Relationship Id="rId3" Type="http://schemas.openxmlformats.org/officeDocument/2006/relationships/image" Target="../media/image140.wmf"/><Relationship Id="rId2" Type="http://schemas.openxmlformats.org/officeDocument/2006/relationships/image" Target="../media/image139.wmf"/><Relationship Id="rId1" Type="http://schemas.openxmlformats.org/officeDocument/2006/relationships/image" Target="../media/image138.wmf"/></Relationships>
</file>

<file path=ppt/drawings/_rels/vmlDrawing39.vml.rels><?xml version="1.0" encoding="UTF-8" standalone="yes"?>
<Relationships xmlns="http://schemas.openxmlformats.org/package/2006/relationships"><Relationship Id="rId3" Type="http://schemas.openxmlformats.org/officeDocument/2006/relationships/image" Target="../media/image143.wmf"/><Relationship Id="rId2" Type="http://schemas.openxmlformats.org/officeDocument/2006/relationships/image" Target="../media/image142.wmf"/><Relationship Id="rId1" Type="http://schemas.openxmlformats.org/officeDocument/2006/relationships/image" Target="../media/image141.wmf"/></Relationships>
</file>

<file path=ppt/drawings/_rels/vmlDrawing40.vml.rels><?xml version="1.0" encoding="UTF-8" standalone="yes"?>
<Relationships xmlns="http://schemas.openxmlformats.org/package/2006/relationships"><Relationship Id="rId5" Type="http://schemas.openxmlformats.org/officeDocument/2006/relationships/image" Target="../media/image146.wmf"/><Relationship Id="rId4" Type="http://schemas.openxmlformats.org/officeDocument/2006/relationships/image" Target="../media/image145.emf"/><Relationship Id="rId3" Type="http://schemas.openxmlformats.org/officeDocument/2006/relationships/image" Target="../media/image144.wmf"/><Relationship Id="rId2" Type="http://schemas.openxmlformats.org/officeDocument/2006/relationships/image" Target="../media/image142.wmf"/><Relationship Id="rId1" Type="http://schemas.openxmlformats.org/officeDocument/2006/relationships/image" Target="../media/image143.wmf"/></Relationships>
</file>

<file path=ppt/drawings/_rels/vmlDrawing41.vml.rels><?xml version="1.0" encoding="UTF-8" standalone="yes"?>
<Relationships xmlns="http://schemas.openxmlformats.org/package/2006/relationships"><Relationship Id="rId2" Type="http://schemas.openxmlformats.org/officeDocument/2006/relationships/image" Target="../media/image148.wmf"/><Relationship Id="rId1" Type="http://schemas.openxmlformats.org/officeDocument/2006/relationships/image" Target="../media/image147.emf"/></Relationships>
</file>

<file path=ppt/drawings/_rels/vmlDrawing42.vml.rels><?xml version="1.0" encoding="UTF-8" standalone="yes"?>
<Relationships xmlns="http://schemas.openxmlformats.org/package/2006/relationships"><Relationship Id="rId2" Type="http://schemas.openxmlformats.org/officeDocument/2006/relationships/image" Target="../media/image150.wmf"/><Relationship Id="rId1" Type="http://schemas.openxmlformats.org/officeDocument/2006/relationships/image" Target="../media/image149.emf"/></Relationships>
</file>

<file path=ppt/drawings/_rels/vmlDrawing43.vml.rels><?xml version="1.0" encoding="UTF-8" standalone="yes"?>
<Relationships xmlns="http://schemas.openxmlformats.org/package/2006/relationships"><Relationship Id="rId1" Type="http://schemas.openxmlformats.org/officeDocument/2006/relationships/image" Target="../media/image152.emf"/></Relationships>
</file>

<file path=ppt/drawings/_rels/vmlDrawing44.vml.rels><?xml version="1.0" encoding="UTF-8" standalone="yes"?>
<Relationships xmlns="http://schemas.openxmlformats.org/package/2006/relationships"><Relationship Id="rId1" Type="http://schemas.openxmlformats.org/officeDocument/2006/relationships/image" Target="../media/image153.emf"/></Relationships>
</file>

<file path=ppt/drawings/_rels/vmlDrawing45.vml.rels><?xml version="1.0" encoding="UTF-8" standalone="yes"?>
<Relationships xmlns="http://schemas.openxmlformats.org/package/2006/relationships"><Relationship Id="rId1" Type="http://schemas.openxmlformats.org/officeDocument/2006/relationships/image" Target="../media/image154.emf"/></Relationships>
</file>

<file path=ppt/drawings/_rels/vmlDrawing46.vml.rels><?xml version="1.0" encoding="UTF-8" standalone="yes"?>
<Relationships xmlns="http://schemas.openxmlformats.org/package/2006/relationships"><Relationship Id="rId1" Type="http://schemas.openxmlformats.org/officeDocument/2006/relationships/image" Target="../media/image155.e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7.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2" name="页眉占位符 1"/>
          <p:cNvSpPr>
            <a:spLocks noGrp="1"/>
          </p:cNvSpPr>
          <p:nvPr>
            <p:ph type="hdr" sz="quarter"/>
          </p:nvPr>
        </p:nvSpPr>
        <p:spPr>
          <a:xfrm>
            <a:off x="0" y="0"/>
            <a:ext cx="3076575" cy="512763"/>
          </a:xfrm>
          <a:prstGeom prst="rect">
            <a:avLst/>
          </a:prstGeom>
        </p:spPr>
        <p:txBody>
          <a:bodyPr vert="horz" lIns="94860" tIns="47430" rIns="94860" bIns="47430" rtlCol="0"/>
          <a:lstStyle>
            <a:lvl1pPr algn="l" eaLnBrk="1" hangingPunct="1">
              <a:defRPr sz="1200">
                <a:latin typeface="Arial" panose="020B0604020202020204" pitchFamily="34" charset="0"/>
                <a:ea typeface="宋体" panose="02010600030101010101" pitchFamily="2" charset="-122"/>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3" name="日期占位符 2"/>
          <p:cNvSpPr>
            <a:spLocks noGrp="1"/>
          </p:cNvSpPr>
          <p:nvPr>
            <p:ph type="dt" sz="quarter" idx="1"/>
          </p:nvPr>
        </p:nvSpPr>
        <p:spPr>
          <a:xfrm>
            <a:off x="4021138" y="0"/>
            <a:ext cx="3076575" cy="512763"/>
          </a:xfrm>
          <a:prstGeom prst="rect">
            <a:avLst/>
          </a:prstGeom>
        </p:spPr>
        <p:txBody>
          <a:bodyPr vert="horz" lIns="94860" tIns="47430" rIns="94860" bIns="47430" rtlCol="0"/>
          <a:lstStyle>
            <a:lvl1pPr algn="r" eaLnBrk="1" hangingPunct="1">
              <a:defRPr sz="1200">
                <a:latin typeface="Arial" panose="020B0604020202020204" pitchFamily="34" charset="0"/>
                <a:ea typeface="宋体" panose="02010600030101010101" pitchFamily="2" charset="-122"/>
              </a:defRPr>
            </a:lvl1pPr>
          </a:lstStyle>
          <a:p>
            <a:pPr marL="0" marR="0" lvl="0" indent="0" algn="r" defTabSz="914400" rtl="0" eaLnBrk="1" fontAlgn="base" latinLnBrk="0" hangingPunct="1">
              <a:lnSpc>
                <a:spcPct val="100000"/>
              </a:lnSpc>
              <a:spcBef>
                <a:spcPct val="0"/>
              </a:spcBef>
              <a:spcAft>
                <a:spcPct val="0"/>
              </a:spcAft>
              <a:buClrTx/>
              <a:buSzTx/>
              <a:buFontTx/>
              <a:buNone/>
              <a:defRPr/>
            </a:pPr>
            <a:fld id="{FD4B2DA0-E5E1-4D43-8A88-BB9472C5F3F0}" type="datetimeFigureOut">
              <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fld>
            <a:endPar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4" name="页脚占位符 3"/>
          <p:cNvSpPr>
            <a:spLocks noGrp="1"/>
          </p:cNvSpPr>
          <p:nvPr>
            <p:ph type="ftr" sz="quarter" idx="2"/>
          </p:nvPr>
        </p:nvSpPr>
        <p:spPr>
          <a:xfrm>
            <a:off x="0" y="9720263"/>
            <a:ext cx="3076575" cy="512763"/>
          </a:xfrm>
          <a:prstGeom prst="rect">
            <a:avLst/>
          </a:prstGeom>
        </p:spPr>
        <p:txBody>
          <a:bodyPr vert="horz" lIns="94860" tIns="47430" rIns="94860" bIns="47430" rtlCol="0" anchor="b"/>
          <a:lstStyle>
            <a:lvl1pPr algn="l" eaLnBrk="1" hangingPunct="1">
              <a:defRPr sz="1200">
                <a:latin typeface="Arial" panose="020B0604020202020204" pitchFamily="34" charset="0"/>
                <a:ea typeface="宋体" panose="02010600030101010101" pitchFamily="2" charset="-122"/>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5" name="灯片编号占位符 4"/>
          <p:cNvSpPr>
            <a:spLocks noGrp="1"/>
          </p:cNvSpPr>
          <p:nvPr>
            <p:ph type="sldNum" sz="quarter" idx="3"/>
          </p:nvPr>
        </p:nvSpPr>
        <p:spPr>
          <a:xfrm>
            <a:off x="4021138" y="9720263"/>
            <a:ext cx="3076575" cy="512763"/>
          </a:xfrm>
          <a:prstGeom prst="rect">
            <a:avLst/>
          </a:prstGeom>
        </p:spPr>
        <p:txBody>
          <a:bodyPr vert="horz" wrap="square" lIns="94860" tIns="47430" rIns="94860" bIns="47430" numCol="1" anchor="b" anchorCtr="0" compatLnSpc="1"/>
          <a:p>
            <a:pPr lvl="0" algn="r" eaLnBrk="1" hangingPunct="1">
              <a:buNone/>
            </a:pPr>
            <a:fld id="{9A0DB2DC-4C9A-4742-B13C-FB6460FD3503}" type="slidenum">
              <a:rPr lang="en-US" altLang="en-US" sz="1200" dirty="0"/>
            </a:fld>
            <a:endParaRPr lang="en-US" altLang="en-US" sz="1200" dirty="0"/>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6.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2" name="页眉占位符 1"/>
          <p:cNvSpPr>
            <a:spLocks noGrp="1"/>
          </p:cNvSpPr>
          <p:nvPr>
            <p:ph type="hdr" sz="quarter"/>
          </p:nvPr>
        </p:nvSpPr>
        <p:spPr>
          <a:xfrm>
            <a:off x="0" y="0"/>
            <a:ext cx="3076575" cy="511175"/>
          </a:xfrm>
          <a:prstGeom prst="rect">
            <a:avLst/>
          </a:prstGeom>
        </p:spPr>
        <p:txBody>
          <a:bodyPr vert="horz" lIns="94860" tIns="47430" rIns="94860" bIns="47430" rtlCol="0"/>
          <a:lstStyle>
            <a:lvl1pPr algn="l" eaLnBrk="1" fontAlgn="auto" hangingPunct="1">
              <a:spcBef>
                <a:spcPts val="0"/>
              </a:spcBef>
              <a:spcAft>
                <a:spcPts val="0"/>
              </a:spcAft>
              <a:defRPr sz="1200">
                <a:latin typeface="+mn-lt"/>
                <a:ea typeface="+mn-ea"/>
              </a:defRPr>
            </a:lvl1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schemeClr val="tx1"/>
              </a:solidFill>
              <a:effectLst/>
              <a:uLnTx/>
              <a:uFillTx/>
              <a:latin typeface="+mn-lt"/>
              <a:ea typeface="+mn-ea"/>
              <a:cs typeface="+mn-cs"/>
            </a:endParaRPr>
          </a:p>
        </p:txBody>
      </p:sp>
      <p:sp>
        <p:nvSpPr>
          <p:cNvPr id="3" name="日期占位符 2"/>
          <p:cNvSpPr>
            <a:spLocks noGrp="1"/>
          </p:cNvSpPr>
          <p:nvPr>
            <p:ph type="dt" idx="1"/>
          </p:nvPr>
        </p:nvSpPr>
        <p:spPr>
          <a:xfrm>
            <a:off x="4021138" y="0"/>
            <a:ext cx="3076575" cy="511175"/>
          </a:xfrm>
          <a:prstGeom prst="rect">
            <a:avLst/>
          </a:prstGeom>
        </p:spPr>
        <p:txBody>
          <a:bodyPr vert="horz" lIns="94860" tIns="47430" rIns="94860" bIns="47430" rtlCol="0"/>
          <a:lstStyle>
            <a:lvl1pPr algn="r" eaLnBrk="1" fontAlgn="auto" hangingPunct="1">
              <a:spcBef>
                <a:spcPts val="0"/>
              </a:spcBef>
              <a:spcAft>
                <a:spcPts val="0"/>
              </a:spcAft>
              <a:defRPr sz="1200">
                <a:latin typeface="+mn-lt"/>
                <a:ea typeface="+mn-ea"/>
              </a:defRPr>
            </a:lvl1pPr>
          </a:lstStyle>
          <a:p>
            <a:pPr marL="0" marR="0" lvl="0" indent="0" algn="r" defTabSz="914400" rtl="0" eaLnBrk="1" fontAlgn="auto" latinLnBrk="0" hangingPunct="1">
              <a:lnSpc>
                <a:spcPct val="100000"/>
              </a:lnSpc>
              <a:spcBef>
                <a:spcPts val="0"/>
              </a:spcBef>
              <a:spcAft>
                <a:spcPts val="0"/>
              </a:spcAft>
              <a:buClrTx/>
              <a:buSzTx/>
              <a:buFontTx/>
              <a:buNone/>
              <a:defRPr/>
            </a:pPr>
            <a:fld id="{515B0861-8052-4498-9FC1-670E2076F5F8}" type="datetimeFigureOut">
              <a:rPr kumimoji="0" lang="zh-CN" altLang="en-US" sz="1200" b="0" i="0" u="none" strike="noStrike" kern="1200" cap="none" spc="0" normalizeH="0" baseline="0" noProof="0">
                <a:ln>
                  <a:noFill/>
                </a:ln>
                <a:solidFill>
                  <a:schemeClr val="tx1"/>
                </a:solidFill>
                <a:effectLst/>
                <a:uLnTx/>
                <a:uFillTx/>
                <a:latin typeface="+mn-lt"/>
                <a:ea typeface="+mn-ea"/>
                <a:cs typeface="+mn-cs"/>
              </a:rPr>
            </a:fld>
            <a:endParaRPr kumimoji="0" lang="zh-CN" altLang="en-US" sz="1200" b="0" i="0" u="none" strike="noStrike" kern="1200" cap="none" spc="0" normalizeH="0" baseline="0" noProof="0">
              <a:ln>
                <a:noFill/>
              </a:ln>
              <a:solidFill>
                <a:schemeClr val="tx1"/>
              </a:solidFill>
              <a:effectLst/>
              <a:uLnTx/>
              <a:uFillTx/>
              <a:latin typeface="+mn-lt"/>
              <a:ea typeface="+mn-ea"/>
              <a:cs typeface="+mn-cs"/>
            </a:endParaRPr>
          </a:p>
        </p:txBody>
      </p:sp>
      <p:sp>
        <p:nvSpPr>
          <p:cNvPr id="4" name="幻灯片图像占位符 3"/>
          <p:cNvSpPr>
            <a:spLocks noGrp="1" noRot="1" noChangeAspect="1"/>
          </p:cNvSpPr>
          <p:nvPr>
            <p:ph type="sldImg" idx="2"/>
          </p:nvPr>
        </p:nvSpPr>
        <p:spPr>
          <a:xfrm>
            <a:off x="992188" y="768350"/>
            <a:ext cx="5114925" cy="3836988"/>
          </a:xfrm>
          <a:prstGeom prst="rect">
            <a:avLst/>
          </a:prstGeom>
          <a:noFill/>
          <a:ln w="12700">
            <a:solidFill>
              <a:prstClr val="black"/>
            </a:solidFill>
          </a:ln>
        </p:spPr>
        <p:txBody>
          <a:bodyPr vert="horz" lIns="94860" tIns="47430" rIns="94860" bIns="47430" rtlCol="0" anchor="ctr"/>
          <a:lstStyle/>
          <a:p>
            <a:pPr marL="0" marR="0" lvl="0" indent="0" algn="l" defTabSz="914400" rtl="0" eaLnBrk="0" fontAlgn="base" latinLnBrk="0" hangingPunct="0">
              <a:lnSpc>
                <a:spcPct val="100000"/>
              </a:lnSpc>
              <a:spcBef>
                <a:spcPct val="30000"/>
              </a:spcBef>
              <a:spcAft>
                <a:spcPct val="0"/>
              </a:spcAft>
              <a:buClrTx/>
              <a:buSzTx/>
              <a:buFontTx/>
              <a:buNone/>
              <a:defRPr/>
            </a:pPr>
            <a:endParaRPr kumimoji="0" lang="zh-CN" altLang="en-US" sz="1200" b="0" i="0" u="none" strike="noStrike" kern="1200" cap="none" spc="0" normalizeH="0" baseline="0" noProof="0">
              <a:ln>
                <a:noFill/>
              </a:ln>
              <a:solidFill>
                <a:schemeClr val="tx1"/>
              </a:solidFill>
              <a:effectLst/>
              <a:uLnTx/>
              <a:uFillTx/>
              <a:latin typeface="+mn-lt"/>
              <a:ea typeface="+mn-ea"/>
              <a:cs typeface="+mn-cs"/>
            </a:endParaRPr>
          </a:p>
        </p:txBody>
      </p:sp>
      <p:sp>
        <p:nvSpPr>
          <p:cNvPr id="5" name="备注占位符 4"/>
          <p:cNvSpPr>
            <a:spLocks noGrp="1"/>
          </p:cNvSpPr>
          <p:nvPr>
            <p:ph type="body" sz="quarter" idx="3"/>
          </p:nvPr>
        </p:nvSpPr>
        <p:spPr>
          <a:xfrm>
            <a:off x="709613" y="4860925"/>
            <a:ext cx="5680075" cy="4605338"/>
          </a:xfrm>
          <a:prstGeom prst="rect">
            <a:avLst/>
          </a:prstGeom>
        </p:spPr>
        <p:txBody>
          <a:bodyPr vert="horz" lIns="94860" tIns="47430" rIns="94860" bIns="47430" rtlCol="0">
            <a:normAutofit/>
          </a:bodyPr>
          <a:lstStyle/>
          <a:p>
            <a:pPr marL="0" marR="0" lvl="0"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mn-lt"/>
                <a:ea typeface="+mn-ea"/>
                <a:cs typeface="+mn-cs"/>
              </a:rPr>
              <a:t>单击此处编辑母版文本样式</a:t>
            </a:r>
            <a:endParaRPr kumimoji="0" lang="zh-CN" altLang="en-US" sz="1200" b="0" i="0" u="none" strike="noStrike" kern="1200" cap="none" spc="0" normalizeH="0" baseline="0" noProof="0">
              <a:ln>
                <a:noFill/>
              </a:ln>
              <a:solidFill>
                <a:schemeClr val="tx1"/>
              </a:solidFill>
              <a:effectLst/>
              <a:uLnTx/>
              <a:uFillTx/>
              <a:latin typeface="+mn-lt"/>
              <a:ea typeface="+mn-ea"/>
              <a:cs typeface="+mn-cs"/>
            </a:endParaRPr>
          </a:p>
          <a:p>
            <a:pPr marL="457200" marR="0" lvl="1"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mn-lt"/>
                <a:ea typeface="+mn-ea"/>
                <a:cs typeface="+mn-cs"/>
              </a:rPr>
              <a:t>第二级</a:t>
            </a:r>
            <a:endParaRPr kumimoji="0" lang="zh-CN" altLang="en-US" sz="1200" b="0" i="0" u="none" strike="noStrike" kern="1200" cap="none" spc="0" normalizeH="0" baseline="0" noProof="0">
              <a:ln>
                <a:noFill/>
              </a:ln>
              <a:solidFill>
                <a:schemeClr val="tx1"/>
              </a:solidFill>
              <a:effectLst/>
              <a:uLnTx/>
              <a:uFillTx/>
              <a:latin typeface="+mn-lt"/>
              <a:ea typeface="+mn-ea"/>
              <a:cs typeface="+mn-cs"/>
            </a:endParaRPr>
          </a:p>
          <a:p>
            <a:pPr marL="914400" marR="0" lvl="2"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mn-lt"/>
                <a:ea typeface="+mn-ea"/>
                <a:cs typeface="+mn-cs"/>
              </a:rPr>
              <a:t>第三级</a:t>
            </a:r>
            <a:endParaRPr kumimoji="0" lang="zh-CN" altLang="en-US" sz="1200" b="0" i="0" u="none" strike="noStrike" kern="1200" cap="none" spc="0" normalizeH="0" baseline="0" noProof="0">
              <a:ln>
                <a:noFill/>
              </a:ln>
              <a:solidFill>
                <a:schemeClr val="tx1"/>
              </a:solidFill>
              <a:effectLst/>
              <a:uLnTx/>
              <a:uFillTx/>
              <a:latin typeface="+mn-lt"/>
              <a:ea typeface="+mn-ea"/>
              <a:cs typeface="+mn-cs"/>
            </a:endParaRPr>
          </a:p>
          <a:p>
            <a:pPr marL="1371600" marR="0" lvl="3"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mn-lt"/>
                <a:ea typeface="+mn-ea"/>
                <a:cs typeface="+mn-cs"/>
              </a:rPr>
              <a:t>第四级</a:t>
            </a:r>
            <a:endParaRPr kumimoji="0" lang="zh-CN" altLang="en-US" sz="1200" b="0" i="0" u="none" strike="noStrike" kern="1200" cap="none" spc="0" normalizeH="0" baseline="0" noProof="0">
              <a:ln>
                <a:noFill/>
              </a:ln>
              <a:solidFill>
                <a:schemeClr val="tx1"/>
              </a:solidFill>
              <a:effectLst/>
              <a:uLnTx/>
              <a:uFillTx/>
              <a:latin typeface="+mn-lt"/>
              <a:ea typeface="+mn-ea"/>
              <a:cs typeface="+mn-cs"/>
            </a:endParaRPr>
          </a:p>
          <a:p>
            <a:pPr marL="1828800" marR="0" lvl="4"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mn-lt"/>
                <a:ea typeface="+mn-ea"/>
                <a:cs typeface="+mn-cs"/>
              </a:rPr>
              <a:t>第五级</a:t>
            </a:r>
            <a:endParaRPr kumimoji="0" lang="zh-CN" altLang="en-US" sz="1200" b="0" i="0" u="none" strike="noStrike" kern="1200" cap="none" spc="0" normalizeH="0" baseline="0" noProof="0">
              <a:ln>
                <a:noFill/>
              </a:ln>
              <a:solidFill>
                <a:schemeClr val="tx1"/>
              </a:solidFill>
              <a:effectLst/>
              <a:uLnTx/>
              <a:uFillTx/>
              <a:latin typeface="+mn-lt"/>
              <a:ea typeface="+mn-ea"/>
              <a:cs typeface="+mn-cs"/>
            </a:endParaRPr>
          </a:p>
        </p:txBody>
      </p:sp>
      <p:sp>
        <p:nvSpPr>
          <p:cNvPr id="6" name="页脚占位符 5"/>
          <p:cNvSpPr>
            <a:spLocks noGrp="1"/>
          </p:cNvSpPr>
          <p:nvPr>
            <p:ph type="ftr" sz="quarter" idx="4"/>
          </p:nvPr>
        </p:nvSpPr>
        <p:spPr>
          <a:xfrm>
            <a:off x="0" y="9721850"/>
            <a:ext cx="3076575" cy="511175"/>
          </a:xfrm>
          <a:prstGeom prst="rect">
            <a:avLst/>
          </a:prstGeom>
        </p:spPr>
        <p:txBody>
          <a:bodyPr vert="horz" lIns="94860" tIns="47430" rIns="94860" bIns="47430" rtlCol="0" anchor="b"/>
          <a:lstStyle>
            <a:lvl1pPr algn="l" eaLnBrk="1" fontAlgn="auto" hangingPunct="1">
              <a:spcBef>
                <a:spcPts val="0"/>
              </a:spcBef>
              <a:spcAft>
                <a:spcPts val="0"/>
              </a:spcAft>
              <a:defRPr sz="1200">
                <a:latin typeface="+mn-lt"/>
                <a:ea typeface="+mn-ea"/>
              </a:defRPr>
            </a:lvl1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schemeClr val="tx1"/>
              </a:solidFill>
              <a:effectLst/>
              <a:uLnTx/>
              <a:uFillTx/>
              <a:latin typeface="+mn-lt"/>
              <a:ea typeface="+mn-ea"/>
              <a:cs typeface="+mn-cs"/>
            </a:endParaRPr>
          </a:p>
        </p:txBody>
      </p:sp>
      <p:sp>
        <p:nvSpPr>
          <p:cNvPr id="7" name="灯片编号占位符 6"/>
          <p:cNvSpPr>
            <a:spLocks noGrp="1"/>
          </p:cNvSpPr>
          <p:nvPr>
            <p:ph type="sldNum" sz="quarter" idx="5"/>
          </p:nvPr>
        </p:nvSpPr>
        <p:spPr>
          <a:xfrm>
            <a:off x="4021138" y="9721850"/>
            <a:ext cx="3076575" cy="511175"/>
          </a:xfrm>
          <a:prstGeom prst="rect">
            <a:avLst/>
          </a:prstGeom>
        </p:spPr>
        <p:txBody>
          <a:bodyPr vert="horz" wrap="square" lIns="94860" tIns="47430" rIns="94860" bIns="47430" numCol="1" anchor="b" anchorCtr="0" compatLnSpc="1"/>
          <a:p>
            <a:pPr lvl="0" algn="r" eaLnBrk="1" hangingPunct="1">
              <a:buNone/>
            </a:pPr>
            <a:fld id="{9A0DB2DC-4C9A-4742-B13C-FB6460FD3503}" type="slidenum">
              <a:rPr lang="en-US" altLang="en-US" sz="1200" dirty="0">
                <a:latin typeface="Calibri" panose="020F0502020204030204" pitchFamily="34" charset="0"/>
              </a:rPr>
            </a:fld>
            <a:endParaRPr lang="en-US" altLang="en-US" sz="1200" dirty="0">
              <a:latin typeface="Calibri" panose="020F0502020204030204" pitchFamily="34" charset="0"/>
            </a:endParaRPr>
          </a:p>
        </p:txBody>
      </p:sp>
    </p:spTree>
  </p:cSld>
  <p:clrMap bg1="lt1" tx1="dk1" bg2="lt2" tx2="dk2" accent1="accent1" accent2="accent2" accent3="accent3" accent4="accent4" accent5="accent5" accent6="accent6" hlink="hlink" folHlink="folHlink"/>
  <p:hf sldNum="0" hdr="0" ftr="0" dt="0"/>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1.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6.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8.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9.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4578" name="幻灯片图像占位符 1"/>
          <p:cNvSpPr>
            <a:spLocks noGrp="1" noRot="1" noChangeAspect="1" noTextEdit="1"/>
          </p:cNvSpPr>
          <p:nvPr>
            <p:ph type="sldImg"/>
          </p:nvPr>
        </p:nvSpPr>
        <p:spPr>
          <a:ln>
            <a:solidFill>
              <a:srgbClr val="000000">
                <a:alpha val="100000"/>
              </a:srgbClr>
            </a:solidFill>
            <a:miter lim="800000"/>
          </a:ln>
        </p:spPr>
      </p:sp>
      <p:sp>
        <p:nvSpPr>
          <p:cNvPr id="24579" name="备注占位符 2"/>
          <p:cNvSpPr>
            <a:spLocks noGrp="1"/>
          </p:cNvSpPr>
          <p:nvPr>
            <p:ph type="body" idx="1"/>
          </p:nvPr>
        </p:nvSpPr>
        <p:spPr>
          <a:noFill/>
          <a:ln>
            <a:noFill/>
          </a:ln>
        </p:spPr>
        <p:txBody>
          <a:bodyPr wrap="square" lIns="94860" tIns="47430" rIns="94860" bIns="47430" anchor="t" anchorCtr="0"/>
          <a:p>
            <a:pPr lvl="0"/>
            <a:endParaRPr lang="zh-CN" altLang="en-US" dirty="0"/>
          </a:p>
        </p:txBody>
      </p:sp>
      <p:sp>
        <p:nvSpPr>
          <p:cNvPr id="24580" name="灯片编号占位符 3"/>
          <p:cNvSpPr txBox="1">
            <a:spLocks noGrp="1"/>
          </p:cNvSpPr>
          <p:nvPr>
            <p:ph type="sldNum" sz="quarter"/>
          </p:nvPr>
        </p:nvSpPr>
        <p:spPr>
          <a:xfrm>
            <a:off x="4021138" y="9721850"/>
            <a:ext cx="3076575" cy="511175"/>
          </a:xfrm>
          <a:prstGeom prst="rect">
            <a:avLst/>
          </a:prstGeom>
          <a:noFill/>
          <a:ln w="9525">
            <a:noFill/>
          </a:ln>
        </p:spPr>
        <p:txBody>
          <a:bodyPr lIns="94860" tIns="47430" rIns="94860" bIns="47430" anchor="b" anchorCtr="0"/>
          <a:p>
            <a:pPr lvl="0" algn="r" eaLnBrk="1" hangingPunct="1"/>
            <a:fld id="{9A0DB2DC-4C9A-4742-B13C-FB6460FD3503}" type="slidenum">
              <a:rPr lang="en-US" altLang="zh-CN" sz="1200" dirty="0">
                <a:latin typeface="Calibri" panose="020F0502020204030204" pitchFamily="34" charset="0"/>
              </a:rPr>
            </a:fld>
            <a:endParaRPr lang="en-US" altLang="zh-CN" sz="1200" dirty="0">
              <a:latin typeface="Calibri" panose="020F0502020204030204" pitchFamily="34" charset="0"/>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30722" name="幻灯片图像占位符 1"/>
          <p:cNvSpPr>
            <a:spLocks noGrp="1" noRot="1" noChangeAspect="1" noTextEdit="1"/>
          </p:cNvSpPr>
          <p:nvPr>
            <p:ph type="sldImg"/>
          </p:nvPr>
        </p:nvSpPr>
        <p:spPr>
          <a:ln>
            <a:solidFill>
              <a:srgbClr val="000000">
                <a:alpha val="100000"/>
              </a:srgbClr>
            </a:solidFill>
            <a:miter lim="800000"/>
          </a:ln>
        </p:spPr>
      </p:sp>
      <p:sp>
        <p:nvSpPr>
          <p:cNvPr id="30723" name="备注占位符 2"/>
          <p:cNvSpPr>
            <a:spLocks noGrp="1"/>
          </p:cNvSpPr>
          <p:nvPr>
            <p:ph type="body" idx="1"/>
          </p:nvPr>
        </p:nvSpPr>
        <p:spPr>
          <a:noFill/>
          <a:ln>
            <a:noFill/>
          </a:ln>
        </p:spPr>
        <p:txBody>
          <a:bodyPr wrap="square" lIns="94860" tIns="47430" rIns="94860" bIns="47430" anchor="t" anchorCtr="0"/>
          <a:p>
            <a:pPr lvl="0"/>
            <a:endParaRPr lang="zh-CN" altLang="en-US" dirty="0"/>
          </a:p>
        </p:txBody>
      </p:sp>
      <p:sp>
        <p:nvSpPr>
          <p:cNvPr id="30724" name="灯片编号占位符 3"/>
          <p:cNvSpPr txBox="1">
            <a:spLocks noGrp="1"/>
          </p:cNvSpPr>
          <p:nvPr>
            <p:ph type="sldNum" sz="quarter"/>
          </p:nvPr>
        </p:nvSpPr>
        <p:spPr>
          <a:xfrm>
            <a:off x="4021138" y="9721850"/>
            <a:ext cx="3076575" cy="511175"/>
          </a:xfrm>
          <a:prstGeom prst="rect">
            <a:avLst/>
          </a:prstGeom>
          <a:noFill/>
          <a:ln w="9525">
            <a:noFill/>
          </a:ln>
        </p:spPr>
        <p:txBody>
          <a:bodyPr lIns="94860" tIns="47430" rIns="94860" bIns="47430" anchor="b" anchorCtr="0"/>
          <a:p>
            <a:pPr lvl="0" algn="r" eaLnBrk="1" hangingPunct="1"/>
            <a:fld id="{9A0DB2DC-4C9A-4742-B13C-FB6460FD3503}" type="slidenum">
              <a:rPr lang="en-US" altLang="zh-CN" sz="1200" dirty="0">
                <a:latin typeface="Calibri" panose="020F0502020204030204" pitchFamily="34" charset="0"/>
              </a:rPr>
            </a:fld>
            <a:endParaRPr lang="en-US" altLang="zh-CN" sz="1200" dirty="0">
              <a:latin typeface="Calibri" panose="020F0502020204030204" pitchFamily="34" charset="0"/>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63490" name="幻灯片图像占位符 1"/>
          <p:cNvSpPr>
            <a:spLocks noGrp="1" noRot="1" noChangeAspect="1" noTextEdit="1"/>
          </p:cNvSpPr>
          <p:nvPr>
            <p:ph type="sldImg"/>
          </p:nvPr>
        </p:nvSpPr>
        <p:spPr>
          <a:ln>
            <a:solidFill>
              <a:srgbClr val="000000">
                <a:alpha val="100000"/>
              </a:srgbClr>
            </a:solidFill>
            <a:miter lim="800000"/>
          </a:ln>
        </p:spPr>
      </p:sp>
      <p:sp>
        <p:nvSpPr>
          <p:cNvPr id="63491" name="备注占位符 2"/>
          <p:cNvSpPr>
            <a:spLocks noGrp="1"/>
          </p:cNvSpPr>
          <p:nvPr>
            <p:ph type="body" idx="1"/>
          </p:nvPr>
        </p:nvSpPr>
        <p:spPr>
          <a:noFill/>
          <a:ln>
            <a:noFill/>
          </a:ln>
        </p:spPr>
        <p:txBody>
          <a:bodyPr wrap="square" lIns="94860" tIns="47430" rIns="94860" bIns="47430" anchor="t" anchorCtr="0"/>
          <a:p>
            <a:pPr lvl="0"/>
            <a:endParaRPr lang="zh-CN" altLang="en-US" dirty="0"/>
          </a:p>
        </p:txBody>
      </p:sp>
      <p:sp>
        <p:nvSpPr>
          <p:cNvPr id="63492" name="灯片编号占位符 3"/>
          <p:cNvSpPr txBox="1">
            <a:spLocks noGrp="1"/>
          </p:cNvSpPr>
          <p:nvPr>
            <p:ph type="sldNum" sz="quarter"/>
          </p:nvPr>
        </p:nvSpPr>
        <p:spPr>
          <a:xfrm>
            <a:off x="4021138" y="9721850"/>
            <a:ext cx="3076575" cy="511175"/>
          </a:xfrm>
          <a:prstGeom prst="rect">
            <a:avLst/>
          </a:prstGeom>
          <a:noFill/>
          <a:ln w="9525">
            <a:noFill/>
          </a:ln>
        </p:spPr>
        <p:txBody>
          <a:bodyPr lIns="94860" tIns="47430" rIns="94860" bIns="47430" anchor="b" anchorCtr="0"/>
          <a:p>
            <a:pPr lvl="0" algn="r" eaLnBrk="1" hangingPunct="1"/>
            <a:fld id="{9A0DB2DC-4C9A-4742-B13C-FB6460FD3503}" type="slidenum">
              <a:rPr lang="en-US" altLang="en-US" sz="1200" dirty="0">
                <a:latin typeface="Calibri" panose="020F0502020204030204" pitchFamily="34" charset="0"/>
              </a:rPr>
            </a:fld>
            <a:endParaRPr lang="en-US" altLang="en-US" sz="1200" dirty="0">
              <a:latin typeface="Calibri" panose="020F0502020204030204" pitchFamily="34" charset="0"/>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p:sp>
        <p:nvSpPr>
          <p:cNvPr id="79874" name="Rectangle 2"/>
          <p:cNvSpPr>
            <a:spLocks noGrp="1" noRot="1" noChangeAspect="1" noTextEdit="1"/>
          </p:cNvSpPr>
          <p:nvPr>
            <p:ph type="sldImg"/>
          </p:nvPr>
        </p:nvSpPr>
        <p:spPr>
          <a:xfrm>
            <a:off x="996950" y="842963"/>
            <a:ext cx="4914900" cy="3686175"/>
          </a:xfrm>
          <a:ln>
            <a:solidFill>
              <a:srgbClr val="000000">
                <a:alpha val="100000"/>
              </a:srgbClr>
            </a:solidFill>
            <a:miter lim="800000"/>
          </a:ln>
        </p:spPr>
      </p:sp>
      <p:sp>
        <p:nvSpPr>
          <p:cNvPr id="79875" name="Rectangle 3"/>
          <p:cNvSpPr>
            <a:spLocks noGrp="1"/>
          </p:cNvSpPr>
          <p:nvPr>
            <p:ph type="body" idx="1"/>
          </p:nvPr>
        </p:nvSpPr>
        <p:spPr>
          <a:noFill/>
          <a:ln>
            <a:noFill/>
          </a:ln>
        </p:spPr>
        <p:txBody>
          <a:bodyPr wrap="square" lIns="94860" tIns="47430" rIns="94860" bIns="47430" anchor="t" anchorCtr="0"/>
          <a:p>
            <a:pPr lvl="0" eaLnBrk="1" hangingPunct="1"/>
            <a:r>
              <a:rPr lang="zh-CN" altLang="en-US" dirty="0"/>
              <a:t>如何分类？</a:t>
            </a:r>
            <a:endParaRPr lang="zh-CN" altLang="en-US" dirty="0"/>
          </a:p>
        </p:txBody>
      </p:sp>
    </p:spTree>
  </p:cSld>
  <p:clrMapOvr>
    <a:overrideClrMapping bg1="lt1" tx1="dk1" bg2="lt2" tx2="dk2" accent1="accent1" accent2="accent2" accent3="accent3" accent4="accent4" accent5="accent5" accent6="accent6" hlink="hlink" folHlink="folHlink"/>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p:sp>
        <p:nvSpPr>
          <p:cNvPr id="82946" name="Rectangle 2"/>
          <p:cNvSpPr>
            <a:spLocks noGrp="1" noRot="1" noChangeAspect="1" noTextEdit="1"/>
          </p:cNvSpPr>
          <p:nvPr>
            <p:ph type="sldImg"/>
          </p:nvPr>
        </p:nvSpPr>
        <p:spPr>
          <a:xfrm>
            <a:off x="996950" y="842963"/>
            <a:ext cx="4914900" cy="3686175"/>
          </a:xfrm>
          <a:ln>
            <a:solidFill>
              <a:srgbClr val="000000">
                <a:alpha val="100000"/>
              </a:srgbClr>
            </a:solidFill>
            <a:miter lim="800000"/>
          </a:ln>
        </p:spPr>
      </p:sp>
      <p:sp>
        <p:nvSpPr>
          <p:cNvPr id="82947" name="Rectangle 3"/>
          <p:cNvSpPr>
            <a:spLocks noGrp="1"/>
          </p:cNvSpPr>
          <p:nvPr>
            <p:ph type="body" idx="1"/>
          </p:nvPr>
        </p:nvSpPr>
        <p:spPr>
          <a:noFill/>
          <a:ln>
            <a:noFill/>
          </a:ln>
        </p:spPr>
        <p:txBody>
          <a:bodyPr wrap="square" lIns="94860" tIns="47430" rIns="94860" bIns="47430" anchor="t" anchorCtr="0"/>
          <a:p>
            <a:pPr lvl="0" eaLnBrk="1" hangingPunct="1"/>
            <a:r>
              <a:rPr lang="zh-CN" altLang="en-US" dirty="0"/>
              <a:t>这是一种可能的聚类方法，但是不符合我们一般的直觉。</a:t>
            </a:r>
            <a:endParaRPr lang="zh-CN" altLang="en-US" dirty="0"/>
          </a:p>
        </p:txBody>
      </p:sp>
    </p:spTree>
  </p:cSld>
  <p:clrMapOvr>
    <a:overrideClrMapping bg1="lt1" tx1="dk1" bg2="lt2" tx2="dk2" accent1="accent1" accent2="accent2" accent3="accent3" accent4="accent4" accent5="accent5" accent6="accent6" hlink="hlink" folHlink="folHlink"/>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p:sp>
        <p:nvSpPr>
          <p:cNvPr id="84994" name="Rectangle 2"/>
          <p:cNvSpPr>
            <a:spLocks noGrp="1" noRot="1" noChangeAspect="1" noTextEdit="1"/>
          </p:cNvSpPr>
          <p:nvPr>
            <p:ph type="sldImg"/>
          </p:nvPr>
        </p:nvSpPr>
        <p:spPr>
          <a:xfrm>
            <a:off x="996950" y="842963"/>
            <a:ext cx="4914900" cy="3686175"/>
          </a:xfrm>
          <a:ln>
            <a:solidFill>
              <a:srgbClr val="000000">
                <a:alpha val="100000"/>
              </a:srgbClr>
            </a:solidFill>
            <a:miter lim="800000"/>
          </a:ln>
        </p:spPr>
      </p:sp>
      <p:sp>
        <p:nvSpPr>
          <p:cNvPr id="84995" name="Rectangle 3"/>
          <p:cNvSpPr>
            <a:spLocks noGrp="1"/>
          </p:cNvSpPr>
          <p:nvPr>
            <p:ph type="body" idx="1"/>
          </p:nvPr>
        </p:nvSpPr>
        <p:spPr>
          <a:noFill/>
          <a:ln>
            <a:noFill/>
          </a:ln>
        </p:spPr>
        <p:txBody>
          <a:bodyPr wrap="square" lIns="94860" tIns="47430" rIns="94860" bIns="47430" anchor="t" anchorCtr="0"/>
          <a:p>
            <a:pPr lvl="0" eaLnBrk="1" hangingPunct="1"/>
            <a:r>
              <a:rPr lang="zh-CN" altLang="en-US" dirty="0"/>
              <a:t>在空间中就是类球型。</a:t>
            </a:r>
            <a:endParaRPr lang="zh-CN" altLang="en-US" dirty="0"/>
          </a:p>
          <a:p>
            <a:pPr lvl="0" eaLnBrk="1" hangingPunct="1"/>
            <a:r>
              <a:rPr lang="zh-CN" altLang="en-US" dirty="0"/>
              <a:t>本图形可以采用基于密度的方法。</a:t>
            </a:r>
            <a:endParaRPr lang="zh-CN" altLang="en-US" dirty="0"/>
          </a:p>
        </p:txBody>
      </p:sp>
    </p:spTree>
  </p:cSld>
  <p:clrMapOvr>
    <a:overrideClrMapping bg1="lt1" tx1="dk1" bg2="lt2" tx2="dk2" accent1="accent1" accent2="accent2" accent3="accent3" accent4="accent4" accent5="accent5" accent6="accent6" hlink="hlink" folHlink="folHlink"/>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17762" name="幻灯片图像占位符 1"/>
          <p:cNvSpPr>
            <a:spLocks noGrp="1" noRot="1" noChangeAspect="1" noTextEdit="1"/>
          </p:cNvSpPr>
          <p:nvPr>
            <p:ph type="sldImg"/>
          </p:nvPr>
        </p:nvSpPr>
        <p:spPr>
          <a:ln>
            <a:solidFill>
              <a:srgbClr val="000000">
                <a:alpha val="100000"/>
              </a:srgbClr>
            </a:solidFill>
            <a:miter lim="800000"/>
          </a:ln>
        </p:spPr>
      </p:sp>
      <p:sp>
        <p:nvSpPr>
          <p:cNvPr id="117763" name="备注占位符 2"/>
          <p:cNvSpPr>
            <a:spLocks noGrp="1"/>
          </p:cNvSpPr>
          <p:nvPr>
            <p:ph type="body" idx="1"/>
          </p:nvPr>
        </p:nvSpPr>
        <p:spPr>
          <a:noFill/>
          <a:ln>
            <a:noFill/>
          </a:ln>
        </p:spPr>
        <p:txBody>
          <a:bodyPr wrap="square" lIns="94860" tIns="47430" rIns="94860" bIns="47430" anchor="t" anchorCtr="0"/>
          <a:p>
            <a:pPr lvl="0"/>
            <a:endParaRPr lang="zh-CN" altLang="en-US" dirty="0"/>
          </a:p>
        </p:txBody>
      </p:sp>
      <p:sp>
        <p:nvSpPr>
          <p:cNvPr id="117764" name="灯片编号占位符 3"/>
          <p:cNvSpPr txBox="1">
            <a:spLocks noGrp="1"/>
          </p:cNvSpPr>
          <p:nvPr>
            <p:ph type="sldNum" sz="quarter"/>
          </p:nvPr>
        </p:nvSpPr>
        <p:spPr>
          <a:xfrm>
            <a:off x="4021138" y="9721850"/>
            <a:ext cx="3076575" cy="511175"/>
          </a:xfrm>
          <a:prstGeom prst="rect">
            <a:avLst/>
          </a:prstGeom>
          <a:noFill/>
          <a:ln w="9525">
            <a:noFill/>
          </a:ln>
        </p:spPr>
        <p:txBody>
          <a:bodyPr lIns="94860" tIns="47430" rIns="94860" bIns="47430" anchor="b" anchorCtr="0"/>
          <a:p>
            <a:pPr lvl="0" algn="r" eaLnBrk="1" hangingPunct="1"/>
            <a:fld id="{9A0DB2DC-4C9A-4742-B13C-FB6460FD3503}" type="slidenum">
              <a:rPr lang="en-US" altLang="zh-CN" sz="1200" dirty="0">
                <a:latin typeface="Calibri" panose="020F0502020204030204" pitchFamily="34" charset="0"/>
              </a:rPr>
            </a:fld>
            <a:endParaRPr lang="en-US" altLang="zh-CN" sz="1200" dirty="0">
              <a:latin typeface="Calibri" panose="020F0502020204030204" pitchFamily="34" charset="0"/>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p>
            <a:pPr marL="0" marR="0" lvl="0" indent="0" algn="l" defTabSz="914400" rtl="0" eaLnBrk="1" fontAlgn="auto" latinLnBrk="0" hangingPunct="1">
              <a:lnSpc>
                <a:spcPct val="100000"/>
              </a:lnSpc>
              <a:spcBef>
                <a:spcPct val="0"/>
              </a:spcBef>
              <a:spcAft>
                <a:spcPts val="0"/>
              </a:spcAft>
              <a:buClrTx/>
              <a:buSzTx/>
              <a:buFontTx/>
              <a:buNone/>
              <a:defRPr/>
            </a:pPr>
            <a:fld id="{2E9ACB20-A241-411F-901D-6A35323F9D3B}" type="datetimeFigureOut">
              <a:rPr kumimoji="0" lang="zh-CN" altLang="en-US" sz="1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rPr>
            </a:fld>
            <a:endParaRPr kumimoji="0" lang="zh-CN" altLang="en-US" sz="1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3" name="页脚占位符 2"/>
          <p:cNvSpPr>
            <a:spLocks noGrp="1"/>
          </p:cNvSpPr>
          <p:nvPr>
            <p:ph type="ftr" sz="quarter" idx="11"/>
          </p:nvPr>
        </p:nvSpPr>
        <p:spPr/>
        <p:txBody>
          <a:bodyPr/>
          <a:p>
            <a:pPr marL="0" marR="0" lvl="0" indent="0" algn="l" defTabSz="914400" rtl="0" eaLnBrk="1" fontAlgn="auto" latinLnBrk="0" hangingPunct="1">
              <a:lnSpc>
                <a:spcPct val="100000"/>
              </a:lnSpc>
              <a:spcBef>
                <a:spcPct val="0"/>
              </a:spcBef>
              <a:spcAft>
                <a:spcPts val="0"/>
              </a:spcAft>
              <a:buClrTx/>
              <a:buSzTx/>
              <a:buFontTx/>
              <a:buNone/>
              <a:defRPr/>
            </a:pPr>
            <a:endParaRPr kumimoji="0" lang="zh-CN" altLang="en-US" sz="1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4" name="灯片编号占位符 3"/>
          <p:cNvSpPr>
            <a:spLocks noGrp="1"/>
          </p:cNvSpPr>
          <p:nvPr>
            <p:ph type="sldNum" sz="quarter" idx="12"/>
          </p:nvPr>
        </p:nvSpPr>
        <p:spPr/>
        <p:txBody>
          <a:bodyPr/>
          <a:p>
            <a:pPr lvl="0" eaLnBrk="1" hangingPunct="1">
              <a:buNone/>
            </a:pPr>
            <a:fld id="{9A0DB2DC-4C9A-4742-B13C-FB6460FD3503}" type="slidenum">
              <a:rPr lang="en-US" altLang="en-US" dirty="0"/>
            </a:fld>
            <a:endParaRPr lang="en-US" altLang="en-US" dirty="0">
              <a:latin typeface="Arial" panose="020B0604020202020204" pitchFamily="34" charset="0"/>
            </a:endParaRPr>
          </a:p>
        </p:txBody>
      </p:sp>
    </p:spTree>
  </p:cSld>
  <p:clrMapOvr>
    <a:masterClrMapping/>
  </p:clrMapOv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自定义版式">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p>
            <a:pPr marL="0" marR="0" lvl="0" indent="0" algn="l" defTabSz="914400" rtl="0" eaLnBrk="1" fontAlgn="auto" latinLnBrk="0" hangingPunct="1">
              <a:lnSpc>
                <a:spcPct val="100000"/>
              </a:lnSpc>
              <a:spcBef>
                <a:spcPct val="0"/>
              </a:spcBef>
              <a:spcAft>
                <a:spcPts val="0"/>
              </a:spcAft>
              <a:buClrTx/>
              <a:buSzTx/>
              <a:buFontTx/>
              <a:buNone/>
              <a:defRPr/>
            </a:pPr>
            <a:fld id="{2E9ACB20-A241-411F-901D-6A35323F9D3B}" type="datetimeFigureOut">
              <a:rPr kumimoji="0" lang="zh-CN" altLang="en-US" sz="1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rPr>
            </a:fld>
            <a:endParaRPr kumimoji="0" lang="zh-CN" altLang="en-US" sz="1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3" name="页脚占位符 2"/>
          <p:cNvSpPr>
            <a:spLocks noGrp="1"/>
          </p:cNvSpPr>
          <p:nvPr>
            <p:ph type="ftr" sz="quarter" idx="11"/>
          </p:nvPr>
        </p:nvSpPr>
        <p:spPr/>
        <p:txBody>
          <a:bodyPr/>
          <a:p>
            <a:pPr marL="0" marR="0" lvl="0" indent="0" algn="l" defTabSz="914400" rtl="0" eaLnBrk="1" fontAlgn="auto" latinLnBrk="0" hangingPunct="1">
              <a:lnSpc>
                <a:spcPct val="100000"/>
              </a:lnSpc>
              <a:spcBef>
                <a:spcPct val="0"/>
              </a:spcBef>
              <a:spcAft>
                <a:spcPts val="0"/>
              </a:spcAft>
              <a:buClrTx/>
              <a:buSzTx/>
              <a:buFontTx/>
              <a:buNone/>
              <a:defRPr/>
            </a:pPr>
            <a:endParaRPr kumimoji="0" lang="zh-CN" altLang="en-US" sz="1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4" name="灯片编号占位符 3"/>
          <p:cNvSpPr>
            <a:spLocks noGrp="1"/>
          </p:cNvSpPr>
          <p:nvPr>
            <p:ph type="sldNum" sz="quarter" idx="12"/>
          </p:nvPr>
        </p:nvSpPr>
        <p:spPr/>
        <p:txBody>
          <a:bodyPr/>
          <a:p>
            <a:pPr lvl="0" eaLnBrk="1" hangingPunct="1">
              <a:buNone/>
            </a:pPr>
            <a:fld id="{9A0DB2DC-4C9A-4742-B13C-FB6460FD3503}" type="slidenum">
              <a:rPr lang="en-US" altLang="en-US" dirty="0"/>
            </a:fld>
            <a:endParaRPr lang="en-US" altLang="en-US" dirty="0">
              <a:latin typeface="Arial" panose="020B0604020202020204" pitchFamily="34" charset="0"/>
            </a:endParaRPr>
          </a:p>
        </p:txBody>
      </p:sp>
    </p:spTree>
  </p:cSld>
  <p:clrMapOvr>
    <a:masterClrMapping/>
  </p:clrMapOv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txAndObj">
  <p:cSld name="标题，文本与内容">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468313" y="44450"/>
            <a:ext cx="8229600" cy="1143000"/>
          </a:xfrm>
        </p:spPr>
        <p:txBody>
          <a:bodyPr/>
          <a:lstStyle/>
          <a:p>
            <a:r>
              <a:rPr lang="zh-CN" altLang="en-US" noProof="1"/>
              <a:t>单击此处编辑母版标题样式</a:t>
            </a:r>
            <a:endParaRPr lang="zh-CN" altLang="en-US" noProof="1"/>
          </a:p>
        </p:txBody>
      </p:sp>
      <p:sp>
        <p:nvSpPr>
          <p:cNvPr id="3" name="文本占位符 2"/>
          <p:cNvSpPr>
            <a:spLocks noGrp="1"/>
          </p:cNvSpPr>
          <p:nvPr>
            <p:ph type="body" sz="half" idx="1"/>
          </p:nvPr>
        </p:nvSpPr>
        <p:spPr>
          <a:xfrm>
            <a:off x="457200" y="1600200"/>
            <a:ext cx="4038600" cy="4525963"/>
          </a:xfrm>
        </p:spPr>
        <p:txBody>
          <a:body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4" name="内容占位符 3"/>
          <p:cNvSpPr>
            <a:spLocks noGrp="1"/>
          </p:cNvSpPr>
          <p:nvPr>
            <p:ph sz="half" idx="2"/>
          </p:nvPr>
        </p:nvSpPr>
        <p:spPr>
          <a:xfrm>
            <a:off x="4648200" y="1600200"/>
            <a:ext cx="4038600" cy="4525963"/>
          </a:xfrm>
        </p:spPr>
        <p:txBody>
          <a:body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17" name="日期占位符 4"/>
          <p:cNvSpPr>
            <a:spLocks noGrp="1"/>
          </p:cNvSpPr>
          <p:nvPr>
            <p:ph type="dt" sz="half" idx="12"/>
          </p:nvPr>
        </p:nvSpPr>
        <p:spPr bwMode="auto">
          <a:xfrm>
            <a:off x="457200" y="6245225"/>
            <a:ext cx="2133600" cy="476250"/>
          </a:xfrm>
          <a:prstGeom prst="rect">
            <a:avLst/>
          </a:prstGeom>
          <a:ln>
            <a:miter lim="800000"/>
          </a:ln>
        </p:spPr>
        <p:txBody>
          <a:bodyPr vert="horz" wrap="square" lIns="91440" tIns="45720" rIns="91440" bIns="45720" numCol="1" anchor="b" anchorCtr="0" compatLnSpc="1"/>
          <a:lstStyle>
            <a:lvl1pPr>
              <a:defRPr/>
            </a:lvl1pPr>
          </a:lstStyle>
          <a:p>
            <a:pPr marL="0" marR="0" lvl="0" indent="0" algn="l" defTabSz="914400" rtl="0" eaLnBrk="1" fontAlgn="auto" latinLnBrk="0" hangingPunct="1">
              <a:lnSpc>
                <a:spcPct val="100000"/>
              </a:lnSpc>
              <a:spcBef>
                <a:spcPct val="0"/>
              </a:spcBef>
              <a:spcAft>
                <a:spcPts val="0"/>
              </a:spcAft>
              <a:buClrTx/>
              <a:buSzTx/>
              <a:buFontTx/>
              <a:buNone/>
              <a:defRPr/>
            </a:pPr>
            <a:endParaRPr kumimoji="0" lang="en-US" sz="1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18" name="页脚占位符 5"/>
          <p:cNvSpPr>
            <a:spLocks noGrp="1"/>
          </p:cNvSpPr>
          <p:nvPr>
            <p:ph type="ftr" sz="quarter" idx="3"/>
          </p:nvPr>
        </p:nvSpPr>
        <p:spPr bwMode="auto">
          <a:xfrm>
            <a:off x="3124200" y="6245225"/>
            <a:ext cx="2895600" cy="476250"/>
          </a:xfrm>
          <a:prstGeom prst="rect">
            <a:avLst/>
          </a:prstGeom>
          <a:ln>
            <a:miter lim="800000"/>
          </a:ln>
        </p:spPr>
        <p:txBody>
          <a:bodyPr vert="horz" wrap="square" lIns="91440" tIns="45720" rIns="91440" bIns="45720" numCol="1" anchor="b" anchorCtr="0" compatLnSpc="1"/>
          <a:lstStyle>
            <a:lvl1pPr>
              <a:defRPr/>
            </a:lvl1pPr>
          </a:lstStyle>
          <a:p>
            <a:pPr marL="0" marR="0" lvl="0" indent="0" algn="l" defTabSz="914400" rtl="0" eaLnBrk="1" fontAlgn="auto" latinLnBrk="0" hangingPunct="1">
              <a:lnSpc>
                <a:spcPct val="100000"/>
              </a:lnSpc>
              <a:spcBef>
                <a:spcPct val="0"/>
              </a:spcBef>
              <a:spcAft>
                <a:spcPts val="0"/>
              </a:spcAft>
              <a:buClrTx/>
              <a:buSzTx/>
              <a:buFontTx/>
              <a:buNone/>
              <a:defRPr/>
            </a:pPr>
            <a:endParaRPr kumimoji="0" lang="en-US" sz="1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19" name="灯片编号占位符 6"/>
          <p:cNvSpPr>
            <a:spLocks noGrp="1"/>
          </p:cNvSpPr>
          <p:nvPr>
            <p:ph type="sldNum" sz="quarter" idx="4"/>
          </p:nvPr>
        </p:nvSpPr>
        <p:spPr bwMode="auto">
          <a:xfrm>
            <a:off x="6553200" y="6245225"/>
            <a:ext cx="2133600" cy="476250"/>
          </a:xfrm>
          <a:prstGeom prst="rect">
            <a:avLst/>
          </a:prstGeom>
          <a:ln>
            <a:miter lim="800000"/>
          </a:ln>
        </p:spPr>
        <p:txBody>
          <a:bodyPr vert="horz" wrap="square" lIns="91440" tIns="45720" rIns="91440" bIns="45720" numCol="1" anchor="b" anchorCtr="0" compatLnSpc="1"/>
          <a:p>
            <a:pPr algn="r" eaLnBrk="1" hangingPunct="1">
              <a:buNone/>
            </a:pPr>
            <a:fld id="{9A0DB2DC-4C9A-4742-B13C-FB6460FD3503}" type="slidenum">
              <a:rPr lang="en-US" altLang="zh-CN" dirty="0">
                <a:latin typeface="Tahoma" panose="020B0604030504040204" pitchFamily="34" charset="0"/>
              </a:rPr>
            </a:fld>
            <a:endParaRPr lang="en-US" altLang="zh-CN" dirty="0">
              <a:latin typeface="Tahoma" panose="020B0604030504040204" pitchFamily="34" charset="0"/>
            </a:endParaRPr>
          </a:p>
        </p:txBody>
      </p:sp>
    </p:spTree>
  </p:cSld>
  <p:clrMapOvr>
    <a:masterClrMapping/>
  </p:clrMapOv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827088" y="404813"/>
            <a:ext cx="7793037" cy="1143000"/>
          </a:xfrm>
        </p:spPr>
        <p:txBody>
          <a:bodyPr/>
          <a:lstStyle/>
          <a:p>
            <a:r>
              <a:rPr lang="en-US" altLang="zh-CN" noProof="1"/>
              <a:t>Click to edit Master title style</a:t>
            </a:r>
            <a:endParaRPr lang="zh-CN" altLang="en-US" noProof="1"/>
          </a:p>
        </p:txBody>
      </p:sp>
      <p:sp>
        <p:nvSpPr>
          <p:cNvPr id="3" name="Content Placeholder 2"/>
          <p:cNvSpPr>
            <a:spLocks noGrp="1"/>
          </p:cNvSpPr>
          <p:nvPr>
            <p:ph sz="half" idx="1"/>
          </p:nvPr>
        </p:nvSpPr>
        <p:spPr>
          <a:xfrm>
            <a:off x="827088" y="1700213"/>
            <a:ext cx="3810000" cy="460851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ltLang="zh-CN" noProof="1"/>
              <a:t>Click to edit Master text styles</a:t>
            </a:r>
            <a:endParaRPr lang="en-US" altLang="zh-CN" noProof="1"/>
          </a:p>
          <a:p>
            <a:pPr lvl="1"/>
            <a:r>
              <a:rPr lang="en-US" altLang="zh-CN" noProof="1"/>
              <a:t>Second level</a:t>
            </a:r>
            <a:endParaRPr lang="en-US" altLang="zh-CN" noProof="1"/>
          </a:p>
          <a:p>
            <a:pPr lvl="2"/>
            <a:r>
              <a:rPr lang="en-US" altLang="zh-CN" noProof="1"/>
              <a:t>Third level</a:t>
            </a:r>
            <a:endParaRPr lang="en-US" altLang="zh-CN" noProof="1"/>
          </a:p>
          <a:p>
            <a:pPr lvl="3"/>
            <a:r>
              <a:rPr lang="en-US" altLang="zh-CN" noProof="1"/>
              <a:t>Fourth level</a:t>
            </a:r>
            <a:endParaRPr lang="en-US" altLang="zh-CN" noProof="1"/>
          </a:p>
          <a:p>
            <a:pPr lvl="4"/>
            <a:r>
              <a:rPr lang="en-US" altLang="zh-CN" noProof="1"/>
              <a:t>Fifth level</a:t>
            </a:r>
            <a:endParaRPr lang="zh-CN" altLang="en-US" noProof="1"/>
          </a:p>
        </p:txBody>
      </p:sp>
      <p:sp>
        <p:nvSpPr>
          <p:cNvPr id="4" name="Content Placeholder 3"/>
          <p:cNvSpPr>
            <a:spLocks noGrp="1"/>
          </p:cNvSpPr>
          <p:nvPr>
            <p:ph sz="half" idx="2"/>
          </p:nvPr>
        </p:nvSpPr>
        <p:spPr>
          <a:xfrm>
            <a:off x="4789488" y="1700213"/>
            <a:ext cx="3810000" cy="460851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ltLang="zh-CN" noProof="1"/>
              <a:t>Click to edit Master text styles</a:t>
            </a:r>
            <a:endParaRPr lang="en-US" altLang="zh-CN" noProof="1"/>
          </a:p>
          <a:p>
            <a:pPr lvl="1"/>
            <a:r>
              <a:rPr lang="en-US" altLang="zh-CN" noProof="1"/>
              <a:t>Second level</a:t>
            </a:r>
            <a:endParaRPr lang="en-US" altLang="zh-CN" noProof="1"/>
          </a:p>
          <a:p>
            <a:pPr lvl="2"/>
            <a:r>
              <a:rPr lang="en-US" altLang="zh-CN" noProof="1"/>
              <a:t>Third level</a:t>
            </a:r>
            <a:endParaRPr lang="en-US" altLang="zh-CN" noProof="1"/>
          </a:p>
          <a:p>
            <a:pPr lvl="3"/>
            <a:r>
              <a:rPr lang="en-US" altLang="zh-CN" noProof="1"/>
              <a:t>Fourth level</a:t>
            </a:r>
            <a:endParaRPr lang="en-US" altLang="zh-CN" noProof="1"/>
          </a:p>
          <a:p>
            <a:pPr lvl="4"/>
            <a:r>
              <a:rPr lang="en-US" altLang="zh-CN" noProof="1"/>
              <a:t>Fifth level</a:t>
            </a:r>
            <a:endParaRPr lang="zh-CN" altLang="en-US" noProof="1"/>
          </a:p>
        </p:txBody>
      </p:sp>
      <p:sp>
        <p:nvSpPr>
          <p:cNvPr id="5" name="日期占位符 4"/>
          <p:cNvSpPr>
            <a:spLocks noGrp="1"/>
          </p:cNvSpPr>
          <p:nvPr>
            <p:ph type="dt" sz="half" idx="10"/>
          </p:nvPr>
        </p:nvSpPr>
        <p:spPr/>
        <p:txBody>
          <a:bodyPr/>
          <a:p>
            <a:pPr marL="0" marR="0" lvl="0" indent="0" algn="l" defTabSz="914400" rtl="0" eaLnBrk="1" fontAlgn="auto" latinLnBrk="0" hangingPunct="1">
              <a:lnSpc>
                <a:spcPct val="100000"/>
              </a:lnSpc>
              <a:spcBef>
                <a:spcPct val="0"/>
              </a:spcBef>
              <a:spcAft>
                <a:spcPts val="0"/>
              </a:spcAft>
              <a:buClrTx/>
              <a:buSzTx/>
              <a:buFontTx/>
              <a:buNone/>
              <a:defRPr/>
            </a:pPr>
            <a:fld id="{2E9ACB20-A241-411F-901D-6A35323F9D3B}" type="datetimeFigureOut">
              <a:rPr kumimoji="0" lang="zh-CN" altLang="en-US" sz="1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rPr>
            </a:fld>
            <a:endParaRPr kumimoji="0" lang="zh-CN" altLang="en-US" sz="1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6" name="页脚占位符 5"/>
          <p:cNvSpPr>
            <a:spLocks noGrp="1"/>
          </p:cNvSpPr>
          <p:nvPr>
            <p:ph type="ftr" sz="quarter" idx="11"/>
          </p:nvPr>
        </p:nvSpPr>
        <p:spPr/>
        <p:txBody>
          <a:bodyPr/>
          <a:p>
            <a:pPr marL="0" marR="0" lvl="0" indent="0" algn="l" defTabSz="914400" rtl="0" eaLnBrk="1" fontAlgn="auto" latinLnBrk="0" hangingPunct="1">
              <a:lnSpc>
                <a:spcPct val="100000"/>
              </a:lnSpc>
              <a:spcBef>
                <a:spcPct val="0"/>
              </a:spcBef>
              <a:spcAft>
                <a:spcPts val="0"/>
              </a:spcAft>
              <a:buClrTx/>
              <a:buSzTx/>
              <a:buFontTx/>
              <a:buNone/>
              <a:defRPr/>
            </a:pPr>
            <a:endParaRPr kumimoji="0" lang="zh-CN" altLang="en-US" sz="1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p>
            <a:pPr lvl="0" eaLnBrk="1" hangingPunct="1">
              <a:buNone/>
            </a:pPr>
            <a:fld id="{9A0DB2DC-4C9A-4742-B13C-FB6460FD3503}" type="slidenum">
              <a:rPr lang="en-US" altLang="en-US" dirty="0"/>
            </a:fld>
            <a:endParaRPr lang="en-US" altLang="en-US" dirty="0">
              <a:latin typeface="Arial" panose="020B0604020202020204" pitchFamily="34" charset="0"/>
            </a:endParaRPr>
          </a:p>
        </p:txBody>
      </p:sp>
    </p:spTree>
  </p:cSld>
  <p:clrMapOvr>
    <a:masterClrMapping/>
  </p:clrMapOv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p>
            <a:pPr marL="0" marR="0" lvl="0" indent="0" algn="l" defTabSz="914400" rtl="0" eaLnBrk="1" fontAlgn="auto" latinLnBrk="0" hangingPunct="1">
              <a:lnSpc>
                <a:spcPct val="100000"/>
              </a:lnSpc>
              <a:spcBef>
                <a:spcPct val="0"/>
              </a:spcBef>
              <a:spcAft>
                <a:spcPts val="0"/>
              </a:spcAft>
              <a:buClrTx/>
              <a:buSzTx/>
              <a:buFontTx/>
              <a:buNone/>
              <a:defRPr/>
            </a:pPr>
            <a:fld id="{2E9ACB20-A241-411F-901D-6A35323F9D3B}" type="datetimeFigureOut">
              <a:rPr kumimoji="0" lang="zh-CN" altLang="en-US" sz="1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rPr>
            </a:fld>
            <a:endParaRPr kumimoji="0" lang="zh-CN" altLang="en-US" sz="1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3" name="页脚占位符 2"/>
          <p:cNvSpPr>
            <a:spLocks noGrp="1"/>
          </p:cNvSpPr>
          <p:nvPr>
            <p:ph type="ftr" sz="quarter" idx="11"/>
          </p:nvPr>
        </p:nvSpPr>
        <p:spPr/>
        <p:txBody>
          <a:bodyPr/>
          <a:p>
            <a:pPr marL="0" marR="0" lvl="0" indent="0" algn="l" defTabSz="914400" rtl="0" eaLnBrk="1" fontAlgn="auto" latinLnBrk="0" hangingPunct="1">
              <a:lnSpc>
                <a:spcPct val="100000"/>
              </a:lnSpc>
              <a:spcBef>
                <a:spcPct val="0"/>
              </a:spcBef>
              <a:spcAft>
                <a:spcPts val="0"/>
              </a:spcAft>
              <a:buClrTx/>
              <a:buSzTx/>
              <a:buFontTx/>
              <a:buNone/>
              <a:defRPr/>
            </a:pPr>
            <a:endParaRPr kumimoji="0" lang="zh-CN" altLang="en-US" sz="1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4" name="灯片编号占位符 3"/>
          <p:cNvSpPr>
            <a:spLocks noGrp="1"/>
          </p:cNvSpPr>
          <p:nvPr>
            <p:ph type="sldNum" sz="quarter" idx="12"/>
          </p:nvPr>
        </p:nvSpPr>
        <p:spPr/>
        <p:txBody>
          <a:bodyPr/>
          <a:p>
            <a:pPr lvl="0" eaLnBrk="1" hangingPunct="1">
              <a:buNone/>
            </a:pPr>
            <a:fld id="{9A0DB2DC-4C9A-4742-B13C-FB6460FD3503}" type="slidenum">
              <a:rPr lang="en-US" altLang="en-US" dirty="0"/>
            </a:fld>
            <a:endParaRPr lang="en-US" altLang="en-US" dirty="0">
              <a:latin typeface="Arial" panose="020B0604020202020204" pitchFamily="34" charset="0"/>
            </a:endParaRPr>
          </a:p>
        </p:txBody>
      </p:sp>
    </p:spTree>
  </p:cSld>
  <p:clrMapOvr>
    <a:masterClrMapping/>
  </p:clrMapOv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
  <p:cSld name="标题幻灯片">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p:spPr>
        <p:txBody>
          <a:bodyPr/>
          <a:lstStyle/>
          <a:p>
            <a:r>
              <a:rPr lang="zh-CN" altLang="en-US" noProof="1"/>
              <a:t>单击此处编辑母版标题样式</a:t>
            </a:r>
            <a:endParaRPr lang="zh-CN" altLang="en-US" noProof="1"/>
          </a:p>
        </p:txBody>
      </p:sp>
      <p:sp>
        <p:nvSpPr>
          <p:cNvPr id="3" name="副标题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noProof="1"/>
              <a:t>单击此处编辑母版副标题样式</a:t>
            </a:r>
            <a:endParaRPr lang="zh-CN" altLang="en-US" noProof="1"/>
          </a:p>
        </p:txBody>
      </p:sp>
      <p:sp>
        <p:nvSpPr>
          <p:cNvPr id="17" name="日期占位符 3"/>
          <p:cNvSpPr>
            <a:spLocks noGrp="1"/>
          </p:cNvSpPr>
          <p:nvPr>
            <p:ph type="dt" sz="half" idx="2"/>
          </p:nvPr>
        </p:nvSpPr>
        <p:spPr bwMode="auto">
          <a:xfrm>
            <a:off x="914400" y="6324600"/>
            <a:ext cx="1905000" cy="457200"/>
          </a:xfrm>
          <a:prstGeom prst="rect">
            <a:avLst/>
          </a:prstGeom>
          <a:ln>
            <a:miter lim="800000"/>
          </a:ln>
        </p:spPr>
        <p:txBody>
          <a:bodyPr vert="horz" wrap="square" lIns="91440" tIns="45720" rIns="91440" bIns="45720" numCol="1" anchor="b" anchorCtr="0" compatLnSpc="1"/>
          <a:lstStyle>
            <a:lvl1pPr>
              <a:defRPr/>
            </a:lvl1pPr>
          </a:lstStyle>
          <a:p>
            <a:pPr marL="0" marR="0" lvl="0" indent="0" algn="l" defTabSz="914400" rtl="0" eaLnBrk="1" fontAlgn="auto" latinLnBrk="0" hangingPunct="1">
              <a:lnSpc>
                <a:spcPct val="100000"/>
              </a:lnSpc>
              <a:spcBef>
                <a:spcPct val="0"/>
              </a:spcBef>
              <a:spcAft>
                <a:spcPts val="0"/>
              </a:spcAft>
              <a:buClrTx/>
              <a:buSzTx/>
              <a:buFontTx/>
              <a:buNone/>
              <a:defRPr/>
            </a:pPr>
            <a:endParaRPr kumimoji="0" lang="en-US" altLang="ko-KR" sz="1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18" name="页脚占位符 4"/>
          <p:cNvSpPr>
            <a:spLocks noGrp="1"/>
          </p:cNvSpPr>
          <p:nvPr>
            <p:ph type="ftr" sz="quarter" idx="3"/>
          </p:nvPr>
        </p:nvSpPr>
        <p:spPr bwMode="auto">
          <a:xfrm>
            <a:off x="3352800" y="6324600"/>
            <a:ext cx="2895600" cy="457200"/>
          </a:xfrm>
          <a:prstGeom prst="rect">
            <a:avLst/>
          </a:prstGeom>
          <a:ln>
            <a:miter lim="800000"/>
          </a:ln>
        </p:spPr>
        <p:txBody>
          <a:bodyPr vert="horz" wrap="square" lIns="91440" tIns="45720" rIns="91440" bIns="45720" numCol="1" anchor="b" anchorCtr="0" compatLnSpc="1"/>
          <a:lstStyle>
            <a:lvl1pPr>
              <a:defRPr/>
            </a:lvl1pPr>
          </a:lstStyle>
          <a:p>
            <a:pPr marL="0" marR="0" lvl="0" indent="0" algn="l" defTabSz="914400" rtl="0" eaLnBrk="1" fontAlgn="auto" latinLnBrk="0" hangingPunct="1">
              <a:lnSpc>
                <a:spcPct val="100000"/>
              </a:lnSpc>
              <a:spcBef>
                <a:spcPct val="0"/>
              </a:spcBef>
              <a:spcAft>
                <a:spcPts val="0"/>
              </a:spcAft>
              <a:buClrTx/>
              <a:buSzTx/>
              <a:buFontTx/>
              <a:buNone/>
              <a:defRPr/>
            </a:pPr>
            <a:endParaRPr kumimoji="0" lang="en-US" altLang="ko-KR" sz="1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19" name="灯片编号占位符 5"/>
          <p:cNvSpPr>
            <a:spLocks noGrp="1"/>
          </p:cNvSpPr>
          <p:nvPr>
            <p:ph type="sldNum" sz="quarter" idx="4"/>
          </p:nvPr>
        </p:nvSpPr>
        <p:spPr bwMode="auto">
          <a:xfrm>
            <a:off x="6781800" y="6324600"/>
            <a:ext cx="1905000" cy="457200"/>
          </a:xfrm>
          <a:prstGeom prst="rect">
            <a:avLst/>
          </a:prstGeom>
          <a:ln>
            <a:miter lim="800000"/>
          </a:ln>
        </p:spPr>
        <p:txBody>
          <a:bodyPr vert="horz" wrap="square" lIns="91440" tIns="45720" rIns="91440" bIns="45720" numCol="1" anchor="b" anchorCtr="0" compatLnSpc="1"/>
          <a:p>
            <a:pPr algn="r" eaLnBrk="1" hangingPunct="1">
              <a:buNone/>
            </a:pPr>
            <a:fld id="{9A0DB2DC-4C9A-4742-B13C-FB6460FD3503}" type="slidenum">
              <a:rPr lang="en-US" altLang="en-US" dirty="0">
                <a:latin typeface="Tahoma" panose="020B0604030504040204" pitchFamily="34" charset="0"/>
              </a:rPr>
            </a:fld>
            <a:endParaRPr lang="en-US" altLang="en-US" dirty="0">
              <a:latin typeface="Tahoma" panose="020B0604030504040204" pitchFamily="34" charset="0"/>
            </a:endParaRPr>
          </a:p>
        </p:txBody>
      </p:sp>
    </p:spTree>
  </p:cSld>
  <p:clrMapOvr>
    <a:masterClrMapping/>
  </p:clrMapOv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p>
            <a:pPr marL="0" marR="0" lvl="0" indent="0" algn="l" defTabSz="914400" rtl="0" eaLnBrk="1" fontAlgn="auto" latinLnBrk="0" hangingPunct="1">
              <a:lnSpc>
                <a:spcPct val="100000"/>
              </a:lnSpc>
              <a:spcBef>
                <a:spcPct val="0"/>
              </a:spcBef>
              <a:spcAft>
                <a:spcPts val="0"/>
              </a:spcAft>
              <a:buClrTx/>
              <a:buSzTx/>
              <a:buFontTx/>
              <a:buNone/>
              <a:defRPr/>
            </a:pPr>
            <a:fld id="{E1773574-F668-4588-86FA-9BA694240A52}" type="datetimeFigureOut">
              <a:rPr kumimoji="0" lang="zh-CN" altLang="en-US" sz="1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rPr>
            </a:fld>
            <a:endParaRPr kumimoji="0" lang="zh-CN" altLang="en-US" sz="1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3" name="页脚占位符 2"/>
          <p:cNvSpPr>
            <a:spLocks noGrp="1"/>
          </p:cNvSpPr>
          <p:nvPr>
            <p:ph type="ftr" sz="quarter" idx="11"/>
          </p:nvPr>
        </p:nvSpPr>
        <p:spPr/>
        <p:txBody>
          <a:bodyPr/>
          <a:p>
            <a:pPr marL="0" marR="0" lvl="0" indent="0" algn="l" defTabSz="914400" rtl="0" eaLnBrk="1" fontAlgn="auto" latinLnBrk="0" hangingPunct="1">
              <a:lnSpc>
                <a:spcPct val="100000"/>
              </a:lnSpc>
              <a:spcBef>
                <a:spcPct val="0"/>
              </a:spcBef>
              <a:spcAft>
                <a:spcPts val="0"/>
              </a:spcAft>
              <a:buClrTx/>
              <a:buSzTx/>
              <a:buFontTx/>
              <a:buNone/>
              <a:defRPr/>
            </a:pPr>
            <a:endParaRPr kumimoji="0" lang="zh-CN" altLang="en-US" sz="1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4" name="灯片编号占位符 3"/>
          <p:cNvSpPr>
            <a:spLocks noGrp="1"/>
          </p:cNvSpPr>
          <p:nvPr>
            <p:ph type="sldNum" sz="quarter" idx="12"/>
          </p:nvPr>
        </p:nvSpPr>
        <p:spPr/>
        <p:txBody>
          <a:bodyPr/>
          <a:p>
            <a:pPr lvl="0" eaLnBrk="1" hangingPunct="1">
              <a:buNone/>
            </a:pPr>
            <a:fld id="{9A0DB2DC-4C9A-4742-B13C-FB6460FD3503}" type="slidenum">
              <a:rPr lang="en-US" altLang="en-US" dirty="0"/>
            </a:fld>
            <a:endParaRPr lang="en-US" altLang="en-US" dirty="0">
              <a:latin typeface="Arial" panose="020B0604020202020204" pitchFamily="34" charset="0"/>
            </a:endParaRPr>
          </a:p>
        </p:txBody>
      </p:sp>
    </p:spTree>
  </p:cSld>
  <p:clrMapOvr>
    <a:masterClrMapping/>
  </p:clrMapOv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自定义版式">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p>
            <a:pPr marL="0" marR="0" lvl="0" indent="0" algn="l" defTabSz="914400" rtl="0" eaLnBrk="1" fontAlgn="auto" latinLnBrk="0" hangingPunct="1">
              <a:lnSpc>
                <a:spcPct val="100000"/>
              </a:lnSpc>
              <a:spcBef>
                <a:spcPct val="0"/>
              </a:spcBef>
              <a:spcAft>
                <a:spcPts val="0"/>
              </a:spcAft>
              <a:buClrTx/>
              <a:buSzTx/>
              <a:buFontTx/>
              <a:buNone/>
              <a:defRPr/>
            </a:pPr>
            <a:fld id="{E1773574-F668-4588-86FA-9BA694240A52}" type="datetimeFigureOut">
              <a:rPr kumimoji="0" lang="zh-CN" altLang="en-US" sz="1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rPr>
            </a:fld>
            <a:endParaRPr kumimoji="0" lang="zh-CN" altLang="en-US" sz="1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3" name="页脚占位符 2"/>
          <p:cNvSpPr>
            <a:spLocks noGrp="1"/>
          </p:cNvSpPr>
          <p:nvPr>
            <p:ph type="ftr" sz="quarter" idx="11"/>
          </p:nvPr>
        </p:nvSpPr>
        <p:spPr/>
        <p:txBody>
          <a:bodyPr/>
          <a:p>
            <a:pPr marL="0" marR="0" lvl="0" indent="0" algn="l" defTabSz="914400" rtl="0" eaLnBrk="1" fontAlgn="auto" latinLnBrk="0" hangingPunct="1">
              <a:lnSpc>
                <a:spcPct val="100000"/>
              </a:lnSpc>
              <a:spcBef>
                <a:spcPct val="0"/>
              </a:spcBef>
              <a:spcAft>
                <a:spcPts val="0"/>
              </a:spcAft>
              <a:buClrTx/>
              <a:buSzTx/>
              <a:buFontTx/>
              <a:buNone/>
              <a:defRPr/>
            </a:pPr>
            <a:endParaRPr kumimoji="0" lang="zh-CN" altLang="en-US" sz="1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4" name="灯片编号占位符 3"/>
          <p:cNvSpPr>
            <a:spLocks noGrp="1"/>
          </p:cNvSpPr>
          <p:nvPr>
            <p:ph type="sldNum" sz="quarter" idx="12"/>
          </p:nvPr>
        </p:nvSpPr>
        <p:spPr/>
        <p:txBody>
          <a:bodyPr/>
          <a:p>
            <a:pPr lvl="0" eaLnBrk="1" hangingPunct="1">
              <a:buNone/>
            </a:pPr>
            <a:fld id="{9A0DB2DC-4C9A-4742-B13C-FB6460FD3503}" type="slidenum">
              <a:rPr lang="en-US" altLang="en-US" dirty="0"/>
            </a:fld>
            <a:endParaRPr lang="en-US" altLang="en-US" dirty="0">
              <a:latin typeface="Arial" panose="020B0604020202020204" pitchFamily="34" charset="0"/>
            </a:endParaRPr>
          </a:p>
        </p:txBody>
      </p:sp>
    </p:spTree>
  </p:cSld>
  <p:clrMapOvr>
    <a:masterClrMapping/>
  </p:clrMapOv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obj">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solidFill>
                  <a:srgbClr val="FF0000"/>
                </a:solidFill>
              </a:defRPr>
            </a:lvl1pPr>
          </a:lstStyle>
          <a:p>
            <a:r>
              <a:rPr lang="zh-CN" altLang="en-US" noProof="1"/>
              <a:t>单击此处编辑母版标题样式</a:t>
            </a:r>
            <a:endParaRPr lang="en-US" noProof="1"/>
          </a:p>
        </p:txBody>
      </p:sp>
      <p:sp>
        <p:nvSpPr>
          <p:cNvPr id="8" name="内容占位符 7"/>
          <p:cNvSpPr>
            <a:spLocks noGrp="1"/>
          </p:cNvSpPr>
          <p:nvPr>
            <p:ph sz="quarter" idx="1"/>
          </p:nvPr>
        </p:nvSpPr>
        <p:spPr>
          <a:xfrm>
            <a:off x="914400" y="1447800"/>
            <a:ext cx="7772400" cy="4572000"/>
          </a:xfrm>
        </p:spPr>
        <p:txBody>
          <a:bodyPr/>
          <a:lstStyle>
            <a:lvl1pPr>
              <a:defRPr b="1" i="0" baseline="0"/>
            </a:lvl1pPr>
            <a:lvl2pPr>
              <a:defRPr b="1" i="0" baseline="0"/>
            </a:lvl2pPr>
            <a:lvl3pPr>
              <a:defRPr b="1" i="0" baseline="0"/>
            </a:lvl3pPr>
            <a:lvl4pPr>
              <a:defRPr b="1" i="0" baseline="0"/>
            </a:lvl4pPr>
            <a:lvl5pPr>
              <a:defRPr b="1" i="0" baseline="0"/>
            </a:lvl5p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en-US" noProof="1"/>
          </a:p>
        </p:txBody>
      </p:sp>
      <p:sp>
        <p:nvSpPr>
          <p:cNvPr id="3" name="日期占位符 2"/>
          <p:cNvSpPr>
            <a:spLocks noGrp="1"/>
          </p:cNvSpPr>
          <p:nvPr>
            <p:ph type="dt" sz="half" idx="10"/>
          </p:nvPr>
        </p:nvSpPr>
        <p:spPr/>
        <p:txBody>
          <a:bodyPr/>
          <a:p>
            <a:pPr marL="0" marR="0" lvl="0" indent="0" algn="l" defTabSz="914400" rtl="0" eaLnBrk="1" fontAlgn="auto" latinLnBrk="0" hangingPunct="1">
              <a:lnSpc>
                <a:spcPct val="100000"/>
              </a:lnSpc>
              <a:spcBef>
                <a:spcPct val="0"/>
              </a:spcBef>
              <a:spcAft>
                <a:spcPts val="0"/>
              </a:spcAft>
              <a:buClrTx/>
              <a:buSzTx/>
              <a:buFontTx/>
              <a:buNone/>
              <a:defRPr/>
            </a:pPr>
            <a:fld id="{E1773574-F668-4588-86FA-9BA694240A52}" type="datetimeFigureOut">
              <a:rPr kumimoji="0" lang="zh-CN" altLang="en-US" sz="1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rPr>
            </a:fld>
            <a:endParaRPr kumimoji="0" lang="zh-CN" altLang="en-US" sz="1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4" name="页脚占位符 3"/>
          <p:cNvSpPr>
            <a:spLocks noGrp="1"/>
          </p:cNvSpPr>
          <p:nvPr>
            <p:ph type="ftr" sz="quarter" idx="11"/>
          </p:nvPr>
        </p:nvSpPr>
        <p:spPr/>
        <p:txBody>
          <a:bodyPr/>
          <a:p>
            <a:pPr marL="0" marR="0" lvl="0" indent="0" algn="l" defTabSz="914400" rtl="0" eaLnBrk="1" fontAlgn="auto" latinLnBrk="0" hangingPunct="1">
              <a:lnSpc>
                <a:spcPct val="100000"/>
              </a:lnSpc>
              <a:spcBef>
                <a:spcPct val="0"/>
              </a:spcBef>
              <a:spcAft>
                <a:spcPts val="0"/>
              </a:spcAft>
              <a:buClrTx/>
              <a:buSzTx/>
              <a:buFontTx/>
              <a:buNone/>
              <a:defRPr/>
            </a:pPr>
            <a:endParaRPr kumimoji="0" lang="zh-CN" altLang="en-US" sz="1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5" name="灯片编号占位符 4"/>
          <p:cNvSpPr>
            <a:spLocks noGrp="1"/>
          </p:cNvSpPr>
          <p:nvPr>
            <p:ph type="sldNum" sz="quarter" idx="12"/>
          </p:nvPr>
        </p:nvSpPr>
        <p:spPr/>
        <p:txBody>
          <a:bodyPr/>
          <a:p>
            <a:pPr lvl="0" eaLnBrk="1" hangingPunct="1">
              <a:buNone/>
            </a:pPr>
            <a:fld id="{9A0DB2DC-4C9A-4742-B13C-FB6460FD3503}" type="slidenum">
              <a:rPr lang="en-US" altLang="en-US" dirty="0"/>
            </a:fld>
            <a:endParaRPr lang="en-US" altLang="en-US" dirty="0">
              <a:latin typeface="Arial" panose="020B0604020202020204" pitchFamily="34" charset="0"/>
            </a:endParaRPr>
          </a:p>
        </p:txBody>
      </p:sp>
    </p:spTree>
  </p:cSld>
  <p:clrMapOvr>
    <a:masterClrMapping/>
  </p:clrMapOv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txAndObj">
  <p:cSld name="标题，文本与内容">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468313" y="44450"/>
            <a:ext cx="8229600" cy="1143000"/>
          </a:xfrm>
        </p:spPr>
        <p:txBody>
          <a:bodyPr/>
          <a:lstStyle/>
          <a:p>
            <a:r>
              <a:rPr lang="zh-CN" altLang="en-US" noProof="1"/>
              <a:t>单击此处编辑母版标题样式</a:t>
            </a:r>
            <a:endParaRPr lang="zh-CN" altLang="en-US" noProof="1"/>
          </a:p>
        </p:txBody>
      </p:sp>
      <p:sp>
        <p:nvSpPr>
          <p:cNvPr id="3" name="文本占位符 2"/>
          <p:cNvSpPr>
            <a:spLocks noGrp="1"/>
          </p:cNvSpPr>
          <p:nvPr>
            <p:ph type="body" sz="half" idx="1"/>
          </p:nvPr>
        </p:nvSpPr>
        <p:spPr>
          <a:xfrm>
            <a:off x="457200" y="1600200"/>
            <a:ext cx="4038600" cy="4525963"/>
          </a:xfrm>
        </p:spPr>
        <p:txBody>
          <a:body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4" name="内容占位符 3"/>
          <p:cNvSpPr>
            <a:spLocks noGrp="1"/>
          </p:cNvSpPr>
          <p:nvPr>
            <p:ph sz="half" idx="2"/>
          </p:nvPr>
        </p:nvSpPr>
        <p:spPr>
          <a:xfrm>
            <a:off x="4648200" y="1600200"/>
            <a:ext cx="4038600" cy="4525963"/>
          </a:xfrm>
        </p:spPr>
        <p:txBody>
          <a:body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17" name="日期占位符 4"/>
          <p:cNvSpPr>
            <a:spLocks noGrp="1"/>
          </p:cNvSpPr>
          <p:nvPr>
            <p:ph type="dt" sz="half" idx="12"/>
          </p:nvPr>
        </p:nvSpPr>
        <p:spPr bwMode="auto">
          <a:xfrm>
            <a:off x="457200" y="6245225"/>
            <a:ext cx="2133600" cy="476250"/>
          </a:xfrm>
          <a:prstGeom prst="rect">
            <a:avLst/>
          </a:prstGeom>
          <a:ln>
            <a:miter lim="800000"/>
          </a:ln>
        </p:spPr>
        <p:txBody>
          <a:bodyPr vert="horz" wrap="square" lIns="91440" tIns="45720" rIns="91440" bIns="45720" numCol="1" anchor="b" anchorCtr="0" compatLnSpc="1"/>
          <a:lstStyle>
            <a:lvl1pPr>
              <a:defRPr/>
            </a:lvl1pPr>
          </a:lstStyle>
          <a:p>
            <a:pPr marL="0" marR="0" lvl="0" indent="0" algn="l" defTabSz="914400" rtl="0" eaLnBrk="1" fontAlgn="auto" latinLnBrk="0" hangingPunct="1">
              <a:lnSpc>
                <a:spcPct val="100000"/>
              </a:lnSpc>
              <a:spcBef>
                <a:spcPct val="0"/>
              </a:spcBef>
              <a:spcAft>
                <a:spcPts val="0"/>
              </a:spcAft>
              <a:buClrTx/>
              <a:buSzTx/>
              <a:buFontTx/>
              <a:buNone/>
              <a:defRPr/>
            </a:pPr>
            <a:endParaRPr kumimoji="0" lang="en-US" sz="1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18" name="页脚占位符 5"/>
          <p:cNvSpPr>
            <a:spLocks noGrp="1"/>
          </p:cNvSpPr>
          <p:nvPr>
            <p:ph type="ftr" sz="quarter" idx="3"/>
          </p:nvPr>
        </p:nvSpPr>
        <p:spPr bwMode="auto">
          <a:xfrm>
            <a:off x="3124200" y="6245225"/>
            <a:ext cx="2895600" cy="476250"/>
          </a:xfrm>
          <a:prstGeom prst="rect">
            <a:avLst/>
          </a:prstGeom>
          <a:ln>
            <a:miter lim="800000"/>
          </a:ln>
        </p:spPr>
        <p:txBody>
          <a:bodyPr vert="horz" wrap="square" lIns="91440" tIns="45720" rIns="91440" bIns="45720" numCol="1" anchor="b" anchorCtr="0" compatLnSpc="1"/>
          <a:lstStyle>
            <a:lvl1pPr>
              <a:defRPr/>
            </a:lvl1pPr>
          </a:lstStyle>
          <a:p>
            <a:pPr marL="0" marR="0" lvl="0" indent="0" algn="l" defTabSz="914400" rtl="0" eaLnBrk="1" fontAlgn="auto" latinLnBrk="0" hangingPunct="1">
              <a:lnSpc>
                <a:spcPct val="100000"/>
              </a:lnSpc>
              <a:spcBef>
                <a:spcPct val="0"/>
              </a:spcBef>
              <a:spcAft>
                <a:spcPts val="0"/>
              </a:spcAft>
              <a:buClrTx/>
              <a:buSzTx/>
              <a:buFontTx/>
              <a:buNone/>
              <a:defRPr/>
            </a:pPr>
            <a:endParaRPr kumimoji="0" lang="en-US" sz="1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19" name="灯片编号占位符 6"/>
          <p:cNvSpPr>
            <a:spLocks noGrp="1"/>
          </p:cNvSpPr>
          <p:nvPr>
            <p:ph type="sldNum" sz="quarter" idx="4"/>
          </p:nvPr>
        </p:nvSpPr>
        <p:spPr bwMode="auto">
          <a:xfrm>
            <a:off x="6553200" y="6245225"/>
            <a:ext cx="2133600" cy="476250"/>
          </a:xfrm>
          <a:prstGeom prst="rect">
            <a:avLst/>
          </a:prstGeom>
          <a:ln>
            <a:miter lim="800000"/>
          </a:ln>
        </p:spPr>
        <p:txBody>
          <a:bodyPr vert="horz" wrap="square" lIns="91440" tIns="45720" rIns="91440" bIns="45720" numCol="1" anchor="b" anchorCtr="0" compatLnSpc="1"/>
          <a:p>
            <a:pPr algn="r" eaLnBrk="1" hangingPunct="1">
              <a:buNone/>
            </a:pPr>
            <a:fld id="{9A0DB2DC-4C9A-4742-B13C-FB6460FD3503}" type="slidenum">
              <a:rPr lang="en-US" altLang="zh-CN" dirty="0">
                <a:latin typeface="Tahoma" panose="020B0604030504040204" pitchFamily="34" charset="0"/>
              </a:rPr>
            </a:fld>
            <a:endParaRPr lang="en-US" altLang="zh-CN" dirty="0">
              <a:latin typeface="Tahoma" panose="020B0604030504040204" pitchFamily="34" charset="0"/>
            </a:endParaRPr>
          </a:p>
        </p:txBody>
      </p:sp>
    </p:spTree>
  </p:cSld>
  <p:clrMapOvr>
    <a:masterClrMapping/>
  </p:clrMapOv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827088" y="404813"/>
            <a:ext cx="7793037" cy="1143000"/>
          </a:xfrm>
        </p:spPr>
        <p:txBody>
          <a:bodyPr/>
          <a:lstStyle/>
          <a:p>
            <a:r>
              <a:rPr lang="en-US" altLang="zh-CN" noProof="1"/>
              <a:t>Click to edit Master title style</a:t>
            </a:r>
            <a:endParaRPr lang="zh-CN" altLang="en-US" noProof="1"/>
          </a:p>
        </p:txBody>
      </p:sp>
      <p:sp>
        <p:nvSpPr>
          <p:cNvPr id="3" name="Content Placeholder 2"/>
          <p:cNvSpPr>
            <a:spLocks noGrp="1"/>
          </p:cNvSpPr>
          <p:nvPr>
            <p:ph sz="half" idx="1"/>
          </p:nvPr>
        </p:nvSpPr>
        <p:spPr>
          <a:xfrm>
            <a:off x="827088" y="1700213"/>
            <a:ext cx="3810000" cy="460851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ltLang="zh-CN" noProof="1"/>
              <a:t>Click to edit Master text styles</a:t>
            </a:r>
            <a:endParaRPr lang="en-US" altLang="zh-CN" noProof="1"/>
          </a:p>
          <a:p>
            <a:pPr lvl="1"/>
            <a:r>
              <a:rPr lang="en-US" altLang="zh-CN" noProof="1"/>
              <a:t>Second level</a:t>
            </a:r>
            <a:endParaRPr lang="en-US" altLang="zh-CN" noProof="1"/>
          </a:p>
          <a:p>
            <a:pPr lvl="2"/>
            <a:r>
              <a:rPr lang="en-US" altLang="zh-CN" noProof="1"/>
              <a:t>Third level</a:t>
            </a:r>
            <a:endParaRPr lang="en-US" altLang="zh-CN" noProof="1"/>
          </a:p>
          <a:p>
            <a:pPr lvl="3"/>
            <a:r>
              <a:rPr lang="en-US" altLang="zh-CN" noProof="1"/>
              <a:t>Fourth level</a:t>
            </a:r>
            <a:endParaRPr lang="en-US" altLang="zh-CN" noProof="1"/>
          </a:p>
          <a:p>
            <a:pPr lvl="4"/>
            <a:r>
              <a:rPr lang="en-US" altLang="zh-CN" noProof="1"/>
              <a:t>Fifth level</a:t>
            </a:r>
            <a:endParaRPr lang="zh-CN" altLang="en-US" noProof="1"/>
          </a:p>
        </p:txBody>
      </p:sp>
      <p:sp>
        <p:nvSpPr>
          <p:cNvPr id="4" name="Content Placeholder 3"/>
          <p:cNvSpPr>
            <a:spLocks noGrp="1"/>
          </p:cNvSpPr>
          <p:nvPr>
            <p:ph sz="half" idx="2"/>
          </p:nvPr>
        </p:nvSpPr>
        <p:spPr>
          <a:xfrm>
            <a:off x="4789488" y="1700213"/>
            <a:ext cx="3810000" cy="460851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ltLang="zh-CN" noProof="1"/>
              <a:t>Click to edit Master text styles</a:t>
            </a:r>
            <a:endParaRPr lang="en-US" altLang="zh-CN" noProof="1"/>
          </a:p>
          <a:p>
            <a:pPr lvl="1"/>
            <a:r>
              <a:rPr lang="en-US" altLang="zh-CN" noProof="1"/>
              <a:t>Second level</a:t>
            </a:r>
            <a:endParaRPr lang="en-US" altLang="zh-CN" noProof="1"/>
          </a:p>
          <a:p>
            <a:pPr lvl="2"/>
            <a:r>
              <a:rPr lang="en-US" altLang="zh-CN" noProof="1"/>
              <a:t>Third level</a:t>
            </a:r>
            <a:endParaRPr lang="en-US" altLang="zh-CN" noProof="1"/>
          </a:p>
          <a:p>
            <a:pPr lvl="3"/>
            <a:r>
              <a:rPr lang="en-US" altLang="zh-CN" noProof="1"/>
              <a:t>Fourth level</a:t>
            </a:r>
            <a:endParaRPr lang="en-US" altLang="zh-CN" noProof="1"/>
          </a:p>
          <a:p>
            <a:pPr lvl="4"/>
            <a:r>
              <a:rPr lang="en-US" altLang="zh-CN" noProof="1"/>
              <a:t>Fifth level</a:t>
            </a:r>
            <a:endParaRPr lang="zh-CN" altLang="en-US" noProof="1"/>
          </a:p>
        </p:txBody>
      </p:sp>
      <p:sp>
        <p:nvSpPr>
          <p:cNvPr id="5" name="日期占位符 4"/>
          <p:cNvSpPr>
            <a:spLocks noGrp="1"/>
          </p:cNvSpPr>
          <p:nvPr>
            <p:ph type="dt" sz="half" idx="10"/>
          </p:nvPr>
        </p:nvSpPr>
        <p:spPr/>
        <p:txBody>
          <a:bodyPr/>
          <a:p>
            <a:pPr marL="0" marR="0" lvl="0" indent="0" algn="l" defTabSz="914400" rtl="0" eaLnBrk="1" fontAlgn="auto" latinLnBrk="0" hangingPunct="1">
              <a:lnSpc>
                <a:spcPct val="100000"/>
              </a:lnSpc>
              <a:spcBef>
                <a:spcPct val="0"/>
              </a:spcBef>
              <a:spcAft>
                <a:spcPts val="0"/>
              </a:spcAft>
              <a:buClrTx/>
              <a:buSzTx/>
              <a:buFontTx/>
              <a:buNone/>
              <a:defRPr/>
            </a:pPr>
            <a:fld id="{E1773574-F668-4588-86FA-9BA694240A52}" type="datetimeFigureOut">
              <a:rPr kumimoji="0" lang="zh-CN" altLang="en-US" sz="1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rPr>
            </a:fld>
            <a:endParaRPr kumimoji="0" lang="zh-CN" altLang="en-US" sz="1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6" name="页脚占位符 5"/>
          <p:cNvSpPr>
            <a:spLocks noGrp="1"/>
          </p:cNvSpPr>
          <p:nvPr>
            <p:ph type="ftr" sz="quarter" idx="11"/>
          </p:nvPr>
        </p:nvSpPr>
        <p:spPr/>
        <p:txBody>
          <a:bodyPr/>
          <a:p>
            <a:pPr marL="0" marR="0" lvl="0" indent="0" algn="l" defTabSz="914400" rtl="0" eaLnBrk="1" fontAlgn="auto" latinLnBrk="0" hangingPunct="1">
              <a:lnSpc>
                <a:spcPct val="100000"/>
              </a:lnSpc>
              <a:spcBef>
                <a:spcPct val="0"/>
              </a:spcBef>
              <a:spcAft>
                <a:spcPts val="0"/>
              </a:spcAft>
              <a:buClrTx/>
              <a:buSzTx/>
              <a:buFontTx/>
              <a:buNone/>
              <a:defRPr/>
            </a:pPr>
            <a:endParaRPr kumimoji="0" lang="zh-CN" altLang="en-US" sz="1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p>
            <a:pPr lvl="0" eaLnBrk="1" hangingPunct="1">
              <a:buNone/>
            </a:pPr>
            <a:fld id="{9A0DB2DC-4C9A-4742-B13C-FB6460FD3503}" type="slidenum">
              <a:rPr lang="en-US" altLang="en-US" dirty="0"/>
            </a:fld>
            <a:endParaRPr lang="en-US" altLang="en-US" dirty="0">
              <a:latin typeface="Arial" panose="020B0604020202020204" pitchFamily="34" charset="0"/>
            </a:endParaRPr>
          </a:p>
        </p:txBody>
      </p:sp>
    </p:spTree>
  </p:cSld>
  <p:clrMapOvr>
    <a:masterClrMapping/>
  </p:clrMapOvr>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p>
            <a:pPr marL="0" marR="0" lvl="0" indent="0" algn="l" defTabSz="914400" rtl="0" eaLnBrk="1" fontAlgn="auto" latinLnBrk="0" hangingPunct="1">
              <a:lnSpc>
                <a:spcPct val="100000"/>
              </a:lnSpc>
              <a:spcBef>
                <a:spcPct val="0"/>
              </a:spcBef>
              <a:spcAft>
                <a:spcPts val="0"/>
              </a:spcAft>
              <a:buClrTx/>
              <a:buSzTx/>
              <a:buFontTx/>
              <a:buNone/>
              <a:defRPr/>
            </a:pPr>
            <a:fld id="{E1773574-F668-4588-86FA-9BA694240A52}" type="datetimeFigureOut">
              <a:rPr kumimoji="0" lang="zh-CN" altLang="en-US" sz="1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rPr>
            </a:fld>
            <a:endParaRPr kumimoji="0" lang="zh-CN" altLang="en-US" sz="1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3" name="页脚占位符 2"/>
          <p:cNvSpPr>
            <a:spLocks noGrp="1"/>
          </p:cNvSpPr>
          <p:nvPr>
            <p:ph type="ftr" sz="quarter" idx="11"/>
          </p:nvPr>
        </p:nvSpPr>
        <p:spPr/>
        <p:txBody>
          <a:bodyPr/>
          <a:p>
            <a:pPr marL="0" marR="0" lvl="0" indent="0" algn="l" defTabSz="914400" rtl="0" eaLnBrk="1" fontAlgn="auto" latinLnBrk="0" hangingPunct="1">
              <a:lnSpc>
                <a:spcPct val="100000"/>
              </a:lnSpc>
              <a:spcBef>
                <a:spcPct val="0"/>
              </a:spcBef>
              <a:spcAft>
                <a:spcPts val="0"/>
              </a:spcAft>
              <a:buClrTx/>
              <a:buSzTx/>
              <a:buFontTx/>
              <a:buNone/>
              <a:defRPr/>
            </a:pPr>
            <a:endParaRPr kumimoji="0" lang="zh-CN" altLang="en-US" sz="1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4" name="灯片编号占位符 3"/>
          <p:cNvSpPr>
            <a:spLocks noGrp="1"/>
          </p:cNvSpPr>
          <p:nvPr>
            <p:ph type="sldNum" sz="quarter" idx="12"/>
          </p:nvPr>
        </p:nvSpPr>
        <p:spPr/>
        <p:txBody>
          <a:bodyPr/>
          <a:p>
            <a:pPr lvl="0" eaLnBrk="1" hangingPunct="1">
              <a:buNone/>
            </a:pPr>
            <a:fld id="{9A0DB2DC-4C9A-4742-B13C-FB6460FD3503}" type="slidenum">
              <a:rPr lang="en-US" altLang="en-US" dirty="0"/>
            </a:fld>
            <a:endParaRPr lang="en-US" altLang="en-US" dirty="0">
              <a:latin typeface="Arial" panose="020B0604020202020204" pitchFamily="34" charset="0"/>
            </a:endParaRPr>
          </a:p>
        </p:txBody>
      </p:sp>
    </p:spTree>
  </p:cSld>
  <p:clrMapOvr>
    <a:masterClrMapping/>
  </p:clrMapOvr>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cSld name="标题幻灯片">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p:spPr>
        <p:txBody>
          <a:bodyPr/>
          <a:lstStyle/>
          <a:p>
            <a:r>
              <a:rPr lang="zh-CN" altLang="en-US" noProof="1"/>
              <a:t>单击此处编辑母版标题样式</a:t>
            </a:r>
            <a:endParaRPr lang="zh-CN" altLang="en-US" noProof="1"/>
          </a:p>
        </p:txBody>
      </p:sp>
      <p:sp>
        <p:nvSpPr>
          <p:cNvPr id="3" name="副标题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noProof="1"/>
              <a:t>单击此处编辑母版副标题样式</a:t>
            </a:r>
            <a:endParaRPr lang="zh-CN" altLang="en-US" noProof="1"/>
          </a:p>
        </p:txBody>
      </p:sp>
      <p:sp>
        <p:nvSpPr>
          <p:cNvPr id="17" name="日期占位符 3"/>
          <p:cNvSpPr>
            <a:spLocks noGrp="1"/>
          </p:cNvSpPr>
          <p:nvPr>
            <p:ph type="dt" sz="half" idx="2"/>
          </p:nvPr>
        </p:nvSpPr>
        <p:spPr bwMode="auto">
          <a:xfrm>
            <a:off x="914400" y="6324600"/>
            <a:ext cx="1905000" cy="457200"/>
          </a:xfrm>
          <a:prstGeom prst="rect">
            <a:avLst/>
          </a:prstGeom>
          <a:ln>
            <a:miter lim="800000"/>
          </a:ln>
        </p:spPr>
        <p:txBody>
          <a:bodyPr vert="horz" wrap="square" lIns="91440" tIns="45720" rIns="91440" bIns="45720" numCol="1" anchor="b" anchorCtr="0" compatLnSpc="1"/>
          <a:lstStyle>
            <a:lvl1pPr>
              <a:defRPr/>
            </a:lvl1pPr>
          </a:lstStyle>
          <a:p>
            <a:pPr marL="0" marR="0" lvl="0" indent="0" algn="l" defTabSz="914400" rtl="0" eaLnBrk="1" fontAlgn="auto" latinLnBrk="0" hangingPunct="1">
              <a:lnSpc>
                <a:spcPct val="100000"/>
              </a:lnSpc>
              <a:spcBef>
                <a:spcPct val="0"/>
              </a:spcBef>
              <a:spcAft>
                <a:spcPts val="0"/>
              </a:spcAft>
              <a:buClrTx/>
              <a:buSzTx/>
              <a:buFontTx/>
              <a:buNone/>
              <a:defRPr/>
            </a:pPr>
            <a:endParaRPr kumimoji="0" lang="en-US" altLang="ko-KR" sz="1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18" name="页脚占位符 4"/>
          <p:cNvSpPr>
            <a:spLocks noGrp="1"/>
          </p:cNvSpPr>
          <p:nvPr>
            <p:ph type="ftr" sz="quarter" idx="3"/>
          </p:nvPr>
        </p:nvSpPr>
        <p:spPr bwMode="auto">
          <a:xfrm>
            <a:off x="3352800" y="6324600"/>
            <a:ext cx="2895600" cy="457200"/>
          </a:xfrm>
          <a:prstGeom prst="rect">
            <a:avLst/>
          </a:prstGeom>
          <a:ln>
            <a:miter lim="800000"/>
          </a:ln>
        </p:spPr>
        <p:txBody>
          <a:bodyPr vert="horz" wrap="square" lIns="91440" tIns="45720" rIns="91440" bIns="45720" numCol="1" anchor="b" anchorCtr="0" compatLnSpc="1"/>
          <a:lstStyle>
            <a:lvl1pPr>
              <a:defRPr/>
            </a:lvl1pPr>
          </a:lstStyle>
          <a:p>
            <a:pPr marL="0" marR="0" lvl="0" indent="0" algn="l" defTabSz="914400" rtl="0" eaLnBrk="1" fontAlgn="auto" latinLnBrk="0" hangingPunct="1">
              <a:lnSpc>
                <a:spcPct val="100000"/>
              </a:lnSpc>
              <a:spcBef>
                <a:spcPct val="0"/>
              </a:spcBef>
              <a:spcAft>
                <a:spcPts val="0"/>
              </a:spcAft>
              <a:buClrTx/>
              <a:buSzTx/>
              <a:buFontTx/>
              <a:buNone/>
              <a:defRPr/>
            </a:pPr>
            <a:endParaRPr kumimoji="0" lang="en-US" altLang="ko-KR" sz="1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19" name="灯片编号占位符 5"/>
          <p:cNvSpPr>
            <a:spLocks noGrp="1"/>
          </p:cNvSpPr>
          <p:nvPr>
            <p:ph type="sldNum" sz="quarter" idx="4"/>
          </p:nvPr>
        </p:nvSpPr>
        <p:spPr bwMode="auto">
          <a:xfrm>
            <a:off x="6781800" y="6324600"/>
            <a:ext cx="1905000" cy="457200"/>
          </a:xfrm>
          <a:prstGeom prst="rect">
            <a:avLst/>
          </a:prstGeom>
          <a:ln>
            <a:miter lim="800000"/>
          </a:ln>
        </p:spPr>
        <p:txBody>
          <a:bodyPr vert="horz" wrap="square" lIns="91440" tIns="45720" rIns="91440" bIns="45720" numCol="1" anchor="b" anchorCtr="0" compatLnSpc="1"/>
          <a:p>
            <a:pPr algn="r" eaLnBrk="1" hangingPunct="1">
              <a:buNone/>
            </a:pPr>
            <a:fld id="{9A0DB2DC-4C9A-4742-B13C-FB6460FD3503}" type="slidenum">
              <a:rPr lang="en-US" altLang="en-US" dirty="0">
                <a:latin typeface="Tahoma" panose="020B0604030504040204" pitchFamily="34" charset="0"/>
              </a:rPr>
            </a:fld>
            <a:endParaRPr lang="en-US" altLang="en-US" dirty="0">
              <a:latin typeface="Tahoma" panose="020B0604030504040204" pitchFamily="34" charset="0"/>
            </a:endParaRPr>
          </a:p>
        </p:txBody>
      </p:sp>
    </p:spTree>
  </p:cSld>
  <p:clrMapOvr>
    <a:masterClrMapping/>
  </p:clrMapOvr>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p>
            <a:pPr marL="0" marR="0" lvl="0" indent="0" algn="l" defTabSz="914400" rtl="0" eaLnBrk="1" fontAlgn="auto" latinLnBrk="0" hangingPunct="1">
              <a:lnSpc>
                <a:spcPct val="100000"/>
              </a:lnSpc>
              <a:spcBef>
                <a:spcPct val="0"/>
              </a:spcBef>
              <a:spcAft>
                <a:spcPts val="0"/>
              </a:spcAft>
              <a:buClrTx/>
              <a:buSzTx/>
              <a:buFontTx/>
              <a:buNone/>
              <a:defRPr/>
            </a:pPr>
            <a:fld id="{5C496931-B908-4682-8AF0-F2FAD1F7870C}" type="datetimeFigureOut">
              <a:rPr kumimoji="0" lang="zh-CN" altLang="en-US" sz="1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rPr>
            </a:fld>
            <a:endParaRPr kumimoji="0" lang="zh-CN" altLang="en-US" sz="1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3" name="页脚占位符 2"/>
          <p:cNvSpPr>
            <a:spLocks noGrp="1"/>
          </p:cNvSpPr>
          <p:nvPr>
            <p:ph type="ftr" sz="quarter" idx="11"/>
          </p:nvPr>
        </p:nvSpPr>
        <p:spPr/>
        <p:txBody>
          <a:bodyPr/>
          <a:p>
            <a:pPr marL="0" marR="0" lvl="0" indent="0" algn="l" defTabSz="914400" rtl="0" eaLnBrk="1" fontAlgn="auto" latinLnBrk="0" hangingPunct="1">
              <a:lnSpc>
                <a:spcPct val="100000"/>
              </a:lnSpc>
              <a:spcBef>
                <a:spcPct val="0"/>
              </a:spcBef>
              <a:spcAft>
                <a:spcPts val="0"/>
              </a:spcAft>
              <a:buClrTx/>
              <a:buSzTx/>
              <a:buFontTx/>
              <a:buNone/>
              <a:defRPr/>
            </a:pPr>
            <a:endParaRPr kumimoji="0" lang="zh-CN" altLang="en-US" sz="1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4" name="灯片编号占位符 3"/>
          <p:cNvSpPr>
            <a:spLocks noGrp="1"/>
          </p:cNvSpPr>
          <p:nvPr>
            <p:ph type="sldNum" sz="quarter" idx="12"/>
          </p:nvPr>
        </p:nvSpPr>
        <p:spPr/>
        <p:txBody>
          <a:bodyPr/>
          <a:p>
            <a:pPr lvl="0" eaLnBrk="1" hangingPunct="1">
              <a:buNone/>
            </a:pPr>
            <a:fld id="{9A0DB2DC-4C9A-4742-B13C-FB6460FD3503}" type="slidenum">
              <a:rPr lang="en-US" altLang="en-US" dirty="0"/>
            </a:fld>
            <a:endParaRPr lang="en-US" altLang="en-US" dirty="0">
              <a:latin typeface="Arial" panose="020B0604020202020204" pitchFamily="34" charset="0"/>
            </a:endParaRPr>
          </a:p>
        </p:txBody>
      </p:sp>
    </p:spTree>
  </p:cSld>
  <p:clrMapOvr>
    <a:masterClrMapping/>
  </p:clrMapOvr>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自定义版式">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p>
            <a:pPr marL="0" marR="0" lvl="0" indent="0" algn="l" defTabSz="914400" rtl="0" eaLnBrk="1" fontAlgn="auto" latinLnBrk="0" hangingPunct="1">
              <a:lnSpc>
                <a:spcPct val="100000"/>
              </a:lnSpc>
              <a:spcBef>
                <a:spcPct val="0"/>
              </a:spcBef>
              <a:spcAft>
                <a:spcPts val="0"/>
              </a:spcAft>
              <a:buClrTx/>
              <a:buSzTx/>
              <a:buFontTx/>
              <a:buNone/>
              <a:defRPr/>
            </a:pPr>
            <a:fld id="{5C496931-B908-4682-8AF0-F2FAD1F7870C}" type="datetimeFigureOut">
              <a:rPr kumimoji="0" lang="zh-CN" altLang="en-US" sz="1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rPr>
            </a:fld>
            <a:endParaRPr kumimoji="0" lang="zh-CN" altLang="en-US" sz="1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3" name="页脚占位符 2"/>
          <p:cNvSpPr>
            <a:spLocks noGrp="1"/>
          </p:cNvSpPr>
          <p:nvPr>
            <p:ph type="ftr" sz="quarter" idx="11"/>
          </p:nvPr>
        </p:nvSpPr>
        <p:spPr/>
        <p:txBody>
          <a:bodyPr/>
          <a:p>
            <a:pPr marL="0" marR="0" lvl="0" indent="0" algn="l" defTabSz="914400" rtl="0" eaLnBrk="1" fontAlgn="auto" latinLnBrk="0" hangingPunct="1">
              <a:lnSpc>
                <a:spcPct val="100000"/>
              </a:lnSpc>
              <a:spcBef>
                <a:spcPct val="0"/>
              </a:spcBef>
              <a:spcAft>
                <a:spcPts val="0"/>
              </a:spcAft>
              <a:buClrTx/>
              <a:buSzTx/>
              <a:buFontTx/>
              <a:buNone/>
              <a:defRPr/>
            </a:pPr>
            <a:endParaRPr kumimoji="0" lang="zh-CN" altLang="en-US" sz="1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4" name="灯片编号占位符 3"/>
          <p:cNvSpPr>
            <a:spLocks noGrp="1"/>
          </p:cNvSpPr>
          <p:nvPr>
            <p:ph type="sldNum" sz="quarter" idx="12"/>
          </p:nvPr>
        </p:nvSpPr>
        <p:spPr/>
        <p:txBody>
          <a:bodyPr/>
          <a:p>
            <a:pPr lvl="0" eaLnBrk="1" hangingPunct="1">
              <a:buNone/>
            </a:pPr>
            <a:fld id="{9A0DB2DC-4C9A-4742-B13C-FB6460FD3503}" type="slidenum">
              <a:rPr lang="en-US" altLang="en-US" dirty="0"/>
            </a:fld>
            <a:endParaRPr lang="en-US" altLang="en-US" dirty="0">
              <a:latin typeface="Arial" panose="020B0604020202020204" pitchFamily="34" charset="0"/>
            </a:endParaRPr>
          </a:p>
        </p:txBody>
      </p:sp>
    </p:spTree>
  </p:cSld>
  <p:clrMapOvr>
    <a:masterClrMapping/>
  </p:clrMapOvr>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type="obj">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solidFill>
                  <a:srgbClr val="FF0000"/>
                </a:solidFill>
              </a:defRPr>
            </a:lvl1pPr>
          </a:lstStyle>
          <a:p>
            <a:r>
              <a:rPr lang="zh-CN" altLang="en-US" noProof="1"/>
              <a:t>单击此处编辑母版标题样式</a:t>
            </a:r>
            <a:endParaRPr lang="en-US" noProof="1"/>
          </a:p>
        </p:txBody>
      </p:sp>
      <p:sp>
        <p:nvSpPr>
          <p:cNvPr id="8" name="内容占位符 7"/>
          <p:cNvSpPr>
            <a:spLocks noGrp="1"/>
          </p:cNvSpPr>
          <p:nvPr>
            <p:ph sz="quarter" idx="1"/>
          </p:nvPr>
        </p:nvSpPr>
        <p:spPr>
          <a:xfrm>
            <a:off x="914400" y="1447800"/>
            <a:ext cx="7772400" cy="4572000"/>
          </a:xfrm>
        </p:spPr>
        <p:txBody>
          <a:bodyPr/>
          <a:lstStyle>
            <a:lvl1pPr>
              <a:defRPr b="1" i="0" baseline="0"/>
            </a:lvl1pPr>
            <a:lvl2pPr>
              <a:defRPr b="1" i="0" baseline="0"/>
            </a:lvl2pPr>
            <a:lvl3pPr>
              <a:defRPr b="1" i="0" baseline="0"/>
            </a:lvl3pPr>
            <a:lvl4pPr>
              <a:defRPr b="1" i="0" baseline="0"/>
            </a:lvl4pPr>
            <a:lvl5pPr>
              <a:defRPr b="1" i="0" baseline="0"/>
            </a:lvl5p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en-US" noProof="1"/>
          </a:p>
        </p:txBody>
      </p:sp>
      <p:sp>
        <p:nvSpPr>
          <p:cNvPr id="3" name="日期占位符 2"/>
          <p:cNvSpPr>
            <a:spLocks noGrp="1"/>
          </p:cNvSpPr>
          <p:nvPr>
            <p:ph type="dt" sz="half" idx="10"/>
          </p:nvPr>
        </p:nvSpPr>
        <p:spPr/>
        <p:txBody>
          <a:bodyPr/>
          <a:p>
            <a:pPr marL="0" marR="0" lvl="0" indent="0" algn="l" defTabSz="914400" rtl="0" eaLnBrk="1" fontAlgn="auto" latinLnBrk="0" hangingPunct="1">
              <a:lnSpc>
                <a:spcPct val="100000"/>
              </a:lnSpc>
              <a:spcBef>
                <a:spcPct val="0"/>
              </a:spcBef>
              <a:spcAft>
                <a:spcPts val="0"/>
              </a:spcAft>
              <a:buClrTx/>
              <a:buSzTx/>
              <a:buFontTx/>
              <a:buNone/>
              <a:defRPr/>
            </a:pPr>
            <a:fld id="{5C496931-B908-4682-8AF0-F2FAD1F7870C}" type="datetimeFigureOut">
              <a:rPr kumimoji="0" lang="zh-CN" altLang="en-US" sz="1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rPr>
            </a:fld>
            <a:endParaRPr kumimoji="0" lang="zh-CN" altLang="en-US" sz="1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4" name="页脚占位符 3"/>
          <p:cNvSpPr>
            <a:spLocks noGrp="1"/>
          </p:cNvSpPr>
          <p:nvPr>
            <p:ph type="ftr" sz="quarter" idx="11"/>
          </p:nvPr>
        </p:nvSpPr>
        <p:spPr/>
        <p:txBody>
          <a:bodyPr/>
          <a:p>
            <a:pPr marL="0" marR="0" lvl="0" indent="0" algn="l" defTabSz="914400" rtl="0" eaLnBrk="1" fontAlgn="auto" latinLnBrk="0" hangingPunct="1">
              <a:lnSpc>
                <a:spcPct val="100000"/>
              </a:lnSpc>
              <a:spcBef>
                <a:spcPct val="0"/>
              </a:spcBef>
              <a:spcAft>
                <a:spcPts val="0"/>
              </a:spcAft>
              <a:buClrTx/>
              <a:buSzTx/>
              <a:buFontTx/>
              <a:buNone/>
              <a:defRPr/>
            </a:pPr>
            <a:endParaRPr kumimoji="0" lang="zh-CN" altLang="en-US" sz="1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5" name="灯片编号占位符 4"/>
          <p:cNvSpPr>
            <a:spLocks noGrp="1"/>
          </p:cNvSpPr>
          <p:nvPr>
            <p:ph type="sldNum" sz="quarter" idx="12"/>
          </p:nvPr>
        </p:nvSpPr>
        <p:spPr/>
        <p:txBody>
          <a:bodyPr/>
          <a:p>
            <a:pPr lvl="0" eaLnBrk="1" hangingPunct="1">
              <a:buNone/>
            </a:pPr>
            <a:fld id="{9A0DB2DC-4C9A-4742-B13C-FB6460FD3503}" type="slidenum">
              <a:rPr lang="en-US" altLang="en-US" dirty="0"/>
            </a:fld>
            <a:endParaRPr lang="en-US" altLang="en-US" dirty="0">
              <a:latin typeface="Arial" panose="020B0604020202020204" pitchFamily="34" charset="0"/>
            </a:endParaRPr>
          </a:p>
        </p:txBody>
      </p:sp>
    </p:spTree>
  </p:cSld>
  <p:clrMapOvr>
    <a:masterClrMapping/>
  </p:clrMapOvr>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type="txAndObj">
  <p:cSld name="标题，文本与内容">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468313" y="44450"/>
            <a:ext cx="8229600" cy="1143000"/>
          </a:xfrm>
        </p:spPr>
        <p:txBody>
          <a:bodyPr/>
          <a:lstStyle/>
          <a:p>
            <a:r>
              <a:rPr lang="zh-CN" altLang="en-US" noProof="1"/>
              <a:t>单击此处编辑母版标题样式</a:t>
            </a:r>
            <a:endParaRPr lang="zh-CN" altLang="en-US" noProof="1"/>
          </a:p>
        </p:txBody>
      </p:sp>
      <p:sp>
        <p:nvSpPr>
          <p:cNvPr id="3" name="文本占位符 2"/>
          <p:cNvSpPr>
            <a:spLocks noGrp="1"/>
          </p:cNvSpPr>
          <p:nvPr>
            <p:ph type="body" sz="half" idx="1"/>
          </p:nvPr>
        </p:nvSpPr>
        <p:spPr>
          <a:xfrm>
            <a:off x="457200" y="1600200"/>
            <a:ext cx="4038600" cy="4525963"/>
          </a:xfrm>
        </p:spPr>
        <p:txBody>
          <a:body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4" name="内容占位符 3"/>
          <p:cNvSpPr>
            <a:spLocks noGrp="1"/>
          </p:cNvSpPr>
          <p:nvPr>
            <p:ph sz="half" idx="2"/>
          </p:nvPr>
        </p:nvSpPr>
        <p:spPr>
          <a:xfrm>
            <a:off x="4648200" y="1600200"/>
            <a:ext cx="4038600" cy="4525963"/>
          </a:xfrm>
        </p:spPr>
        <p:txBody>
          <a:body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17" name="日期占位符 4"/>
          <p:cNvSpPr>
            <a:spLocks noGrp="1"/>
          </p:cNvSpPr>
          <p:nvPr>
            <p:ph type="dt" sz="half" idx="12"/>
          </p:nvPr>
        </p:nvSpPr>
        <p:spPr bwMode="auto">
          <a:xfrm>
            <a:off x="457200" y="6245225"/>
            <a:ext cx="2133600" cy="476250"/>
          </a:xfrm>
          <a:prstGeom prst="rect">
            <a:avLst/>
          </a:prstGeom>
          <a:ln>
            <a:miter lim="800000"/>
          </a:ln>
        </p:spPr>
        <p:txBody>
          <a:bodyPr vert="horz" wrap="square" lIns="91440" tIns="45720" rIns="91440" bIns="45720" numCol="1" anchor="b" anchorCtr="0" compatLnSpc="1"/>
          <a:lstStyle>
            <a:lvl1pPr>
              <a:defRPr/>
            </a:lvl1pPr>
          </a:lstStyle>
          <a:p>
            <a:pPr marL="0" marR="0" lvl="0" indent="0" algn="l" defTabSz="914400" rtl="0" eaLnBrk="1" fontAlgn="auto" latinLnBrk="0" hangingPunct="1">
              <a:lnSpc>
                <a:spcPct val="100000"/>
              </a:lnSpc>
              <a:spcBef>
                <a:spcPct val="0"/>
              </a:spcBef>
              <a:spcAft>
                <a:spcPts val="0"/>
              </a:spcAft>
              <a:buClrTx/>
              <a:buSzTx/>
              <a:buFontTx/>
              <a:buNone/>
              <a:defRPr/>
            </a:pPr>
            <a:endParaRPr kumimoji="0" lang="en-US" sz="1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18" name="页脚占位符 5"/>
          <p:cNvSpPr>
            <a:spLocks noGrp="1"/>
          </p:cNvSpPr>
          <p:nvPr>
            <p:ph type="ftr" sz="quarter" idx="3"/>
          </p:nvPr>
        </p:nvSpPr>
        <p:spPr bwMode="auto">
          <a:xfrm>
            <a:off x="3124200" y="6245225"/>
            <a:ext cx="2895600" cy="476250"/>
          </a:xfrm>
          <a:prstGeom prst="rect">
            <a:avLst/>
          </a:prstGeom>
          <a:ln>
            <a:miter lim="800000"/>
          </a:ln>
        </p:spPr>
        <p:txBody>
          <a:bodyPr vert="horz" wrap="square" lIns="91440" tIns="45720" rIns="91440" bIns="45720" numCol="1" anchor="b" anchorCtr="0" compatLnSpc="1"/>
          <a:lstStyle>
            <a:lvl1pPr>
              <a:defRPr/>
            </a:lvl1pPr>
          </a:lstStyle>
          <a:p>
            <a:pPr marL="0" marR="0" lvl="0" indent="0" algn="l" defTabSz="914400" rtl="0" eaLnBrk="1" fontAlgn="auto" latinLnBrk="0" hangingPunct="1">
              <a:lnSpc>
                <a:spcPct val="100000"/>
              </a:lnSpc>
              <a:spcBef>
                <a:spcPct val="0"/>
              </a:spcBef>
              <a:spcAft>
                <a:spcPts val="0"/>
              </a:spcAft>
              <a:buClrTx/>
              <a:buSzTx/>
              <a:buFontTx/>
              <a:buNone/>
              <a:defRPr/>
            </a:pPr>
            <a:endParaRPr kumimoji="0" lang="en-US" sz="1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19" name="灯片编号占位符 6"/>
          <p:cNvSpPr>
            <a:spLocks noGrp="1"/>
          </p:cNvSpPr>
          <p:nvPr>
            <p:ph type="sldNum" sz="quarter" idx="4"/>
          </p:nvPr>
        </p:nvSpPr>
        <p:spPr bwMode="auto">
          <a:xfrm>
            <a:off x="6553200" y="6245225"/>
            <a:ext cx="2133600" cy="476250"/>
          </a:xfrm>
          <a:prstGeom prst="rect">
            <a:avLst/>
          </a:prstGeom>
          <a:ln>
            <a:miter lim="800000"/>
          </a:ln>
        </p:spPr>
        <p:txBody>
          <a:bodyPr vert="horz" wrap="square" lIns="91440" tIns="45720" rIns="91440" bIns="45720" numCol="1" anchor="b" anchorCtr="0" compatLnSpc="1"/>
          <a:p>
            <a:pPr algn="r" eaLnBrk="1" hangingPunct="1">
              <a:buNone/>
            </a:pPr>
            <a:fld id="{9A0DB2DC-4C9A-4742-B13C-FB6460FD3503}" type="slidenum">
              <a:rPr lang="en-US" altLang="zh-CN" dirty="0">
                <a:latin typeface="Tahoma" panose="020B0604030504040204" pitchFamily="34" charset="0"/>
              </a:rPr>
            </a:fld>
            <a:endParaRPr lang="en-US" altLang="zh-CN" dirty="0">
              <a:latin typeface="Tahoma" panose="020B0604030504040204" pitchFamily="34" charset="0"/>
            </a:endParaRPr>
          </a:p>
        </p:txBody>
      </p:sp>
    </p:spTree>
  </p:cSld>
  <p:clrMapOvr>
    <a:masterClrMapping/>
  </p:clrMapOvr>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827088" y="404813"/>
            <a:ext cx="7793037" cy="1143000"/>
          </a:xfrm>
        </p:spPr>
        <p:txBody>
          <a:bodyPr/>
          <a:lstStyle/>
          <a:p>
            <a:r>
              <a:rPr lang="en-US" altLang="zh-CN" noProof="1"/>
              <a:t>Click to edit Master title style</a:t>
            </a:r>
            <a:endParaRPr lang="zh-CN" altLang="en-US" noProof="1"/>
          </a:p>
        </p:txBody>
      </p:sp>
      <p:sp>
        <p:nvSpPr>
          <p:cNvPr id="3" name="Content Placeholder 2"/>
          <p:cNvSpPr>
            <a:spLocks noGrp="1"/>
          </p:cNvSpPr>
          <p:nvPr>
            <p:ph sz="half" idx="1"/>
          </p:nvPr>
        </p:nvSpPr>
        <p:spPr>
          <a:xfrm>
            <a:off x="827088" y="1700213"/>
            <a:ext cx="3810000" cy="460851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ltLang="zh-CN" noProof="1"/>
              <a:t>Click to edit Master text styles</a:t>
            </a:r>
            <a:endParaRPr lang="en-US" altLang="zh-CN" noProof="1"/>
          </a:p>
          <a:p>
            <a:pPr lvl="1"/>
            <a:r>
              <a:rPr lang="en-US" altLang="zh-CN" noProof="1"/>
              <a:t>Second level</a:t>
            </a:r>
            <a:endParaRPr lang="en-US" altLang="zh-CN" noProof="1"/>
          </a:p>
          <a:p>
            <a:pPr lvl="2"/>
            <a:r>
              <a:rPr lang="en-US" altLang="zh-CN" noProof="1"/>
              <a:t>Third level</a:t>
            </a:r>
            <a:endParaRPr lang="en-US" altLang="zh-CN" noProof="1"/>
          </a:p>
          <a:p>
            <a:pPr lvl="3"/>
            <a:r>
              <a:rPr lang="en-US" altLang="zh-CN" noProof="1"/>
              <a:t>Fourth level</a:t>
            </a:r>
            <a:endParaRPr lang="en-US" altLang="zh-CN" noProof="1"/>
          </a:p>
          <a:p>
            <a:pPr lvl="4"/>
            <a:r>
              <a:rPr lang="en-US" altLang="zh-CN" noProof="1"/>
              <a:t>Fifth level</a:t>
            </a:r>
            <a:endParaRPr lang="zh-CN" altLang="en-US" noProof="1"/>
          </a:p>
        </p:txBody>
      </p:sp>
      <p:sp>
        <p:nvSpPr>
          <p:cNvPr id="4" name="Content Placeholder 3"/>
          <p:cNvSpPr>
            <a:spLocks noGrp="1"/>
          </p:cNvSpPr>
          <p:nvPr>
            <p:ph sz="half" idx="2"/>
          </p:nvPr>
        </p:nvSpPr>
        <p:spPr>
          <a:xfrm>
            <a:off x="4789488" y="1700213"/>
            <a:ext cx="3810000" cy="460851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ltLang="zh-CN" noProof="1"/>
              <a:t>Click to edit Master text styles</a:t>
            </a:r>
            <a:endParaRPr lang="en-US" altLang="zh-CN" noProof="1"/>
          </a:p>
          <a:p>
            <a:pPr lvl="1"/>
            <a:r>
              <a:rPr lang="en-US" altLang="zh-CN" noProof="1"/>
              <a:t>Second level</a:t>
            </a:r>
            <a:endParaRPr lang="en-US" altLang="zh-CN" noProof="1"/>
          </a:p>
          <a:p>
            <a:pPr lvl="2"/>
            <a:r>
              <a:rPr lang="en-US" altLang="zh-CN" noProof="1"/>
              <a:t>Third level</a:t>
            </a:r>
            <a:endParaRPr lang="en-US" altLang="zh-CN" noProof="1"/>
          </a:p>
          <a:p>
            <a:pPr lvl="3"/>
            <a:r>
              <a:rPr lang="en-US" altLang="zh-CN" noProof="1"/>
              <a:t>Fourth level</a:t>
            </a:r>
            <a:endParaRPr lang="en-US" altLang="zh-CN" noProof="1"/>
          </a:p>
          <a:p>
            <a:pPr lvl="4"/>
            <a:r>
              <a:rPr lang="en-US" altLang="zh-CN" noProof="1"/>
              <a:t>Fifth level</a:t>
            </a:r>
            <a:endParaRPr lang="zh-CN" altLang="en-US" noProof="1"/>
          </a:p>
        </p:txBody>
      </p:sp>
      <p:sp>
        <p:nvSpPr>
          <p:cNvPr id="5" name="日期占位符 4"/>
          <p:cNvSpPr>
            <a:spLocks noGrp="1"/>
          </p:cNvSpPr>
          <p:nvPr>
            <p:ph type="dt" sz="half" idx="10"/>
          </p:nvPr>
        </p:nvSpPr>
        <p:spPr/>
        <p:txBody>
          <a:bodyPr/>
          <a:p>
            <a:pPr marL="0" marR="0" lvl="0" indent="0" algn="l" defTabSz="914400" rtl="0" eaLnBrk="1" fontAlgn="auto" latinLnBrk="0" hangingPunct="1">
              <a:lnSpc>
                <a:spcPct val="100000"/>
              </a:lnSpc>
              <a:spcBef>
                <a:spcPct val="0"/>
              </a:spcBef>
              <a:spcAft>
                <a:spcPts val="0"/>
              </a:spcAft>
              <a:buClrTx/>
              <a:buSzTx/>
              <a:buFontTx/>
              <a:buNone/>
              <a:defRPr/>
            </a:pPr>
            <a:fld id="{5C496931-B908-4682-8AF0-F2FAD1F7870C}" type="datetimeFigureOut">
              <a:rPr kumimoji="0" lang="zh-CN" altLang="en-US" sz="1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rPr>
            </a:fld>
            <a:endParaRPr kumimoji="0" lang="zh-CN" altLang="en-US" sz="1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6" name="页脚占位符 5"/>
          <p:cNvSpPr>
            <a:spLocks noGrp="1"/>
          </p:cNvSpPr>
          <p:nvPr>
            <p:ph type="ftr" sz="quarter" idx="11"/>
          </p:nvPr>
        </p:nvSpPr>
        <p:spPr/>
        <p:txBody>
          <a:bodyPr/>
          <a:p>
            <a:pPr marL="0" marR="0" lvl="0" indent="0" algn="l" defTabSz="914400" rtl="0" eaLnBrk="1" fontAlgn="auto" latinLnBrk="0" hangingPunct="1">
              <a:lnSpc>
                <a:spcPct val="100000"/>
              </a:lnSpc>
              <a:spcBef>
                <a:spcPct val="0"/>
              </a:spcBef>
              <a:spcAft>
                <a:spcPts val="0"/>
              </a:spcAft>
              <a:buClrTx/>
              <a:buSzTx/>
              <a:buFontTx/>
              <a:buNone/>
              <a:defRPr/>
            </a:pPr>
            <a:endParaRPr kumimoji="0" lang="zh-CN" altLang="en-US" sz="1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p>
            <a:pPr lvl="0" eaLnBrk="1" hangingPunct="1">
              <a:buNone/>
            </a:pPr>
            <a:fld id="{9A0DB2DC-4C9A-4742-B13C-FB6460FD3503}" type="slidenum">
              <a:rPr lang="en-US" altLang="en-US" dirty="0"/>
            </a:fld>
            <a:endParaRPr lang="en-US" altLang="en-US" dirty="0">
              <a:latin typeface="Arial" panose="020B0604020202020204" pitchFamily="34" charset="0"/>
            </a:endParaRPr>
          </a:p>
        </p:txBody>
      </p:sp>
    </p:spTree>
  </p:cSld>
  <p:clrMapOvr>
    <a:masterClrMapping/>
  </p:clrMapOvr>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p>
            <a:pPr marL="0" marR="0" lvl="0" indent="0" algn="l" defTabSz="914400" rtl="0" eaLnBrk="1" fontAlgn="auto" latinLnBrk="0" hangingPunct="1">
              <a:lnSpc>
                <a:spcPct val="100000"/>
              </a:lnSpc>
              <a:spcBef>
                <a:spcPct val="0"/>
              </a:spcBef>
              <a:spcAft>
                <a:spcPts val="0"/>
              </a:spcAft>
              <a:buClrTx/>
              <a:buSzTx/>
              <a:buFontTx/>
              <a:buNone/>
              <a:defRPr/>
            </a:pPr>
            <a:fld id="{5C496931-B908-4682-8AF0-F2FAD1F7870C}" type="datetimeFigureOut">
              <a:rPr kumimoji="0" lang="zh-CN" altLang="en-US" sz="1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rPr>
            </a:fld>
            <a:endParaRPr kumimoji="0" lang="zh-CN" altLang="en-US" sz="1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3" name="页脚占位符 2"/>
          <p:cNvSpPr>
            <a:spLocks noGrp="1"/>
          </p:cNvSpPr>
          <p:nvPr>
            <p:ph type="ftr" sz="quarter" idx="11"/>
          </p:nvPr>
        </p:nvSpPr>
        <p:spPr/>
        <p:txBody>
          <a:bodyPr/>
          <a:p>
            <a:pPr marL="0" marR="0" lvl="0" indent="0" algn="l" defTabSz="914400" rtl="0" eaLnBrk="1" fontAlgn="auto" latinLnBrk="0" hangingPunct="1">
              <a:lnSpc>
                <a:spcPct val="100000"/>
              </a:lnSpc>
              <a:spcBef>
                <a:spcPct val="0"/>
              </a:spcBef>
              <a:spcAft>
                <a:spcPts val="0"/>
              </a:spcAft>
              <a:buClrTx/>
              <a:buSzTx/>
              <a:buFontTx/>
              <a:buNone/>
              <a:defRPr/>
            </a:pPr>
            <a:endParaRPr kumimoji="0" lang="zh-CN" altLang="en-US" sz="1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4" name="灯片编号占位符 3"/>
          <p:cNvSpPr>
            <a:spLocks noGrp="1"/>
          </p:cNvSpPr>
          <p:nvPr>
            <p:ph type="sldNum" sz="quarter" idx="12"/>
          </p:nvPr>
        </p:nvSpPr>
        <p:spPr/>
        <p:txBody>
          <a:bodyPr/>
          <a:p>
            <a:pPr lvl="0" eaLnBrk="1" hangingPunct="1">
              <a:buNone/>
            </a:pPr>
            <a:fld id="{9A0DB2DC-4C9A-4742-B13C-FB6460FD3503}" type="slidenum">
              <a:rPr lang="en-US" altLang="en-US" dirty="0"/>
            </a:fld>
            <a:endParaRPr lang="en-US" altLang="en-US" dirty="0">
              <a:latin typeface="Arial" panose="020B0604020202020204" pitchFamily="34" charset="0"/>
            </a:endParaRPr>
          </a:p>
        </p:txBody>
      </p:sp>
    </p:spTree>
  </p:cSld>
  <p:clrMapOvr>
    <a:masterClrMapping/>
  </p:clrMapOvr>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type="title">
  <p:cSld name="标题幻灯片">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p:spPr>
        <p:txBody>
          <a:bodyPr/>
          <a:lstStyle/>
          <a:p>
            <a:r>
              <a:rPr lang="zh-CN" altLang="en-US" noProof="1"/>
              <a:t>单击此处编辑母版标题样式</a:t>
            </a:r>
            <a:endParaRPr lang="zh-CN" altLang="en-US" noProof="1"/>
          </a:p>
        </p:txBody>
      </p:sp>
      <p:sp>
        <p:nvSpPr>
          <p:cNvPr id="3" name="副标题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noProof="1"/>
              <a:t>单击此处编辑母版副标题样式</a:t>
            </a:r>
            <a:endParaRPr lang="zh-CN" altLang="en-US" noProof="1"/>
          </a:p>
        </p:txBody>
      </p:sp>
      <p:sp>
        <p:nvSpPr>
          <p:cNvPr id="17" name="日期占位符 3"/>
          <p:cNvSpPr>
            <a:spLocks noGrp="1"/>
          </p:cNvSpPr>
          <p:nvPr>
            <p:ph type="dt" sz="half" idx="2"/>
          </p:nvPr>
        </p:nvSpPr>
        <p:spPr bwMode="auto">
          <a:xfrm>
            <a:off x="914400" y="6324600"/>
            <a:ext cx="1905000" cy="457200"/>
          </a:xfrm>
          <a:prstGeom prst="rect">
            <a:avLst/>
          </a:prstGeom>
          <a:ln>
            <a:miter lim="800000"/>
          </a:ln>
        </p:spPr>
        <p:txBody>
          <a:bodyPr vert="horz" wrap="square" lIns="91440" tIns="45720" rIns="91440" bIns="45720" numCol="1" anchor="b" anchorCtr="0" compatLnSpc="1"/>
          <a:lstStyle>
            <a:lvl1pPr>
              <a:defRPr/>
            </a:lvl1pPr>
          </a:lstStyle>
          <a:p>
            <a:pPr marL="0" marR="0" lvl="0" indent="0" algn="l" defTabSz="914400" rtl="0" eaLnBrk="1" fontAlgn="auto" latinLnBrk="0" hangingPunct="1">
              <a:lnSpc>
                <a:spcPct val="100000"/>
              </a:lnSpc>
              <a:spcBef>
                <a:spcPct val="0"/>
              </a:spcBef>
              <a:spcAft>
                <a:spcPts val="0"/>
              </a:spcAft>
              <a:buClrTx/>
              <a:buSzTx/>
              <a:buFontTx/>
              <a:buNone/>
              <a:defRPr/>
            </a:pPr>
            <a:endParaRPr kumimoji="0" lang="en-US" altLang="ko-KR" sz="1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18" name="页脚占位符 4"/>
          <p:cNvSpPr>
            <a:spLocks noGrp="1"/>
          </p:cNvSpPr>
          <p:nvPr>
            <p:ph type="ftr" sz="quarter" idx="3"/>
          </p:nvPr>
        </p:nvSpPr>
        <p:spPr bwMode="auto">
          <a:xfrm>
            <a:off x="3352800" y="6324600"/>
            <a:ext cx="2895600" cy="457200"/>
          </a:xfrm>
          <a:prstGeom prst="rect">
            <a:avLst/>
          </a:prstGeom>
          <a:ln>
            <a:miter lim="800000"/>
          </a:ln>
        </p:spPr>
        <p:txBody>
          <a:bodyPr vert="horz" wrap="square" lIns="91440" tIns="45720" rIns="91440" bIns="45720" numCol="1" anchor="b" anchorCtr="0" compatLnSpc="1"/>
          <a:lstStyle>
            <a:lvl1pPr>
              <a:defRPr/>
            </a:lvl1pPr>
          </a:lstStyle>
          <a:p>
            <a:pPr marL="0" marR="0" lvl="0" indent="0" algn="l" defTabSz="914400" rtl="0" eaLnBrk="1" fontAlgn="auto" latinLnBrk="0" hangingPunct="1">
              <a:lnSpc>
                <a:spcPct val="100000"/>
              </a:lnSpc>
              <a:spcBef>
                <a:spcPct val="0"/>
              </a:spcBef>
              <a:spcAft>
                <a:spcPts val="0"/>
              </a:spcAft>
              <a:buClrTx/>
              <a:buSzTx/>
              <a:buFontTx/>
              <a:buNone/>
              <a:defRPr/>
            </a:pPr>
            <a:endParaRPr kumimoji="0" lang="en-US" altLang="ko-KR" sz="1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19" name="灯片编号占位符 5"/>
          <p:cNvSpPr>
            <a:spLocks noGrp="1"/>
          </p:cNvSpPr>
          <p:nvPr>
            <p:ph type="sldNum" sz="quarter" idx="4"/>
          </p:nvPr>
        </p:nvSpPr>
        <p:spPr bwMode="auto">
          <a:xfrm>
            <a:off x="6781800" y="6324600"/>
            <a:ext cx="1905000" cy="457200"/>
          </a:xfrm>
          <a:prstGeom prst="rect">
            <a:avLst/>
          </a:prstGeom>
          <a:ln>
            <a:miter lim="800000"/>
          </a:ln>
        </p:spPr>
        <p:txBody>
          <a:bodyPr vert="horz" wrap="square" lIns="91440" tIns="45720" rIns="91440" bIns="45720" numCol="1" anchor="b" anchorCtr="0" compatLnSpc="1"/>
          <a:p>
            <a:pPr algn="r" eaLnBrk="1" hangingPunct="1">
              <a:buNone/>
            </a:pPr>
            <a:fld id="{9A0DB2DC-4C9A-4742-B13C-FB6460FD3503}" type="slidenum">
              <a:rPr lang="en-US" altLang="en-US" dirty="0">
                <a:latin typeface="Tahoma" panose="020B0604030504040204" pitchFamily="34" charset="0"/>
              </a:rPr>
            </a:fld>
            <a:endParaRPr lang="en-US" altLang="en-US" dirty="0">
              <a:latin typeface="Tahoma" panose="020B0604030504040204" pitchFamily="34" charset="0"/>
            </a:endParaRPr>
          </a:p>
        </p:txBody>
      </p:sp>
    </p:spTree>
  </p:cSld>
  <p:clrMapOvr>
    <a:masterClrMapping/>
  </p:clrMapOvr>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p>
            <a:pPr marL="0" marR="0" lvl="0" indent="0" algn="l" defTabSz="914400" rtl="0" eaLnBrk="1" fontAlgn="auto" latinLnBrk="0" hangingPunct="1">
              <a:lnSpc>
                <a:spcPct val="100000"/>
              </a:lnSpc>
              <a:spcBef>
                <a:spcPct val="0"/>
              </a:spcBef>
              <a:spcAft>
                <a:spcPts val="0"/>
              </a:spcAft>
              <a:buClrTx/>
              <a:buSzTx/>
              <a:buFontTx/>
              <a:buNone/>
              <a:defRPr/>
            </a:pPr>
            <a:fld id="{F6F882FA-11E8-4838-979F-275CE013487F}" type="datetimeFigureOut">
              <a:rPr kumimoji="0" lang="zh-CN" altLang="en-US" sz="1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rPr>
            </a:fld>
            <a:endParaRPr kumimoji="0" lang="zh-CN" altLang="en-US" sz="1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3" name="页脚占位符 2"/>
          <p:cNvSpPr>
            <a:spLocks noGrp="1"/>
          </p:cNvSpPr>
          <p:nvPr>
            <p:ph type="ftr" sz="quarter" idx="11"/>
          </p:nvPr>
        </p:nvSpPr>
        <p:spPr/>
        <p:txBody>
          <a:bodyPr/>
          <a:p>
            <a:pPr marL="0" marR="0" lvl="0" indent="0" algn="l" defTabSz="914400" rtl="0" eaLnBrk="1" fontAlgn="auto" latinLnBrk="0" hangingPunct="1">
              <a:lnSpc>
                <a:spcPct val="100000"/>
              </a:lnSpc>
              <a:spcBef>
                <a:spcPct val="0"/>
              </a:spcBef>
              <a:spcAft>
                <a:spcPts val="0"/>
              </a:spcAft>
              <a:buClrTx/>
              <a:buSzTx/>
              <a:buFontTx/>
              <a:buNone/>
              <a:defRPr/>
            </a:pPr>
            <a:endParaRPr kumimoji="0" lang="zh-CN" altLang="en-US" sz="1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4" name="灯片编号占位符 3"/>
          <p:cNvSpPr>
            <a:spLocks noGrp="1"/>
          </p:cNvSpPr>
          <p:nvPr>
            <p:ph type="sldNum" sz="quarter" idx="12"/>
          </p:nvPr>
        </p:nvSpPr>
        <p:spPr/>
        <p:txBody>
          <a:bodyPr/>
          <a:p>
            <a:pPr lvl="0" eaLnBrk="1" hangingPunct="1">
              <a:buNone/>
            </a:pPr>
            <a:fld id="{9A0DB2DC-4C9A-4742-B13C-FB6460FD3503}" type="slidenum">
              <a:rPr lang="en-US" altLang="en-US" dirty="0"/>
            </a:fld>
            <a:endParaRPr lang="en-US" altLang="en-US" dirty="0">
              <a:latin typeface="Arial" panose="020B0604020202020204" pitchFamily="34" charset="0"/>
            </a:endParaRPr>
          </a:p>
        </p:txBody>
      </p:sp>
    </p:spTree>
  </p:cSld>
  <p:clrMapOvr>
    <a:masterClrMapping/>
  </p:clrMapOvr>
  <p:transition/>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自定义版式">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p>
            <a:pPr marL="0" marR="0" lvl="0" indent="0" algn="l" defTabSz="914400" rtl="0" eaLnBrk="1" fontAlgn="auto" latinLnBrk="0" hangingPunct="1">
              <a:lnSpc>
                <a:spcPct val="100000"/>
              </a:lnSpc>
              <a:spcBef>
                <a:spcPct val="0"/>
              </a:spcBef>
              <a:spcAft>
                <a:spcPts val="0"/>
              </a:spcAft>
              <a:buClrTx/>
              <a:buSzTx/>
              <a:buFontTx/>
              <a:buNone/>
              <a:defRPr/>
            </a:pPr>
            <a:fld id="{F6F882FA-11E8-4838-979F-275CE013487F}" type="datetimeFigureOut">
              <a:rPr kumimoji="0" lang="zh-CN" altLang="en-US" sz="1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rPr>
            </a:fld>
            <a:endParaRPr kumimoji="0" lang="zh-CN" altLang="en-US" sz="1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3" name="页脚占位符 2"/>
          <p:cNvSpPr>
            <a:spLocks noGrp="1"/>
          </p:cNvSpPr>
          <p:nvPr>
            <p:ph type="ftr" sz="quarter" idx="11"/>
          </p:nvPr>
        </p:nvSpPr>
        <p:spPr/>
        <p:txBody>
          <a:bodyPr/>
          <a:p>
            <a:pPr marL="0" marR="0" lvl="0" indent="0" algn="l" defTabSz="914400" rtl="0" eaLnBrk="1" fontAlgn="auto" latinLnBrk="0" hangingPunct="1">
              <a:lnSpc>
                <a:spcPct val="100000"/>
              </a:lnSpc>
              <a:spcBef>
                <a:spcPct val="0"/>
              </a:spcBef>
              <a:spcAft>
                <a:spcPts val="0"/>
              </a:spcAft>
              <a:buClrTx/>
              <a:buSzTx/>
              <a:buFontTx/>
              <a:buNone/>
              <a:defRPr/>
            </a:pPr>
            <a:endParaRPr kumimoji="0" lang="zh-CN" altLang="en-US" sz="1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4" name="灯片编号占位符 3"/>
          <p:cNvSpPr>
            <a:spLocks noGrp="1"/>
          </p:cNvSpPr>
          <p:nvPr>
            <p:ph type="sldNum" sz="quarter" idx="12"/>
          </p:nvPr>
        </p:nvSpPr>
        <p:spPr/>
        <p:txBody>
          <a:bodyPr/>
          <a:p>
            <a:pPr lvl="0" eaLnBrk="1" hangingPunct="1">
              <a:buNone/>
            </a:pPr>
            <a:fld id="{9A0DB2DC-4C9A-4742-B13C-FB6460FD3503}" type="slidenum">
              <a:rPr lang="en-US" altLang="en-US" dirty="0"/>
            </a:fld>
            <a:endParaRPr lang="en-US" altLang="en-US" dirty="0">
              <a:latin typeface="Arial" panose="020B0604020202020204" pitchFamily="34" charset="0"/>
            </a:endParaRPr>
          </a:p>
        </p:txBody>
      </p:sp>
    </p:spTree>
  </p:cSld>
  <p:clrMapOvr>
    <a:masterClrMapping/>
  </p:clrMapOvr>
  <p:transition/>
</p:sldLayout>
</file>

<file path=ppt/slideLayouts/slideLayout23.xml><?xml version="1.0" encoding="utf-8"?>
<p:sldLayout xmlns:a="http://schemas.openxmlformats.org/drawingml/2006/main" xmlns:r="http://schemas.openxmlformats.org/officeDocument/2006/relationships" xmlns:p="http://schemas.openxmlformats.org/presentationml/2006/main" type="obj">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solidFill>
                  <a:srgbClr val="FF0000"/>
                </a:solidFill>
              </a:defRPr>
            </a:lvl1pPr>
          </a:lstStyle>
          <a:p>
            <a:r>
              <a:rPr lang="zh-CN" altLang="en-US" noProof="1"/>
              <a:t>单击此处编辑母版标题样式</a:t>
            </a:r>
            <a:endParaRPr lang="en-US" noProof="1"/>
          </a:p>
        </p:txBody>
      </p:sp>
      <p:sp>
        <p:nvSpPr>
          <p:cNvPr id="8" name="内容占位符 7"/>
          <p:cNvSpPr>
            <a:spLocks noGrp="1"/>
          </p:cNvSpPr>
          <p:nvPr>
            <p:ph sz="quarter" idx="1"/>
          </p:nvPr>
        </p:nvSpPr>
        <p:spPr>
          <a:xfrm>
            <a:off x="914400" y="1447800"/>
            <a:ext cx="7772400" cy="4572000"/>
          </a:xfrm>
        </p:spPr>
        <p:txBody>
          <a:bodyPr/>
          <a:lstStyle>
            <a:lvl1pPr>
              <a:defRPr b="1" i="0" baseline="0"/>
            </a:lvl1pPr>
            <a:lvl2pPr>
              <a:defRPr b="1" i="0" baseline="0"/>
            </a:lvl2pPr>
            <a:lvl3pPr>
              <a:defRPr b="1" i="0" baseline="0"/>
            </a:lvl3pPr>
            <a:lvl4pPr>
              <a:defRPr b="1" i="0" baseline="0"/>
            </a:lvl4pPr>
            <a:lvl5pPr>
              <a:defRPr b="1" i="0" baseline="0"/>
            </a:lvl5p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en-US" noProof="1"/>
          </a:p>
        </p:txBody>
      </p:sp>
      <p:sp>
        <p:nvSpPr>
          <p:cNvPr id="3" name="日期占位符 2"/>
          <p:cNvSpPr>
            <a:spLocks noGrp="1"/>
          </p:cNvSpPr>
          <p:nvPr>
            <p:ph type="dt" sz="half" idx="10"/>
          </p:nvPr>
        </p:nvSpPr>
        <p:spPr/>
        <p:txBody>
          <a:bodyPr/>
          <a:p>
            <a:pPr marL="0" marR="0" lvl="0" indent="0" algn="l" defTabSz="914400" rtl="0" eaLnBrk="1" fontAlgn="auto" latinLnBrk="0" hangingPunct="1">
              <a:lnSpc>
                <a:spcPct val="100000"/>
              </a:lnSpc>
              <a:spcBef>
                <a:spcPct val="0"/>
              </a:spcBef>
              <a:spcAft>
                <a:spcPts val="0"/>
              </a:spcAft>
              <a:buClrTx/>
              <a:buSzTx/>
              <a:buFontTx/>
              <a:buNone/>
              <a:defRPr/>
            </a:pPr>
            <a:fld id="{F6F882FA-11E8-4838-979F-275CE013487F}" type="datetimeFigureOut">
              <a:rPr kumimoji="0" lang="zh-CN" altLang="en-US" sz="1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rPr>
            </a:fld>
            <a:endParaRPr kumimoji="0" lang="zh-CN" altLang="en-US" sz="1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4" name="页脚占位符 3"/>
          <p:cNvSpPr>
            <a:spLocks noGrp="1"/>
          </p:cNvSpPr>
          <p:nvPr>
            <p:ph type="ftr" sz="quarter" idx="11"/>
          </p:nvPr>
        </p:nvSpPr>
        <p:spPr/>
        <p:txBody>
          <a:bodyPr/>
          <a:p>
            <a:pPr marL="0" marR="0" lvl="0" indent="0" algn="l" defTabSz="914400" rtl="0" eaLnBrk="1" fontAlgn="auto" latinLnBrk="0" hangingPunct="1">
              <a:lnSpc>
                <a:spcPct val="100000"/>
              </a:lnSpc>
              <a:spcBef>
                <a:spcPct val="0"/>
              </a:spcBef>
              <a:spcAft>
                <a:spcPts val="0"/>
              </a:spcAft>
              <a:buClrTx/>
              <a:buSzTx/>
              <a:buFontTx/>
              <a:buNone/>
              <a:defRPr/>
            </a:pPr>
            <a:endParaRPr kumimoji="0" lang="zh-CN" altLang="en-US" sz="1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5" name="灯片编号占位符 4"/>
          <p:cNvSpPr>
            <a:spLocks noGrp="1"/>
          </p:cNvSpPr>
          <p:nvPr>
            <p:ph type="sldNum" sz="quarter" idx="12"/>
          </p:nvPr>
        </p:nvSpPr>
        <p:spPr/>
        <p:txBody>
          <a:bodyPr/>
          <a:p>
            <a:pPr lvl="0" eaLnBrk="1" hangingPunct="1">
              <a:buNone/>
            </a:pPr>
            <a:fld id="{9A0DB2DC-4C9A-4742-B13C-FB6460FD3503}" type="slidenum">
              <a:rPr lang="en-US" altLang="en-US" dirty="0"/>
            </a:fld>
            <a:endParaRPr lang="en-US" altLang="en-US" dirty="0">
              <a:latin typeface="Arial" panose="020B0604020202020204" pitchFamily="34" charset="0"/>
            </a:endParaRPr>
          </a:p>
        </p:txBody>
      </p:sp>
    </p:spTree>
  </p:cSld>
  <p:clrMapOvr>
    <a:masterClrMapping/>
  </p:clrMapOvr>
  <p:transition/>
</p:sldLayout>
</file>

<file path=ppt/slideLayouts/slideLayout24.xml><?xml version="1.0" encoding="utf-8"?>
<p:sldLayout xmlns:a="http://schemas.openxmlformats.org/drawingml/2006/main" xmlns:r="http://schemas.openxmlformats.org/officeDocument/2006/relationships" xmlns:p="http://schemas.openxmlformats.org/presentationml/2006/main" type="txAndObj">
  <p:cSld name="标题，文本与内容">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468313" y="44450"/>
            <a:ext cx="8229600" cy="1143000"/>
          </a:xfrm>
        </p:spPr>
        <p:txBody>
          <a:bodyPr/>
          <a:lstStyle/>
          <a:p>
            <a:r>
              <a:rPr lang="zh-CN" altLang="en-US" noProof="1"/>
              <a:t>单击此处编辑母版标题样式</a:t>
            </a:r>
            <a:endParaRPr lang="zh-CN" altLang="en-US" noProof="1"/>
          </a:p>
        </p:txBody>
      </p:sp>
      <p:sp>
        <p:nvSpPr>
          <p:cNvPr id="3" name="文本占位符 2"/>
          <p:cNvSpPr>
            <a:spLocks noGrp="1"/>
          </p:cNvSpPr>
          <p:nvPr>
            <p:ph type="body" sz="half" idx="1"/>
          </p:nvPr>
        </p:nvSpPr>
        <p:spPr>
          <a:xfrm>
            <a:off x="457200" y="1600200"/>
            <a:ext cx="4038600" cy="4525963"/>
          </a:xfrm>
        </p:spPr>
        <p:txBody>
          <a:body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4" name="内容占位符 3"/>
          <p:cNvSpPr>
            <a:spLocks noGrp="1"/>
          </p:cNvSpPr>
          <p:nvPr>
            <p:ph sz="half" idx="2"/>
          </p:nvPr>
        </p:nvSpPr>
        <p:spPr>
          <a:xfrm>
            <a:off x="4648200" y="1600200"/>
            <a:ext cx="4038600" cy="4525963"/>
          </a:xfrm>
        </p:spPr>
        <p:txBody>
          <a:body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17" name="日期占位符 4"/>
          <p:cNvSpPr>
            <a:spLocks noGrp="1"/>
          </p:cNvSpPr>
          <p:nvPr>
            <p:ph type="dt" sz="half" idx="12"/>
          </p:nvPr>
        </p:nvSpPr>
        <p:spPr bwMode="auto">
          <a:xfrm>
            <a:off x="457200" y="6245225"/>
            <a:ext cx="2133600" cy="476250"/>
          </a:xfrm>
          <a:prstGeom prst="rect">
            <a:avLst/>
          </a:prstGeom>
          <a:ln>
            <a:miter lim="800000"/>
          </a:ln>
        </p:spPr>
        <p:txBody>
          <a:bodyPr vert="horz" wrap="square" lIns="91440" tIns="45720" rIns="91440" bIns="45720" numCol="1" anchor="b" anchorCtr="0" compatLnSpc="1"/>
          <a:lstStyle>
            <a:lvl1pPr>
              <a:defRPr/>
            </a:lvl1pPr>
          </a:lstStyle>
          <a:p>
            <a:pPr marL="0" marR="0" lvl="0" indent="0" algn="l" defTabSz="914400" rtl="0" eaLnBrk="1" fontAlgn="auto" latinLnBrk="0" hangingPunct="1">
              <a:lnSpc>
                <a:spcPct val="100000"/>
              </a:lnSpc>
              <a:spcBef>
                <a:spcPct val="0"/>
              </a:spcBef>
              <a:spcAft>
                <a:spcPts val="0"/>
              </a:spcAft>
              <a:buClrTx/>
              <a:buSzTx/>
              <a:buFontTx/>
              <a:buNone/>
              <a:defRPr/>
            </a:pPr>
            <a:endParaRPr kumimoji="0" lang="en-US" sz="1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18" name="页脚占位符 5"/>
          <p:cNvSpPr>
            <a:spLocks noGrp="1"/>
          </p:cNvSpPr>
          <p:nvPr>
            <p:ph type="ftr" sz="quarter" idx="3"/>
          </p:nvPr>
        </p:nvSpPr>
        <p:spPr bwMode="auto">
          <a:xfrm>
            <a:off x="3124200" y="6245225"/>
            <a:ext cx="2895600" cy="476250"/>
          </a:xfrm>
          <a:prstGeom prst="rect">
            <a:avLst/>
          </a:prstGeom>
          <a:ln>
            <a:miter lim="800000"/>
          </a:ln>
        </p:spPr>
        <p:txBody>
          <a:bodyPr vert="horz" wrap="square" lIns="91440" tIns="45720" rIns="91440" bIns="45720" numCol="1" anchor="b" anchorCtr="0" compatLnSpc="1"/>
          <a:lstStyle>
            <a:lvl1pPr>
              <a:defRPr/>
            </a:lvl1pPr>
          </a:lstStyle>
          <a:p>
            <a:pPr marL="0" marR="0" lvl="0" indent="0" algn="l" defTabSz="914400" rtl="0" eaLnBrk="1" fontAlgn="auto" latinLnBrk="0" hangingPunct="1">
              <a:lnSpc>
                <a:spcPct val="100000"/>
              </a:lnSpc>
              <a:spcBef>
                <a:spcPct val="0"/>
              </a:spcBef>
              <a:spcAft>
                <a:spcPts val="0"/>
              </a:spcAft>
              <a:buClrTx/>
              <a:buSzTx/>
              <a:buFontTx/>
              <a:buNone/>
              <a:defRPr/>
            </a:pPr>
            <a:endParaRPr kumimoji="0" lang="en-US" sz="1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19" name="灯片编号占位符 6"/>
          <p:cNvSpPr>
            <a:spLocks noGrp="1"/>
          </p:cNvSpPr>
          <p:nvPr>
            <p:ph type="sldNum" sz="quarter" idx="4"/>
          </p:nvPr>
        </p:nvSpPr>
        <p:spPr bwMode="auto">
          <a:xfrm>
            <a:off x="6553200" y="6245225"/>
            <a:ext cx="2133600" cy="476250"/>
          </a:xfrm>
          <a:prstGeom prst="rect">
            <a:avLst/>
          </a:prstGeom>
          <a:ln>
            <a:miter lim="800000"/>
          </a:ln>
        </p:spPr>
        <p:txBody>
          <a:bodyPr vert="horz" wrap="square" lIns="91440" tIns="45720" rIns="91440" bIns="45720" numCol="1" anchor="b" anchorCtr="0" compatLnSpc="1"/>
          <a:p>
            <a:pPr algn="r" eaLnBrk="1" hangingPunct="1">
              <a:buNone/>
            </a:pPr>
            <a:fld id="{9A0DB2DC-4C9A-4742-B13C-FB6460FD3503}" type="slidenum">
              <a:rPr lang="en-US" altLang="zh-CN" dirty="0">
                <a:latin typeface="Tahoma" panose="020B0604030504040204" pitchFamily="34" charset="0"/>
              </a:rPr>
            </a:fld>
            <a:endParaRPr lang="en-US" altLang="zh-CN" dirty="0">
              <a:latin typeface="Tahoma" panose="020B0604030504040204" pitchFamily="34" charset="0"/>
            </a:endParaRPr>
          </a:p>
        </p:txBody>
      </p:sp>
    </p:spTree>
  </p:cSld>
  <p:clrMapOvr>
    <a:masterClrMapping/>
  </p:clrMapOvr>
  <p:transition/>
</p:sldLayout>
</file>

<file path=ppt/slideLayouts/slideLayout2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827088" y="404813"/>
            <a:ext cx="7793037" cy="1143000"/>
          </a:xfrm>
        </p:spPr>
        <p:txBody>
          <a:bodyPr/>
          <a:lstStyle/>
          <a:p>
            <a:r>
              <a:rPr lang="en-US" altLang="zh-CN" noProof="1"/>
              <a:t>Click to edit Master title style</a:t>
            </a:r>
            <a:endParaRPr lang="zh-CN" altLang="en-US" noProof="1"/>
          </a:p>
        </p:txBody>
      </p:sp>
      <p:sp>
        <p:nvSpPr>
          <p:cNvPr id="3" name="Content Placeholder 2"/>
          <p:cNvSpPr>
            <a:spLocks noGrp="1"/>
          </p:cNvSpPr>
          <p:nvPr>
            <p:ph sz="half" idx="1"/>
          </p:nvPr>
        </p:nvSpPr>
        <p:spPr>
          <a:xfrm>
            <a:off x="827088" y="1700213"/>
            <a:ext cx="3810000" cy="460851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ltLang="zh-CN" noProof="1"/>
              <a:t>Click to edit Master text styles</a:t>
            </a:r>
            <a:endParaRPr lang="en-US" altLang="zh-CN" noProof="1"/>
          </a:p>
          <a:p>
            <a:pPr lvl="1"/>
            <a:r>
              <a:rPr lang="en-US" altLang="zh-CN" noProof="1"/>
              <a:t>Second level</a:t>
            </a:r>
            <a:endParaRPr lang="en-US" altLang="zh-CN" noProof="1"/>
          </a:p>
          <a:p>
            <a:pPr lvl="2"/>
            <a:r>
              <a:rPr lang="en-US" altLang="zh-CN" noProof="1"/>
              <a:t>Third level</a:t>
            </a:r>
            <a:endParaRPr lang="en-US" altLang="zh-CN" noProof="1"/>
          </a:p>
          <a:p>
            <a:pPr lvl="3"/>
            <a:r>
              <a:rPr lang="en-US" altLang="zh-CN" noProof="1"/>
              <a:t>Fourth level</a:t>
            </a:r>
            <a:endParaRPr lang="en-US" altLang="zh-CN" noProof="1"/>
          </a:p>
          <a:p>
            <a:pPr lvl="4"/>
            <a:r>
              <a:rPr lang="en-US" altLang="zh-CN" noProof="1"/>
              <a:t>Fifth level</a:t>
            </a:r>
            <a:endParaRPr lang="zh-CN" altLang="en-US" noProof="1"/>
          </a:p>
        </p:txBody>
      </p:sp>
      <p:sp>
        <p:nvSpPr>
          <p:cNvPr id="4" name="Content Placeholder 3"/>
          <p:cNvSpPr>
            <a:spLocks noGrp="1"/>
          </p:cNvSpPr>
          <p:nvPr>
            <p:ph sz="half" idx="2"/>
          </p:nvPr>
        </p:nvSpPr>
        <p:spPr>
          <a:xfrm>
            <a:off x="4789488" y="1700213"/>
            <a:ext cx="3810000" cy="460851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ltLang="zh-CN" noProof="1"/>
              <a:t>Click to edit Master text styles</a:t>
            </a:r>
            <a:endParaRPr lang="en-US" altLang="zh-CN" noProof="1"/>
          </a:p>
          <a:p>
            <a:pPr lvl="1"/>
            <a:r>
              <a:rPr lang="en-US" altLang="zh-CN" noProof="1"/>
              <a:t>Second level</a:t>
            </a:r>
            <a:endParaRPr lang="en-US" altLang="zh-CN" noProof="1"/>
          </a:p>
          <a:p>
            <a:pPr lvl="2"/>
            <a:r>
              <a:rPr lang="en-US" altLang="zh-CN" noProof="1"/>
              <a:t>Third level</a:t>
            </a:r>
            <a:endParaRPr lang="en-US" altLang="zh-CN" noProof="1"/>
          </a:p>
          <a:p>
            <a:pPr lvl="3"/>
            <a:r>
              <a:rPr lang="en-US" altLang="zh-CN" noProof="1"/>
              <a:t>Fourth level</a:t>
            </a:r>
            <a:endParaRPr lang="en-US" altLang="zh-CN" noProof="1"/>
          </a:p>
          <a:p>
            <a:pPr lvl="4"/>
            <a:r>
              <a:rPr lang="en-US" altLang="zh-CN" noProof="1"/>
              <a:t>Fifth level</a:t>
            </a:r>
            <a:endParaRPr lang="zh-CN" altLang="en-US" noProof="1"/>
          </a:p>
        </p:txBody>
      </p:sp>
      <p:sp>
        <p:nvSpPr>
          <p:cNvPr id="5" name="日期占位符 4"/>
          <p:cNvSpPr>
            <a:spLocks noGrp="1"/>
          </p:cNvSpPr>
          <p:nvPr>
            <p:ph type="dt" sz="half" idx="10"/>
          </p:nvPr>
        </p:nvSpPr>
        <p:spPr/>
        <p:txBody>
          <a:bodyPr/>
          <a:p>
            <a:pPr marL="0" marR="0" lvl="0" indent="0" algn="l" defTabSz="914400" rtl="0" eaLnBrk="1" fontAlgn="auto" latinLnBrk="0" hangingPunct="1">
              <a:lnSpc>
                <a:spcPct val="100000"/>
              </a:lnSpc>
              <a:spcBef>
                <a:spcPct val="0"/>
              </a:spcBef>
              <a:spcAft>
                <a:spcPts val="0"/>
              </a:spcAft>
              <a:buClrTx/>
              <a:buSzTx/>
              <a:buFontTx/>
              <a:buNone/>
              <a:defRPr/>
            </a:pPr>
            <a:fld id="{F6F882FA-11E8-4838-979F-275CE013487F}" type="datetimeFigureOut">
              <a:rPr kumimoji="0" lang="zh-CN" altLang="en-US" sz="1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rPr>
            </a:fld>
            <a:endParaRPr kumimoji="0" lang="zh-CN" altLang="en-US" sz="1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6" name="页脚占位符 5"/>
          <p:cNvSpPr>
            <a:spLocks noGrp="1"/>
          </p:cNvSpPr>
          <p:nvPr>
            <p:ph type="ftr" sz="quarter" idx="11"/>
          </p:nvPr>
        </p:nvSpPr>
        <p:spPr/>
        <p:txBody>
          <a:bodyPr/>
          <a:p>
            <a:pPr marL="0" marR="0" lvl="0" indent="0" algn="l" defTabSz="914400" rtl="0" eaLnBrk="1" fontAlgn="auto" latinLnBrk="0" hangingPunct="1">
              <a:lnSpc>
                <a:spcPct val="100000"/>
              </a:lnSpc>
              <a:spcBef>
                <a:spcPct val="0"/>
              </a:spcBef>
              <a:spcAft>
                <a:spcPts val="0"/>
              </a:spcAft>
              <a:buClrTx/>
              <a:buSzTx/>
              <a:buFontTx/>
              <a:buNone/>
              <a:defRPr/>
            </a:pPr>
            <a:endParaRPr kumimoji="0" lang="zh-CN" altLang="en-US" sz="1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p>
            <a:pPr lvl="0" eaLnBrk="1" hangingPunct="1">
              <a:buNone/>
            </a:pPr>
            <a:fld id="{9A0DB2DC-4C9A-4742-B13C-FB6460FD3503}" type="slidenum">
              <a:rPr lang="en-US" altLang="en-US" dirty="0"/>
            </a:fld>
            <a:endParaRPr lang="en-US" altLang="en-US" dirty="0">
              <a:latin typeface="Arial" panose="020B0604020202020204" pitchFamily="34" charset="0"/>
            </a:endParaRPr>
          </a:p>
        </p:txBody>
      </p:sp>
    </p:spTree>
  </p:cSld>
  <p:clrMapOvr>
    <a:masterClrMapping/>
  </p:clrMapOvr>
  <p:transition/>
</p:sldLayout>
</file>

<file path=ppt/slideLayouts/slideLayout26.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p>
            <a:pPr marL="0" marR="0" lvl="0" indent="0" algn="l" defTabSz="914400" rtl="0" eaLnBrk="1" fontAlgn="auto" latinLnBrk="0" hangingPunct="1">
              <a:lnSpc>
                <a:spcPct val="100000"/>
              </a:lnSpc>
              <a:spcBef>
                <a:spcPct val="0"/>
              </a:spcBef>
              <a:spcAft>
                <a:spcPts val="0"/>
              </a:spcAft>
              <a:buClrTx/>
              <a:buSzTx/>
              <a:buFontTx/>
              <a:buNone/>
              <a:defRPr/>
            </a:pPr>
            <a:fld id="{F6F882FA-11E8-4838-979F-275CE013487F}" type="datetimeFigureOut">
              <a:rPr kumimoji="0" lang="zh-CN" altLang="en-US" sz="1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rPr>
            </a:fld>
            <a:endParaRPr kumimoji="0" lang="zh-CN" altLang="en-US" sz="1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3" name="页脚占位符 2"/>
          <p:cNvSpPr>
            <a:spLocks noGrp="1"/>
          </p:cNvSpPr>
          <p:nvPr>
            <p:ph type="ftr" sz="quarter" idx="11"/>
          </p:nvPr>
        </p:nvSpPr>
        <p:spPr/>
        <p:txBody>
          <a:bodyPr/>
          <a:p>
            <a:pPr marL="0" marR="0" lvl="0" indent="0" algn="l" defTabSz="914400" rtl="0" eaLnBrk="1" fontAlgn="auto" latinLnBrk="0" hangingPunct="1">
              <a:lnSpc>
                <a:spcPct val="100000"/>
              </a:lnSpc>
              <a:spcBef>
                <a:spcPct val="0"/>
              </a:spcBef>
              <a:spcAft>
                <a:spcPts val="0"/>
              </a:spcAft>
              <a:buClrTx/>
              <a:buSzTx/>
              <a:buFontTx/>
              <a:buNone/>
              <a:defRPr/>
            </a:pPr>
            <a:endParaRPr kumimoji="0" lang="zh-CN" altLang="en-US" sz="1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4" name="灯片编号占位符 3"/>
          <p:cNvSpPr>
            <a:spLocks noGrp="1"/>
          </p:cNvSpPr>
          <p:nvPr>
            <p:ph type="sldNum" sz="quarter" idx="12"/>
          </p:nvPr>
        </p:nvSpPr>
        <p:spPr/>
        <p:txBody>
          <a:bodyPr/>
          <a:p>
            <a:pPr lvl="0" eaLnBrk="1" hangingPunct="1">
              <a:buNone/>
            </a:pPr>
            <a:fld id="{9A0DB2DC-4C9A-4742-B13C-FB6460FD3503}" type="slidenum">
              <a:rPr lang="en-US" altLang="en-US" dirty="0"/>
            </a:fld>
            <a:endParaRPr lang="en-US" altLang="en-US" dirty="0">
              <a:latin typeface="Arial" panose="020B0604020202020204" pitchFamily="34" charset="0"/>
            </a:endParaRPr>
          </a:p>
        </p:txBody>
      </p:sp>
    </p:spTree>
  </p:cSld>
  <p:clrMapOvr>
    <a:masterClrMapping/>
  </p:clrMapOvr>
  <p:transition/>
</p:sldLayout>
</file>

<file path=ppt/slideLayouts/slideLayout27.xml><?xml version="1.0" encoding="utf-8"?>
<p:sldLayout xmlns:a="http://schemas.openxmlformats.org/drawingml/2006/main" xmlns:r="http://schemas.openxmlformats.org/officeDocument/2006/relationships" xmlns:p="http://schemas.openxmlformats.org/presentationml/2006/main" type="title">
  <p:cSld name="标题幻灯片">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p:spPr>
        <p:txBody>
          <a:bodyPr/>
          <a:lstStyle/>
          <a:p>
            <a:r>
              <a:rPr lang="zh-CN" altLang="en-US" noProof="1"/>
              <a:t>单击此处编辑母版标题样式</a:t>
            </a:r>
            <a:endParaRPr lang="zh-CN" altLang="en-US" noProof="1"/>
          </a:p>
        </p:txBody>
      </p:sp>
      <p:sp>
        <p:nvSpPr>
          <p:cNvPr id="3" name="副标题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noProof="1"/>
              <a:t>单击此处编辑母版副标题样式</a:t>
            </a:r>
            <a:endParaRPr lang="zh-CN" altLang="en-US" noProof="1"/>
          </a:p>
        </p:txBody>
      </p:sp>
      <p:sp>
        <p:nvSpPr>
          <p:cNvPr id="17" name="日期占位符 3"/>
          <p:cNvSpPr>
            <a:spLocks noGrp="1"/>
          </p:cNvSpPr>
          <p:nvPr>
            <p:ph type="dt" sz="half" idx="2"/>
          </p:nvPr>
        </p:nvSpPr>
        <p:spPr bwMode="auto">
          <a:xfrm>
            <a:off x="914400" y="6324600"/>
            <a:ext cx="1905000" cy="457200"/>
          </a:xfrm>
          <a:prstGeom prst="rect">
            <a:avLst/>
          </a:prstGeom>
          <a:ln>
            <a:miter lim="800000"/>
          </a:ln>
        </p:spPr>
        <p:txBody>
          <a:bodyPr vert="horz" wrap="square" lIns="91440" tIns="45720" rIns="91440" bIns="45720" numCol="1" anchor="b" anchorCtr="0" compatLnSpc="1"/>
          <a:lstStyle>
            <a:lvl1pPr>
              <a:defRPr/>
            </a:lvl1pPr>
          </a:lstStyle>
          <a:p>
            <a:pPr marL="0" marR="0" lvl="0" indent="0" algn="l" defTabSz="914400" rtl="0" eaLnBrk="1" fontAlgn="auto" latinLnBrk="0" hangingPunct="1">
              <a:lnSpc>
                <a:spcPct val="100000"/>
              </a:lnSpc>
              <a:spcBef>
                <a:spcPct val="0"/>
              </a:spcBef>
              <a:spcAft>
                <a:spcPts val="0"/>
              </a:spcAft>
              <a:buClrTx/>
              <a:buSzTx/>
              <a:buFontTx/>
              <a:buNone/>
              <a:defRPr/>
            </a:pPr>
            <a:endParaRPr kumimoji="0" lang="en-US" altLang="ko-KR" sz="1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18" name="页脚占位符 4"/>
          <p:cNvSpPr>
            <a:spLocks noGrp="1"/>
          </p:cNvSpPr>
          <p:nvPr>
            <p:ph type="ftr" sz="quarter" idx="3"/>
          </p:nvPr>
        </p:nvSpPr>
        <p:spPr bwMode="auto">
          <a:xfrm>
            <a:off x="3352800" y="6324600"/>
            <a:ext cx="2895600" cy="457200"/>
          </a:xfrm>
          <a:prstGeom prst="rect">
            <a:avLst/>
          </a:prstGeom>
          <a:ln>
            <a:miter lim="800000"/>
          </a:ln>
        </p:spPr>
        <p:txBody>
          <a:bodyPr vert="horz" wrap="square" lIns="91440" tIns="45720" rIns="91440" bIns="45720" numCol="1" anchor="b" anchorCtr="0" compatLnSpc="1"/>
          <a:lstStyle>
            <a:lvl1pPr>
              <a:defRPr/>
            </a:lvl1pPr>
          </a:lstStyle>
          <a:p>
            <a:pPr marL="0" marR="0" lvl="0" indent="0" algn="l" defTabSz="914400" rtl="0" eaLnBrk="1" fontAlgn="auto" latinLnBrk="0" hangingPunct="1">
              <a:lnSpc>
                <a:spcPct val="100000"/>
              </a:lnSpc>
              <a:spcBef>
                <a:spcPct val="0"/>
              </a:spcBef>
              <a:spcAft>
                <a:spcPts val="0"/>
              </a:spcAft>
              <a:buClrTx/>
              <a:buSzTx/>
              <a:buFontTx/>
              <a:buNone/>
              <a:defRPr/>
            </a:pPr>
            <a:endParaRPr kumimoji="0" lang="en-US" altLang="ko-KR" sz="1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19" name="灯片编号占位符 5"/>
          <p:cNvSpPr>
            <a:spLocks noGrp="1"/>
          </p:cNvSpPr>
          <p:nvPr>
            <p:ph type="sldNum" sz="quarter" idx="4"/>
          </p:nvPr>
        </p:nvSpPr>
        <p:spPr bwMode="auto">
          <a:xfrm>
            <a:off x="6781800" y="6324600"/>
            <a:ext cx="1905000" cy="457200"/>
          </a:xfrm>
          <a:prstGeom prst="rect">
            <a:avLst/>
          </a:prstGeom>
          <a:ln>
            <a:miter lim="800000"/>
          </a:ln>
        </p:spPr>
        <p:txBody>
          <a:bodyPr vert="horz" wrap="square" lIns="91440" tIns="45720" rIns="91440" bIns="45720" numCol="1" anchor="b" anchorCtr="0" compatLnSpc="1"/>
          <a:p>
            <a:pPr algn="r" eaLnBrk="1" hangingPunct="1">
              <a:buNone/>
            </a:pPr>
            <a:fld id="{9A0DB2DC-4C9A-4742-B13C-FB6460FD3503}" type="slidenum">
              <a:rPr lang="en-US" altLang="en-US" dirty="0">
                <a:latin typeface="Tahoma" panose="020B0604030504040204" pitchFamily="34" charset="0"/>
              </a:rPr>
            </a:fld>
            <a:endParaRPr lang="en-US" altLang="en-US" dirty="0">
              <a:latin typeface="Tahoma" panose="020B0604030504040204" pitchFamily="34" charset="0"/>
            </a:endParaRPr>
          </a:p>
        </p:txBody>
      </p:sp>
    </p:spTree>
  </p:cSld>
  <p:clrMapOvr>
    <a:masterClrMapping/>
  </p:clrMapOvr>
  <p:transition/>
</p:sldLayout>
</file>

<file path=ppt/slideLayouts/slideLayout28.xml><?xml version="1.0" encoding="utf-8"?>
<p:sldLayout xmlns:a="http://schemas.openxmlformats.org/drawingml/2006/main" xmlns:r="http://schemas.openxmlformats.org/officeDocument/2006/relationships" xmlns:p="http://schemas.openxmlformats.org/presentationml/2006/main" type="txAndTwoObj">
  <p:cSld name="标题，文本与两项内容">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574675" y="304800"/>
            <a:ext cx="8001000" cy="1216025"/>
          </a:xfrm>
        </p:spPr>
        <p:txBody>
          <a:bodyPr/>
          <a:lstStyle/>
          <a:p>
            <a:r>
              <a:rPr lang="zh-CN" altLang="en-US"/>
              <a:t>单击此处编辑母版标题样式</a:t>
            </a:r>
            <a:endParaRPr lang="zh-CN" altLang="en-US"/>
          </a:p>
        </p:txBody>
      </p:sp>
      <p:sp>
        <p:nvSpPr>
          <p:cNvPr id="3" name="文本占位符 2"/>
          <p:cNvSpPr>
            <a:spLocks noGrp="1"/>
          </p:cNvSpPr>
          <p:nvPr>
            <p:ph type="body" sz="half" idx="1" hasCustomPrompt="1"/>
          </p:nvPr>
        </p:nvSpPr>
        <p:spPr>
          <a:xfrm>
            <a:off x="566738" y="1752600"/>
            <a:ext cx="3924300" cy="4267200"/>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quarter" idx="2" hasCustomPrompt="1"/>
          </p:nvPr>
        </p:nvSpPr>
        <p:spPr>
          <a:xfrm>
            <a:off x="4643438" y="1752600"/>
            <a:ext cx="3924300" cy="2057400"/>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内容占位符 4"/>
          <p:cNvSpPr>
            <a:spLocks noGrp="1"/>
          </p:cNvSpPr>
          <p:nvPr>
            <p:ph sz="quarter" idx="3" hasCustomPrompt="1"/>
          </p:nvPr>
        </p:nvSpPr>
        <p:spPr>
          <a:xfrm>
            <a:off x="4643438" y="3962400"/>
            <a:ext cx="3924300" cy="2057400"/>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17" name="日期占位符 5"/>
          <p:cNvSpPr>
            <a:spLocks noGrp="1"/>
          </p:cNvSpPr>
          <p:nvPr>
            <p:ph type="dt" sz="half" idx="12"/>
          </p:nvPr>
        </p:nvSpPr>
        <p:spPr bwMode="auto">
          <a:xfrm>
            <a:off x="609600" y="6245225"/>
            <a:ext cx="1981200" cy="476250"/>
          </a:xfrm>
          <a:prstGeom prst="rect">
            <a:avLst/>
          </a:prstGeom>
          <a:ln>
            <a:miter lim="800000"/>
          </a:ln>
        </p:spPr>
        <p:txBody>
          <a:bodyPr vert="horz" wrap="square" lIns="91440" tIns="45720" rIns="91440" bIns="45720" numCol="1" anchor="b" anchorCtr="0" compatLnSpc="1"/>
          <a:lstStyle>
            <a:lvl1pPr>
              <a:defRPr/>
            </a:lvl1pPr>
          </a:lstStyle>
          <a:p>
            <a:pPr marL="0" marR="0" lvl="0" indent="0" algn="l" defTabSz="914400" rtl="0" eaLnBrk="1" fontAlgn="auto" latinLnBrk="0" hangingPunct="1">
              <a:lnSpc>
                <a:spcPct val="100000"/>
              </a:lnSpc>
              <a:spcBef>
                <a:spcPct val="0"/>
              </a:spcBef>
              <a:spcAft>
                <a:spcPts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18" name="页脚占位符 6"/>
          <p:cNvSpPr>
            <a:spLocks noGrp="1"/>
          </p:cNvSpPr>
          <p:nvPr>
            <p:ph type="ftr" sz="quarter" idx="13"/>
          </p:nvPr>
        </p:nvSpPr>
        <p:spPr bwMode="auto">
          <a:xfrm>
            <a:off x="3124200" y="6245225"/>
            <a:ext cx="2895600" cy="476250"/>
          </a:xfrm>
          <a:prstGeom prst="rect">
            <a:avLst/>
          </a:prstGeom>
          <a:ln>
            <a:miter lim="800000"/>
          </a:ln>
        </p:spPr>
        <p:txBody>
          <a:bodyPr vert="horz" wrap="square" lIns="91440" tIns="45720" rIns="91440" bIns="45720" numCol="1" anchor="b" anchorCtr="0" compatLnSpc="1"/>
          <a:lstStyle>
            <a:lvl1pPr>
              <a:defRPr/>
            </a:lvl1pPr>
          </a:lstStyle>
          <a:p>
            <a:pPr marL="0" marR="0" lvl="0" indent="0" algn="l" defTabSz="914400" rtl="0" eaLnBrk="1" fontAlgn="auto" latinLnBrk="0" hangingPunct="1">
              <a:lnSpc>
                <a:spcPct val="100000"/>
              </a:lnSpc>
              <a:spcBef>
                <a:spcPct val="0"/>
              </a:spcBef>
              <a:spcAft>
                <a:spcPts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19" name="灯片编号占位符 7"/>
          <p:cNvSpPr>
            <a:spLocks noGrp="1"/>
          </p:cNvSpPr>
          <p:nvPr>
            <p:ph type="sldNum" sz="quarter" idx="4"/>
          </p:nvPr>
        </p:nvSpPr>
        <p:spPr bwMode="auto">
          <a:xfrm>
            <a:off x="6553200" y="6245225"/>
            <a:ext cx="1981200" cy="476250"/>
          </a:xfrm>
          <a:prstGeom prst="rect">
            <a:avLst/>
          </a:prstGeom>
          <a:ln>
            <a:miter lim="800000"/>
          </a:ln>
        </p:spPr>
        <p:txBody>
          <a:bodyPr vert="horz" wrap="square" lIns="91440" tIns="45720" rIns="91440" bIns="45720" numCol="1" anchor="b" anchorCtr="0" compatLnSpc="1"/>
          <a:p>
            <a:pPr algn="r" eaLnBrk="1" hangingPunct="1">
              <a:buNone/>
            </a:pPr>
            <a:fld id="{9A0DB2DC-4C9A-4742-B13C-FB6460FD3503}" type="slidenum">
              <a:rPr lang="en-US" altLang="zh-CN" dirty="0">
                <a:latin typeface="Tahoma" panose="020B0604030504040204" pitchFamily="34" charset="0"/>
              </a:rPr>
            </a:fld>
            <a:endParaRPr lang="en-US" altLang="zh-CN" dirty="0">
              <a:latin typeface="Tahoma" panose="020B0604030504040204" pitchFamily="34" charset="0"/>
            </a:endParaRPr>
          </a:p>
        </p:txBody>
      </p:sp>
    </p:spTree>
  </p:cSld>
  <p:clrMapOvr>
    <a:masterClrMapping/>
  </p:clrMapOvr>
  <p:transition/>
</p:sldLayout>
</file>

<file path=ppt/slideLayouts/slideLayout2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p>
            <a:pPr marL="0" marR="0" lvl="0" indent="0" algn="l" defTabSz="914400" rtl="0" eaLnBrk="1" fontAlgn="auto" latinLnBrk="0" hangingPunct="1">
              <a:lnSpc>
                <a:spcPct val="100000"/>
              </a:lnSpc>
              <a:spcBef>
                <a:spcPct val="0"/>
              </a:spcBef>
              <a:spcAft>
                <a:spcPts val="0"/>
              </a:spcAft>
              <a:buClrTx/>
              <a:buSzTx/>
              <a:buFontTx/>
              <a:buNone/>
              <a:defRPr/>
            </a:pPr>
            <a:fld id="{0957938B-8134-496D-A9B0-A1786C13132C}" type="datetimeFigureOut">
              <a:rPr kumimoji="0" lang="zh-CN" altLang="en-US" sz="1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rPr>
            </a:fld>
            <a:endParaRPr kumimoji="0" lang="zh-CN" altLang="en-US" sz="1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3" name="页脚占位符 2"/>
          <p:cNvSpPr>
            <a:spLocks noGrp="1"/>
          </p:cNvSpPr>
          <p:nvPr>
            <p:ph type="ftr" sz="quarter" idx="11"/>
          </p:nvPr>
        </p:nvSpPr>
        <p:spPr/>
        <p:txBody>
          <a:bodyPr/>
          <a:p>
            <a:pPr marL="0" marR="0" lvl="0" indent="0" algn="l" defTabSz="914400" rtl="0" eaLnBrk="1" fontAlgn="auto" latinLnBrk="0" hangingPunct="1">
              <a:lnSpc>
                <a:spcPct val="100000"/>
              </a:lnSpc>
              <a:spcBef>
                <a:spcPct val="0"/>
              </a:spcBef>
              <a:spcAft>
                <a:spcPts val="0"/>
              </a:spcAft>
              <a:buClrTx/>
              <a:buSzTx/>
              <a:buFontTx/>
              <a:buNone/>
              <a:defRPr/>
            </a:pPr>
            <a:endParaRPr kumimoji="0" lang="zh-CN" altLang="en-US" sz="1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4" name="灯片编号占位符 3"/>
          <p:cNvSpPr>
            <a:spLocks noGrp="1"/>
          </p:cNvSpPr>
          <p:nvPr>
            <p:ph type="sldNum" sz="quarter" idx="12"/>
          </p:nvPr>
        </p:nvSpPr>
        <p:spPr/>
        <p:txBody>
          <a:bodyPr/>
          <a:p>
            <a:pPr lvl="0" eaLnBrk="1" hangingPunct="1">
              <a:buNone/>
            </a:pPr>
            <a:fld id="{9A0DB2DC-4C9A-4742-B13C-FB6460FD3503}" type="slidenum">
              <a:rPr lang="en-US" altLang="en-US" dirty="0"/>
            </a:fld>
            <a:endParaRPr lang="en-US" altLang="en-US" dirty="0">
              <a:latin typeface="Arial" panose="020B0604020202020204" pitchFamily="34" charset="0"/>
            </a:endParaRPr>
          </a:p>
        </p:txBody>
      </p:sp>
    </p:spTree>
  </p:cSld>
  <p:clrMapOvr>
    <a:masterClrMapping/>
  </p:clrMapOvr>
  <p:transition/>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自定义版式">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p>
            <a:pPr marL="0" marR="0" lvl="0" indent="0" algn="l" defTabSz="914400" rtl="0" eaLnBrk="1" fontAlgn="auto" latinLnBrk="0" hangingPunct="1">
              <a:lnSpc>
                <a:spcPct val="100000"/>
              </a:lnSpc>
              <a:spcBef>
                <a:spcPct val="0"/>
              </a:spcBef>
              <a:spcAft>
                <a:spcPts val="0"/>
              </a:spcAft>
              <a:buClrTx/>
              <a:buSzTx/>
              <a:buFontTx/>
              <a:buNone/>
              <a:defRPr/>
            </a:pPr>
            <a:fld id="{0957938B-8134-496D-A9B0-A1786C13132C}" type="datetimeFigureOut">
              <a:rPr kumimoji="0" lang="zh-CN" altLang="en-US" sz="1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rPr>
            </a:fld>
            <a:endParaRPr kumimoji="0" lang="zh-CN" altLang="en-US" sz="1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3" name="页脚占位符 2"/>
          <p:cNvSpPr>
            <a:spLocks noGrp="1"/>
          </p:cNvSpPr>
          <p:nvPr>
            <p:ph type="ftr" sz="quarter" idx="11"/>
          </p:nvPr>
        </p:nvSpPr>
        <p:spPr/>
        <p:txBody>
          <a:bodyPr/>
          <a:p>
            <a:pPr marL="0" marR="0" lvl="0" indent="0" algn="l" defTabSz="914400" rtl="0" eaLnBrk="1" fontAlgn="auto" latinLnBrk="0" hangingPunct="1">
              <a:lnSpc>
                <a:spcPct val="100000"/>
              </a:lnSpc>
              <a:spcBef>
                <a:spcPct val="0"/>
              </a:spcBef>
              <a:spcAft>
                <a:spcPts val="0"/>
              </a:spcAft>
              <a:buClrTx/>
              <a:buSzTx/>
              <a:buFontTx/>
              <a:buNone/>
              <a:defRPr/>
            </a:pPr>
            <a:endParaRPr kumimoji="0" lang="zh-CN" altLang="en-US" sz="1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4" name="灯片编号占位符 3"/>
          <p:cNvSpPr>
            <a:spLocks noGrp="1"/>
          </p:cNvSpPr>
          <p:nvPr>
            <p:ph type="sldNum" sz="quarter" idx="12"/>
          </p:nvPr>
        </p:nvSpPr>
        <p:spPr/>
        <p:txBody>
          <a:bodyPr/>
          <a:p>
            <a:pPr lvl="0" eaLnBrk="1" hangingPunct="1">
              <a:buNone/>
            </a:pPr>
            <a:fld id="{9A0DB2DC-4C9A-4742-B13C-FB6460FD3503}" type="slidenum">
              <a:rPr lang="en-US" altLang="en-US" dirty="0"/>
            </a:fld>
            <a:endParaRPr lang="en-US" altLang="en-US" dirty="0">
              <a:latin typeface="Arial" panose="020B0604020202020204" pitchFamily="34" charset="0"/>
            </a:endParaRPr>
          </a:p>
        </p:txBody>
      </p:sp>
    </p:spTree>
  </p:cSld>
  <p:clrMapOvr>
    <a:masterClrMapping/>
  </p:clrMapOvr>
  <p:transition/>
</p:sldLayout>
</file>

<file path=ppt/slideLayouts/slideLayout31.xml><?xml version="1.0" encoding="utf-8"?>
<p:sldLayout xmlns:a="http://schemas.openxmlformats.org/drawingml/2006/main" xmlns:r="http://schemas.openxmlformats.org/officeDocument/2006/relationships" xmlns:p="http://schemas.openxmlformats.org/presentationml/2006/main" type="obj">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solidFill>
                  <a:srgbClr val="FF0000"/>
                </a:solidFill>
              </a:defRPr>
            </a:lvl1pPr>
          </a:lstStyle>
          <a:p>
            <a:r>
              <a:rPr lang="zh-CN" altLang="en-US" noProof="1"/>
              <a:t>单击此处编辑母版标题样式</a:t>
            </a:r>
            <a:endParaRPr lang="en-US" noProof="1"/>
          </a:p>
        </p:txBody>
      </p:sp>
      <p:sp>
        <p:nvSpPr>
          <p:cNvPr id="8" name="内容占位符 7"/>
          <p:cNvSpPr>
            <a:spLocks noGrp="1"/>
          </p:cNvSpPr>
          <p:nvPr>
            <p:ph sz="quarter" idx="1"/>
          </p:nvPr>
        </p:nvSpPr>
        <p:spPr>
          <a:xfrm>
            <a:off x="914400" y="1447800"/>
            <a:ext cx="7772400" cy="4572000"/>
          </a:xfrm>
        </p:spPr>
        <p:txBody>
          <a:bodyPr/>
          <a:lstStyle>
            <a:lvl1pPr>
              <a:defRPr b="1" i="0" baseline="0"/>
            </a:lvl1pPr>
            <a:lvl2pPr>
              <a:defRPr b="1" i="0" baseline="0"/>
            </a:lvl2pPr>
            <a:lvl3pPr>
              <a:defRPr b="1" i="0" baseline="0"/>
            </a:lvl3pPr>
            <a:lvl4pPr>
              <a:defRPr b="1" i="0" baseline="0"/>
            </a:lvl4pPr>
            <a:lvl5pPr>
              <a:defRPr b="1" i="0" baseline="0"/>
            </a:lvl5p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en-US" noProof="1"/>
          </a:p>
        </p:txBody>
      </p:sp>
      <p:sp>
        <p:nvSpPr>
          <p:cNvPr id="3" name="日期占位符 2"/>
          <p:cNvSpPr>
            <a:spLocks noGrp="1"/>
          </p:cNvSpPr>
          <p:nvPr>
            <p:ph type="dt" sz="half" idx="10"/>
          </p:nvPr>
        </p:nvSpPr>
        <p:spPr/>
        <p:txBody>
          <a:bodyPr/>
          <a:p>
            <a:pPr marL="0" marR="0" lvl="0" indent="0" algn="l" defTabSz="914400" rtl="0" eaLnBrk="1" fontAlgn="auto" latinLnBrk="0" hangingPunct="1">
              <a:lnSpc>
                <a:spcPct val="100000"/>
              </a:lnSpc>
              <a:spcBef>
                <a:spcPct val="0"/>
              </a:spcBef>
              <a:spcAft>
                <a:spcPts val="0"/>
              </a:spcAft>
              <a:buClrTx/>
              <a:buSzTx/>
              <a:buFontTx/>
              <a:buNone/>
              <a:defRPr/>
            </a:pPr>
            <a:fld id="{0957938B-8134-496D-A9B0-A1786C13132C}" type="datetimeFigureOut">
              <a:rPr kumimoji="0" lang="zh-CN" altLang="en-US" sz="1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rPr>
            </a:fld>
            <a:endParaRPr kumimoji="0" lang="zh-CN" altLang="en-US" sz="1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4" name="页脚占位符 3"/>
          <p:cNvSpPr>
            <a:spLocks noGrp="1"/>
          </p:cNvSpPr>
          <p:nvPr>
            <p:ph type="ftr" sz="quarter" idx="11"/>
          </p:nvPr>
        </p:nvSpPr>
        <p:spPr/>
        <p:txBody>
          <a:bodyPr/>
          <a:p>
            <a:pPr marL="0" marR="0" lvl="0" indent="0" algn="l" defTabSz="914400" rtl="0" eaLnBrk="1" fontAlgn="auto" latinLnBrk="0" hangingPunct="1">
              <a:lnSpc>
                <a:spcPct val="100000"/>
              </a:lnSpc>
              <a:spcBef>
                <a:spcPct val="0"/>
              </a:spcBef>
              <a:spcAft>
                <a:spcPts val="0"/>
              </a:spcAft>
              <a:buClrTx/>
              <a:buSzTx/>
              <a:buFontTx/>
              <a:buNone/>
              <a:defRPr/>
            </a:pPr>
            <a:endParaRPr kumimoji="0" lang="zh-CN" altLang="en-US" sz="1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5" name="灯片编号占位符 4"/>
          <p:cNvSpPr>
            <a:spLocks noGrp="1"/>
          </p:cNvSpPr>
          <p:nvPr>
            <p:ph type="sldNum" sz="quarter" idx="12"/>
          </p:nvPr>
        </p:nvSpPr>
        <p:spPr/>
        <p:txBody>
          <a:bodyPr/>
          <a:p>
            <a:pPr lvl="0" eaLnBrk="1" hangingPunct="1">
              <a:buNone/>
            </a:pPr>
            <a:fld id="{9A0DB2DC-4C9A-4742-B13C-FB6460FD3503}" type="slidenum">
              <a:rPr lang="en-US" altLang="en-US" dirty="0"/>
            </a:fld>
            <a:endParaRPr lang="en-US" altLang="en-US" dirty="0">
              <a:latin typeface="Arial" panose="020B0604020202020204" pitchFamily="34" charset="0"/>
            </a:endParaRPr>
          </a:p>
        </p:txBody>
      </p:sp>
    </p:spTree>
  </p:cSld>
  <p:clrMapOvr>
    <a:masterClrMapping/>
  </p:clrMapOvr>
  <p:transition/>
</p:sldLayout>
</file>

<file path=ppt/slideLayouts/slideLayout32.xml><?xml version="1.0" encoding="utf-8"?>
<p:sldLayout xmlns:a="http://schemas.openxmlformats.org/drawingml/2006/main" xmlns:r="http://schemas.openxmlformats.org/officeDocument/2006/relationships" xmlns:p="http://schemas.openxmlformats.org/presentationml/2006/main" type="txAndObj">
  <p:cSld name="标题，文本与内容">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468313" y="44450"/>
            <a:ext cx="8229600" cy="1143000"/>
          </a:xfrm>
        </p:spPr>
        <p:txBody>
          <a:bodyPr/>
          <a:lstStyle/>
          <a:p>
            <a:r>
              <a:rPr lang="zh-CN" altLang="en-US" noProof="1"/>
              <a:t>单击此处编辑母版标题样式</a:t>
            </a:r>
            <a:endParaRPr lang="zh-CN" altLang="en-US" noProof="1"/>
          </a:p>
        </p:txBody>
      </p:sp>
      <p:sp>
        <p:nvSpPr>
          <p:cNvPr id="3" name="文本占位符 2"/>
          <p:cNvSpPr>
            <a:spLocks noGrp="1"/>
          </p:cNvSpPr>
          <p:nvPr>
            <p:ph type="body" sz="half" idx="1"/>
          </p:nvPr>
        </p:nvSpPr>
        <p:spPr>
          <a:xfrm>
            <a:off x="457200" y="1600200"/>
            <a:ext cx="4038600" cy="4525963"/>
          </a:xfrm>
        </p:spPr>
        <p:txBody>
          <a:body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4" name="内容占位符 3"/>
          <p:cNvSpPr>
            <a:spLocks noGrp="1"/>
          </p:cNvSpPr>
          <p:nvPr>
            <p:ph sz="half" idx="2"/>
          </p:nvPr>
        </p:nvSpPr>
        <p:spPr>
          <a:xfrm>
            <a:off x="4648200" y="1600200"/>
            <a:ext cx="4038600" cy="4525963"/>
          </a:xfrm>
        </p:spPr>
        <p:txBody>
          <a:body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17" name="日期占位符 4"/>
          <p:cNvSpPr>
            <a:spLocks noGrp="1"/>
          </p:cNvSpPr>
          <p:nvPr>
            <p:ph type="dt" sz="half" idx="12"/>
          </p:nvPr>
        </p:nvSpPr>
        <p:spPr bwMode="auto">
          <a:xfrm>
            <a:off x="457200" y="6245225"/>
            <a:ext cx="2133600" cy="476250"/>
          </a:xfrm>
          <a:prstGeom prst="rect">
            <a:avLst/>
          </a:prstGeom>
          <a:ln>
            <a:miter lim="800000"/>
          </a:ln>
        </p:spPr>
        <p:txBody>
          <a:bodyPr vert="horz" wrap="square" lIns="91440" tIns="45720" rIns="91440" bIns="45720" numCol="1" anchor="b" anchorCtr="0" compatLnSpc="1"/>
          <a:lstStyle>
            <a:lvl1pPr>
              <a:defRPr/>
            </a:lvl1pPr>
          </a:lstStyle>
          <a:p>
            <a:pPr marL="0" marR="0" lvl="0" indent="0" algn="l" defTabSz="914400" rtl="0" eaLnBrk="1" fontAlgn="auto" latinLnBrk="0" hangingPunct="1">
              <a:lnSpc>
                <a:spcPct val="100000"/>
              </a:lnSpc>
              <a:spcBef>
                <a:spcPct val="0"/>
              </a:spcBef>
              <a:spcAft>
                <a:spcPts val="0"/>
              </a:spcAft>
              <a:buClrTx/>
              <a:buSzTx/>
              <a:buFontTx/>
              <a:buNone/>
              <a:defRPr/>
            </a:pPr>
            <a:endParaRPr kumimoji="0" lang="en-US" sz="1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18" name="页脚占位符 5"/>
          <p:cNvSpPr>
            <a:spLocks noGrp="1"/>
          </p:cNvSpPr>
          <p:nvPr>
            <p:ph type="ftr" sz="quarter" idx="3"/>
          </p:nvPr>
        </p:nvSpPr>
        <p:spPr bwMode="auto">
          <a:xfrm>
            <a:off x="3124200" y="6245225"/>
            <a:ext cx="2895600" cy="476250"/>
          </a:xfrm>
          <a:prstGeom prst="rect">
            <a:avLst/>
          </a:prstGeom>
          <a:ln>
            <a:miter lim="800000"/>
          </a:ln>
        </p:spPr>
        <p:txBody>
          <a:bodyPr vert="horz" wrap="square" lIns="91440" tIns="45720" rIns="91440" bIns="45720" numCol="1" anchor="b" anchorCtr="0" compatLnSpc="1"/>
          <a:lstStyle>
            <a:lvl1pPr>
              <a:defRPr/>
            </a:lvl1pPr>
          </a:lstStyle>
          <a:p>
            <a:pPr marL="0" marR="0" lvl="0" indent="0" algn="l" defTabSz="914400" rtl="0" eaLnBrk="1" fontAlgn="auto" latinLnBrk="0" hangingPunct="1">
              <a:lnSpc>
                <a:spcPct val="100000"/>
              </a:lnSpc>
              <a:spcBef>
                <a:spcPct val="0"/>
              </a:spcBef>
              <a:spcAft>
                <a:spcPts val="0"/>
              </a:spcAft>
              <a:buClrTx/>
              <a:buSzTx/>
              <a:buFontTx/>
              <a:buNone/>
              <a:defRPr/>
            </a:pPr>
            <a:endParaRPr kumimoji="0" lang="en-US" sz="1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19" name="灯片编号占位符 6"/>
          <p:cNvSpPr>
            <a:spLocks noGrp="1"/>
          </p:cNvSpPr>
          <p:nvPr>
            <p:ph type="sldNum" sz="quarter" idx="4"/>
          </p:nvPr>
        </p:nvSpPr>
        <p:spPr bwMode="auto">
          <a:xfrm>
            <a:off x="6553200" y="6245225"/>
            <a:ext cx="2133600" cy="476250"/>
          </a:xfrm>
          <a:prstGeom prst="rect">
            <a:avLst/>
          </a:prstGeom>
          <a:ln>
            <a:miter lim="800000"/>
          </a:ln>
        </p:spPr>
        <p:txBody>
          <a:bodyPr vert="horz" wrap="square" lIns="91440" tIns="45720" rIns="91440" bIns="45720" numCol="1" anchor="b" anchorCtr="0" compatLnSpc="1"/>
          <a:p>
            <a:pPr algn="r" eaLnBrk="1" hangingPunct="1">
              <a:buNone/>
            </a:pPr>
            <a:fld id="{9A0DB2DC-4C9A-4742-B13C-FB6460FD3503}" type="slidenum">
              <a:rPr lang="en-US" altLang="zh-CN" dirty="0">
                <a:latin typeface="Tahoma" panose="020B0604030504040204" pitchFamily="34" charset="0"/>
              </a:rPr>
            </a:fld>
            <a:endParaRPr lang="en-US" altLang="zh-CN" dirty="0">
              <a:latin typeface="Tahoma" panose="020B0604030504040204" pitchFamily="34" charset="0"/>
            </a:endParaRPr>
          </a:p>
        </p:txBody>
      </p:sp>
    </p:spTree>
  </p:cSld>
  <p:clrMapOvr>
    <a:masterClrMapping/>
  </p:clrMapOvr>
  <p:transition/>
</p:sldLayout>
</file>

<file path=ppt/slideLayouts/slideLayout3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827088" y="404813"/>
            <a:ext cx="7793037" cy="1143000"/>
          </a:xfrm>
        </p:spPr>
        <p:txBody>
          <a:bodyPr/>
          <a:lstStyle/>
          <a:p>
            <a:r>
              <a:rPr lang="en-US" altLang="zh-CN" noProof="1"/>
              <a:t>Click to edit Master title style</a:t>
            </a:r>
            <a:endParaRPr lang="zh-CN" altLang="en-US" noProof="1"/>
          </a:p>
        </p:txBody>
      </p:sp>
      <p:sp>
        <p:nvSpPr>
          <p:cNvPr id="3" name="Content Placeholder 2"/>
          <p:cNvSpPr>
            <a:spLocks noGrp="1"/>
          </p:cNvSpPr>
          <p:nvPr>
            <p:ph sz="half" idx="1"/>
          </p:nvPr>
        </p:nvSpPr>
        <p:spPr>
          <a:xfrm>
            <a:off x="827088" y="1700213"/>
            <a:ext cx="3810000" cy="460851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ltLang="zh-CN" noProof="1"/>
              <a:t>Click to edit Master text styles</a:t>
            </a:r>
            <a:endParaRPr lang="en-US" altLang="zh-CN" noProof="1"/>
          </a:p>
          <a:p>
            <a:pPr lvl="1"/>
            <a:r>
              <a:rPr lang="en-US" altLang="zh-CN" noProof="1"/>
              <a:t>Second level</a:t>
            </a:r>
            <a:endParaRPr lang="en-US" altLang="zh-CN" noProof="1"/>
          </a:p>
          <a:p>
            <a:pPr lvl="2"/>
            <a:r>
              <a:rPr lang="en-US" altLang="zh-CN" noProof="1"/>
              <a:t>Third level</a:t>
            </a:r>
            <a:endParaRPr lang="en-US" altLang="zh-CN" noProof="1"/>
          </a:p>
          <a:p>
            <a:pPr lvl="3"/>
            <a:r>
              <a:rPr lang="en-US" altLang="zh-CN" noProof="1"/>
              <a:t>Fourth level</a:t>
            </a:r>
            <a:endParaRPr lang="en-US" altLang="zh-CN" noProof="1"/>
          </a:p>
          <a:p>
            <a:pPr lvl="4"/>
            <a:r>
              <a:rPr lang="en-US" altLang="zh-CN" noProof="1"/>
              <a:t>Fifth level</a:t>
            </a:r>
            <a:endParaRPr lang="zh-CN" altLang="en-US" noProof="1"/>
          </a:p>
        </p:txBody>
      </p:sp>
      <p:sp>
        <p:nvSpPr>
          <p:cNvPr id="4" name="Content Placeholder 3"/>
          <p:cNvSpPr>
            <a:spLocks noGrp="1"/>
          </p:cNvSpPr>
          <p:nvPr>
            <p:ph sz="half" idx="2"/>
          </p:nvPr>
        </p:nvSpPr>
        <p:spPr>
          <a:xfrm>
            <a:off x="4789488" y="1700213"/>
            <a:ext cx="3810000" cy="460851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ltLang="zh-CN" noProof="1"/>
              <a:t>Click to edit Master text styles</a:t>
            </a:r>
            <a:endParaRPr lang="en-US" altLang="zh-CN" noProof="1"/>
          </a:p>
          <a:p>
            <a:pPr lvl="1"/>
            <a:r>
              <a:rPr lang="en-US" altLang="zh-CN" noProof="1"/>
              <a:t>Second level</a:t>
            </a:r>
            <a:endParaRPr lang="en-US" altLang="zh-CN" noProof="1"/>
          </a:p>
          <a:p>
            <a:pPr lvl="2"/>
            <a:r>
              <a:rPr lang="en-US" altLang="zh-CN" noProof="1"/>
              <a:t>Third level</a:t>
            </a:r>
            <a:endParaRPr lang="en-US" altLang="zh-CN" noProof="1"/>
          </a:p>
          <a:p>
            <a:pPr lvl="3"/>
            <a:r>
              <a:rPr lang="en-US" altLang="zh-CN" noProof="1"/>
              <a:t>Fourth level</a:t>
            </a:r>
            <a:endParaRPr lang="en-US" altLang="zh-CN" noProof="1"/>
          </a:p>
          <a:p>
            <a:pPr lvl="4"/>
            <a:r>
              <a:rPr lang="en-US" altLang="zh-CN" noProof="1"/>
              <a:t>Fifth level</a:t>
            </a:r>
            <a:endParaRPr lang="zh-CN" altLang="en-US" noProof="1"/>
          </a:p>
        </p:txBody>
      </p:sp>
      <p:sp>
        <p:nvSpPr>
          <p:cNvPr id="5" name="日期占位符 4"/>
          <p:cNvSpPr>
            <a:spLocks noGrp="1"/>
          </p:cNvSpPr>
          <p:nvPr>
            <p:ph type="dt" sz="half" idx="10"/>
          </p:nvPr>
        </p:nvSpPr>
        <p:spPr/>
        <p:txBody>
          <a:bodyPr/>
          <a:p>
            <a:pPr marL="0" marR="0" lvl="0" indent="0" algn="l" defTabSz="914400" rtl="0" eaLnBrk="1" fontAlgn="auto" latinLnBrk="0" hangingPunct="1">
              <a:lnSpc>
                <a:spcPct val="100000"/>
              </a:lnSpc>
              <a:spcBef>
                <a:spcPct val="0"/>
              </a:spcBef>
              <a:spcAft>
                <a:spcPts val="0"/>
              </a:spcAft>
              <a:buClrTx/>
              <a:buSzTx/>
              <a:buFontTx/>
              <a:buNone/>
              <a:defRPr/>
            </a:pPr>
            <a:fld id="{0957938B-8134-496D-A9B0-A1786C13132C}" type="datetimeFigureOut">
              <a:rPr kumimoji="0" lang="zh-CN" altLang="en-US" sz="1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rPr>
            </a:fld>
            <a:endParaRPr kumimoji="0" lang="zh-CN" altLang="en-US" sz="1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6" name="页脚占位符 5"/>
          <p:cNvSpPr>
            <a:spLocks noGrp="1"/>
          </p:cNvSpPr>
          <p:nvPr>
            <p:ph type="ftr" sz="quarter" idx="11"/>
          </p:nvPr>
        </p:nvSpPr>
        <p:spPr/>
        <p:txBody>
          <a:bodyPr/>
          <a:p>
            <a:pPr marL="0" marR="0" lvl="0" indent="0" algn="l" defTabSz="914400" rtl="0" eaLnBrk="1" fontAlgn="auto" latinLnBrk="0" hangingPunct="1">
              <a:lnSpc>
                <a:spcPct val="100000"/>
              </a:lnSpc>
              <a:spcBef>
                <a:spcPct val="0"/>
              </a:spcBef>
              <a:spcAft>
                <a:spcPts val="0"/>
              </a:spcAft>
              <a:buClrTx/>
              <a:buSzTx/>
              <a:buFontTx/>
              <a:buNone/>
              <a:defRPr/>
            </a:pPr>
            <a:endParaRPr kumimoji="0" lang="zh-CN" altLang="en-US" sz="1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p>
            <a:pPr lvl="0" eaLnBrk="1" hangingPunct="1">
              <a:buNone/>
            </a:pPr>
            <a:fld id="{9A0DB2DC-4C9A-4742-B13C-FB6460FD3503}" type="slidenum">
              <a:rPr lang="en-US" altLang="en-US" dirty="0"/>
            </a:fld>
            <a:endParaRPr lang="en-US" altLang="en-US" dirty="0">
              <a:latin typeface="Arial" panose="020B0604020202020204" pitchFamily="34" charset="0"/>
            </a:endParaRPr>
          </a:p>
        </p:txBody>
      </p:sp>
    </p:spTree>
  </p:cSld>
  <p:clrMapOvr>
    <a:masterClrMapping/>
  </p:clrMapOvr>
  <p:transition/>
</p:sldLayout>
</file>

<file path=ppt/slideLayouts/slideLayout34.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p>
            <a:pPr marL="0" marR="0" lvl="0" indent="0" algn="l" defTabSz="914400" rtl="0" eaLnBrk="1" fontAlgn="auto" latinLnBrk="0" hangingPunct="1">
              <a:lnSpc>
                <a:spcPct val="100000"/>
              </a:lnSpc>
              <a:spcBef>
                <a:spcPct val="0"/>
              </a:spcBef>
              <a:spcAft>
                <a:spcPts val="0"/>
              </a:spcAft>
              <a:buClrTx/>
              <a:buSzTx/>
              <a:buFontTx/>
              <a:buNone/>
              <a:defRPr/>
            </a:pPr>
            <a:fld id="{0957938B-8134-496D-A9B0-A1786C13132C}" type="datetimeFigureOut">
              <a:rPr kumimoji="0" lang="zh-CN" altLang="en-US" sz="1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rPr>
            </a:fld>
            <a:endParaRPr kumimoji="0" lang="zh-CN" altLang="en-US" sz="1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3" name="页脚占位符 2"/>
          <p:cNvSpPr>
            <a:spLocks noGrp="1"/>
          </p:cNvSpPr>
          <p:nvPr>
            <p:ph type="ftr" sz="quarter" idx="11"/>
          </p:nvPr>
        </p:nvSpPr>
        <p:spPr/>
        <p:txBody>
          <a:bodyPr/>
          <a:p>
            <a:pPr marL="0" marR="0" lvl="0" indent="0" algn="l" defTabSz="914400" rtl="0" eaLnBrk="1" fontAlgn="auto" latinLnBrk="0" hangingPunct="1">
              <a:lnSpc>
                <a:spcPct val="100000"/>
              </a:lnSpc>
              <a:spcBef>
                <a:spcPct val="0"/>
              </a:spcBef>
              <a:spcAft>
                <a:spcPts val="0"/>
              </a:spcAft>
              <a:buClrTx/>
              <a:buSzTx/>
              <a:buFontTx/>
              <a:buNone/>
              <a:defRPr/>
            </a:pPr>
            <a:endParaRPr kumimoji="0" lang="zh-CN" altLang="en-US" sz="1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4" name="灯片编号占位符 3"/>
          <p:cNvSpPr>
            <a:spLocks noGrp="1"/>
          </p:cNvSpPr>
          <p:nvPr>
            <p:ph type="sldNum" sz="quarter" idx="12"/>
          </p:nvPr>
        </p:nvSpPr>
        <p:spPr/>
        <p:txBody>
          <a:bodyPr/>
          <a:p>
            <a:pPr lvl="0" eaLnBrk="1" hangingPunct="1">
              <a:buNone/>
            </a:pPr>
            <a:fld id="{9A0DB2DC-4C9A-4742-B13C-FB6460FD3503}" type="slidenum">
              <a:rPr lang="en-US" altLang="en-US" dirty="0"/>
            </a:fld>
            <a:endParaRPr lang="en-US" altLang="en-US" dirty="0">
              <a:latin typeface="Arial" panose="020B0604020202020204" pitchFamily="34" charset="0"/>
            </a:endParaRPr>
          </a:p>
        </p:txBody>
      </p:sp>
    </p:spTree>
  </p:cSld>
  <p:clrMapOvr>
    <a:masterClrMapping/>
  </p:clrMapOvr>
  <p:transition/>
</p:sldLayout>
</file>

<file path=ppt/slideLayouts/slideLayout35.xml><?xml version="1.0" encoding="utf-8"?>
<p:sldLayout xmlns:a="http://schemas.openxmlformats.org/drawingml/2006/main" xmlns:r="http://schemas.openxmlformats.org/officeDocument/2006/relationships" xmlns:p="http://schemas.openxmlformats.org/presentationml/2006/main" type="title">
  <p:cSld name="标题幻灯片">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p:spPr>
        <p:txBody>
          <a:bodyPr/>
          <a:lstStyle/>
          <a:p>
            <a:r>
              <a:rPr lang="zh-CN" altLang="en-US" noProof="1"/>
              <a:t>单击此处编辑母版标题样式</a:t>
            </a:r>
            <a:endParaRPr lang="zh-CN" altLang="en-US" noProof="1"/>
          </a:p>
        </p:txBody>
      </p:sp>
      <p:sp>
        <p:nvSpPr>
          <p:cNvPr id="3" name="副标题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noProof="1"/>
              <a:t>单击此处编辑母版副标题样式</a:t>
            </a:r>
            <a:endParaRPr lang="zh-CN" altLang="en-US" noProof="1"/>
          </a:p>
        </p:txBody>
      </p:sp>
      <p:sp>
        <p:nvSpPr>
          <p:cNvPr id="17" name="日期占位符 3"/>
          <p:cNvSpPr>
            <a:spLocks noGrp="1"/>
          </p:cNvSpPr>
          <p:nvPr>
            <p:ph type="dt" sz="half" idx="2"/>
          </p:nvPr>
        </p:nvSpPr>
        <p:spPr bwMode="auto">
          <a:xfrm>
            <a:off x="914400" y="6324600"/>
            <a:ext cx="1905000" cy="457200"/>
          </a:xfrm>
          <a:prstGeom prst="rect">
            <a:avLst/>
          </a:prstGeom>
          <a:ln>
            <a:miter lim="800000"/>
          </a:ln>
        </p:spPr>
        <p:txBody>
          <a:bodyPr vert="horz" wrap="square" lIns="91440" tIns="45720" rIns="91440" bIns="45720" numCol="1" anchor="b" anchorCtr="0" compatLnSpc="1"/>
          <a:lstStyle>
            <a:lvl1pPr>
              <a:defRPr/>
            </a:lvl1pPr>
          </a:lstStyle>
          <a:p>
            <a:pPr marL="0" marR="0" lvl="0" indent="0" algn="l" defTabSz="914400" rtl="0" eaLnBrk="1" fontAlgn="auto" latinLnBrk="0" hangingPunct="1">
              <a:lnSpc>
                <a:spcPct val="100000"/>
              </a:lnSpc>
              <a:spcBef>
                <a:spcPct val="0"/>
              </a:spcBef>
              <a:spcAft>
                <a:spcPts val="0"/>
              </a:spcAft>
              <a:buClrTx/>
              <a:buSzTx/>
              <a:buFontTx/>
              <a:buNone/>
              <a:defRPr/>
            </a:pPr>
            <a:endParaRPr kumimoji="0" lang="en-US" altLang="ko-KR" sz="1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18" name="页脚占位符 4"/>
          <p:cNvSpPr>
            <a:spLocks noGrp="1"/>
          </p:cNvSpPr>
          <p:nvPr>
            <p:ph type="ftr" sz="quarter" idx="3"/>
          </p:nvPr>
        </p:nvSpPr>
        <p:spPr bwMode="auto">
          <a:xfrm>
            <a:off x="3352800" y="6324600"/>
            <a:ext cx="2895600" cy="457200"/>
          </a:xfrm>
          <a:prstGeom prst="rect">
            <a:avLst/>
          </a:prstGeom>
          <a:ln>
            <a:miter lim="800000"/>
          </a:ln>
        </p:spPr>
        <p:txBody>
          <a:bodyPr vert="horz" wrap="square" lIns="91440" tIns="45720" rIns="91440" bIns="45720" numCol="1" anchor="b" anchorCtr="0" compatLnSpc="1"/>
          <a:lstStyle>
            <a:lvl1pPr>
              <a:defRPr/>
            </a:lvl1pPr>
          </a:lstStyle>
          <a:p>
            <a:pPr marL="0" marR="0" lvl="0" indent="0" algn="l" defTabSz="914400" rtl="0" eaLnBrk="1" fontAlgn="auto" latinLnBrk="0" hangingPunct="1">
              <a:lnSpc>
                <a:spcPct val="100000"/>
              </a:lnSpc>
              <a:spcBef>
                <a:spcPct val="0"/>
              </a:spcBef>
              <a:spcAft>
                <a:spcPts val="0"/>
              </a:spcAft>
              <a:buClrTx/>
              <a:buSzTx/>
              <a:buFontTx/>
              <a:buNone/>
              <a:defRPr/>
            </a:pPr>
            <a:endParaRPr kumimoji="0" lang="en-US" altLang="ko-KR" sz="1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19" name="灯片编号占位符 5"/>
          <p:cNvSpPr>
            <a:spLocks noGrp="1"/>
          </p:cNvSpPr>
          <p:nvPr>
            <p:ph type="sldNum" sz="quarter" idx="4"/>
          </p:nvPr>
        </p:nvSpPr>
        <p:spPr bwMode="auto">
          <a:xfrm>
            <a:off x="6781800" y="6324600"/>
            <a:ext cx="1905000" cy="457200"/>
          </a:xfrm>
          <a:prstGeom prst="rect">
            <a:avLst/>
          </a:prstGeom>
          <a:ln>
            <a:miter lim="800000"/>
          </a:ln>
        </p:spPr>
        <p:txBody>
          <a:bodyPr vert="horz" wrap="square" lIns="91440" tIns="45720" rIns="91440" bIns="45720" numCol="1" anchor="b" anchorCtr="0" compatLnSpc="1"/>
          <a:p>
            <a:pPr algn="r" eaLnBrk="1" hangingPunct="1">
              <a:buNone/>
            </a:pPr>
            <a:fld id="{9A0DB2DC-4C9A-4742-B13C-FB6460FD3503}" type="slidenum">
              <a:rPr lang="en-US" altLang="en-US" dirty="0">
                <a:latin typeface="Tahoma" panose="020B0604030504040204" pitchFamily="34" charset="0"/>
              </a:rPr>
            </a:fld>
            <a:endParaRPr lang="en-US" altLang="en-US" dirty="0">
              <a:latin typeface="Tahoma" panose="020B0604030504040204" pitchFamily="34" charset="0"/>
            </a:endParaRPr>
          </a:p>
        </p:txBody>
      </p:sp>
    </p:spTree>
  </p:cSld>
  <p:clrMapOvr>
    <a:masterClrMapping/>
  </p:clrMapOvr>
  <p:transition/>
</p:sldLayout>
</file>

<file path=ppt/slideMasters/_rels/slideMaster1.xml.rels><?xml version="1.0" encoding="UTF-8" standalone="yes"?>
<Relationships xmlns="http://schemas.openxmlformats.org/package/2006/relationships"><Relationship Id="rId9" Type="http://schemas.openxmlformats.org/officeDocument/2006/relationships/theme" Target="../theme/theme1.xml"/><Relationship Id="rId8" Type="http://schemas.openxmlformats.org/officeDocument/2006/relationships/image" Target="../media/image2.jpeg"/><Relationship Id="rId7" Type="http://schemas.openxmlformats.org/officeDocument/2006/relationships/image" Target="../media/image1.png"/><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image" Target="../media/image2.jpeg"/><Relationship Id="rId8" Type="http://schemas.openxmlformats.org/officeDocument/2006/relationships/image" Target="../media/image1.png"/><Relationship Id="rId7" Type="http://schemas.openxmlformats.org/officeDocument/2006/relationships/slideLayout" Target="../slideLayouts/slideLayout13.xml"/><Relationship Id="rId6" Type="http://schemas.openxmlformats.org/officeDocument/2006/relationships/slideLayout" Target="../slideLayouts/slideLayout12.xml"/><Relationship Id="rId5" Type="http://schemas.openxmlformats.org/officeDocument/2006/relationships/slideLayout" Target="../slideLayouts/slideLayout11.xml"/><Relationship Id="rId4" Type="http://schemas.openxmlformats.org/officeDocument/2006/relationships/slideLayout" Target="../slideLayouts/slideLayout10.xml"/><Relationship Id="rId3" Type="http://schemas.openxmlformats.org/officeDocument/2006/relationships/slideLayout" Target="../slideLayouts/slideLayout9.xml"/><Relationship Id="rId2" Type="http://schemas.openxmlformats.org/officeDocument/2006/relationships/slideLayout" Target="../slideLayouts/slideLayout8.xml"/><Relationship Id="rId10" Type="http://schemas.openxmlformats.org/officeDocument/2006/relationships/theme" Target="../theme/theme2.xml"/><Relationship Id="rId1" Type="http://schemas.openxmlformats.org/officeDocument/2006/relationships/slideLayout" Target="../slideLayouts/slideLayout7.xml"/></Relationships>
</file>

<file path=ppt/slideMasters/_rels/slideMaster3.xml.rels><?xml version="1.0" encoding="UTF-8" standalone="yes"?>
<Relationships xmlns="http://schemas.openxmlformats.org/package/2006/relationships"><Relationship Id="rId9" Type="http://schemas.openxmlformats.org/officeDocument/2006/relationships/image" Target="../media/image2.jpeg"/><Relationship Id="rId8" Type="http://schemas.openxmlformats.org/officeDocument/2006/relationships/image" Target="../media/image1.png"/><Relationship Id="rId7" Type="http://schemas.openxmlformats.org/officeDocument/2006/relationships/slideLayout" Target="../slideLayouts/slideLayout20.xml"/><Relationship Id="rId6" Type="http://schemas.openxmlformats.org/officeDocument/2006/relationships/slideLayout" Target="../slideLayouts/slideLayout19.xml"/><Relationship Id="rId5" Type="http://schemas.openxmlformats.org/officeDocument/2006/relationships/slideLayout" Target="../slideLayouts/slideLayout18.xml"/><Relationship Id="rId4" Type="http://schemas.openxmlformats.org/officeDocument/2006/relationships/slideLayout" Target="../slideLayouts/slideLayout17.xml"/><Relationship Id="rId3" Type="http://schemas.openxmlformats.org/officeDocument/2006/relationships/slideLayout" Target="../slideLayouts/slideLayout16.xml"/><Relationship Id="rId2" Type="http://schemas.openxmlformats.org/officeDocument/2006/relationships/slideLayout" Target="../slideLayouts/slideLayout15.xml"/><Relationship Id="rId10" Type="http://schemas.openxmlformats.org/officeDocument/2006/relationships/theme" Target="../theme/theme3.xml"/><Relationship Id="rId1" Type="http://schemas.openxmlformats.org/officeDocument/2006/relationships/slideLayout" Target="../slideLayouts/slideLayout14.xml"/></Relationships>
</file>

<file path=ppt/slideMasters/_rels/slideMaster4.xml.rels><?xml version="1.0" encoding="UTF-8" standalone="yes"?>
<Relationships xmlns="http://schemas.openxmlformats.org/package/2006/relationships"><Relationship Id="rId9" Type="http://schemas.openxmlformats.org/officeDocument/2006/relationships/image" Target="../media/image1.png"/><Relationship Id="rId8" Type="http://schemas.openxmlformats.org/officeDocument/2006/relationships/slideLayout" Target="../slideLayouts/slideLayout28.xml"/><Relationship Id="rId7" Type="http://schemas.openxmlformats.org/officeDocument/2006/relationships/slideLayout" Target="../slideLayouts/slideLayout27.xml"/><Relationship Id="rId6" Type="http://schemas.openxmlformats.org/officeDocument/2006/relationships/slideLayout" Target="../slideLayouts/slideLayout26.xml"/><Relationship Id="rId5" Type="http://schemas.openxmlformats.org/officeDocument/2006/relationships/slideLayout" Target="../slideLayouts/slideLayout25.xml"/><Relationship Id="rId4" Type="http://schemas.openxmlformats.org/officeDocument/2006/relationships/slideLayout" Target="../slideLayouts/slideLayout24.xml"/><Relationship Id="rId3" Type="http://schemas.openxmlformats.org/officeDocument/2006/relationships/slideLayout" Target="../slideLayouts/slideLayout23.xml"/><Relationship Id="rId2" Type="http://schemas.openxmlformats.org/officeDocument/2006/relationships/slideLayout" Target="../slideLayouts/slideLayout22.xml"/><Relationship Id="rId11" Type="http://schemas.openxmlformats.org/officeDocument/2006/relationships/theme" Target="../theme/theme4.xml"/><Relationship Id="rId10" Type="http://schemas.openxmlformats.org/officeDocument/2006/relationships/image" Target="../media/image2.jpeg"/><Relationship Id="rId1" Type="http://schemas.openxmlformats.org/officeDocument/2006/relationships/slideLayout" Target="../slideLayouts/slideLayout21.xml"/></Relationships>
</file>

<file path=ppt/slideMasters/_rels/slideMaster5.xml.rels><?xml version="1.0" encoding="UTF-8" standalone="yes"?>
<Relationships xmlns="http://schemas.openxmlformats.org/package/2006/relationships"><Relationship Id="rId9" Type="http://schemas.openxmlformats.org/officeDocument/2006/relationships/image" Target="../media/image2.jpeg"/><Relationship Id="rId8" Type="http://schemas.openxmlformats.org/officeDocument/2006/relationships/image" Target="../media/image1.png"/><Relationship Id="rId7" Type="http://schemas.openxmlformats.org/officeDocument/2006/relationships/slideLayout" Target="../slideLayouts/slideLayout35.xml"/><Relationship Id="rId6" Type="http://schemas.openxmlformats.org/officeDocument/2006/relationships/slideLayout" Target="../slideLayouts/slideLayout34.xml"/><Relationship Id="rId5" Type="http://schemas.openxmlformats.org/officeDocument/2006/relationships/slideLayout" Target="../slideLayouts/slideLayout33.xml"/><Relationship Id="rId4" Type="http://schemas.openxmlformats.org/officeDocument/2006/relationships/slideLayout" Target="../slideLayouts/slideLayout32.xml"/><Relationship Id="rId3" Type="http://schemas.openxmlformats.org/officeDocument/2006/relationships/slideLayout" Target="../slideLayouts/slideLayout31.xml"/><Relationship Id="rId2" Type="http://schemas.openxmlformats.org/officeDocument/2006/relationships/slideLayout" Target="../slideLayouts/slideLayout30.xml"/><Relationship Id="rId10" Type="http://schemas.openxmlformats.org/officeDocument/2006/relationships/theme" Target="../theme/theme5.xml"/><Relationship Id="rId1" Type="http://schemas.openxmlformats.org/officeDocument/2006/relationships/slideLayout" Target="../slideLayouts/slideLayout2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1026" name="Rectangle 2"/>
          <p:cNvSpPr>
            <a:spLocks noChangeArrowheads="1"/>
          </p:cNvSpPr>
          <p:nvPr/>
        </p:nvSpPr>
        <p:spPr bwMode="ltGray">
          <a:xfrm>
            <a:off x="417513" y="1098550"/>
            <a:ext cx="438150" cy="474663"/>
          </a:xfrm>
          <a:prstGeom prst="rect">
            <a:avLst/>
          </a:prstGeom>
          <a:solidFill>
            <a:schemeClr val="accent2"/>
          </a:solidFill>
          <a:ln>
            <a:noFill/>
          </a:ln>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zh-CN" sz="18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1027" name="Rectangle 3"/>
          <p:cNvSpPr>
            <a:spLocks noChangeArrowheads="1"/>
          </p:cNvSpPr>
          <p:nvPr/>
        </p:nvSpPr>
        <p:spPr bwMode="ltGray">
          <a:xfrm>
            <a:off x="800100" y="1098550"/>
            <a:ext cx="328613" cy="474663"/>
          </a:xfrm>
          <a:prstGeom prst="rect">
            <a:avLst/>
          </a:prstGeom>
          <a:gradFill rotWithShape="0">
            <a:gsLst>
              <a:gs pos="0">
                <a:schemeClr val="accent2"/>
              </a:gs>
              <a:gs pos="100000">
                <a:schemeClr val="bg1"/>
              </a:gs>
            </a:gsLst>
            <a:lin ang="0" scaled="1"/>
          </a:gradFill>
          <a:ln>
            <a:noFill/>
          </a:ln>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zh-CN" sz="18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1028" name="Rectangle 4"/>
          <p:cNvSpPr>
            <a:spLocks noChangeArrowheads="1"/>
          </p:cNvSpPr>
          <p:nvPr/>
        </p:nvSpPr>
        <p:spPr bwMode="ltGray">
          <a:xfrm>
            <a:off x="541338" y="1520825"/>
            <a:ext cx="422275" cy="474663"/>
          </a:xfrm>
          <a:prstGeom prst="rect">
            <a:avLst/>
          </a:prstGeom>
          <a:solidFill>
            <a:schemeClr val="folHlink"/>
          </a:solidFill>
          <a:ln>
            <a:noFill/>
          </a:ln>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zh-CN" sz="18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1029" name="Rectangle 5"/>
          <p:cNvSpPr>
            <a:spLocks noChangeArrowheads="1"/>
          </p:cNvSpPr>
          <p:nvPr/>
        </p:nvSpPr>
        <p:spPr bwMode="ltGray">
          <a:xfrm>
            <a:off x="911225" y="1520825"/>
            <a:ext cx="368300" cy="474663"/>
          </a:xfrm>
          <a:prstGeom prst="rect">
            <a:avLst/>
          </a:prstGeom>
          <a:gradFill rotWithShape="0">
            <a:gsLst>
              <a:gs pos="0">
                <a:schemeClr val="folHlink"/>
              </a:gs>
              <a:gs pos="100000">
                <a:schemeClr val="bg1"/>
              </a:gs>
            </a:gsLst>
            <a:lin ang="0" scaled="1"/>
          </a:gradFill>
          <a:ln>
            <a:noFill/>
          </a:ln>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zh-CN" sz="18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1030" name="Rectangle 6"/>
          <p:cNvSpPr>
            <a:spLocks noChangeArrowheads="1"/>
          </p:cNvSpPr>
          <p:nvPr/>
        </p:nvSpPr>
        <p:spPr bwMode="ltGray">
          <a:xfrm>
            <a:off x="127000" y="1447800"/>
            <a:ext cx="560388" cy="422275"/>
          </a:xfrm>
          <a:prstGeom prst="rect">
            <a:avLst/>
          </a:prstGeom>
          <a:gradFill rotWithShape="0">
            <a:gsLst>
              <a:gs pos="0">
                <a:schemeClr val="bg1"/>
              </a:gs>
              <a:gs pos="100000">
                <a:schemeClr val="hlink"/>
              </a:gs>
            </a:gsLst>
            <a:lin ang="18900000" scaled="1"/>
          </a:gradFill>
          <a:ln>
            <a:noFill/>
          </a:ln>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zh-CN" sz="18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1031" name="Rectangle 7"/>
          <p:cNvSpPr>
            <a:spLocks noChangeArrowheads="1"/>
          </p:cNvSpPr>
          <p:nvPr/>
        </p:nvSpPr>
        <p:spPr bwMode="gray">
          <a:xfrm>
            <a:off x="762000" y="990600"/>
            <a:ext cx="31750" cy="1052513"/>
          </a:xfrm>
          <a:prstGeom prst="rect">
            <a:avLst/>
          </a:prstGeom>
          <a:solidFill>
            <a:schemeClr val="bg2"/>
          </a:solidFill>
          <a:ln>
            <a:noFill/>
          </a:ln>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zh-CN" sz="18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1032" name="Rectangle 8"/>
          <p:cNvSpPr>
            <a:spLocks noChangeArrowheads="1"/>
          </p:cNvSpPr>
          <p:nvPr/>
        </p:nvSpPr>
        <p:spPr bwMode="gray">
          <a:xfrm>
            <a:off x="442913" y="1781175"/>
            <a:ext cx="8226425" cy="31750"/>
          </a:xfrm>
          <a:prstGeom prst="rect">
            <a:avLst/>
          </a:prstGeom>
          <a:gradFill rotWithShape="0">
            <a:gsLst>
              <a:gs pos="0">
                <a:schemeClr val="bg2"/>
              </a:gs>
              <a:gs pos="100000">
                <a:schemeClr val="bg1"/>
              </a:gs>
            </a:gsLst>
            <a:lin ang="0" scaled="1"/>
          </a:gradFill>
          <a:ln>
            <a:noFill/>
          </a:ln>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zh-CN" sz="18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3083" name="Rectangle 11"/>
          <p:cNvSpPr>
            <a:spLocks noGrp="1" noChangeArrowheads="1"/>
          </p:cNvSpPr>
          <p:nvPr>
            <p:ph type="dt" sz="half" idx="2"/>
          </p:nvPr>
        </p:nvSpPr>
        <p:spPr bwMode="auto">
          <a:xfrm>
            <a:off x="914400" y="6324600"/>
            <a:ext cx="1905000" cy="457200"/>
          </a:xfrm>
          <a:prstGeom prst="rect">
            <a:avLst/>
          </a:prstGeom>
          <a:noFill/>
          <a:ln w="9525">
            <a:noFill/>
            <a:miter lim="800000"/>
          </a:ln>
          <a:effectLst/>
        </p:spPr>
        <p:txBody>
          <a:bodyPr vert="horz" wrap="square" lIns="91440" tIns="45720" rIns="91440" bIns="45720" numCol="1" anchor="b" anchorCtr="0" compatLnSpc="1"/>
          <a:lstStyle>
            <a:lvl1pPr algn="l" eaLnBrk="1" fontAlgn="auto" hangingPunct="1">
              <a:spcBef>
                <a:spcPct val="0"/>
              </a:spcBef>
              <a:spcAft>
                <a:spcPts val="0"/>
              </a:spcAft>
              <a:defRPr sz="1400" b="0">
                <a:solidFill>
                  <a:schemeClr val="tx1"/>
                </a:solidFill>
                <a:latin typeface="Tahoma" panose="020B0604030504040204" pitchFamily="34" charset="0"/>
                <a:ea typeface="宋体" panose="02010600030101010101" pitchFamily="2" charset="-122"/>
              </a:defRPr>
            </a:lvl1pPr>
          </a:lstStyle>
          <a:p>
            <a:pPr marL="0" marR="0" lvl="0" indent="0" algn="l" defTabSz="914400" rtl="0" eaLnBrk="1" fontAlgn="auto" latinLnBrk="0" hangingPunct="1">
              <a:lnSpc>
                <a:spcPct val="100000"/>
              </a:lnSpc>
              <a:spcBef>
                <a:spcPct val="0"/>
              </a:spcBef>
              <a:spcAft>
                <a:spcPts val="0"/>
              </a:spcAft>
              <a:buClrTx/>
              <a:buSzTx/>
              <a:buFontTx/>
              <a:buNone/>
              <a:defRPr/>
            </a:pPr>
            <a:fld id="{2E9ACB20-A241-411F-901D-6A35323F9D3B}" type="datetimeFigureOut">
              <a:rPr kumimoji="0" lang="zh-CN" altLang="en-US" sz="1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rPr>
            </a:fld>
            <a:endParaRPr kumimoji="0" lang="zh-CN" altLang="en-US" sz="1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3084" name="Rectangle 12"/>
          <p:cNvSpPr>
            <a:spLocks noGrp="1" noChangeArrowheads="1"/>
          </p:cNvSpPr>
          <p:nvPr>
            <p:ph type="ftr" sz="quarter" idx="3"/>
          </p:nvPr>
        </p:nvSpPr>
        <p:spPr bwMode="auto">
          <a:xfrm>
            <a:off x="3352800" y="6324600"/>
            <a:ext cx="2895600" cy="457200"/>
          </a:xfrm>
          <a:prstGeom prst="rect">
            <a:avLst/>
          </a:prstGeom>
          <a:noFill/>
          <a:ln w="9525">
            <a:noFill/>
            <a:miter lim="800000"/>
          </a:ln>
          <a:effectLst/>
        </p:spPr>
        <p:txBody>
          <a:bodyPr vert="horz" wrap="square" lIns="91440" tIns="45720" rIns="91440" bIns="45720" numCol="1" anchor="b" anchorCtr="0" compatLnSpc="1"/>
          <a:lstStyle>
            <a:lvl1pPr eaLnBrk="1" fontAlgn="auto" hangingPunct="1">
              <a:spcBef>
                <a:spcPct val="0"/>
              </a:spcBef>
              <a:spcAft>
                <a:spcPts val="0"/>
              </a:spcAft>
              <a:defRPr sz="1400" b="0">
                <a:solidFill>
                  <a:schemeClr val="tx1"/>
                </a:solidFill>
                <a:latin typeface="Tahoma" panose="020B0604030504040204" pitchFamily="34" charset="0"/>
                <a:ea typeface="宋体" panose="02010600030101010101" pitchFamily="2" charset="-122"/>
              </a:defRPr>
            </a:lvl1pPr>
          </a:lstStyle>
          <a:p>
            <a:pPr marL="0" marR="0" lvl="0" indent="0" algn="l" defTabSz="914400" rtl="0" eaLnBrk="1" fontAlgn="auto" latinLnBrk="0" hangingPunct="1">
              <a:lnSpc>
                <a:spcPct val="100000"/>
              </a:lnSpc>
              <a:spcBef>
                <a:spcPct val="0"/>
              </a:spcBef>
              <a:spcAft>
                <a:spcPts val="0"/>
              </a:spcAft>
              <a:buClrTx/>
              <a:buSzTx/>
              <a:buFontTx/>
              <a:buNone/>
              <a:defRPr/>
            </a:pPr>
            <a:endParaRPr kumimoji="0" lang="zh-CN" altLang="en-US" sz="1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3085" name="Rectangle 13"/>
          <p:cNvSpPr>
            <a:spLocks noGrp="1" noChangeArrowheads="1"/>
          </p:cNvSpPr>
          <p:nvPr>
            <p:ph type="sldNum" sz="quarter" idx="4"/>
          </p:nvPr>
        </p:nvSpPr>
        <p:spPr bwMode="auto">
          <a:xfrm>
            <a:off x="6781800" y="6324600"/>
            <a:ext cx="1905000" cy="457200"/>
          </a:xfrm>
          <a:prstGeom prst="rect">
            <a:avLst/>
          </a:prstGeom>
          <a:noFill/>
          <a:ln w="9525">
            <a:noFill/>
            <a:miter lim="800000"/>
          </a:ln>
          <a:effectLst/>
        </p:spPr>
        <p:txBody>
          <a:bodyPr vert="horz" wrap="square" lIns="91440" tIns="45720" rIns="91440" bIns="45720" numCol="1" anchor="b" anchorCtr="0" compatLnSpc="1"/>
          <a:lstStyle>
            <a:lvl1pPr algn="r">
              <a:defRPr sz="1400">
                <a:latin typeface="Tahoma" panose="020B0604030504040204" pitchFamily="34" charset="0"/>
              </a:defRPr>
            </a:lvl1pPr>
          </a:lstStyle>
          <a:p>
            <a:pPr lvl="0" eaLnBrk="1" hangingPunct="1">
              <a:buNone/>
            </a:pPr>
            <a:fld id="{9A0DB2DC-4C9A-4742-B13C-FB6460FD3503}" type="slidenum">
              <a:rPr lang="en-US" altLang="en-US" dirty="0"/>
            </a:fld>
            <a:endParaRPr lang="en-US" altLang="en-US" dirty="0">
              <a:latin typeface="Arial" panose="020B0604020202020204" pitchFamily="34" charset="0"/>
            </a:endParaRPr>
          </a:p>
        </p:txBody>
      </p:sp>
      <p:pic>
        <p:nvPicPr>
          <p:cNvPr id="1036" name="Picture 15" descr="blue002"/>
          <p:cNvPicPr>
            <a:picLocks noChangeAspect="1"/>
          </p:cNvPicPr>
          <p:nvPr/>
        </p:nvPicPr>
        <p:blipFill>
          <a:blip r:embed="rId7"/>
          <a:stretch>
            <a:fillRect/>
          </a:stretch>
        </p:blipFill>
        <p:spPr>
          <a:xfrm>
            <a:off x="0" y="-38100"/>
            <a:ext cx="9144000" cy="6896100"/>
          </a:xfrm>
          <a:prstGeom prst="rect">
            <a:avLst/>
          </a:prstGeom>
          <a:noFill/>
          <a:ln w="9525">
            <a:noFill/>
          </a:ln>
        </p:spPr>
      </p:pic>
      <p:pic>
        <p:nvPicPr>
          <p:cNvPr id="1037" name="Picture 14" descr="GoogleBalls_small"/>
          <p:cNvPicPr>
            <a:picLocks noChangeAspect="1"/>
          </p:cNvPicPr>
          <p:nvPr/>
        </p:nvPicPr>
        <p:blipFill>
          <a:blip r:embed="rId8"/>
          <a:stretch>
            <a:fillRect/>
          </a:stretch>
        </p:blipFill>
        <p:spPr>
          <a:xfrm>
            <a:off x="7327900" y="5734050"/>
            <a:ext cx="1435100" cy="641350"/>
          </a:xfrm>
          <a:prstGeom prst="rect">
            <a:avLst/>
          </a:prstGeom>
          <a:noFill/>
          <a:ln w="9525">
            <a:noFill/>
          </a:ln>
        </p:spPr>
      </p:pic>
      <p:sp>
        <p:nvSpPr>
          <p:cNvPr id="1038" name="Rectangle 17"/>
          <p:cNvSpPr>
            <a:spLocks noChangeArrowheads="1"/>
          </p:cNvSpPr>
          <p:nvPr/>
        </p:nvSpPr>
        <p:spPr bwMode="auto">
          <a:xfrm>
            <a:off x="6443663" y="476250"/>
            <a:ext cx="2411413" cy="431800"/>
          </a:xfrm>
          <a:prstGeom prst="rect">
            <a:avLst/>
          </a:prstGeom>
          <a:solidFill>
            <a:schemeClr val="bg1"/>
          </a:solidFill>
          <a:ln>
            <a:noFill/>
          </a:ln>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1800" b="0" i="0" u="none" strike="noStrike" kern="1200" cap="none" spc="0" normalizeH="0" baseline="0" noProof="0">
              <a:ln>
                <a:noFill/>
              </a:ln>
              <a:solidFill>
                <a:schemeClr val="tx1"/>
              </a:solidFill>
              <a:effectLst/>
              <a:uLnTx/>
              <a:uFillTx/>
              <a:latin typeface="Calibri" panose="020F0502020204030204" pitchFamily="34" charset="0"/>
              <a:ea typeface="楷体_GB2312" panose="02010609030101010101" pitchFamily="49" charset="-122"/>
              <a:cs typeface="+mn-cs"/>
            </a:endParaRPr>
          </a:p>
        </p:txBody>
      </p:sp>
      <p:sp>
        <p:nvSpPr>
          <p:cNvPr id="1039" name="Rectangle 9"/>
          <p:cNvSpPr>
            <a:spLocks noGrp="1"/>
          </p:cNvSpPr>
          <p:nvPr>
            <p:ph type="title"/>
          </p:nvPr>
        </p:nvSpPr>
        <p:spPr>
          <a:xfrm>
            <a:off x="827088" y="404813"/>
            <a:ext cx="7793037" cy="1143000"/>
          </a:xfrm>
          <a:prstGeom prst="rect">
            <a:avLst/>
          </a:prstGeom>
          <a:noFill/>
          <a:ln w="9525">
            <a:noFill/>
          </a:ln>
        </p:spPr>
        <p:txBody>
          <a:bodyPr anchor="b" anchorCtr="0"/>
          <a:p>
            <a:pPr lvl="0"/>
            <a:r>
              <a:rPr lang="zh-CN" altLang="en-US" dirty="0"/>
              <a:t>单击此处编辑母版标题样式</a:t>
            </a:r>
            <a:endParaRPr lang="zh-CN" altLang="en-US" dirty="0"/>
          </a:p>
        </p:txBody>
      </p:sp>
      <p:sp>
        <p:nvSpPr>
          <p:cNvPr id="1040" name="Rectangle 10"/>
          <p:cNvSpPr>
            <a:spLocks noGrp="1"/>
          </p:cNvSpPr>
          <p:nvPr>
            <p:ph type="body"/>
          </p:nvPr>
        </p:nvSpPr>
        <p:spPr>
          <a:xfrm>
            <a:off x="827088" y="1700213"/>
            <a:ext cx="7772400" cy="4608512"/>
          </a:xfrm>
          <a:prstGeom prst="rect">
            <a:avLst/>
          </a:prstGeom>
          <a:noFill/>
          <a:ln w="9525">
            <a:noFill/>
          </a:ln>
        </p:spPr>
        <p:txBody>
          <a:bodyPr/>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transition/>
  <p:hf sldNum="0" hdr="0" ftr="0" dt="0"/>
  <p:txStyles>
    <p:titleStyle>
      <a:lvl1pPr algn="ctr" rtl="0" eaLnBrk="0" fontAlgn="base" hangingPunct="0">
        <a:spcBef>
          <a:spcPct val="0"/>
        </a:spcBef>
        <a:spcAft>
          <a:spcPct val="0"/>
        </a:spcAft>
        <a:defRPr sz="4000">
          <a:solidFill>
            <a:schemeClr val="hlink"/>
          </a:solidFill>
          <a:latin typeface="+mj-lt"/>
          <a:ea typeface="+mj-ea"/>
          <a:cs typeface="华文新魏" panose="02010800040101010101" pitchFamily="2" charset="-122"/>
        </a:defRPr>
      </a:lvl1pPr>
      <a:lvl2pPr algn="ctr" rtl="0" eaLnBrk="0" fontAlgn="base" hangingPunct="0">
        <a:spcBef>
          <a:spcPct val="0"/>
        </a:spcBef>
        <a:spcAft>
          <a:spcPct val="0"/>
        </a:spcAft>
        <a:defRPr sz="4000">
          <a:solidFill>
            <a:schemeClr val="hlink"/>
          </a:solidFill>
          <a:latin typeface="Calibri" panose="020F0502020204030204" pitchFamily="34" charset="0"/>
          <a:ea typeface="宋体" panose="02010600030101010101" pitchFamily="2" charset="-122"/>
          <a:cs typeface="华文新魏" panose="02010800040101010101" pitchFamily="2" charset="-122"/>
        </a:defRPr>
      </a:lvl2pPr>
      <a:lvl3pPr algn="ctr" rtl="0" eaLnBrk="0" fontAlgn="base" hangingPunct="0">
        <a:spcBef>
          <a:spcPct val="0"/>
        </a:spcBef>
        <a:spcAft>
          <a:spcPct val="0"/>
        </a:spcAft>
        <a:defRPr sz="4000">
          <a:solidFill>
            <a:schemeClr val="hlink"/>
          </a:solidFill>
          <a:latin typeface="Calibri" panose="020F0502020204030204" pitchFamily="34" charset="0"/>
          <a:ea typeface="宋体" panose="02010600030101010101" pitchFamily="2" charset="-122"/>
          <a:cs typeface="华文新魏" panose="02010800040101010101" pitchFamily="2" charset="-122"/>
        </a:defRPr>
      </a:lvl3pPr>
      <a:lvl4pPr algn="ctr" rtl="0" eaLnBrk="0" fontAlgn="base" hangingPunct="0">
        <a:spcBef>
          <a:spcPct val="0"/>
        </a:spcBef>
        <a:spcAft>
          <a:spcPct val="0"/>
        </a:spcAft>
        <a:defRPr sz="4000">
          <a:solidFill>
            <a:schemeClr val="hlink"/>
          </a:solidFill>
          <a:latin typeface="Calibri" panose="020F0502020204030204" pitchFamily="34" charset="0"/>
          <a:ea typeface="宋体" panose="02010600030101010101" pitchFamily="2" charset="-122"/>
          <a:cs typeface="华文新魏" panose="02010800040101010101" pitchFamily="2" charset="-122"/>
        </a:defRPr>
      </a:lvl4pPr>
      <a:lvl5pPr algn="ctr" rtl="0" eaLnBrk="0" fontAlgn="base" hangingPunct="0">
        <a:spcBef>
          <a:spcPct val="0"/>
        </a:spcBef>
        <a:spcAft>
          <a:spcPct val="0"/>
        </a:spcAft>
        <a:defRPr sz="4000">
          <a:solidFill>
            <a:schemeClr val="hlink"/>
          </a:solidFill>
          <a:latin typeface="Calibri" panose="020F0502020204030204" pitchFamily="34" charset="0"/>
          <a:ea typeface="宋体" panose="02010600030101010101" pitchFamily="2" charset="-122"/>
          <a:cs typeface="华文新魏" panose="02010800040101010101" pitchFamily="2" charset="-122"/>
        </a:defRPr>
      </a:lvl5pPr>
      <a:lvl6pPr marL="457200" algn="l" rtl="0" eaLnBrk="1" fontAlgn="base" hangingPunct="1">
        <a:spcBef>
          <a:spcPct val="0"/>
        </a:spcBef>
        <a:spcAft>
          <a:spcPct val="0"/>
        </a:spcAft>
        <a:defRPr kumimoji="1" sz="4000">
          <a:solidFill>
            <a:schemeClr val="hlink"/>
          </a:solidFill>
          <a:latin typeface="Times New Roman" panose="02020603050405020304" pitchFamily="18" charset="0"/>
          <a:ea typeface="华文新魏" panose="02010800040101010101" pitchFamily="2" charset="-122"/>
        </a:defRPr>
      </a:lvl6pPr>
      <a:lvl7pPr marL="914400" algn="l" rtl="0" eaLnBrk="1" fontAlgn="base" hangingPunct="1">
        <a:spcBef>
          <a:spcPct val="0"/>
        </a:spcBef>
        <a:spcAft>
          <a:spcPct val="0"/>
        </a:spcAft>
        <a:defRPr kumimoji="1" sz="4000">
          <a:solidFill>
            <a:schemeClr val="hlink"/>
          </a:solidFill>
          <a:latin typeface="Times New Roman" panose="02020603050405020304" pitchFamily="18" charset="0"/>
          <a:ea typeface="华文新魏" panose="02010800040101010101" pitchFamily="2" charset="-122"/>
        </a:defRPr>
      </a:lvl7pPr>
      <a:lvl8pPr marL="1371600" algn="l" rtl="0" eaLnBrk="1" fontAlgn="base" hangingPunct="1">
        <a:spcBef>
          <a:spcPct val="0"/>
        </a:spcBef>
        <a:spcAft>
          <a:spcPct val="0"/>
        </a:spcAft>
        <a:defRPr kumimoji="1" sz="4000">
          <a:solidFill>
            <a:schemeClr val="hlink"/>
          </a:solidFill>
          <a:latin typeface="Times New Roman" panose="02020603050405020304" pitchFamily="18" charset="0"/>
          <a:ea typeface="华文新魏" panose="02010800040101010101" pitchFamily="2" charset="-122"/>
        </a:defRPr>
      </a:lvl8pPr>
      <a:lvl9pPr marL="1828800" algn="l" rtl="0" eaLnBrk="1" fontAlgn="base" hangingPunct="1">
        <a:spcBef>
          <a:spcPct val="0"/>
        </a:spcBef>
        <a:spcAft>
          <a:spcPct val="0"/>
        </a:spcAft>
        <a:defRPr kumimoji="1" sz="4000">
          <a:solidFill>
            <a:schemeClr val="hlink"/>
          </a:solidFill>
          <a:latin typeface="Times New Roman" panose="02020603050405020304" pitchFamily="18" charset="0"/>
          <a:ea typeface="华文新魏" panose="02010800040101010101" pitchFamily="2" charset="-122"/>
        </a:defRPr>
      </a:lvl9pPr>
    </p:titleStyle>
    <p:body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华文新魏" panose="02010800040101010101" pitchFamily="2" charset="-122"/>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ea typeface="+mn-ea"/>
          <a:cs typeface="华文新魏" panose="02010800040101010101" pitchFamily="2" charset="-122"/>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ea typeface="+mn-ea"/>
          <a:cs typeface="华文新魏" panose="02010800040101010101" pitchFamily="2" charset="-122"/>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ea typeface="+mn-ea"/>
          <a:cs typeface="华文新魏" panose="02010800040101010101" pitchFamily="2" charset="-122"/>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ea typeface="+mn-ea"/>
          <a:cs typeface="华文新魏" panose="02010800040101010101" pitchFamily="2" charset="-122"/>
        </a:defRPr>
      </a:lvl5pPr>
      <a:lvl6pPr marL="2514600" indent="-228600" algn="l" rtl="0" eaLnBrk="1" fontAlgn="base" hangingPunct="1">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defRPr>
      </a:lvl6pPr>
      <a:lvl7pPr marL="2971800" indent="-228600" algn="l" rtl="0" eaLnBrk="1" fontAlgn="base" hangingPunct="1">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defRPr>
      </a:lvl7pPr>
      <a:lvl8pPr marL="3429000" indent="-228600" algn="l" rtl="0" eaLnBrk="1" fontAlgn="base" hangingPunct="1">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defRPr>
      </a:lvl8pPr>
      <a:lvl9pPr marL="3886200" indent="-228600" algn="l" rtl="0" eaLnBrk="1" fontAlgn="base" hangingPunct="1">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2050" name="Rectangle 2"/>
          <p:cNvSpPr>
            <a:spLocks noChangeArrowheads="1"/>
          </p:cNvSpPr>
          <p:nvPr/>
        </p:nvSpPr>
        <p:spPr bwMode="ltGray">
          <a:xfrm>
            <a:off x="417513" y="1098550"/>
            <a:ext cx="438150" cy="474663"/>
          </a:xfrm>
          <a:prstGeom prst="rect">
            <a:avLst/>
          </a:prstGeom>
          <a:solidFill>
            <a:schemeClr val="accent2"/>
          </a:solidFill>
          <a:ln>
            <a:noFill/>
          </a:ln>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zh-CN" sz="18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2051" name="Rectangle 3"/>
          <p:cNvSpPr>
            <a:spLocks noChangeArrowheads="1"/>
          </p:cNvSpPr>
          <p:nvPr/>
        </p:nvSpPr>
        <p:spPr bwMode="ltGray">
          <a:xfrm>
            <a:off x="800100" y="1098550"/>
            <a:ext cx="328613" cy="474663"/>
          </a:xfrm>
          <a:prstGeom prst="rect">
            <a:avLst/>
          </a:prstGeom>
          <a:gradFill rotWithShape="0">
            <a:gsLst>
              <a:gs pos="0">
                <a:schemeClr val="accent2"/>
              </a:gs>
              <a:gs pos="100000">
                <a:schemeClr val="bg1"/>
              </a:gs>
            </a:gsLst>
            <a:lin ang="0" scaled="1"/>
          </a:gradFill>
          <a:ln>
            <a:noFill/>
          </a:ln>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zh-CN" sz="18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2052" name="Rectangle 4"/>
          <p:cNvSpPr>
            <a:spLocks noChangeArrowheads="1"/>
          </p:cNvSpPr>
          <p:nvPr/>
        </p:nvSpPr>
        <p:spPr bwMode="ltGray">
          <a:xfrm>
            <a:off x="541338" y="1520825"/>
            <a:ext cx="422275" cy="474663"/>
          </a:xfrm>
          <a:prstGeom prst="rect">
            <a:avLst/>
          </a:prstGeom>
          <a:solidFill>
            <a:schemeClr val="folHlink"/>
          </a:solidFill>
          <a:ln>
            <a:noFill/>
          </a:ln>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zh-CN" sz="18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2053" name="Rectangle 5"/>
          <p:cNvSpPr>
            <a:spLocks noChangeArrowheads="1"/>
          </p:cNvSpPr>
          <p:nvPr/>
        </p:nvSpPr>
        <p:spPr bwMode="ltGray">
          <a:xfrm>
            <a:off x="911225" y="1520825"/>
            <a:ext cx="368300" cy="474663"/>
          </a:xfrm>
          <a:prstGeom prst="rect">
            <a:avLst/>
          </a:prstGeom>
          <a:gradFill rotWithShape="0">
            <a:gsLst>
              <a:gs pos="0">
                <a:schemeClr val="folHlink"/>
              </a:gs>
              <a:gs pos="100000">
                <a:schemeClr val="bg1"/>
              </a:gs>
            </a:gsLst>
            <a:lin ang="0" scaled="1"/>
          </a:gradFill>
          <a:ln>
            <a:noFill/>
          </a:ln>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zh-CN" sz="18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2054" name="Rectangle 6"/>
          <p:cNvSpPr>
            <a:spLocks noChangeArrowheads="1"/>
          </p:cNvSpPr>
          <p:nvPr/>
        </p:nvSpPr>
        <p:spPr bwMode="ltGray">
          <a:xfrm>
            <a:off x="127000" y="1447800"/>
            <a:ext cx="560388" cy="422275"/>
          </a:xfrm>
          <a:prstGeom prst="rect">
            <a:avLst/>
          </a:prstGeom>
          <a:gradFill rotWithShape="0">
            <a:gsLst>
              <a:gs pos="0">
                <a:schemeClr val="bg1"/>
              </a:gs>
              <a:gs pos="100000">
                <a:schemeClr val="hlink"/>
              </a:gs>
            </a:gsLst>
            <a:lin ang="18900000" scaled="1"/>
          </a:gradFill>
          <a:ln>
            <a:noFill/>
          </a:ln>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zh-CN" sz="18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2055" name="Rectangle 7"/>
          <p:cNvSpPr>
            <a:spLocks noChangeArrowheads="1"/>
          </p:cNvSpPr>
          <p:nvPr/>
        </p:nvSpPr>
        <p:spPr bwMode="gray">
          <a:xfrm>
            <a:off x="762000" y="990600"/>
            <a:ext cx="31750" cy="1052513"/>
          </a:xfrm>
          <a:prstGeom prst="rect">
            <a:avLst/>
          </a:prstGeom>
          <a:solidFill>
            <a:schemeClr val="bg2"/>
          </a:solidFill>
          <a:ln>
            <a:noFill/>
          </a:ln>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zh-CN" sz="18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2056" name="Rectangle 8"/>
          <p:cNvSpPr>
            <a:spLocks noChangeArrowheads="1"/>
          </p:cNvSpPr>
          <p:nvPr/>
        </p:nvSpPr>
        <p:spPr bwMode="gray">
          <a:xfrm>
            <a:off x="442913" y="1781175"/>
            <a:ext cx="8226425" cy="31750"/>
          </a:xfrm>
          <a:prstGeom prst="rect">
            <a:avLst/>
          </a:prstGeom>
          <a:gradFill rotWithShape="0">
            <a:gsLst>
              <a:gs pos="0">
                <a:schemeClr val="bg2"/>
              </a:gs>
              <a:gs pos="100000">
                <a:schemeClr val="bg1"/>
              </a:gs>
            </a:gsLst>
            <a:lin ang="0" scaled="1"/>
          </a:gradFill>
          <a:ln>
            <a:noFill/>
          </a:ln>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zh-CN" sz="18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3083" name="Rectangle 11"/>
          <p:cNvSpPr>
            <a:spLocks noGrp="1" noChangeArrowheads="1"/>
          </p:cNvSpPr>
          <p:nvPr>
            <p:ph type="dt" sz="half" idx="2"/>
          </p:nvPr>
        </p:nvSpPr>
        <p:spPr bwMode="auto">
          <a:xfrm>
            <a:off x="914400" y="6324600"/>
            <a:ext cx="1905000" cy="457200"/>
          </a:xfrm>
          <a:prstGeom prst="rect">
            <a:avLst/>
          </a:prstGeom>
          <a:noFill/>
          <a:ln w="9525">
            <a:noFill/>
            <a:miter lim="800000"/>
          </a:ln>
          <a:effectLst/>
        </p:spPr>
        <p:txBody>
          <a:bodyPr vert="horz" wrap="square" lIns="91440" tIns="45720" rIns="91440" bIns="45720" numCol="1" anchor="b" anchorCtr="0" compatLnSpc="1"/>
          <a:lstStyle>
            <a:lvl1pPr algn="l" eaLnBrk="1" fontAlgn="auto" hangingPunct="1">
              <a:spcBef>
                <a:spcPct val="0"/>
              </a:spcBef>
              <a:spcAft>
                <a:spcPts val="0"/>
              </a:spcAft>
              <a:defRPr sz="1400" b="0">
                <a:solidFill>
                  <a:schemeClr val="tx1"/>
                </a:solidFill>
                <a:latin typeface="Tahoma" panose="020B0604030504040204" pitchFamily="34" charset="0"/>
                <a:ea typeface="宋体" panose="02010600030101010101" pitchFamily="2" charset="-122"/>
              </a:defRPr>
            </a:lvl1pPr>
          </a:lstStyle>
          <a:p>
            <a:pPr marL="0" marR="0" lvl="0" indent="0" algn="l" defTabSz="914400" rtl="0" eaLnBrk="1" fontAlgn="auto" latinLnBrk="0" hangingPunct="1">
              <a:lnSpc>
                <a:spcPct val="100000"/>
              </a:lnSpc>
              <a:spcBef>
                <a:spcPct val="0"/>
              </a:spcBef>
              <a:spcAft>
                <a:spcPts val="0"/>
              </a:spcAft>
              <a:buClrTx/>
              <a:buSzTx/>
              <a:buFontTx/>
              <a:buNone/>
              <a:defRPr/>
            </a:pPr>
            <a:fld id="{E1773574-F668-4588-86FA-9BA694240A52}" type="datetimeFigureOut">
              <a:rPr kumimoji="0" lang="zh-CN" altLang="en-US" sz="1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rPr>
            </a:fld>
            <a:endParaRPr kumimoji="0" lang="zh-CN" altLang="en-US" sz="1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3084" name="Rectangle 12"/>
          <p:cNvSpPr>
            <a:spLocks noGrp="1" noChangeArrowheads="1"/>
          </p:cNvSpPr>
          <p:nvPr>
            <p:ph type="ftr" sz="quarter" idx="3"/>
          </p:nvPr>
        </p:nvSpPr>
        <p:spPr bwMode="auto">
          <a:xfrm>
            <a:off x="3352800" y="6324600"/>
            <a:ext cx="2895600" cy="457200"/>
          </a:xfrm>
          <a:prstGeom prst="rect">
            <a:avLst/>
          </a:prstGeom>
          <a:noFill/>
          <a:ln w="9525">
            <a:noFill/>
            <a:miter lim="800000"/>
          </a:ln>
          <a:effectLst/>
        </p:spPr>
        <p:txBody>
          <a:bodyPr vert="horz" wrap="square" lIns="91440" tIns="45720" rIns="91440" bIns="45720" numCol="1" anchor="b" anchorCtr="0" compatLnSpc="1"/>
          <a:lstStyle>
            <a:lvl1pPr eaLnBrk="1" fontAlgn="auto" hangingPunct="1">
              <a:spcBef>
                <a:spcPct val="0"/>
              </a:spcBef>
              <a:spcAft>
                <a:spcPts val="0"/>
              </a:spcAft>
              <a:defRPr sz="1400" b="0">
                <a:solidFill>
                  <a:schemeClr val="tx1"/>
                </a:solidFill>
                <a:latin typeface="Tahoma" panose="020B0604030504040204" pitchFamily="34" charset="0"/>
                <a:ea typeface="宋体" panose="02010600030101010101" pitchFamily="2" charset="-122"/>
              </a:defRPr>
            </a:lvl1pPr>
          </a:lstStyle>
          <a:p>
            <a:pPr marL="0" marR="0" lvl="0" indent="0" algn="l" defTabSz="914400" rtl="0" eaLnBrk="1" fontAlgn="auto" latinLnBrk="0" hangingPunct="1">
              <a:lnSpc>
                <a:spcPct val="100000"/>
              </a:lnSpc>
              <a:spcBef>
                <a:spcPct val="0"/>
              </a:spcBef>
              <a:spcAft>
                <a:spcPts val="0"/>
              </a:spcAft>
              <a:buClrTx/>
              <a:buSzTx/>
              <a:buFontTx/>
              <a:buNone/>
              <a:defRPr/>
            </a:pPr>
            <a:endParaRPr kumimoji="0" lang="zh-CN" altLang="en-US" sz="1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3085" name="Rectangle 13"/>
          <p:cNvSpPr>
            <a:spLocks noGrp="1" noChangeArrowheads="1"/>
          </p:cNvSpPr>
          <p:nvPr>
            <p:ph type="sldNum" sz="quarter" idx="4"/>
          </p:nvPr>
        </p:nvSpPr>
        <p:spPr bwMode="auto">
          <a:xfrm>
            <a:off x="6781800" y="6324600"/>
            <a:ext cx="1905000" cy="457200"/>
          </a:xfrm>
          <a:prstGeom prst="rect">
            <a:avLst/>
          </a:prstGeom>
          <a:noFill/>
          <a:ln w="9525">
            <a:noFill/>
            <a:miter lim="800000"/>
          </a:ln>
          <a:effectLst/>
        </p:spPr>
        <p:txBody>
          <a:bodyPr vert="horz" wrap="square" lIns="91440" tIns="45720" rIns="91440" bIns="45720" numCol="1" anchor="b" anchorCtr="0" compatLnSpc="1"/>
          <a:lstStyle>
            <a:lvl1pPr algn="r">
              <a:defRPr sz="1400">
                <a:latin typeface="Tahoma" panose="020B0604030504040204" pitchFamily="34" charset="0"/>
              </a:defRPr>
            </a:lvl1pPr>
          </a:lstStyle>
          <a:p>
            <a:pPr lvl="0" eaLnBrk="1" hangingPunct="1">
              <a:buNone/>
            </a:pPr>
            <a:fld id="{9A0DB2DC-4C9A-4742-B13C-FB6460FD3503}" type="slidenum">
              <a:rPr lang="en-US" altLang="en-US" dirty="0"/>
            </a:fld>
            <a:endParaRPr lang="en-US" altLang="en-US" dirty="0">
              <a:latin typeface="Arial" panose="020B0604020202020204" pitchFamily="34" charset="0"/>
            </a:endParaRPr>
          </a:p>
        </p:txBody>
      </p:sp>
      <p:pic>
        <p:nvPicPr>
          <p:cNvPr id="2060" name="Picture 15" descr="blue002"/>
          <p:cNvPicPr>
            <a:picLocks noChangeAspect="1"/>
          </p:cNvPicPr>
          <p:nvPr/>
        </p:nvPicPr>
        <p:blipFill>
          <a:blip r:embed="rId8"/>
          <a:stretch>
            <a:fillRect/>
          </a:stretch>
        </p:blipFill>
        <p:spPr>
          <a:xfrm>
            <a:off x="0" y="-38100"/>
            <a:ext cx="9144000" cy="6896100"/>
          </a:xfrm>
          <a:prstGeom prst="rect">
            <a:avLst/>
          </a:prstGeom>
          <a:noFill/>
          <a:ln w="9525">
            <a:noFill/>
          </a:ln>
        </p:spPr>
      </p:pic>
      <p:pic>
        <p:nvPicPr>
          <p:cNvPr id="2061" name="Picture 14" descr="GoogleBalls_small"/>
          <p:cNvPicPr>
            <a:picLocks noChangeAspect="1"/>
          </p:cNvPicPr>
          <p:nvPr/>
        </p:nvPicPr>
        <p:blipFill>
          <a:blip r:embed="rId9"/>
          <a:stretch>
            <a:fillRect/>
          </a:stretch>
        </p:blipFill>
        <p:spPr>
          <a:xfrm>
            <a:off x="7327900" y="5734050"/>
            <a:ext cx="1435100" cy="641350"/>
          </a:xfrm>
          <a:prstGeom prst="rect">
            <a:avLst/>
          </a:prstGeom>
          <a:noFill/>
          <a:ln w="9525">
            <a:noFill/>
          </a:ln>
        </p:spPr>
      </p:pic>
      <p:sp>
        <p:nvSpPr>
          <p:cNvPr id="2062" name="Rectangle 17"/>
          <p:cNvSpPr>
            <a:spLocks noChangeArrowheads="1"/>
          </p:cNvSpPr>
          <p:nvPr/>
        </p:nvSpPr>
        <p:spPr bwMode="auto">
          <a:xfrm>
            <a:off x="6443663" y="476250"/>
            <a:ext cx="2411413" cy="431800"/>
          </a:xfrm>
          <a:prstGeom prst="rect">
            <a:avLst/>
          </a:prstGeom>
          <a:solidFill>
            <a:schemeClr val="bg1"/>
          </a:solidFill>
          <a:ln>
            <a:noFill/>
          </a:ln>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1800" b="0" i="0" u="none" strike="noStrike" kern="1200" cap="none" spc="0" normalizeH="0" baseline="0" noProof="0">
              <a:ln>
                <a:noFill/>
              </a:ln>
              <a:solidFill>
                <a:schemeClr val="tx1"/>
              </a:solidFill>
              <a:effectLst/>
              <a:uLnTx/>
              <a:uFillTx/>
              <a:latin typeface="Calibri" panose="020F0502020204030204" pitchFamily="34" charset="0"/>
              <a:ea typeface="楷体_GB2312" panose="02010609030101010101" pitchFamily="49" charset="-122"/>
              <a:cs typeface="+mn-cs"/>
            </a:endParaRPr>
          </a:p>
        </p:txBody>
      </p:sp>
      <p:sp>
        <p:nvSpPr>
          <p:cNvPr id="2063" name="Rectangle 9"/>
          <p:cNvSpPr>
            <a:spLocks noGrp="1"/>
          </p:cNvSpPr>
          <p:nvPr>
            <p:ph type="title"/>
          </p:nvPr>
        </p:nvSpPr>
        <p:spPr>
          <a:xfrm>
            <a:off x="827088" y="404813"/>
            <a:ext cx="7793037" cy="1143000"/>
          </a:xfrm>
          <a:prstGeom prst="rect">
            <a:avLst/>
          </a:prstGeom>
          <a:noFill/>
          <a:ln w="9525">
            <a:noFill/>
          </a:ln>
        </p:spPr>
        <p:txBody>
          <a:bodyPr anchor="b" anchorCtr="0"/>
          <a:p>
            <a:pPr lvl="0"/>
            <a:r>
              <a:rPr lang="zh-CN" altLang="en-US" dirty="0"/>
              <a:t>单击此处编辑母版标题样式</a:t>
            </a:r>
            <a:endParaRPr lang="zh-CN" altLang="en-US" dirty="0"/>
          </a:p>
        </p:txBody>
      </p:sp>
      <p:sp>
        <p:nvSpPr>
          <p:cNvPr id="2064" name="Rectangle 10"/>
          <p:cNvSpPr>
            <a:spLocks noGrp="1"/>
          </p:cNvSpPr>
          <p:nvPr>
            <p:ph type="body"/>
          </p:nvPr>
        </p:nvSpPr>
        <p:spPr>
          <a:xfrm>
            <a:off x="827088" y="1700213"/>
            <a:ext cx="7772400" cy="4608512"/>
          </a:xfrm>
          <a:prstGeom prst="rect">
            <a:avLst/>
          </a:prstGeom>
          <a:noFill/>
          <a:ln w="9525">
            <a:noFill/>
          </a:ln>
        </p:spPr>
        <p:txBody>
          <a:bodyPr/>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Tree>
  </p:cSld>
  <p:clrMap bg1="lt1" tx1="dk1" bg2="lt2" tx2="dk2" accent1="accent1" accent2="accent2" accent3="accent3" accent4="accent4" accent5="accent5" accent6="accent6" hlink="hlink" folHlink="folHlink"/>
  <p:sldLayoutIdLst>
    <p:sldLayoutId id="2147483656" r:id="rId1"/>
    <p:sldLayoutId id="2147483657" r:id="rId2"/>
    <p:sldLayoutId id="2147483658" r:id="rId3"/>
    <p:sldLayoutId id="2147483659" r:id="rId4"/>
    <p:sldLayoutId id="2147483660" r:id="rId5"/>
    <p:sldLayoutId id="2147483661" r:id="rId6"/>
    <p:sldLayoutId id="2147483662" r:id="rId7"/>
  </p:sldLayoutIdLst>
  <p:transition/>
  <p:hf sldNum="0" hdr="0" ftr="0" dt="0"/>
  <p:txStyles>
    <p:titleStyle>
      <a:lvl1pPr algn="ctr" rtl="0" eaLnBrk="0" fontAlgn="base" hangingPunct="0">
        <a:spcBef>
          <a:spcPct val="0"/>
        </a:spcBef>
        <a:spcAft>
          <a:spcPct val="0"/>
        </a:spcAft>
        <a:defRPr sz="4000">
          <a:solidFill>
            <a:schemeClr val="hlink"/>
          </a:solidFill>
          <a:latin typeface="+mj-lt"/>
          <a:ea typeface="+mj-ea"/>
          <a:cs typeface="华文新魏" panose="02010800040101010101" pitchFamily="2" charset="-122"/>
        </a:defRPr>
      </a:lvl1pPr>
      <a:lvl2pPr algn="ctr" rtl="0" eaLnBrk="0" fontAlgn="base" hangingPunct="0">
        <a:spcBef>
          <a:spcPct val="0"/>
        </a:spcBef>
        <a:spcAft>
          <a:spcPct val="0"/>
        </a:spcAft>
        <a:defRPr sz="4000">
          <a:solidFill>
            <a:schemeClr val="hlink"/>
          </a:solidFill>
          <a:latin typeface="Calibri" panose="020F0502020204030204" pitchFamily="34" charset="0"/>
          <a:ea typeface="宋体" panose="02010600030101010101" pitchFamily="2" charset="-122"/>
          <a:cs typeface="华文新魏" panose="02010800040101010101" pitchFamily="2" charset="-122"/>
        </a:defRPr>
      </a:lvl2pPr>
      <a:lvl3pPr algn="ctr" rtl="0" eaLnBrk="0" fontAlgn="base" hangingPunct="0">
        <a:spcBef>
          <a:spcPct val="0"/>
        </a:spcBef>
        <a:spcAft>
          <a:spcPct val="0"/>
        </a:spcAft>
        <a:defRPr sz="4000">
          <a:solidFill>
            <a:schemeClr val="hlink"/>
          </a:solidFill>
          <a:latin typeface="Calibri" panose="020F0502020204030204" pitchFamily="34" charset="0"/>
          <a:ea typeface="宋体" panose="02010600030101010101" pitchFamily="2" charset="-122"/>
          <a:cs typeface="华文新魏" panose="02010800040101010101" pitchFamily="2" charset="-122"/>
        </a:defRPr>
      </a:lvl3pPr>
      <a:lvl4pPr algn="ctr" rtl="0" eaLnBrk="0" fontAlgn="base" hangingPunct="0">
        <a:spcBef>
          <a:spcPct val="0"/>
        </a:spcBef>
        <a:spcAft>
          <a:spcPct val="0"/>
        </a:spcAft>
        <a:defRPr sz="4000">
          <a:solidFill>
            <a:schemeClr val="hlink"/>
          </a:solidFill>
          <a:latin typeface="Calibri" panose="020F0502020204030204" pitchFamily="34" charset="0"/>
          <a:ea typeface="宋体" panose="02010600030101010101" pitchFamily="2" charset="-122"/>
          <a:cs typeface="华文新魏" panose="02010800040101010101" pitchFamily="2" charset="-122"/>
        </a:defRPr>
      </a:lvl4pPr>
      <a:lvl5pPr algn="ctr" rtl="0" eaLnBrk="0" fontAlgn="base" hangingPunct="0">
        <a:spcBef>
          <a:spcPct val="0"/>
        </a:spcBef>
        <a:spcAft>
          <a:spcPct val="0"/>
        </a:spcAft>
        <a:defRPr sz="4000">
          <a:solidFill>
            <a:schemeClr val="hlink"/>
          </a:solidFill>
          <a:latin typeface="Calibri" panose="020F0502020204030204" pitchFamily="34" charset="0"/>
          <a:ea typeface="宋体" panose="02010600030101010101" pitchFamily="2" charset="-122"/>
          <a:cs typeface="华文新魏" panose="02010800040101010101" pitchFamily="2" charset="-122"/>
        </a:defRPr>
      </a:lvl5pPr>
      <a:lvl6pPr marL="457200" algn="l" rtl="0" eaLnBrk="1" fontAlgn="base" hangingPunct="1">
        <a:spcBef>
          <a:spcPct val="0"/>
        </a:spcBef>
        <a:spcAft>
          <a:spcPct val="0"/>
        </a:spcAft>
        <a:defRPr kumimoji="1" sz="4000">
          <a:solidFill>
            <a:schemeClr val="hlink"/>
          </a:solidFill>
          <a:latin typeface="Times New Roman" panose="02020603050405020304" pitchFamily="18" charset="0"/>
          <a:ea typeface="华文新魏" panose="02010800040101010101" pitchFamily="2" charset="-122"/>
        </a:defRPr>
      </a:lvl6pPr>
      <a:lvl7pPr marL="914400" algn="l" rtl="0" eaLnBrk="1" fontAlgn="base" hangingPunct="1">
        <a:spcBef>
          <a:spcPct val="0"/>
        </a:spcBef>
        <a:spcAft>
          <a:spcPct val="0"/>
        </a:spcAft>
        <a:defRPr kumimoji="1" sz="4000">
          <a:solidFill>
            <a:schemeClr val="hlink"/>
          </a:solidFill>
          <a:latin typeface="Times New Roman" panose="02020603050405020304" pitchFamily="18" charset="0"/>
          <a:ea typeface="华文新魏" panose="02010800040101010101" pitchFamily="2" charset="-122"/>
        </a:defRPr>
      </a:lvl7pPr>
      <a:lvl8pPr marL="1371600" algn="l" rtl="0" eaLnBrk="1" fontAlgn="base" hangingPunct="1">
        <a:spcBef>
          <a:spcPct val="0"/>
        </a:spcBef>
        <a:spcAft>
          <a:spcPct val="0"/>
        </a:spcAft>
        <a:defRPr kumimoji="1" sz="4000">
          <a:solidFill>
            <a:schemeClr val="hlink"/>
          </a:solidFill>
          <a:latin typeface="Times New Roman" panose="02020603050405020304" pitchFamily="18" charset="0"/>
          <a:ea typeface="华文新魏" panose="02010800040101010101" pitchFamily="2" charset="-122"/>
        </a:defRPr>
      </a:lvl8pPr>
      <a:lvl9pPr marL="1828800" algn="l" rtl="0" eaLnBrk="1" fontAlgn="base" hangingPunct="1">
        <a:spcBef>
          <a:spcPct val="0"/>
        </a:spcBef>
        <a:spcAft>
          <a:spcPct val="0"/>
        </a:spcAft>
        <a:defRPr kumimoji="1" sz="4000">
          <a:solidFill>
            <a:schemeClr val="hlink"/>
          </a:solidFill>
          <a:latin typeface="Times New Roman" panose="02020603050405020304" pitchFamily="18" charset="0"/>
          <a:ea typeface="华文新魏" panose="02010800040101010101" pitchFamily="2" charset="-122"/>
        </a:defRPr>
      </a:lvl9pPr>
    </p:titleStyle>
    <p:body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华文新魏" panose="02010800040101010101" pitchFamily="2" charset="-122"/>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ea typeface="+mn-ea"/>
          <a:cs typeface="华文新魏" panose="02010800040101010101" pitchFamily="2" charset="-122"/>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ea typeface="+mn-ea"/>
          <a:cs typeface="华文新魏" panose="02010800040101010101" pitchFamily="2" charset="-122"/>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ea typeface="+mn-ea"/>
          <a:cs typeface="华文新魏" panose="02010800040101010101" pitchFamily="2" charset="-122"/>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ea typeface="+mn-ea"/>
          <a:cs typeface="华文新魏" panose="02010800040101010101" pitchFamily="2" charset="-122"/>
        </a:defRPr>
      </a:lvl5pPr>
      <a:lvl6pPr marL="2514600" indent="-228600" algn="l" rtl="0" eaLnBrk="1" fontAlgn="base" hangingPunct="1">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defRPr>
      </a:lvl6pPr>
      <a:lvl7pPr marL="2971800" indent="-228600" algn="l" rtl="0" eaLnBrk="1" fontAlgn="base" hangingPunct="1">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defRPr>
      </a:lvl7pPr>
      <a:lvl8pPr marL="3429000" indent="-228600" algn="l" rtl="0" eaLnBrk="1" fontAlgn="base" hangingPunct="1">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defRPr>
      </a:lvl8pPr>
      <a:lvl9pPr marL="3886200" indent="-228600" algn="l" rtl="0" eaLnBrk="1" fontAlgn="base" hangingPunct="1">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3074" name="Rectangle 2"/>
          <p:cNvSpPr>
            <a:spLocks noChangeArrowheads="1"/>
          </p:cNvSpPr>
          <p:nvPr/>
        </p:nvSpPr>
        <p:spPr bwMode="ltGray">
          <a:xfrm>
            <a:off x="417513" y="1098550"/>
            <a:ext cx="438150" cy="474663"/>
          </a:xfrm>
          <a:prstGeom prst="rect">
            <a:avLst/>
          </a:prstGeom>
          <a:solidFill>
            <a:schemeClr val="accent2"/>
          </a:solidFill>
          <a:ln>
            <a:noFill/>
          </a:ln>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zh-CN" sz="18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3075" name="Rectangle 3"/>
          <p:cNvSpPr>
            <a:spLocks noChangeArrowheads="1"/>
          </p:cNvSpPr>
          <p:nvPr/>
        </p:nvSpPr>
        <p:spPr bwMode="ltGray">
          <a:xfrm>
            <a:off x="800100" y="1098550"/>
            <a:ext cx="328613" cy="474663"/>
          </a:xfrm>
          <a:prstGeom prst="rect">
            <a:avLst/>
          </a:prstGeom>
          <a:gradFill rotWithShape="0">
            <a:gsLst>
              <a:gs pos="0">
                <a:schemeClr val="accent2"/>
              </a:gs>
              <a:gs pos="100000">
                <a:schemeClr val="bg1"/>
              </a:gs>
            </a:gsLst>
            <a:lin ang="0" scaled="1"/>
          </a:gradFill>
          <a:ln>
            <a:noFill/>
          </a:ln>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zh-CN" sz="18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3076" name="Rectangle 4"/>
          <p:cNvSpPr>
            <a:spLocks noChangeArrowheads="1"/>
          </p:cNvSpPr>
          <p:nvPr/>
        </p:nvSpPr>
        <p:spPr bwMode="ltGray">
          <a:xfrm>
            <a:off x="541338" y="1520825"/>
            <a:ext cx="422275" cy="474663"/>
          </a:xfrm>
          <a:prstGeom prst="rect">
            <a:avLst/>
          </a:prstGeom>
          <a:solidFill>
            <a:schemeClr val="folHlink"/>
          </a:solidFill>
          <a:ln>
            <a:noFill/>
          </a:ln>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zh-CN" sz="18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3077" name="Rectangle 5"/>
          <p:cNvSpPr>
            <a:spLocks noChangeArrowheads="1"/>
          </p:cNvSpPr>
          <p:nvPr/>
        </p:nvSpPr>
        <p:spPr bwMode="ltGray">
          <a:xfrm>
            <a:off x="911225" y="1520825"/>
            <a:ext cx="368300" cy="474663"/>
          </a:xfrm>
          <a:prstGeom prst="rect">
            <a:avLst/>
          </a:prstGeom>
          <a:gradFill rotWithShape="0">
            <a:gsLst>
              <a:gs pos="0">
                <a:schemeClr val="folHlink"/>
              </a:gs>
              <a:gs pos="100000">
                <a:schemeClr val="bg1"/>
              </a:gs>
            </a:gsLst>
            <a:lin ang="0" scaled="1"/>
          </a:gradFill>
          <a:ln>
            <a:noFill/>
          </a:ln>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zh-CN" sz="18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3078" name="Rectangle 6"/>
          <p:cNvSpPr>
            <a:spLocks noChangeArrowheads="1"/>
          </p:cNvSpPr>
          <p:nvPr/>
        </p:nvSpPr>
        <p:spPr bwMode="ltGray">
          <a:xfrm>
            <a:off x="127000" y="1447800"/>
            <a:ext cx="560388" cy="422275"/>
          </a:xfrm>
          <a:prstGeom prst="rect">
            <a:avLst/>
          </a:prstGeom>
          <a:gradFill rotWithShape="0">
            <a:gsLst>
              <a:gs pos="0">
                <a:schemeClr val="bg1"/>
              </a:gs>
              <a:gs pos="100000">
                <a:schemeClr val="hlink"/>
              </a:gs>
            </a:gsLst>
            <a:lin ang="18900000" scaled="1"/>
          </a:gradFill>
          <a:ln>
            <a:noFill/>
          </a:ln>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zh-CN" sz="18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3079" name="Rectangle 7"/>
          <p:cNvSpPr>
            <a:spLocks noChangeArrowheads="1"/>
          </p:cNvSpPr>
          <p:nvPr/>
        </p:nvSpPr>
        <p:spPr bwMode="gray">
          <a:xfrm>
            <a:off x="762000" y="990600"/>
            <a:ext cx="31750" cy="1052513"/>
          </a:xfrm>
          <a:prstGeom prst="rect">
            <a:avLst/>
          </a:prstGeom>
          <a:solidFill>
            <a:schemeClr val="bg2"/>
          </a:solidFill>
          <a:ln>
            <a:noFill/>
          </a:ln>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zh-CN" sz="18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3080" name="Rectangle 8"/>
          <p:cNvSpPr>
            <a:spLocks noChangeArrowheads="1"/>
          </p:cNvSpPr>
          <p:nvPr/>
        </p:nvSpPr>
        <p:spPr bwMode="gray">
          <a:xfrm>
            <a:off x="442913" y="1781175"/>
            <a:ext cx="8226425" cy="31750"/>
          </a:xfrm>
          <a:prstGeom prst="rect">
            <a:avLst/>
          </a:prstGeom>
          <a:gradFill rotWithShape="0">
            <a:gsLst>
              <a:gs pos="0">
                <a:schemeClr val="bg2"/>
              </a:gs>
              <a:gs pos="100000">
                <a:schemeClr val="bg1"/>
              </a:gs>
            </a:gsLst>
            <a:lin ang="0" scaled="1"/>
          </a:gradFill>
          <a:ln>
            <a:noFill/>
          </a:ln>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zh-CN" sz="18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3083" name="Rectangle 11"/>
          <p:cNvSpPr>
            <a:spLocks noGrp="1" noChangeArrowheads="1"/>
          </p:cNvSpPr>
          <p:nvPr>
            <p:ph type="dt" sz="half" idx="2"/>
          </p:nvPr>
        </p:nvSpPr>
        <p:spPr bwMode="auto">
          <a:xfrm>
            <a:off x="914400" y="6324600"/>
            <a:ext cx="1905000" cy="457200"/>
          </a:xfrm>
          <a:prstGeom prst="rect">
            <a:avLst/>
          </a:prstGeom>
          <a:noFill/>
          <a:ln w="9525">
            <a:noFill/>
            <a:miter lim="800000"/>
          </a:ln>
          <a:effectLst/>
        </p:spPr>
        <p:txBody>
          <a:bodyPr vert="horz" wrap="square" lIns="91440" tIns="45720" rIns="91440" bIns="45720" numCol="1" anchor="b" anchorCtr="0" compatLnSpc="1"/>
          <a:lstStyle>
            <a:lvl1pPr algn="l" eaLnBrk="1" fontAlgn="auto" hangingPunct="1">
              <a:spcBef>
                <a:spcPct val="0"/>
              </a:spcBef>
              <a:spcAft>
                <a:spcPts val="0"/>
              </a:spcAft>
              <a:defRPr sz="1400" b="0">
                <a:solidFill>
                  <a:schemeClr val="tx1"/>
                </a:solidFill>
                <a:latin typeface="Tahoma" panose="020B0604030504040204" pitchFamily="34" charset="0"/>
                <a:ea typeface="宋体" panose="02010600030101010101" pitchFamily="2" charset="-122"/>
              </a:defRPr>
            </a:lvl1pPr>
          </a:lstStyle>
          <a:p>
            <a:pPr marL="0" marR="0" lvl="0" indent="0" algn="l" defTabSz="914400" rtl="0" eaLnBrk="1" fontAlgn="auto" latinLnBrk="0" hangingPunct="1">
              <a:lnSpc>
                <a:spcPct val="100000"/>
              </a:lnSpc>
              <a:spcBef>
                <a:spcPct val="0"/>
              </a:spcBef>
              <a:spcAft>
                <a:spcPts val="0"/>
              </a:spcAft>
              <a:buClrTx/>
              <a:buSzTx/>
              <a:buFontTx/>
              <a:buNone/>
              <a:defRPr/>
            </a:pPr>
            <a:fld id="{5C496931-B908-4682-8AF0-F2FAD1F7870C}" type="datetimeFigureOut">
              <a:rPr kumimoji="0" lang="zh-CN" altLang="en-US" sz="1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rPr>
            </a:fld>
            <a:endParaRPr kumimoji="0" lang="zh-CN" altLang="en-US" sz="1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3084" name="Rectangle 12"/>
          <p:cNvSpPr>
            <a:spLocks noGrp="1" noChangeArrowheads="1"/>
          </p:cNvSpPr>
          <p:nvPr>
            <p:ph type="ftr" sz="quarter" idx="3"/>
          </p:nvPr>
        </p:nvSpPr>
        <p:spPr bwMode="auto">
          <a:xfrm>
            <a:off x="3352800" y="6324600"/>
            <a:ext cx="2895600" cy="457200"/>
          </a:xfrm>
          <a:prstGeom prst="rect">
            <a:avLst/>
          </a:prstGeom>
          <a:noFill/>
          <a:ln w="9525">
            <a:noFill/>
            <a:miter lim="800000"/>
          </a:ln>
          <a:effectLst/>
        </p:spPr>
        <p:txBody>
          <a:bodyPr vert="horz" wrap="square" lIns="91440" tIns="45720" rIns="91440" bIns="45720" numCol="1" anchor="b" anchorCtr="0" compatLnSpc="1"/>
          <a:lstStyle>
            <a:lvl1pPr eaLnBrk="1" fontAlgn="auto" hangingPunct="1">
              <a:spcBef>
                <a:spcPct val="0"/>
              </a:spcBef>
              <a:spcAft>
                <a:spcPts val="0"/>
              </a:spcAft>
              <a:defRPr sz="1400" b="0">
                <a:solidFill>
                  <a:schemeClr val="tx1"/>
                </a:solidFill>
                <a:latin typeface="Tahoma" panose="020B0604030504040204" pitchFamily="34" charset="0"/>
                <a:ea typeface="宋体" panose="02010600030101010101" pitchFamily="2" charset="-122"/>
              </a:defRPr>
            </a:lvl1pPr>
          </a:lstStyle>
          <a:p>
            <a:pPr marL="0" marR="0" lvl="0" indent="0" algn="l" defTabSz="914400" rtl="0" eaLnBrk="1" fontAlgn="auto" latinLnBrk="0" hangingPunct="1">
              <a:lnSpc>
                <a:spcPct val="100000"/>
              </a:lnSpc>
              <a:spcBef>
                <a:spcPct val="0"/>
              </a:spcBef>
              <a:spcAft>
                <a:spcPts val="0"/>
              </a:spcAft>
              <a:buClrTx/>
              <a:buSzTx/>
              <a:buFontTx/>
              <a:buNone/>
              <a:defRPr/>
            </a:pPr>
            <a:endParaRPr kumimoji="0" lang="zh-CN" altLang="en-US" sz="1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3085" name="Rectangle 13"/>
          <p:cNvSpPr>
            <a:spLocks noGrp="1" noChangeArrowheads="1"/>
          </p:cNvSpPr>
          <p:nvPr>
            <p:ph type="sldNum" sz="quarter" idx="4"/>
          </p:nvPr>
        </p:nvSpPr>
        <p:spPr bwMode="auto">
          <a:xfrm>
            <a:off x="6781800" y="6324600"/>
            <a:ext cx="1905000" cy="457200"/>
          </a:xfrm>
          <a:prstGeom prst="rect">
            <a:avLst/>
          </a:prstGeom>
          <a:noFill/>
          <a:ln w="9525">
            <a:noFill/>
            <a:miter lim="800000"/>
          </a:ln>
          <a:effectLst/>
        </p:spPr>
        <p:txBody>
          <a:bodyPr vert="horz" wrap="square" lIns="91440" tIns="45720" rIns="91440" bIns="45720" numCol="1" anchor="b" anchorCtr="0" compatLnSpc="1"/>
          <a:lstStyle>
            <a:lvl1pPr algn="r">
              <a:defRPr sz="1400">
                <a:latin typeface="Tahoma" panose="020B0604030504040204" pitchFamily="34" charset="0"/>
              </a:defRPr>
            </a:lvl1pPr>
          </a:lstStyle>
          <a:p>
            <a:pPr lvl="0" eaLnBrk="1" hangingPunct="1">
              <a:buNone/>
            </a:pPr>
            <a:fld id="{9A0DB2DC-4C9A-4742-B13C-FB6460FD3503}" type="slidenum">
              <a:rPr lang="en-US" altLang="en-US" dirty="0"/>
            </a:fld>
            <a:endParaRPr lang="en-US" altLang="en-US" dirty="0">
              <a:latin typeface="Arial" panose="020B0604020202020204" pitchFamily="34" charset="0"/>
            </a:endParaRPr>
          </a:p>
        </p:txBody>
      </p:sp>
      <p:pic>
        <p:nvPicPr>
          <p:cNvPr id="2" name="Picture 15" descr="blue002"/>
          <p:cNvPicPr>
            <a:picLocks noChangeAspect="1"/>
          </p:cNvPicPr>
          <p:nvPr/>
        </p:nvPicPr>
        <p:blipFill>
          <a:blip r:embed="rId8"/>
          <a:stretch>
            <a:fillRect/>
          </a:stretch>
        </p:blipFill>
        <p:spPr>
          <a:xfrm>
            <a:off x="0" y="-38100"/>
            <a:ext cx="9144000" cy="6896100"/>
          </a:xfrm>
          <a:prstGeom prst="rect">
            <a:avLst/>
          </a:prstGeom>
          <a:noFill/>
          <a:ln w="9525">
            <a:noFill/>
          </a:ln>
        </p:spPr>
      </p:pic>
      <p:pic>
        <p:nvPicPr>
          <p:cNvPr id="3" name="Picture 14" descr="GoogleBalls_small"/>
          <p:cNvPicPr>
            <a:picLocks noChangeAspect="1"/>
          </p:cNvPicPr>
          <p:nvPr/>
        </p:nvPicPr>
        <p:blipFill>
          <a:blip r:embed="rId9"/>
          <a:stretch>
            <a:fillRect/>
          </a:stretch>
        </p:blipFill>
        <p:spPr>
          <a:xfrm>
            <a:off x="7327900" y="5734050"/>
            <a:ext cx="1435100" cy="641350"/>
          </a:xfrm>
          <a:prstGeom prst="rect">
            <a:avLst/>
          </a:prstGeom>
          <a:noFill/>
          <a:ln w="9525">
            <a:noFill/>
          </a:ln>
        </p:spPr>
      </p:pic>
      <p:sp>
        <p:nvSpPr>
          <p:cNvPr id="3086" name="Rectangle 17"/>
          <p:cNvSpPr>
            <a:spLocks noChangeArrowheads="1"/>
          </p:cNvSpPr>
          <p:nvPr/>
        </p:nvSpPr>
        <p:spPr bwMode="auto">
          <a:xfrm>
            <a:off x="6443663" y="476250"/>
            <a:ext cx="2411413" cy="431800"/>
          </a:xfrm>
          <a:prstGeom prst="rect">
            <a:avLst/>
          </a:prstGeom>
          <a:solidFill>
            <a:schemeClr val="bg1"/>
          </a:solidFill>
          <a:ln>
            <a:noFill/>
          </a:ln>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1800" b="0" i="0" u="none" strike="noStrike" kern="1200" cap="none" spc="0" normalizeH="0" baseline="0" noProof="0">
              <a:ln>
                <a:noFill/>
              </a:ln>
              <a:solidFill>
                <a:schemeClr val="tx1"/>
              </a:solidFill>
              <a:effectLst/>
              <a:uLnTx/>
              <a:uFillTx/>
              <a:latin typeface="Calibri" panose="020F0502020204030204" pitchFamily="34" charset="0"/>
              <a:ea typeface="楷体_GB2312" panose="02010609030101010101" pitchFamily="49" charset="-122"/>
              <a:cs typeface="+mn-cs"/>
            </a:endParaRPr>
          </a:p>
        </p:txBody>
      </p:sp>
      <p:sp>
        <p:nvSpPr>
          <p:cNvPr id="3087" name="Rectangle 9"/>
          <p:cNvSpPr>
            <a:spLocks noGrp="1"/>
          </p:cNvSpPr>
          <p:nvPr>
            <p:ph type="title"/>
          </p:nvPr>
        </p:nvSpPr>
        <p:spPr>
          <a:xfrm>
            <a:off x="827088" y="404813"/>
            <a:ext cx="7793037" cy="1143000"/>
          </a:xfrm>
          <a:prstGeom prst="rect">
            <a:avLst/>
          </a:prstGeom>
          <a:noFill/>
          <a:ln w="9525">
            <a:noFill/>
          </a:ln>
        </p:spPr>
        <p:txBody>
          <a:bodyPr anchor="b" anchorCtr="0"/>
          <a:p>
            <a:pPr lvl="0"/>
            <a:r>
              <a:rPr lang="zh-CN" altLang="en-US" dirty="0"/>
              <a:t>单击此处编辑母版标题样式</a:t>
            </a:r>
            <a:endParaRPr lang="zh-CN" altLang="en-US" dirty="0"/>
          </a:p>
        </p:txBody>
      </p:sp>
      <p:sp>
        <p:nvSpPr>
          <p:cNvPr id="3088" name="Rectangle 10"/>
          <p:cNvSpPr>
            <a:spLocks noGrp="1"/>
          </p:cNvSpPr>
          <p:nvPr>
            <p:ph type="body"/>
          </p:nvPr>
        </p:nvSpPr>
        <p:spPr>
          <a:xfrm>
            <a:off x="827088" y="1700213"/>
            <a:ext cx="7772400" cy="4608512"/>
          </a:xfrm>
          <a:prstGeom prst="rect">
            <a:avLst/>
          </a:prstGeom>
          <a:noFill/>
          <a:ln w="9525">
            <a:noFill/>
          </a:ln>
        </p:spPr>
        <p:txBody>
          <a:bodyPr/>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Tree>
  </p:cSld>
  <p:clrMap bg1="lt1" tx1="dk1" bg2="lt2" tx2="dk2" accent1="accent1" accent2="accent2" accent3="accent3" accent4="accent4" accent5="accent5" accent6="accent6" hlink="hlink" folHlink="folHlink"/>
  <p:sldLayoutIdLst>
    <p:sldLayoutId id="2147483664" r:id="rId1"/>
    <p:sldLayoutId id="2147483665" r:id="rId2"/>
    <p:sldLayoutId id="2147483666" r:id="rId3"/>
    <p:sldLayoutId id="2147483667" r:id="rId4"/>
    <p:sldLayoutId id="2147483668" r:id="rId5"/>
    <p:sldLayoutId id="2147483669" r:id="rId6"/>
    <p:sldLayoutId id="2147483670" r:id="rId7"/>
  </p:sldLayoutIdLst>
  <p:transition/>
  <p:hf sldNum="0" hdr="0" ftr="0" dt="0"/>
  <p:txStyles>
    <p:titleStyle>
      <a:lvl1pPr algn="ctr" rtl="0" eaLnBrk="0" fontAlgn="base" hangingPunct="0">
        <a:spcBef>
          <a:spcPct val="0"/>
        </a:spcBef>
        <a:spcAft>
          <a:spcPct val="0"/>
        </a:spcAft>
        <a:defRPr sz="4000">
          <a:solidFill>
            <a:schemeClr val="hlink"/>
          </a:solidFill>
          <a:latin typeface="+mj-lt"/>
          <a:ea typeface="+mj-ea"/>
          <a:cs typeface="华文新魏" panose="02010800040101010101" pitchFamily="2" charset="-122"/>
        </a:defRPr>
      </a:lvl1pPr>
      <a:lvl2pPr algn="ctr" rtl="0" eaLnBrk="0" fontAlgn="base" hangingPunct="0">
        <a:spcBef>
          <a:spcPct val="0"/>
        </a:spcBef>
        <a:spcAft>
          <a:spcPct val="0"/>
        </a:spcAft>
        <a:defRPr sz="4000">
          <a:solidFill>
            <a:schemeClr val="hlink"/>
          </a:solidFill>
          <a:latin typeface="Calibri" panose="020F0502020204030204" pitchFamily="34" charset="0"/>
          <a:ea typeface="宋体" panose="02010600030101010101" pitchFamily="2" charset="-122"/>
          <a:cs typeface="华文新魏" panose="02010800040101010101" pitchFamily="2" charset="-122"/>
        </a:defRPr>
      </a:lvl2pPr>
      <a:lvl3pPr algn="ctr" rtl="0" eaLnBrk="0" fontAlgn="base" hangingPunct="0">
        <a:spcBef>
          <a:spcPct val="0"/>
        </a:spcBef>
        <a:spcAft>
          <a:spcPct val="0"/>
        </a:spcAft>
        <a:defRPr sz="4000">
          <a:solidFill>
            <a:schemeClr val="hlink"/>
          </a:solidFill>
          <a:latin typeface="Calibri" panose="020F0502020204030204" pitchFamily="34" charset="0"/>
          <a:ea typeface="宋体" panose="02010600030101010101" pitchFamily="2" charset="-122"/>
          <a:cs typeface="华文新魏" panose="02010800040101010101" pitchFamily="2" charset="-122"/>
        </a:defRPr>
      </a:lvl3pPr>
      <a:lvl4pPr algn="ctr" rtl="0" eaLnBrk="0" fontAlgn="base" hangingPunct="0">
        <a:spcBef>
          <a:spcPct val="0"/>
        </a:spcBef>
        <a:spcAft>
          <a:spcPct val="0"/>
        </a:spcAft>
        <a:defRPr sz="4000">
          <a:solidFill>
            <a:schemeClr val="hlink"/>
          </a:solidFill>
          <a:latin typeface="Calibri" panose="020F0502020204030204" pitchFamily="34" charset="0"/>
          <a:ea typeface="宋体" panose="02010600030101010101" pitchFamily="2" charset="-122"/>
          <a:cs typeface="华文新魏" panose="02010800040101010101" pitchFamily="2" charset="-122"/>
        </a:defRPr>
      </a:lvl4pPr>
      <a:lvl5pPr algn="ctr" rtl="0" eaLnBrk="0" fontAlgn="base" hangingPunct="0">
        <a:spcBef>
          <a:spcPct val="0"/>
        </a:spcBef>
        <a:spcAft>
          <a:spcPct val="0"/>
        </a:spcAft>
        <a:defRPr sz="4000">
          <a:solidFill>
            <a:schemeClr val="hlink"/>
          </a:solidFill>
          <a:latin typeface="Calibri" panose="020F0502020204030204" pitchFamily="34" charset="0"/>
          <a:ea typeface="宋体" panose="02010600030101010101" pitchFamily="2" charset="-122"/>
          <a:cs typeface="华文新魏" panose="02010800040101010101" pitchFamily="2" charset="-122"/>
        </a:defRPr>
      </a:lvl5pPr>
      <a:lvl6pPr marL="457200" algn="l" rtl="0" eaLnBrk="1" fontAlgn="base" hangingPunct="1">
        <a:spcBef>
          <a:spcPct val="0"/>
        </a:spcBef>
        <a:spcAft>
          <a:spcPct val="0"/>
        </a:spcAft>
        <a:defRPr kumimoji="1" sz="4000">
          <a:solidFill>
            <a:schemeClr val="hlink"/>
          </a:solidFill>
          <a:latin typeface="Times New Roman" panose="02020603050405020304" pitchFamily="18" charset="0"/>
          <a:ea typeface="华文新魏" panose="02010800040101010101" pitchFamily="2" charset="-122"/>
        </a:defRPr>
      </a:lvl6pPr>
      <a:lvl7pPr marL="914400" algn="l" rtl="0" eaLnBrk="1" fontAlgn="base" hangingPunct="1">
        <a:spcBef>
          <a:spcPct val="0"/>
        </a:spcBef>
        <a:spcAft>
          <a:spcPct val="0"/>
        </a:spcAft>
        <a:defRPr kumimoji="1" sz="4000">
          <a:solidFill>
            <a:schemeClr val="hlink"/>
          </a:solidFill>
          <a:latin typeface="Times New Roman" panose="02020603050405020304" pitchFamily="18" charset="0"/>
          <a:ea typeface="华文新魏" panose="02010800040101010101" pitchFamily="2" charset="-122"/>
        </a:defRPr>
      </a:lvl7pPr>
      <a:lvl8pPr marL="1371600" algn="l" rtl="0" eaLnBrk="1" fontAlgn="base" hangingPunct="1">
        <a:spcBef>
          <a:spcPct val="0"/>
        </a:spcBef>
        <a:spcAft>
          <a:spcPct val="0"/>
        </a:spcAft>
        <a:defRPr kumimoji="1" sz="4000">
          <a:solidFill>
            <a:schemeClr val="hlink"/>
          </a:solidFill>
          <a:latin typeface="Times New Roman" panose="02020603050405020304" pitchFamily="18" charset="0"/>
          <a:ea typeface="华文新魏" panose="02010800040101010101" pitchFamily="2" charset="-122"/>
        </a:defRPr>
      </a:lvl8pPr>
      <a:lvl9pPr marL="1828800" algn="l" rtl="0" eaLnBrk="1" fontAlgn="base" hangingPunct="1">
        <a:spcBef>
          <a:spcPct val="0"/>
        </a:spcBef>
        <a:spcAft>
          <a:spcPct val="0"/>
        </a:spcAft>
        <a:defRPr kumimoji="1" sz="4000">
          <a:solidFill>
            <a:schemeClr val="hlink"/>
          </a:solidFill>
          <a:latin typeface="Times New Roman" panose="02020603050405020304" pitchFamily="18" charset="0"/>
          <a:ea typeface="华文新魏" panose="02010800040101010101" pitchFamily="2" charset="-122"/>
        </a:defRPr>
      </a:lvl9pPr>
    </p:titleStyle>
    <p:body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华文新魏" panose="02010800040101010101" pitchFamily="2" charset="-122"/>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ea typeface="+mn-ea"/>
          <a:cs typeface="华文新魏" panose="02010800040101010101" pitchFamily="2" charset="-122"/>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ea typeface="+mn-ea"/>
          <a:cs typeface="华文新魏" panose="02010800040101010101" pitchFamily="2" charset="-122"/>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ea typeface="+mn-ea"/>
          <a:cs typeface="华文新魏" panose="02010800040101010101" pitchFamily="2" charset="-122"/>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ea typeface="+mn-ea"/>
          <a:cs typeface="华文新魏" panose="02010800040101010101" pitchFamily="2" charset="-122"/>
        </a:defRPr>
      </a:lvl5pPr>
      <a:lvl6pPr marL="2514600" indent="-228600" algn="l" rtl="0" eaLnBrk="1" fontAlgn="base" hangingPunct="1">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defRPr>
      </a:lvl6pPr>
      <a:lvl7pPr marL="2971800" indent="-228600" algn="l" rtl="0" eaLnBrk="1" fontAlgn="base" hangingPunct="1">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defRPr>
      </a:lvl7pPr>
      <a:lvl8pPr marL="3429000" indent="-228600" algn="l" rtl="0" eaLnBrk="1" fontAlgn="base" hangingPunct="1">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defRPr>
      </a:lvl8pPr>
      <a:lvl9pPr marL="3886200" indent="-228600" algn="l" rtl="0" eaLnBrk="1" fontAlgn="base" hangingPunct="1">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4098" name="Rectangle 2"/>
          <p:cNvSpPr>
            <a:spLocks noChangeArrowheads="1"/>
          </p:cNvSpPr>
          <p:nvPr/>
        </p:nvSpPr>
        <p:spPr bwMode="ltGray">
          <a:xfrm>
            <a:off x="417513" y="1098550"/>
            <a:ext cx="438150" cy="474663"/>
          </a:xfrm>
          <a:prstGeom prst="rect">
            <a:avLst/>
          </a:prstGeom>
          <a:solidFill>
            <a:schemeClr val="accent2"/>
          </a:solidFill>
          <a:ln>
            <a:noFill/>
          </a:ln>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zh-CN" sz="18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4099" name="Rectangle 3"/>
          <p:cNvSpPr>
            <a:spLocks noChangeArrowheads="1"/>
          </p:cNvSpPr>
          <p:nvPr/>
        </p:nvSpPr>
        <p:spPr bwMode="ltGray">
          <a:xfrm>
            <a:off x="800100" y="1098550"/>
            <a:ext cx="328613" cy="474663"/>
          </a:xfrm>
          <a:prstGeom prst="rect">
            <a:avLst/>
          </a:prstGeom>
          <a:gradFill rotWithShape="0">
            <a:gsLst>
              <a:gs pos="0">
                <a:schemeClr val="accent2"/>
              </a:gs>
              <a:gs pos="100000">
                <a:schemeClr val="bg1"/>
              </a:gs>
            </a:gsLst>
            <a:lin ang="0" scaled="1"/>
          </a:gradFill>
          <a:ln>
            <a:noFill/>
          </a:ln>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zh-CN" sz="18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4100" name="Rectangle 4"/>
          <p:cNvSpPr>
            <a:spLocks noChangeArrowheads="1"/>
          </p:cNvSpPr>
          <p:nvPr/>
        </p:nvSpPr>
        <p:spPr bwMode="ltGray">
          <a:xfrm>
            <a:off x="541338" y="1520825"/>
            <a:ext cx="422275" cy="474663"/>
          </a:xfrm>
          <a:prstGeom prst="rect">
            <a:avLst/>
          </a:prstGeom>
          <a:solidFill>
            <a:schemeClr val="folHlink"/>
          </a:solidFill>
          <a:ln>
            <a:noFill/>
          </a:ln>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zh-CN" sz="18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4101" name="Rectangle 5"/>
          <p:cNvSpPr>
            <a:spLocks noChangeArrowheads="1"/>
          </p:cNvSpPr>
          <p:nvPr/>
        </p:nvSpPr>
        <p:spPr bwMode="ltGray">
          <a:xfrm>
            <a:off x="911225" y="1520825"/>
            <a:ext cx="368300" cy="474663"/>
          </a:xfrm>
          <a:prstGeom prst="rect">
            <a:avLst/>
          </a:prstGeom>
          <a:gradFill rotWithShape="0">
            <a:gsLst>
              <a:gs pos="0">
                <a:schemeClr val="folHlink"/>
              </a:gs>
              <a:gs pos="100000">
                <a:schemeClr val="bg1"/>
              </a:gs>
            </a:gsLst>
            <a:lin ang="0" scaled="1"/>
          </a:gradFill>
          <a:ln>
            <a:noFill/>
          </a:ln>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zh-CN" sz="18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4102" name="Rectangle 6"/>
          <p:cNvSpPr>
            <a:spLocks noChangeArrowheads="1"/>
          </p:cNvSpPr>
          <p:nvPr/>
        </p:nvSpPr>
        <p:spPr bwMode="ltGray">
          <a:xfrm>
            <a:off x="127000" y="1447800"/>
            <a:ext cx="560388" cy="422275"/>
          </a:xfrm>
          <a:prstGeom prst="rect">
            <a:avLst/>
          </a:prstGeom>
          <a:gradFill rotWithShape="0">
            <a:gsLst>
              <a:gs pos="0">
                <a:schemeClr val="bg1"/>
              </a:gs>
              <a:gs pos="100000">
                <a:schemeClr val="hlink"/>
              </a:gs>
            </a:gsLst>
            <a:lin ang="18900000" scaled="1"/>
          </a:gradFill>
          <a:ln>
            <a:noFill/>
          </a:ln>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zh-CN" sz="18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4103" name="Rectangle 7"/>
          <p:cNvSpPr>
            <a:spLocks noChangeArrowheads="1"/>
          </p:cNvSpPr>
          <p:nvPr/>
        </p:nvSpPr>
        <p:spPr bwMode="gray">
          <a:xfrm>
            <a:off x="762000" y="990600"/>
            <a:ext cx="31750" cy="1052513"/>
          </a:xfrm>
          <a:prstGeom prst="rect">
            <a:avLst/>
          </a:prstGeom>
          <a:solidFill>
            <a:schemeClr val="bg2"/>
          </a:solidFill>
          <a:ln>
            <a:noFill/>
          </a:ln>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zh-CN" sz="18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4104" name="Rectangle 8"/>
          <p:cNvSpPr>
            <a:spLocks noChangeArrowheads="1"/>
          </p:cNvSpPr>
          <p:nvPr/>
        </p:nvSpPr>
        <p:spPr bwMode="gray">
          <a:xfrm>
            <a:off x="442913" y="1781175"/>
            <a:ext cx="8226425" cy="31750"/>
          </a:xfrm>
          <a:prstGeom prst="rect">
            <a:avLst/>
          </a:prstGeom>
          <a:gradFill rotWithShape="0">
            <a:gsLst>
              <a:gs pos="0">
                <a:schemeClr val="bg2"/>
              </a:gs>
              <a:gs pos="100000">
                <a:schemeClr val="bg1"/>
              </a:gs>
            </a:gsLst>
            <a:lin ang="0" scaled="1"/>
          </a:gradFill>
          <a:ln>
            <a:noFill/>
          </a:ln>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zh-CN" sz="18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3083" name="Rectangle 11"/>
          <p:cNvSpPr>
            <a:spLocks noGrp="1" noChangeArrowheads="1"/>
          </p:cNvSpPr>
          <p:nvPr>
            <p:ph type="dt" sz="half" idx="2"/>
          </p:nvPr>
        </p:nvSpPr>
        <p:spPr bwMode="auto">
          <a:xfrm>
            <a:off x="914400" y="6324600"/>
            <a:ext cx="1905000" cy="457200"/>
          </a:xfrm>
          <a:prstGeom prst="rect">
            <a:avLst/>
          </a:prstGeom>
          <a:noFill/>
          <a:ln w="9525">
            <a:noFill/>
            <a:miter lim="800000"/>
          </a:ln>
          <a:effectLst/>
        </p:spPr>
        <p:txBody>
          <a:bodyPr vert="horz" wrap="square" lIns="91440" tIns="45720" rIns="91440" bIns="45720" numCol="1" anchor="b" anchorCtr="0" compatLnSpc="1"/>
          <a:lstStyle>
            <a:lvl1pPr algn="l" eaLnBrk="1" fontAlgn="auto" hangingPunct="1">
              <a:spcBef>
                <a:spcPct val="0"/>
              </a:spcBef>
              <a:spcAft>
                <a:spcPts val="0"/>
              </a:spcAft>
              <a:defRPr sz="1400" b="0">
                <a:solidFill>
                  <a:schemeClr val="tx1"/>
                </a:solidFill>
                <a:latin typeface="Tahoma" panose="020B0604030504040204" pitchFamily="34" charset="0"/>
                <a:ea typeface="宋体" panose="02010600030101010101" pitchFamily="2" charset="-122"/>
              </a:defRPr>
            </a:lvl1pPr>
          </a:lstStyle>
          <a:p>
            <a:pPr marL="0" marR="0" lvl="0" indent="0" algn="l" defTabSz="914400" rtl="0" eaLnBrk="1" fontAlgn="auto" latinLnBrk="0" hangingPunct="1">
              <a:lnSpc>
                <a:spcPct val="100000"/>
              </a:lnSpc>
              <a:spcBef>
                <a:spcPct val="0"/>
              </a:spcBef>
              <a:spcAft>
                <a:spcPts val="0"/>
              </a:spcAft>
              <a:buClrTx/>
              <a:buSzTx/>
              <a:buFontTx/>
              <a:buNone/>
              <a:defRPr/>
            </a:pPr>
            <a:fld id="{F6F882FA-11E8-4838-979F-275CE013487F}" type="datetimeFigureOut">
              <a:rPr kumimoji="0" lang="zh-CN" altLang="en-US" sz="1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rPr>
            </a:fld>
            <a:endParaRPr kumimoji="0" lang="zh-CN" altLang="en-US" sz="1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3084" name="Rectangle 12"/>
          <p:cNvSpPr>
            <a:spLocks noGrp="1" noChangeArrowheads="1"/>
          </p:cNvSpPr>
          <p:nvPr>
            <p:ph type="ftr" sz="quarter" idx="3"/>
          </p:nvPr>
        </p:nvSpPr>
        <p:spPr bwMode="auto">
          <a:xfrm>
            <a:off x="3352800" y="6324600"/>
            <a:ext cx="2895600" cy="457200"/>
          </a:xfrm>
          <a:prstGeom prst="rect">
            <a:avLst/>
          </a:prstGeom>
          <a:noFill/>
          <a:ln w="9525">
            <a:noFill/>
            <a:miter lim="800000"/>
          </a:ln>
          <a:effectLst/>
        </p:spPr>
        <p:txBody>
          <a:bodyPr vert="horz" wrap="square" lIns="91440" tIns="45720" rIns="91440" bIns="45720" numCol="1" anchor="b" anchorCtr="0" compatLnSpc="1"/>
          <a:lstStyle>
            <a:lvl1pPr eaLnBrk="1" fontAlgn="auto" hangingPunct="1">
              <a:spcBef>
                <a:spcPct val="0"/>
              </a:spcBef>
              <a:spcAft>
                <a:spcPts val="0"/>
              </a:spcAft>
              <a:defRPr sz="1400" b="0">
                <a:solidFill>
                  <a:schemeClr val="tx1"/>
                </a:solidFill>
                <a:latin typeface="Tahoma" panose="020B0604030504040204" pitchFamily="34" charset="0"/>
                <a:ea typeface="宋体" panose="02010600030101010101" pitchFamily="2" charset="-122"/>
              </a:defRPr>
            </a:lvl1pPr>
          </a:lstStyle>
          <a:p>
            <a:pPr marL="0" marR="0" lvl="0" indent="0" algn="l" defTabSz="914400" rtl="0" eaLnBrk="1" fontAlgn="auto" latinLnBrk="0" hangingPunct="1">
              <a:lnSpc>
                <a:spcPct val="100000"/>
              </a:lnSpc>
              <a:spcBef>
                <a:spcPct val="0"/>
              </a:spcBef>
              <a:spcAft>
                <a:spcPts val="0"/>
              </a:spcAft>
              <a:buClrTx/>
              <a:buSzTx/>
              <a:buFontTx/>
              <a:buNone/>
              <a:defRPr/>
            </a:pPr>
            <a:endParaRPr kumimoji="0" lang="zh-CN" altLang="en-US" sz="1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3085" name="Rectangle 13"/>
          <p:cNvSpPr>
            <a:spLocks noGrp="1" noChangeArrowheads="1"/>
          </p:cNvSpPr>
          <p:nvPr>
            <p:ph type="sldNum" sz="quarter" idx="4"/>
          </p:nvPr>
        </p:nvSpPr>
        <p:spPr bwMode="auto">
          <a:xfrm>
            <a:off x="6781800" y="6324600"/>
            <a:ext cx="1905000" cy="457200"/>
          </a:xfrm>
          <a:prstGeom prst="rect">
            <a:avLst/>
          </a:prstGeom>
          <a:noFill/>
          <a:ln w="9525">
            <a:noFill/>
            <a:miter lim="800000"/>
          </a:ln>
          <a:effectLst/>
        </p:spPr>
        <p:txBody>
          <a:bodyPr vert="horz" wrap="square" lIns="91440" tIns="45720" rIns="91440" bIns="45720" numCol="1" anchor="b" anchorCtr="0" compatLnSpc="1"/>
          <a:lstStyle>
            <a:lvl1pPr algn="r">
              <a:defRPr sz="1400">
                <a:latin typeface="Tahoma" panose="020B0604030504040204" pitchFamily="34" charset="0"/>
              </a:defRPr>
            </a:lvl1pPr>
          </a:lstStyle>
          <a:p>
            <a:pPr lvl="0" eaLnBrk="1" hangingPunct="1">
              <a:buNone/>
            </a:pPr>
            <a:fld id="{9A0DB2DC-4C9A-4742-B13C-FB6460FD3503}" type="slidenum">
              <a:rPr lang="en-US" altLang="en-US" dirty="0"/>
            </a:fld>
            <a:endParaRPr lang="en-US" altLang="en-US" dirty="0">
              <a:latin typeface="Arial" panose="020B0604020202020204" pitchFamily="34" charset="0"/>
            </a:endParaRPr>
          </a:p>
        </p:txBody>
      </p:sp>
      <p:pic>
        <p:nvPicPr>
          <p:cNvPr id="4108" name="Picture 15" descr="blue002"/>
          <p:cNvPicPr>
            <a:picLocks noChangeAspect="1"/>
          </p:cNvPicPr>
          <p:nvPr/>
        </p:nvPicPr>
        <p:blipFill>
          <a:blip r:embed="rId9"/>
          <a:stretch>
            <a:fillRect/>
          </a:stretch>
        </p:blipFill>
        <p:spPr>
          <a:xfrm>
            <a:off x="0" y="-38100"/>
            <a:ext cx="9144000" cy="6896100"/>
          </a:xfrm>
          <a:prstGeom prst="rect">
            <a:avLst/>
          </a:prstGeom>
          <a:noFill/>
          <a:ln w="9525">
            <a:noFill/>
          </a:ln>
        </p:spPr>
      </p:pic>
      <p:pic>
        <p:nvPicPr>
          <p:cNvPr id="4109" name="Picture 14" descr="GoogleBalls_small"/>
          <p:cNvPicPr>
            <a:picLocks noChangeAspect="1"/>
          </p:cNvPicPr>
          <p:nvPr/>
        </p:nvPicPr>
        <p:blipFill>
          <a:blip r:embed="rId10"/>
          <a:stretch>
            <a:fillRect/>
          </a:stretch>
        </p:blipFill>
        <p:spPr>
          <a:xfrm>
            <a:off x="7327900" y="5734050"/>
            <a:ext cx="1435100" cy="641350"/>
          </a:xfrm>
          <a:prstGeom prst="rect">
            <a:avLst/>
          </a:prstGeom>
          <a:noFill/>
          <a:ln w="9525">
            <a:noFill/>
          </a:ln>
        </p:spPr>
      </p:pic>
      <p:sp>
        <p:nvSpPr>
          <p:cNvPr id="4110" name="Rectangle 17"/>
          <p:cNvSpPr>
            <a:spLocks noChangeArrowheads="1"/>
          </p:cNvSpPr>
          <p:nvPr/>
        </p:nvSpPr>
        <p:spPr bwMode="auto">
          <a:xfrm>
            <a:off x="6443663" y="476250"/>
            <a:ext cx="2411413" cy="431800"/>
          </a:xfrm>
          <a:prstGeom prst="rect">
            <a:avLst/>
          </a:prstGeom>
          <a:solidFill>
            <a:schemeClr val="bg1"/>
          </a:solidFill>
          <a:ln>
            <a:noFill/>
          </a:ln>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1800" b="0" i="0" u="none" strike="noStrike" kern="1200" cap="none" spc="0" normalizeH="0" baseline="0" noProof="0">
              <a:ln>
                <a:noFill/>
              </a:ln>
              <a:solidFill>
                <a:schemeClr val="tx1"/>
              </a:solidFill>
              <a:effectLst/>
              <a:uLnTx/>
              <a:uFillTx/>
              <a:latin typeface="Calibri" panose="020F0502020204030204" pitchFamily="34" charset="0"/>
              <a:ea typeface="楷体_GB2312" panose="02010609030101010101" pitchFamily="49" charset="-122"/>
              <a:cs typeface="+mn-cs"/>
            </a:endParaRPr>
          </a:p>
        </p:txBody>
      </p:sp>
      <p:sp>
        <p:nvSpPr>
          <p:cNvPr id="4111" name="Rectangle 9"/>
          <p:cNvSpPr>
            <a:spLocks noGrp="1"/>
          </p:cNvSpPr>
          <p:nvPr>
            <p:ph type="title"/>
          </p:nvPr>
        </p:nvSpPr>
        <p:spPr>
          <a:xfrm>
            <a:off x="827088" y="404813"/>
            <a:ext cx="7793037" cy="1143000"/>
          </a:xfrm>
          <a:prstGeom prst="rect">
            <a:avLst/>
          </a:prstGeom>
          <a:noFill/>
          <a:ln w="9525">
            <a:noFill/>
          </a:ln>
        </p:spPr>
        <p:txBody>
          <a:bodyPr anchor="b" anchorCtr="0"/>
          <a:p>
            <a:pPr lvl="0"/>
            <a:r>
              <a:rPr lang="zh-CN" altLang="en-US" dirty="0"/>
              <a:t>单击此处编辑母版标题样式</a:t>
            </a:r>
            <a:endParaRPr lang="zh-CN" altLang="en-US" dirty="0"/>
          </a:p>
        </p:txBody>
      </p:sp>
      <p:sp>
        <p:nvSpPr>
          <p:cNvPr id="4112" name="Rectangle 10"/>
          <p:cNvSpPr>
            <a:spLocks noGrp="1"/>
          </p:cNvSpPr>
          <p:nvPr>
            <p:ph type="body"/>
          </p:nvPr>
        </p:nvSpPr>
        <p:spPr>
          <a:xfrm>
            <a:off x="827088" y="1700213"/>
            <a:ext cx="7772400" cy="4608512"/>
          </a:xfrm>
          <a:prstGeom prst="rect">
            <a:avLst/>
          </a:prstGeom>
          <a:noFill/>
          <a:ln w="9525">
            <a:noFill/>
          </a:ln>
        </p:spPr>
        <p:txBody>
          <a:bodyPr/>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Tree>
  </p:cSld>
  <p:clrMap bg1="lt1" tx1="dk1" bg2="lt2" tx2="dk2" accent1="accent1" accent2="accent2" accent3="accent3" accent4="accent4" accent5="accent5" accent6="accent6" hlink="hlink" folHlink="folHlink"/>
  <p:sldLayoutIdLst>
    <p:sldLayoutId id="2147483672" r:id="rId1"/>
    <p:sldLayoutId id="2147483673" r:id="rId2"/>
    <p:sldLayoutId id="2147483674" r:id="rId3"/>
    <p:sldLayoutId id="2147483675" r:id="rId4"/>
    <p:sldLayoutId id="2147483676" r:id="rId5"/>
    <p:sldLayoutId id="2147483677" r:id="rId6"/>
    <p:sldLayoutId id="2147483678" r:id="rId7"/>
    <p:sldLayoutId id="2147483679" r:id="rId8"/>
  </p:sldLayoutIdLst>
  <p:transition/>
  <p:hf sldNum="0" hdr="0" ftr="0" dt="0"/>
  <p:txStyles>
    <p:titleStyle>
      <a:lvl1pPr algn="ctr" rtl="0" eaLnBrk="0" fontAlgn="base" hangingPunct="0">
        <a:spcBef>
          <a:spcPct val="0"/>
        </a:spcBef>
        <a:spcAft>
          <a:spcPct val="0"/>
        </a:spcAft>
        <a:defRPr sz="4000">
          <a:solidFill>
            <a:schemeClr val="hlink"/>
          </a:solidFill>
          <a:latin typeface="+mj-lt"/>
          <a:ea typeface="+mj-ea"/>
          <a:cs typeface="华文新魏" panose="02010800040101010101" pitchFamily="2" charset="-122"/>
        </a:defRPr>
      </a:lvl1pPr>
      <a:lvl2pPr algn="ctr" rtl="0" eaLnBrk="0" fontAlgn="base" hangingPunct="0">
        <a:spcBef>
          <a:spcPct val="0"/>
        </a:spcBef>
        <a:spcAft>
          <a:spcPct val="0"/>
        </a:spcAft>
        <a:defRPr sz="4000">
          <a:solidFill>
            <a:schemeClr val="hlink"/>
          </a:solidFill>
          <a:latin typeface="Calibri" panose="020F0502020204030204" pitchFamily="34" charset="0"/>
          <a:ea typeface="宋体" panose="02010600030101010101" pitchFamily="2" charset="-122"/>
          <a:cs typeface="华文新魏" panose="02010800040101010101" pitchFamily="2" charset="-122"/>
        </a:defRPr>
      </a:lvl2pPr>
      <a:lvl3pPr algn="ctr" rtl="0" eaLnBrk="0" fontAlgn="base" hangingPunct="0">
        <a:spcBef>
          <a:spcPct val="0"/>
        </a:spcBef>
        <a:spcAft>
          <a:spcPct val="0"/>
        </a:spcAft>
        <a:defRPr sz="4000">
          <a:solidFill>
            <a:schemeClr val="hlink"/>
          </a:solidFill>
          <a:latin typeface="Calibri" panose="020F0502020204030204" pitchFamily="34" charset="0"/>
          <a:ea typeface="宋体" panose="02010600030101010101" pitchFamily="2" charset="-122"/>
          <a:cs typeface="华文新魏" panose="02010800040101010101" pitchFamily="2" charset="-122"/>
        </a:defRPr>
      </a:lvl3pPr>
      <a:lvl4pPr algn="ctr" rtl="0" eaLnBrk="0" fontAlgn="base" hangingPunct="0">
        <a:spcBef>
          <a:spcPct val="0"/>
        </a:spcBef>
        <a:spcAft>
          <a:spcPct val="0"/>
        </a:spcAft>
        <a:defRPr sz="4000">
          <a:solidFill>
            <a:schemeClr val="hlink"/>
          </a:solidFill>
          <a:latin typeface="Calibri" panose="020F0502020204030204" pitchFamily="34" charset="0"/>
          <a:ea typeface="宋体" panose="02010600030101010101" pitchFamily="2" charset="-122"/>
          <a:cs typeface="华文新魏" panose="02010800040101010101" pitchFamily="2" charset="-122"/>
        </a:defRPr>
      </a:lvl4pPr>
      <a:lvl5pPr algn="ctr" rtl="0" eaLnBrk="0" fontAlgn="base" hangingPunct="0">
        <a:spcBef>
          <a:spcPct val="0"/>
        </a:spcBef>
        <a:spcAft>
          <a:spcPct val="0"/>
        </a:spcAft>
        <a:defRPr sz="4000">
          <a:solidFill>
            <a:schemeClr val="hlink"/>
          </a:solidFill>
          <a:latin typeface="Calibri" panose="020F0502020204030204" pitchFamily="34" charset="0"/>
          <a:ea typeface="宋体" panose="02010600030101010101" pitchFamily="2" charset="-122"/>
          <a:cs typeface="华文新魏" panose="02010800040101010101" pitchFamily="2" charset="-122"/>
        </a:defRPr>
      </a:lvl5pPr>
      <a:lvl6pPr marL="457200" algn="l" rtl="0" eaLnBrk="1" fontAlgn="base" hangingPunct="1">
        <a:spcBef>
          <a:spcPct val="0"/>
        </a:spcBef>
        <a:spcAft>
          <a:spcPct val="0"/>
        </a:spcAft>
        <a:defRPr kumimoji="1" sz="4000">
          <a:solidFill>
            <a:schemeClr val="hlink"/>
          </a:solidFill>
          <a:latin typeface="Times New Roman" panose="02020603050405020304" pitchFamily="18" charset="0"/>
          <a:ea typeface="华文新魏" panose="02010800040101010101" pitchFamily="2" charset="-122"/>
        </a:defRPr>
      </a:lvl6pPr>
      <a:lvl7pPr marL="914400" algn="l" rtl="0" eaLnBrk="1" fontAlgn="base" hangingPunct="1">
        <a:spcBef>
          <a:spcPct val="0"/>
        </a:spcBef>
        <a:spcAft>
          <a:spcPct val="0"/>
        </a:spcAft>
        <a:defRPr kumimoji="1" sz="4000">
          <a:solidFill>
            <a:schemeClr val="hlink"/>
          </a:solidFill>
          <a:latin typeface="Times New Roman" panose="02020603050405020304" pitchFamily="18" charset="0"/>
          <a:ea typeface="华文新魏" panose="02010800040101010101" pitchFamily="2" charset="-122"/>
        </a:defRPr>
      </a:lvl7pPr>
      <a:lvl8pPr marL="1371600" algn="l" rtl="0" eaLnBrk="1" fontAlgn="base" hangingPunct="1">
        <a:spcBef>
          <a:spcPct val="0"/>
        </a:spcBef>
        <a:spcAft>
          <a:spcPct val="0"/>
        </a:spcAft>
        <a:defRPr kumimoji="1" sz="4000">
          <a:solidFill>
            <a:schemeClr val="hlink"/>
          </a:solidFill>
          <a:latin typeface="Times New Roman" panose="02020603050405020304" pitchFamily="18" charset="0"/>
          <a:ea typeface="华文新魏" panose="02010800040101010101" pitchFamily="2" charset="-122"/>
        </a:defRPr>
      </a:lvl8pPr>
      <a:lvl9pPr marL="1828800" algn="l" rtl="0" eaLnBrk="1" fontAlgn="base" hangingPunct="1">
        <a:spcBef>
          <a:spcPct val="0"/>
        </a:spcBef>
        <a:spcAft>
          <a:spcPct val="0"/>
        </a:spcAft>
        <a:defRPr kumimoji="1" sz="4000">
          <a:solidFill>
            <a:schemeClr val="hlink"/>
          </a:solidFill>
          <a:latin typeface="Times New Roman" panose="02020603050405020304" pitchFamily="18" charset="0"/>
          <a:ea typeface="华文新魏" panose="02010800040101010101" pitchFamily="2" charset="-122"/>
        </a:defRPr>
      </a:lvl9pPr>
    </p:titleStyle>
    <p:body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华文新魏" panose="02010800040101010101" pitchFamily="2" charset="-122"/>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ea typeface="+mn-ea"/>
          <a:cs typeface="华文新魏" panose="02010800040101010101" pitchFamily="2" charset="-122"/>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ea typeface="+mn-ea"/>
          <a:cs typeface="华文新魏" panose="02010800040101010101" pitchFamily="2" charset="-122"/>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ea typeface="+mn-ea"/>
          <a:cs typeface="华文新魏" panose="02010800040101010101" pitchFamily="2" charset="-122"/>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ea typeface="+mn-ea"/>
          <a:cs typeface="华文新魏" panose="02010800040101010101" pitchFamily="2" charset="-122"/>
        </a:defRPr>
      </a:lvl5pPr>
      <a:lvl6pPr marL="2514600" indent="-228600" algn="l" rtl="0" eaLnBrk="1" fontAlgn="base" hangingPunct="1">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defRPr>
      </a:lvl6pPr>
      <a:lvl7pPr marL="2971800" indent="-228600" algn="l" rtl="0" eaLnBrk="1" fontAlgn="base" hangingPunct="1">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defRPr>
      </a:lvl7pPr>
      <a:lvl8pPr marL="3429000" indent="-228600" algn="l" rtl="0" eaLnBrk="1" fontAlgn="base" hangingPunct="1">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defRPr>
      </a:lvl8pPr>
      <a:lvl9pPr marL="3886200" indent="-228600" algn="l" rtl="0" eaLnBrk="1" fontAlgn="base" hangingPunct="1">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5122" name="Rectangle 2"/>
          <p:cNvSpPr>
            <a:spLocks noChangeArrowheads="1"/>
          </p:cNvSpPr>
          <p:nvPr/>
        </p:nvSpPr>
        <p:spPr bwMode="ltGray">
          <a:xfrm>
            <a:off x="417513" y="1098550"/>
            <a:ext cx="438150" cy="474663"/>
          </a:xfrm>
          <a:prstGeom prst="rect">
            <a:avLst/>
          </a:prstGeom>
          <a:solidFill>
            <a:schemeClr val="accent2"/>
          </a:solidFill>
          <a:ln>
            <a:noFill/>
          </a:ln>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zh-CN" sz="18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5123" name="Rectangle 3"/>
          <p:cNvSpPr>
            <a:spLocks noChangeArrowheads="1"/>
          </p:cNvSpPr>
          <p:nvPr/>
        </p:nvSpPr>
        <p:spPr bwMode="ltGray">
          <a:xfrm>
            <a:off x="800100" y="1098550"/>
            <a:ext cx="328613" cy="474663"/>
          </a:xfrm>
          <a:prstGeom prst="rect">
            <a:avLst/>
          </a:prstGeom>
          <a:gradFill rotWithShape="0">
            <a:gsLst>
              <a:gs pos="0">
                <a:schemeClr val="accent2"/>
              </a:gs>
              <a:gs pos="100000">
                <a:schemeClr val="bg1"/>
              </a:gs>
            </a:gsLst>
            <a:lin ang="0" scaled="1"/>
          </a:gradFill>
          <a:ln>
            <a:noFill/>
          </a:ln>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zh-CN" sz="18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5124" name="Rectangle 4"/>
          <p:cNvSpPr>
            <a:spLocks noChangeArrowheads="1"/>
          </p:cNvSpPr>
          <p:nvPr/>
        </p:nvSpPr>
        <p:spPr bwMode="ltGray">
          <a:xfrm>
            <a:off x="541338" y="1520825"/>
            <a:ext cx="422275" cy="474663"/>
          </a:xfrm>
          <a:prstGeom prst="rect">
            <a:avLst/>
          </a:prstGeom>
          <a:solidFill>
            <a:schemeClr val="folHlink"/>
          </a:solidFill>
          <a:ln>
            <a:noFill/>
          </a:ln>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zh-CN" sz="18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5125" name="Rectangle 5"/>
          <p:cNvSpPr>
            <a:spLocks noChangeArrowheads="1"/>
          </p:cNvSpPr>
          <p:nvPr/>
        </p:nvSpPr>
        <p:spPr bwMode="ltGray">
          <a:xfrm>
            <a:off x="911225" y="1520825"/>
            <a:ext cx="368300" cy="474663"/>
          </a:xfrm>
          <a:prstGeom prst="rect">
            <a:avLst/>
          </a:prstGeom>
          <a:gradFill rotWithShape="0">
            <a:gsLst>
              <a:gs pos="0">
                <a:schemeClr val="folHlink"/>
              </a:gs>
              <a:gs pos="100000">
                <a:schemeClr val="bg1"/>
              </a:gs>
            </a:gsLst>
            <a:lin ang="0" scaled="1"/>
          </a:gradFill>
          <a:ln>
            <a:noFill/>
          </a:ln>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zh-CN" sz="18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5126" name="Rectangle 6"/>
          <p:cNvSpPr>
            <a:spLocks noChangeArrowheads="1"/>
          </p:cNvSpPr>
          <p:nvPr/>
        </p:nvSpPr>
        <p:spPr bwMode="ltGray">
          <a:xfrm>
            <a:off x="127000" y="1447800"/>
            <a:ext cx="560388" cy="422275"/>
          </a:xfrm>
          <a:prstGeom prst="rect">
            <a:avLst/>
          </a:prstGeom>
          <a:gradFill rotWithShape="0">
            <a:gsLst>
              <a:gs pos="0">
                <a:schemeClr val="bg1"/>
              </a:gs>
              <a:gs pos="100000">
                <a:schemeClr val="hlink"/>
              </a:gs>
            </a:gsLst>
            <a:lin ang="18900000" scaled="1"/>
          </a:gradFill>
          <a:ln>
            <a:noFill/>
          </a:ln>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zh-CN" sz="18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5127" name="Rectangle 7"/>
          <p:cNvSpPr>
            <a:spLocks noChangeArrowheads="1"/>
          </p:cNvSpPr>
          <p:nvPr/>
        </p:nvSpPr>
        <p:spPr bwMode="gray">
          <a:xfrm>
            <a:off x="762000" y="990600"/>
            <a:ext cx="31750" cy="1052513"/>
          </a:xfrm>
          <a:prstGeom prst="rect">
            <a:avLst/>
          </a:prstGeom>
          <a:solidFill>
            <a:schemeClr val="bg2"/>
          </a:solidFill>
          <a:ln>
            <a:noFill/>
          </a:ln>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zh-CN" sz="18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5128" name="Rectangle 8"/>
          <p:cNvSpPr>
            <a:spLocks noChangeArrowheads="1"/>
          </p:cNvSpPr>
          <p:nvPr/>
        </p:nvSpPr>
        <p:spPr bwMode="gray">
          <a:xfrm>
            <a:off x="442913" y="1781175"/>
            <a:ext cx="8226425" cy="31750"/>
          </a:xfrm>
          <a:prstGeom prst="rect">
            <a:avLst/>
          </a:prstGeom>
          <a:gradFill rotWithShape="0">
            <a:gsLst>
              <a:gs pos="0">
                <a:schemeClr val="bg2"/>
              </a:gs>
              <a:gs pos="100000">
                <a:schemeClr val="bg1"/>
              </a:gs>
            </a:gsLst>
            <a:lin ang="0" scaled="1"/>
          </a:gradFill>
          <a:ln>
            <a:noFill/>
          </a:ln>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zh-CN" sz="18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3083" name="Rectangle 11"/>
          <p:cNvSpPr>
            <a:spLocks noGrp="1" noChangeArrowheads="1"/>
          </p:cNvSpPr>
          <p:nvPr>
            <p:ph type="dt" sz="half" idx="2"/>
          </p:nvPr>
        </p:nvSpPr>
        <p:spPr bwMode="auto">
          <a:xfrm>
            <a:off x="914400" y="6324600"/>
            <a:ext cx="1905000" cy="457200"/>
          </a:xfrm>
          <a:prstGeom prst="rect">
            <a:avLst/>
          </a:prstGeom>
          <a:noFill/>
          <a:ln w="9525">
            <a:noFill/>
            <a:miter lim="800000"/>
          </a:ln>
          <a:effectLst/>
        </p:spPr>
        <p:txBody>
          <a:bodyPr vert="horz" wrap="square" lIns="91440" tIns="45720" rIns="91440" bIns="45720" numCol="1" anchor="b" anchorCtr="0" compatLnSpc="1"/>
          <a:lstStyle>
            <a:lvl1pPr algn="l" eaLnBrk="1" fontAlgn="auto" hangingPunct="1">
              <a:spcBef>
                <a:spcPct val="0"/>
              </a:spcBef>
              <a:spcAft>
                <a:spcPts val="0"/>
              </a:spcAft>
              <a:defRPr sz="1400" b="0">
                <a:solidFill>
                  <a:schemeClr val="tx1"/>
                </a:solidFill>
                <a:latin typeface="Tahoma" panose="020B0604030504040204" pitchFamily="34" charset="0"/>
                <a:ea typeface="宋体" panose="02010600030101010101" pitchFamily="2" charset="-122"/>
              </a:defRPr>
            </a:lvl1pPr>
          </a:lstStyle>
          <a:p>
            <a:pPr marL="0" marR="0" lvl="0" indent="0" algn="l" defTabSz="914400" rtl="0" eaLnBrk="1" fontAlgn="auto" latinLnBrk="0" hangingPunct="1">
              <a:lnSpc>
                <a:spcPct val="100000"/>
              </a:lnSpc>
              <a:spcBef>
                <a:spcPct val="0"/>
              </a:spcBef>
              <a:spcAft>
                <a:spcPts val="0"/>
              </a:spcAft>
              <a:buClrTx/>
              <a:buSzTx/>
              <a:buFontTx/>
              <a:buNone/>
              <a:defRPr/>
            </a:pPr>
            <a:fld id="{0957938B-8134-496D-A9B0-A1786C13132C}" type="datetimeFigureOut">
              <a:rPr kumimoji="0" lang="zh-CN" altLang="en-US" sz="1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rPr>
            </a:fld>
            <a:endParaRPr kumimoji="0" lang="zh-CN" altLang="en-US" sz="1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3084" name="Rectangle 12"/>
          <p:cNvSpPr>
            <a:spLocks noGrp="1" noChangeArrowheads="1"/>
          </p:cNvSpPr>
          <p:nvPr>
            <p:ph type="ftr" sz="quarter" idx="3"/>
          </p:nvPr>
        </p:nvSpPr>
        <p:spPr bwMode="auto">
          <a:xfrm>
            <a:off x="3352800" y="6324600"/>
            <a:ext cx="2895600" cy="457200"/>
          </a:xfrm>
          <a:prstGeom prst="rect">
            <a:avLst/>
          </a:prstGeom>
          <a:noFill/>
          <a:ln w="9525">
            <a:noFill/>
            <a:miter lim="800000"/>
          </a:ln>
          <a:effectLst/>
        </p:spPr>
        <p:txBody>
          <a:bodyPr vert="horz" wrap="square" lIns="91440" tIns="45720" rIns="91440" bIns="45720" numCol="1" anchor="b" anchorCtr="0" compatLnSpc="1"/>
          <a:lstStyle>
            <a:lvl1pPr eaLnBrk="1" fontAlgn="auto" hangingPunct="1">
              <a:spcBef>
                <a:spcPct val="0"/>
              </a:spcBef>
              <a:spcAft>
                <a:spcPts val="0"/>
              </a:spcAft>
              <a:defRPr sz="1400" b="0">
                <a:solidFill>
                  <a:schemeClr val="tx1"/>
                </a:solidFill>
                <a:latin typeface="Tahoma" panose="020B0604030504040204" pitchFamily="34" charset="0"/>
                <a:ea typeface="宋体" panose="02010600030101010101" pitchFamily="2" charset="-122"/>
              </a:defRPr>
            </a:lvl1pPr>
          </a:lstStyle>
          <a:p>
            <a:pPr marL="0" marR="0" lvl="0" indent="0" algn="l" defTabSz="914400" rtl="0" eaLnBrk="1" fontAlgn="auto" latinLnBrk="0" hangingPunct="1">
              <a:lnSpc>
                <a:spcPct val="100000"/>
              </a:lnSpc>
              <a:spcBef>
                <a:spcPct val="0"/>
              </a:spcBef>
              <a:spcAft>
                <a:spcPts val="0"/>
              </a:spcAft>
              <a:buClrTx/>
              <a:buSzTx/>
              <a:buFontTx/>
              <a:buNone/>
              <a:defRPr/>
            </a:pPr>
            <a:endParaRPr kumimoji="0" lang="zh-CN" altLang="en-US" sz="1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3085" name="Rectangle 13"/>
          <p:cNvSpPr>
            <a:spLocks noGrp="1" noChangeArrowheads="1"/>
          </p:cNvSpPr>
          <p:nvPr>
            <p:ph type="sldNum" sz="quarter" idx="4"/>
          </p:nvPr>
        </p:nvSpPr>
        <p:spPr bwMode="auto">
          <a:xfrm>
            <a:off x="6781800" y="6324600"/>
            <a:ext cx="1905000" cy="457200"/>
          </a:xfrm>
          <a:prstGeom prst="rect">
            <a:avLst/>
          </a:prstGeom>
          <a:noFill/>
          <a:ln w="9525">
            <a:noFill/>
            <a:miter lim="800000"/>
          </a:ln>
          <a:effectLst/>
        </p:spPr>
        <p:txBody>
          <a:bodyPr vert="horz" wrap="square" lIns="91440" tIns="45720" rIns="91440" bIns="45720" numCol="1" anchor="b" anchorCtr="0" compatLnSpc="1"/>
          <a:lstStyle>
            <a:lvl1pPr algn="r">
              <a:defRPr sz="1400">
                <a:latin typeface="Tahoma" panose="020B0604030504040204" pitchFamily="34" charset="0"/>
              </a:defRPr>
            </a:lvl1pPr>
          </a:lstStyle>
          <a:p>
            <a:pPr lvl="0" eaLnBrk="1" hangingPunct="1">
              <a:buNone/>
            </a:pPr>
            <a:fld id="{9A0DB2DC-4C9A-4742-B13C-FB6460FD3503}" type="slidenum">
              <a:rPr lang="en-US" altLang="en-US" dirty="0"/>
            </a:fld>
            <a:endParaRPr lang="en-US" altLang="en-US" dirty="0">
              <a:latin typeface="Arial" panose="020B0604020202020204" pitchFamily="34" charset="0"/>
            </a:endParaRPr>
          </a:p>
        </p:txBody>
      </p:sp>
      <p:pic>
        <p:nvPicPr>
          <p:cNvPr id="5132" name="Picture 15" descr="blue002"/>
          <p:cNvPicPr>
            <a:picLocks noChangeAspect="1"/>
          </p:cNvPicPr>
          <p:nvPr/>
        </p:nvPicPr>
        <p:blipFill>
          <a:blip r:embed="rId8"/>
          <a:stretch>
            <a:fillRect/>
          </a:stretch>
        </p:blipFill>
        <p:spPr>
          <a:xfrm>
            <a:off x="0" y="-38100"/>
            <a:ext cx="9144000" cy="6896100"/>
          </a:xfrm>
          <a:prstGeom prst="rect">
            <a:avLst/>
          </a:prstGeom>
          <a:noFill/>
          <a:ln w="9525">
            <a:noFill/>
          </a:ln>
        </p:spPr>
      </p:pic>
      <p:pic>
        <p:nvPicPr>
          <p:cNvPr id="5133" name="Picture 14" descr="GoogleBalls_small"/>
          <p:cNvPicPr>
            <a:picLocks noChangeAspect="1"/>
          </p:cNvPicPr>
          <p:nvPr/>
        </p:nvPicPr>
        <p:blipFill>
          <a:blip r:embed="rId9"/>
          <a:stretch>
            <a:fillRect/>
          </a:stretch>
        </p:blipFill>
        <p:spPr>
          <a:xfrm>
            <a:off x="7327900" y="5734050"/>
            <a:ext cx="1435100" cy="641350"/>
          </a:xfrm>
          <a:prstGeom prst="rect">
            <a:avLst/>
          </a:prstGeom>
          <a:noFill/>
          <a:ln w="9525">
            <a:noFill/>
          </a:ln>
        </p:spPr>
      </p:pic>
      <p:sp>
        <p:nvSpPr>
          <p:cNvPr id="5134" name="Rectangle 17"/>
          <p:cNvSpPr>
            <a:spLocks noChangeArrowheads="1"/>
          </p:cNvSpPr>
          <p:nvPr/>
        </p:nvSpPr>
        <p:spPr bwMode="auto">
          <a:xfrm>
            <a:off x="6443663" y="476250"/>
            <a:ext cx="2411413" cy="431800"/>
          </a:xfrm>
          <a:prstGeom prst="rect">
            <a:avLst/>
          </a:prstGeom>
          <a:solidFill>
            <a:schemeClr val="bg1"/>
          </a:solidFill>
          <a:ln>
            <a:noFill/>
          </a:ln>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1800" b="0" i="0" u="none" strike="noStrike" kern="1200" cap="none" spc="0" normalizeH="0" baseline="0" noProof="0">
              <a:ln>
                <a:noFill/>
              </a:ln>
              <a:solidFill>
                <a:schemeClr val="tx1"/>
              </a:solidFill>
              <a:effectLst/>
              <a:uLnTx/>
              <a:uFillTx/>
              <a:latin typeface="Calibri" panose="020F0502020204030204" pitchFamily="34" charset="0"/>
              <a:ea typeface="楷体_GB2312" panose="02010609030101010101" pitchFamily="49" charset="-122"/>
              <a:cs typeface="+mn-cs"/>
            </a:endParaRPr>
          </a:p>
        </p:txBody>
      </p:sp>
      <p:sp>
        <p:nvSpPr>
          <p:cNvPr id="5135" name="Rectangle 9"/>
          <p:cNvSpPr>
            <a:spLocks noGrp="1"/>
          </p:cNvSpPr>
          <p:nvPr>
            <p:ph type="title"/>
          </p:nvPr>
        </p:nvSpPr>
        <p:spPr>
          <a:xfrm>
            <a:off x="827088" y="404813"/>
            <a:ext cx="7793037" cy="1143000"/>
          </a:xfrm>
          <a:prstGeom prst="rect">
            <a:avLst/>
          </a:prstGeom>
          <a:noFill/>
          <a:ln w="9525">
            <a:noFill/>
          </a:ln>
        </p:spPr>
        <p:txBody>
          <a:bodyPr anchor="b" anchorCtr="0"/>
          <a:p>
            <a:pPr lvl="0"/>
            <a:r>
              <a:rPr lang="zh-CN" altLang="en-US" dirty="0"/>
              <a:t>单击此处编辑母版标题样式</a:t>
            </a:r>
            <a:endParaRPr lang="zh-CN" altLang="en-US" dirty="0"/>
          </a:p>
        </p:txBody>
      </p:sp>
      <p:sp>
        <p:nvSpPr>
          <p:cNvPr id="5136" name="Rectangle 10"/>
          <p:cNvSpPr>
            <a:spLocks noGrp="1"/>
          </p:cNvSpPr>
          <p:nvPr>
            <p:ph type="body"/>
          </p:nvPr>
        </p:nvSpPr>
        <p:spPr>
          <a:xfrm>
            <a:off x="827088" y="1700213"/>
            <a:ext cx="7772400" cy="4608512"/>
          </a:xfrm>
          <a:prstGeom prst="rect">
            <a:avLst/>
          </a:prstGeom>
          <a:noFill/>
          <a:ln w="9525">
            <a:noFill/>
          </a:ln>
        </p:spPr>
        <p:txBody>
          <a:bodyPr/>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Tree>
  </p:cSld>
  <p:clrMap bg1="lt1" tx1="dk1" bg2="lt2" tx2="dk2" accent1="accent1" accent2="accent2" accent3="accent3" accent4="accent4" accent5="accent5" accent6="accent6" hlink="hlink" folHlink="folHlink"/>
  <p:sldLayoutIdLst>
    <p:sldLayoutId id="2147483681" r:id="rId1"/>
    <p:sldLayoutId id="2147483682" r:id="rId2"/>
    <p:sldLayoutId id="2147483683" r:id="rId3"/>
    <p:sldLayoutId id="2147483684" r:id="rId4"/>
    <p:sldLayoutId id="2147483685" r:id="rId5"/>
    <p:sldLayoutId id="2147483686" r:id="rId6"/>
    <p:sldLayoutId id="2147483687" r:id="rId7"/>
  </p:sldLayoutIdLst>
  <p:transition/>
  <p:hf sldNum="0" hdr="0" ftr="0" dt="0"/>
  <p:txStyles>
    <p:titleStyle>
      <a:lvl1pPr algn="ctr" rtl="0" eaLnBrk="0" fontAlgn="base" hangingPunct="0">
        <a:spcBef>
          <a:spcPct val="0"/>
        </a:spcBef>
        <a:spcAft>
          <a:spcPct val="0"/>
        </a:spcAft>
        <a:defRPr sz="4000">
          <a:solidFill>
            <a:schemeClr val="hlink"/>
          </a:solidFill>
          <a:latin typeface="+mj-lt"/>
          <a:ea typeface="+mj-ea"/>
          <a:cs typeface="华文新魏" panose="02010800040101010101" pitchFamily="2" charset="-122"/>
        </a:defRPr>
      </a:lvl1pPr>
      <a:lvl2pPr algn="ctr" rtl="0" eaLnBrk="0" fontAlgn="base" hangingPunct="0">
        <a:spcBef>
          <a:spcPct val="0"/>
        </a:spcBef>
        <a:spcAft>
          <a:spcPct val="0"/>
        </a:spcAft>
        <a:defRPr sz="4000">
          <a:solidFill>
            <a:schemeClr val="hlink"/>
          </a:solidFill>
          <a:latin typeface="Calibri" panose="020F0502020204030204" pitchFamily="34" charset="0"/>
          <a:ea typeface="宋体" panose="02010600030101010101" pitchFamily="2" charset="-122"/>
          <a:cs typeface="华文新魏" panose="02010800040101010101" pitchFamily="2" charset="-122"/>
        </a:defRPr>
      </a:lvl2pPr>
      <a:lvl3pPr algn="ctr" rtl="0" eaLnBrk="0" fontAlgn="base" hangingPunct="0">
        <a:spcBef>
          <a:spcPct val="0"/>
        </a:spcBef>
        <a:spcAft>
          <a:spcPct val="0"/>
        </a:spcAft>
        <a:defRPr sz="4000">
          <a:solidFill>
            <a:schemeClr val="hlink"/>
          </a:solidFill>
          <a:latin typeface="Calibri" panose="020F0502020204030204" pitchFamily="34" charset="0"/>
          <a:ea typeface="宋体" panose="02010600030101010101" pitchFamily="2" charset="-122"/>
          <a:cs typeface="华文新魏" panose="02010800040101010101" pitchFamily="2" charset="-122"/>
        </a:defRPr>
      </a:lvl3pPr>
      <a:lvl4pPr algn="ctr" rtl="0" eaLnBrk="0" fontAlgn="base" hangingPunct="0">
        <a:spcBef>
          <a:spcPct val="0"/>
        </a:spcBef>
        <a:spcAft>
          <a:spcPct val="0"/>
        </a:spcAft>
        <a:defRPr sz="4000">
          <a:solidFill>
            <a:schemeClr val="hlink"/>
          </a:solidFill>
          <a:latin typeface="Calibri" panose="020F0502020204030204" pitchFamily="34" charset="0"/>
          <a:ea typeface="宋体" panose="02010600030101010101" pitchFamily="2" charset="-122"/>
          <a:cs typeface="华文新魏" panose="02010800040101010101" pitchFamily="2" charset="-122"/>
        </a:defRPr>
      </a:lvl4pPr>
      <a:lvl5pPr algn="ctr" rtl="0" eaLnBrk="0" fontAlgn="base" hangingPunct="0">
        <a:spcBef>
          <a:spcPct val="0"/>
        </a:spcBef>
        <a:spcAft>
          <a:spcPct val="0"/>
        </a:spcAft>
        <a:defRPr sz="4000">
          <a:solidFill>
            <a:schemeClr val="hlink"/>
          </a:solidFill>
          <a:latin typeface="Calibri" panose="020F0502020204030204" pitchFamily="34" charset="0"/>
          <a:ea typeface="宋体" panose="02010600030101010101" pitchFamily="2" charset="-122"/>
          <a:cs typeface="华文新魏" panose="02010800040101010101" pitchFamily="2" charset="-122"/>
        </a:defRPr>
      </a:lvl5pPr>
      <a:lvl6pPr marL="457200" algn="l" rtl="0" eaLnBrk="1" fontAlgn="base" hangingPunct="1">
        <a:spcBef>
          <a:spcPct val="0"/>
        </a:spcBef>
        <a:spcAft>
          <a:spcPct val="0"/>
        </a:spcAft>
        <a:defRPr kumimoji="1" sz="4000">
          <a:solidFill>
            <a:schemeClr val="hlink"/>
          </a:solidFill>
          <a:latin typeface="Times New Roman" panose="02020603050405020304" pitchFamily="18" charset="0"/>
          <a:ea typeface="华文新魏" panose="02010800040101010101" pitchFamily="2" charset="-122"/>
        </a:defRPr>
      </a:lvl6pPr>
      <a:lvl7pPr marL="914400" algn="l" rtl="0" eaLnBrk="1" fontAlgn="base" hangingPunct="1">
        <a:spcBef>
          <a:spcPct val="0"/>
        </a:spcBef>
        <a:spcAft>
          <a:spcPct val="0"/>
        </a:spcAft>
        <a:defRPr kumimoji="1" sz="4000">
          <a:solidFill>
            <a:schemeClr val="hlink"/>
          </a:solidFill>
          <a:latin typeface="Times New Roman" panose="02020603050405020304" pitchFamily="18" charset="0"/>
          <a:ea typeface="华文新魏" panose="02010800040101010101" pitchFamily="2" charset="-122"/>
        </a:defRPr>
      </a:lvl7pPr>
      <a:lvl8pPr marL="1371600" algn="l" rtl="0" eaLnBrk="1" fontAlgn="base" hangingPunct="1">
        <a:spcBef>
          <a:spcPct val="0"/>
        </a:spcBef>
        <a:spcAft>
          <a:spcPct val="0"/>
        </a:spcAft>
        <a:defRPr kumimoji="1" sz="4000">
          <a:solidFill>
            <a:schemeClr val="hlink"/>
          </a:solidFill>
          <a:latin typeface="Times New Roman" panose="02020603050405020304" pitchFamily="18" charset="0"/>
          <a:ea typeface="华文新魏" panose="02010800040101010101" pitchFamily="2" charset="-122"/>
        </a:defRPr>
      </a:lvl8pPr>
      <a:lvl9pPr marL="1828800" algn="l" rtl="0" eaLnBrk="1" fontAlgn="base" hangingPunct="1">
        <a:spcBef>
          <a:spcPct val="0"/>
        </a:spcBef>
        <a:spcAft>
          <a:spcPct val="0"/>
        </a:spcAft>
        <a:defRPr kumimoji="1" sz="4000">
          <a:solidFill>
            <a:schemeClr val="hlink"/>
          </a:solidFill>
          <a:latin typeface="Times New Roman" panose="02020603050405020304" pitchFamily="18" charset="0"/>
          <a:ea typeface="华文新魏" panose="02010800040101010101" pitchFamily="2" charset="-122"/>
        </a:defRPr>
      </a:lvl9pPr>
    </p:titleStyle>
    <p:body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华文新魏" panose="02010800040101010101" pitchFamily="2" charset="-122"/>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ea typeface="+mn-ea"/>
          <a:cs typeface="华文新魏" panose="02010800040101010101" pitchFamily="2" charset="-122"/>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ea typeface="+mn-ea"/>
          <a:cs typeface="华文新魏" panose="02010800040101010101" pitchFamily="2" charset="-122"/>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ea typeface="+mn-ea"/>
          <a:cs typeface="华文新魏" panose="02010800040101010101" pitchFamily="2" charset="-122"/>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ea typeface="+mn-ea"/>
          <a:cs typeface="华文新魏" panose="02010800040101010101" pitchFamily="2" charset="-122"/>
        </a:defRPr>
      </a:lvl5pPr>
      <a:lvl6pPr marL="2514600" indent="-228600" algn="l" rtl="0" eaLnBrk="1" fontAlgn="base" hangingPunct="1">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defRPr>
      </a:lvl6pPr>
      <a:lvl7pPr marL="2971800" indent="-228600" algn="l" rtl="0" eaLnBrk="1" fontAlgn="base" hangingPunct="1">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defRPr>
      </a:lvl7pPr>
      <a:lvl8pPr marL="3429000" indent="-228600" algn="l" rtl="0" eaLnBrk="1" fontAlgn="base" hangingPunct="1">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defRPr>
      </a:lvl8pPr>
      <a:lvl9pPr marL="3886200" indent="-228600" algn="l" rtl="0" eaLnBrk="1" fontAlgn="base" hangingPunct="1">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image" Target="../media/image3.png"/></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image" Target="../media/image4.png"/></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image" Target="../media/image5.png"/></Relationships>
</file>

<file path=ppt/slides/_rels/slide4.xml.rels><?xml version="1.0" encoding="UTF-8" standalone="yes"?>
<Relationships xmlns="http://schemas.openxmlformats.org/package/2006/relationships"><Relationship Id="rId5" Type="http://schemas.openxmlformats.org/officeDocument/2006/relationships/slideLayout" Target="../slideLayouts/slideLayout13.xml"/><Relationship Id="rId4" Type="http://schemas.openxmlformats.org/officeDocument/2006/relationships/image" Target="../media/image9.GIF"/><Relationship Id="rId3" Type="http://schemas.openxmlformats.org/officeDocument/2006/relationships/image" Target="../media/image8.GIF"/><Relationship Id="rId2" Type="http://schemas.openxmlformats.org/officeDocument/2006/relationships/image" Target="../media/image7.GIF"/><Relationship Id="rId1" Type="http://schemas.openxmlformats.org/officeDocument/2006/relationships/image" Target="../media/image6.GIF"/></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1.xml"/></Relationships>
</file>

<file path=ppt/slides/_rels/slide11.xml.rels><?xml version="1.0" encoding="UTF-8" standalone="yes"?>
<Relationships xmlns="http://schemas.openxmlformats.org/package/2006/relationships"><Relationship Id="rId9" Type="http://schemas.openxmlformats.org/officeDocument/2006/relationships/oleObject" Target="../embeddings/oleObject5.bin"/><Relationship Id="rId8" Type="http://schemas.openxmlformats.org/officeDocument/2006/relationships/image" Target="../media/image13.wmf"/><Relationship Id="rId7" Type="http://schemas.openxmlformats.org/officeDocument/2006/relationships/oleObject" Target="../embeddings/oleObject4.bin"/><Relationship Id="rId6" Type="http://schemas.openxmlformats.org/officeDocument/2006/relationships/image" Target="../media/image12.wmf"/><Relationship Id="rId5" Type="http://schemas.openxmlformats.org/officeDocument/2006/relationships/oleObject" Target="../embeddings/oleObject3.bin"/><Relationship Id="rId4" Type="http://schemas.openxmlformats.org/officeDocument/2006/relationships/image" Target="../media/image11.wmf"/><Relationship Id="rId3" Type="http://schemas.openxmlformats.org/officeDocument/2006/relationships/oleObject" Target="../embeddings/oleObject2.bin"/><Relationship Id="rId2" Type="http://schemas.openxmlformats.org/officeDocument/2006/relationships/image" Target="../media/image10.wmf"/><Relationship Id="rId19" Type="http://schemas.openxmlformats.org/officeDocument/2006/relationships/vmlDrawing" Target="../drawings/vmlDrawing1.vml"/><Relationship Id="rId18" Type="http://schemas.openxmlformats.org/officeDocument/2006/relationships/slideLayout" Target="../slideLayouts/slideLayout11.xml"/><Relationship Id="rId17" Type="http://schemas.openxmlformats.org/officeDocument/2006/relationships/oleObject" Target="../embeddings/oleObject9.bin"/><Relationship Id="rId16" Type="http://schemas.openxmlformats.org/officeDocument/2006/relationships/image" Target="../media/image17.wmf"/><Relationship Id="rId15" Type="http://schemas.openxmlformats.org/officeDocument/2006/relationships/oleObject" Target="../embeddings/oleObject8.bin"/><Relationship Id="rId14" Type="http://schemas.openxmlformats.org/officeDocument/2006/relationships/image" Target="../media/image16.wmf"/><Relationship Id="rId13" Type="http://schemas.openxmlformats.org/officeDocument/2006/relationships/oleObject" Target="../embeddings/oleObject7.bin"/><Relationship Id="rId12" Type="http://schemas.openxmlformats.org/officeDocument/2006/relationships/image" Target="../media/image15.wmf"/><Relationship Id="rId11" Type="http://schemas.openxmlformats.org/officeDocument/2006/relationships/oleObject" Target="../embeddings/oleObject6.bin"/><Relationship Id="rId10" Type="http://schemas.openxmlformats.org/officeDocument/2006/relationships/image" Target="../media/image14.wmf"/><Relationship Id="rId1" Type="http://schemas.openxmlformats.org/officeDocument/2006/relationships/oleObject" Target="../embeddings/oleObject1.bin"/></Relationships>
</file>

<file path=ppt/slides/_rels/slide12.xml.rels><?xml version="1.0" encoding="UTF-8" standalone="yes"?>
<Relationships xmlns="http://schemas.openxmlformats.org/package/2006/relationships"><Relationship Id="rId9" Type="http://schemas.openxmlformats.org/officeDocument/2006/relationships/oleObject" Target="../embeddings/oleObject14.bin"/><Relationship Id="rId8" Type="http://schemas.openxmlformats.org/officeDocument/2006/relationships/image" Target="../media/image20.wmf"/><Relationship Id="rId7" Type="http://schemas.openxmlformats.org/officeDocument/2006/relationships/oleObject" Target="../embeddings/oleObject13.bin"/><Relationship Id="rId6" Type="http://schemas.openxmlformats.org/officeDocument/2006/relationships/image" Target="../media/image10.wmf"/><Relationship Id="rId5" Type="http://schemas.openxmlformats.org/officeDocument/2006/relationships/oleObject" Target="../embeddings/oleObject12.bin"/><Relationship Id="rId4" Type="http://schemas.openxmlformats.org/officeDocument/2006/relationships/image" Target="../media/image19.wmf"/><Relationship Id="rId3" Type="http://schemas.openxmlformats.org/officeDocument/2006/relationships/oleObject" Target="../embeddings/oleObject11.bin"/><Relationship Id="rId2" Type="http://schemas.openxmlformats.org/officeDocument/2006/relationships/image" Target="../media/image18.wmf"/><Relationship Id="rId13" Type="http://schemas.openxmlformats.org/officeDocument/2006/relationships/vmlDrawing" Target="../drawings/vmlDrawing2.vml"/><Relationship Id="rId12" Type="http://schemas.openxmlformats.org/officeDocument/2006/relationships/slideLayout" Target="../slideLayouts/slideLayout9.xml"/><Relationship Id="rId11" Type="http://schemas.openxmlformats.org/officeDocument/2006/relationships/image" Target="../media/image21.wmf"/><Relationship Id="rId10" Type="http://schemas.openxmlformats.org/officeDocument/2006/relationships/oleObject" Target="../embeddings/oleObject15.bin"/><Relationship Id="rId1" Type="http://schemas.openxmlformats.org/officeDocument/2006/relationships/oleObject" Target="../embeddings/oleObject10.bin"/></Relationships>
</file>

<file path=ppt/slides/_rels/slide13.xml.rels><?xml version="1.0" encoding="UTF-8" standalone="yes"?>
<Relationships xmlns="http://schemas.openxmlformats.org/package/2006/relationships"><Relationship Id="rId2" Type="http://schemas.openxmlformats.org/officeDocument/2006/relationships/slideLayout" Target="../slideLayouts/slideLayout9.xml"/><Relationship Id="rId1" Type="http://schemas.openxmlformats.org/officeDocument/2006/relationships/image" Target="../media/image22.png"/></Relationships>
</file>

<file path=ppt/slides/_rels/slide14.xml.rels><?xml version="1.0" encoding="UTF-8" standalone="yes"?>
<Relationships xmlns="http://schemas.openxmlformats.org/package/2006/relationships"><Relationship Id="rId8" Type="http://schemas.openxmlformats.org/officeDocument/2006/relationships/vmlDrawing" Target="../drawings/vmlDrawing3.vml"/><Relationship Id="rId7" Type="http://schemas.openxmlformats.org/officeDocument/2006/relationships/slideLayout" Target="../slideLayouts/slideLayout11.xml"/><Relationship Id="rId6" Type="http://schemas.openxmlformats.org/officeDocument/2006/relationships/image" Target="../media/image25.wmf"/><Relationship Id="rId5" Type="http://schemas.openxmlformats.org/officeDocument/2006/relationships/oleObject" Target="../embeddings/oleObject18.bin"/><Relationship Id="rId4" Type="http://schemas.openxmlformats.org/officeDocument/2006/relationships/image" Target="../media/image24.wmf"/><Relationship Id="rId3" Type="http://schemas.openxmlformats.org/officeDocument/2006/relationships/oleObject" Target="../embeddings/oleObject17.bin"/><Relationship Id="rId2" Type="http://schemas.openxmlformats.org/officeDocument/2006/relationships/image" Target="../media/image23.wmf"/><Relationship Id="rId1" Type="http://schemas.openxmlformats.org/officeDocument/2006/relationships/oleObject" Target="../embeddings/oleObject16.bin"/></Relationships>
</file>

<file path=ppt/slides/_rels/slide15.xml.rels><?xml version="1.0" encoding="UTF-8" standalone="yes"?>
<Relationships xmlns="http://schemas.openxmlformats.org/package/2006/relationships"><Relationship Id="rId7" Type="http://schemas.openxmlformats.org/officeDocument/2006/relationships/vmlDrawing" Target="../drawings/vmlDrawing4.vml"/><Relationship Id="rId6" Type="http://schemas.openxmlformats.org/officeDocument/2006/relationships/slideLayout" Target="../slideLayouts/slideLayout11.xml"/><Relationship Id="rId5" Type="http://schemas.openxmlformats.org/officeDocument/2006/relationships/image" Target="../media/image27.emf"/><Relationship Id="rId4" Type="http://schemas.openxmlformats.org/officeDocument/2006/relationships/oleObject" Target="../embeddings/oleObject20.bin"/><Relationship Id="rId3" Type="http://schemas.openxmlformats.org/officeDocument/2006/relationships/image" Target="../media/image26.emf"/><Relationship Id="rId2" Type="http://schemas.openxmlformats.org/officeDocument/2006/relationships/oleObject" Target="../embeddings/oleObject19.bin"/><Relationship Id="rId1" Type="http://schemas.openxmlformats.org/officeDocument/2006/relationships/tags" Target="../tags/tag1.xml"/></Relationships>
</file>

<file path=ppt/slides/_rels/slide16.xml.rels><?xml version="1.0" encoding="UTF-8" standalone="yes"?>
<Relationships xmlns="http://schemas.openxmlformats.org/package/2006/relationships"><Relationship Id="rId3" Type="http://schemas.openxmlformats.org/officeDocument/2006/relationships/slideLayout" Target="../slideLayouts/slideLayout11.xml"/><Relationship Id="rId2" Type="http://schemas.openxmlformats.org/officeDocument/2006/relationships/image" Target="../media/image29.png"/><Relationship Id="rId1" Type="http://schemas.openxmlformats.org/officeDocument/2006/relationships/image" Target="../media/image28.png"/></Relationships>
</file>

<file path=ppt/slides/_rels/slide17.xml.rels><?xml version="1.0" encoding="UTF-8" standalone="yes"?>
<Relationships xmlns="http://schemas.openxmlformats.org/package/2006/relationships"><Relationship Id="rId8" Type="http://schemas.openxmlformats.org/officeDocument/2006/relationships/vmlDrawing" Target="../drawings/vmlDrawing5.vml"/><Relationship Id="rId7" Type="http://schemas.openxmlformats.org/officeDocument/2006/relationships/slideLayout" Target="../slideLayouts/slideLayout9.xml"/><Relationship Id="rId6" Type="http://schemas.openxmlformats.org/officeDocument/2006/relationships/image" Target="../media/image20.wmf"/><Relationship Id="rId5" Type="http://schemas.openxmlformats.org/officeDocument/2006/relationships/oleObject" Target="../embeddings/oleObject23.bin"/><Relationship Id="rId4" Type="http://schemas.openxmlformats.org/officeDocument/2006/relationships/image" Target="../media/image10.wmf"/><Relationship Id="rId3" Type="http://schemas.openxmlformats.org/officeDocument/2006/relationships/oleObject" Target="../embeddings/oleObject22.bin"/><Relationship Id="rId2" Type="http://schemas.openxmlformats.org/officeDocument/2006/relationships/image" Target="../media/image24.wmf"/><Relationship Id="rId1" Type="http://schemas.openxmlformats.org/officeDocument/2006/relationships/oleObject" Target="../embeddings/oleObject21.bin"/></Relationships>
</file>

<file path=ppt/slides/_rels/slide18.xml.rels><?xml version="1.0" encoding="UTF-8" standalone="yes"?>
<Relationships xmlns="http://schemas.openxmlformats.org/package/2006/relationships"><Relationship Id="rId4" Type="http://schemas.openxmlformats.org/officeDocument/2006/relationships/vmlDrawing" Target="../drawings/vmlDrawing6.vml"/><Relationship Id="rId3" Type="http://schemas.openxmlformats.org/officeDocument/2006/relationships/slideLayout" Target="../slideLayouts/slideLayout11.xml"/><Relationship Id="rId2" Type="http://schemas.openxmlformats.org/officeDocument/2006/relationships/image" Target="../media/image24.wmf"/><Relationship Id="rId1" Type="http://schemas.openxmlformats.org/officeDocument/2006/relationships/oleObject" Target="../embeddings/oleObject24.bin"/></Relationships>
</file>

<file path=ppt/slides/_rels/slide19.xml.rels><?xml version="1.0" encoding="UTF-8" standalone="yes"?>
<Relationships xmlns="http://schemas.openxmlformats.org/package/2006/relationships"><Relationship Id="rId8" Type="http://schemas.openxmlformats.org/officeDocument/2006/relationships/vmlDrawing" Target="../drawings/vmlDrawing7.vml"/><Relationship Id="rId7" Type="http://schemas.openxmlformats.org/officeDocument/2006/relationships/slideLayout" Target="../slideLayouts/slideLayout11.xml"/><Relationship Id="rId6" Type="http://schemas.openxmlformats.org/officeDocument/2006/relationships/image" Target="../media/image32.wmf"/><Relationship Id="rId5" Type="http://schemas.openxmlformats.org/officeDocument/2006/relationships/oleObject" Target="../embeddings/oleObject27.bin"/><Relationship Id="rId4" Type="http://schemas.openxmlformats.org/officeDocument/2006/relationships/image" Target="../media/image31.wmf"/><Relationship Id="rId3" Type="http://schemas.openxmlformats.org/officeDocument/2006/relationships/oleObject" Target="../embeddings/oleObject26.bin"/><Relationship Id="rId2" Type="http://schemas.openxmlformats.org/officeDocument/2006/relationships/image" Target="../media/image30.wmf"/><Relationship Id="rId1" Type="http://schemas.openxmlformats.org/officeDocument/2006/relationships/oleObject" Target="../embeddings/oleObject25.bin"/></Relationships>
</file>

<file path=ppt/slides/_rels/slide20.xml.rels><?xml version="1.0" encoding="UTF-8" standalone="yes"?>
<Relationships xmlns="http://schemas.openxmlformats.org/package/2006/relationships"><Relationship Id="rId4" Type="http://schemas.openxmlformats.org/officeDocument/2006/relationships/vmlDrawing" Target="../drawings/vmlDrawing8.vml"/><Relationship Id="rId3" Type="http://schemas.openxmlformats.org/officeDocument/2006/relationships/slideLayout" Target="../slideLayouts/slideLayout9.xml"/><Relationship Id="rId2" Type="http://schemas.openxmlformats.org/officeDocument/2006/relationships/image" Target="../media/image33.wmf"/><Relationship Id="rId1" Type="http://schemas.openxmlformats.org/officeDocument/2006/relationships/oleObject" Target="../embeddings/oleObject28.bin"/></Relationships>
</file>

<file path=ppt/slides/_rels/slide21.xml.rels><?xml version="1.0" encoding="UTF-8" standalone="yes"?>
<Relationships xmlns="http://schemas.openxmlformats.org/package/2006/relationships"><Relationship Id="rId8" Type="http://schemas.openxmlformats.org/officeDocument/2006/relationships/vmlDrawing" Target="../drawings/vmlDrawing9.vml"/><Relationship Id="rId7" Type="http://schemas.openxmlformats.org/officeDocument/2006/relationships/slideLayout" Target="../slideLayouts/slideLayout11.xml"/><Relationship Id="rId6" Type="http://schemas.openxmlformats.org/officeDocument/2006/relationships/image" Target="../media/image36.wmf"/><Relationship Id="rId5" Type="http://schemas.openxmlformats.org/officeDocument/2006/relationships/oleObject" Target="../embeddings/oleObject31.bin"/><Relationship Id="rId4" Type="http://schemas.openxmlformats.org/officeDocument/2006/relationships/image" Target="../media/image35.wmf"/><Relationship Id="rId3" Type="http://schemas.openxmlformats.org/officeDocument/2006/relationships/oleObject" Target="../embeddings/oleObject30.bin"/><Relationship Id="rId2" Type="http://schemas.openxmlformats.org/officeDocument/2006/relationships/image" Target="../media/image34.wmf"/><Relationship Id="rId1" Type="http://schemas.openxmlformats.org/officeDocument/2006/relationships/oleObject" Target="../embeddings/oleObject29.bin"/></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3.xml.rels><?xml version="1.0" encoding="UTF-8" standalone="yes"?>
<Relationships xmlns="http://schemas.openxmlformats.org/package/2006/relationships"><Relationship Id="rId9" Type="http://schemas.openxmlformats.org/officeDocument/2006/relationships/oleObject" Target="../embeddings/oleObject36.bin"/><Relationship Id="rId8" Type="http://schemas.openxmlformats.org/officeDocument/2006/relationships/image" Target="../media/image40.wmf"/><Relationship Id="rId7" Type="http://schemas.openxmlformats.org/officeDocument/2006/relationships/oleObject" Target="../embeddings/oleObject35.bin"/><Relationship Id="rId6" Type="http://schemas.openxmlformats.org/officeDocument/2006/relationships/image" Target="../media/image39.wmf"/><Relationship Id="rId5" Type="http://schemas.openxmlformats.org/officeDocument/2006/relationships/oleObject" Target="../embeddings/oleObject34.bin"/><Relationship Id="rId4" Type="http://schemas.openxmlformats.org/officeDocument/2006/relationships/image" Target="../media/image38.wmf"/><Relationship Id="rId3" Type="http://schemas.openxmlformats.org/officeDocument/2006/relationships/oleObject" Target="../embeddings/oleObject33.bin"/><Relationship Id="rId2" Type="http://schemas.openxmlformats.org/officeDocument/2006/relationships/image" Target="../media/image37.wmf"/><Relationship Id="rId13" Type="http://schemas.openxmlformats.org/officeDocument/2006/relationships/vmlDrawing" Target="../drawings/vmlDrawing10.vml"/><Relationship Id="rId12" Type="http://schemas.openxmlformats.org/officeDocument/2006/relationships/slideLayout" Target="../slideLayouts/slideLayout11.xml"/><Relationship Id="rId11" Type="http://schemas.openxmlformats.org/officeDocument/2006/relationships/image" Target="../media/image41.wmf"/><Relationship Id="rId10" Type="http://schemas.openxmlformats.org/officeDocument/2006/relationships/oleObject" Target="../embeddings/oleObject37.bin"/><Relationship Id="rId1" Type="http://schemas.openxmlformats.org/officeDocument/2006/relationships/oleObject" Target="../embeddings/oleObject32.bin"/></Relationships>
</file>

<file path=ppt/slides/_rels/slide24.xml.rels><?xml version="1.0" encoding="UTF-8" standalone="yes"?>
<Relationships xmlns="http://schemas.openxmlformats.org/package/2006/relationships"><Relationship Id="rId9" Type="http://schemas.openxmlformats.org/officeDocument/2006/relationships/oleObject" Target="../embeddings/oleObject42.bin"/><Relationship Id="rId8" Type="http://schemas.openxmlformats.org/officeDocument/2006/relationships/image" Target="../media/image44.wmf"/><Relationship Id="rId7" Type="http://schemas.openxmlformats.org/officeDocument/2006/relationships/oleObject" Target="../embeddings/oleObject41.bin"/><Relationship Id="rId6" Type="http://schemas.openxmlformats.org/officeDocument/2006/relationships/image" Target="../media/image43.wmf"/><Relationship Id="rId5" Type="http://schemas.openxmlformats.org/officeDocument/2006/relationships/oleObject" Target="../embeddings/oleObject40.bin"/><Relationship Id="rId4" Type="http://schemas.openxmlformats.org/officeDocument/2006/relationships/image" Target="../media/image42.wmf"/><Relationship Id="rId3" Type="http://schemas.openxmlformats.org/officeDocument/2006/relationships/oleObject" Target="../embeddings/oleObject39.bin"/><Relationship Id="rId2" Type="http://schemas.openxmlformats.org/officeDocument/2006/relationships/image" Target="../media/image24.wmf"/><Relationship Id="rId12" Type="http://schemas.openxmlformats.org/officeDocument/2006/relationships/vmlDrawing" Target="../drawings/vmlDrawing11.vml"/><Relationship Id="rId11" Type="http://schemas.openxmlformats.org/officeDocument/2006/relationships/slideLayout" Target="../slideLayouts/slideLayout18.xml"/><Relationship Id="rId10" Type="http://schemas.openxmlformats.org/officeDocument/2006/relationships/image" Target="../media/image45.emf"/><Relationship Id="rId1" Type="http://schemas.openxmlformats.org/officeDocument/2006/relationships/oleObject" Target="../embeddings/oleObject38.bin"/></Relationships>
</file>

<file path=ppt/slides/_rels/slide25.xml.rels><?xml version="1.0" encoding="UTF-8" standalone="yes"?>
<Relationships xmlns="http://schemas.openxmlformats.org/package/2006/relationships"><Relationship Id="rId9" Type="http://schemas.openxmlformats.org/officeDocument/2006/relationships/oleObject" Target="../embeddings/oleObject47.bin"/><Relationship Id="rId8" Type="http://schemas.openxmlformats.org/officeDocument/2006/relationships/image" Target="../media/image42.wmf"/><Relationship Id="rId7" Type="http://schemas.openxmlformats.org/officeDocument/2006/relationships/oleObject" Target="../embeddings/oleObject46.bin"/><Relationship Id="rId6" Type="http://schemas.openxmlformats.org/officeDocument/2006/relationships/image" Target="../media/image48.wmf"/><Relationship Id="rId5" Type="http://schemas.openxmlformats.org/officeDocument/2006/relationships/oleObject" Target="../embeddings/oleObject45.bin"/><Relationship Id="rId4" Type="http://schemas.openxmlformats.org/officeDocument/2006/relationships/image" Target="../media/image47.wmf"/><Relationship Id="rId3" Type="http://schemas.openxmlformats.org/officeDocument/2006/relationships/oleObject" Target="../embeddings/oleObject44.bin"/><Relationship Id="rId20" Type="http://schemas.openxmlformats.org/officeDocument/2006/relationships/vmlDrawing" Target="../drawings/vmlDrawing12.vml"/><Relationship Id="rId2" Type="http://schemas.openxmlformats.org/officeDocument/2006/relationships/image" Target="../media/image46.wmf"/><Relationship Id="rId19" Type="http://schemas.openxmlformats.org/officeDocument/2006/relationships/slideLayout" Target="../slideLayouts/slideLayout18.xml"/><Relationship Id="rId18" Type="http://schemas.openxmlformats.org/officeDocument/2006/relationships/image" Target="../media/image52.wmf"/><Relationship Id="rId17" Type="http://schemas.openxmlformats.org/officeDocument/2006/relationships/oleObject" Target="../embeddings/oleObject51.bin"/><Relationship Id="rId16" Type="http://schemas.openxmlformats.org/officeDocument/2006/relationships/image" Target="../media/image51.wmf"/><Relationship Id="rId15" Type="http://schemas.openxmlformats.org/officeDocument/2006/relationships/oleObject" Target="../embeddings/oleObject50.bin"/><Relationship Id="rId14" Type="http://schemas.openxmlformats.org/officeDocument/2006/relationships/image" Target="../media/image50.wmf"/><Relationship Id="rId13" Type="http://schemas.openxmlformats.org/officeDocument/2006/relationships/oleObject" Target="../embeddings/oleObject49.bin"/><Relationship Id="rId12" Type="http://schemas.openxmlformats.org/officeDocument/2006/relationships/image" Target="../media/image49.wmf"/><Relationship Id="rId11" Type="http://schemas.openxmlformats.org/officeDocument/2006/relationships/oleObject" Target="../embeddings/oleObject48.bin"/><Relationship Id="rId10" Type="http://schemas.openxmlformats.org/officeDocument/2006/relationships/image" Target="../media/image43.wmf"/><Relationship Id="rId1" Type="http://schemas.openxmlformats.org/officeDocument/2006/relationships/oleObject" Target="../embeddings/oleObject43.bin"/></Relationships>
</file>

<file path=ppt/slides/_rels/slide26.xml.rels><?xml version="1.0" encoding="UTF-8" standalone="yes"?>
<Relationships xmlns="http://schemas.openxmlformats.org/package/2006/relationships"><Relationship Id="rId2" Type="http://schemas.openxmlformats.org/officeDocument/2006/relationships/slideLayout" Target="../slideLayouts/slideLayout18.xml"/><Relationship Id="rId1" Type="http://schemas.openxmlformats.org/officeDocument/2006/relationships/image" Target="../media/image53.png"/></Relationships>
</file>

<file path=ppt/slides/_rels/slide27.xml.rels><?xml version="1.0" encoding="UTF-8" standalone="yes"?>
<Relationships xmlns="http://schemas.openxmlformats.org/package/2006/relationships"><Relationship Id="rId4" Type="http://schemas.openxmlformats.org/officeDocument/2006/relationships/vmlDrawing" Target="../drawings/vmlDrawing13.vml"/><Relationship Id="rId3" Type="http://schemas.openxmlformats.org/officeDocument/2006/relationships/slideLayout" Target="../slideLayouts/slideLayout16.xml"/><Relationship Id="rId2" Type="http://schemas.openxmlformats.org/officeDocument/2006/relationships/image" Target="../media/image54.wmf"/><Relationship Id="rId1" Type="http://schemas.openxmlformats.org/officeDocument/2006/relationships/oleObject" Target="../embeddings/oleObject52.bin"/></Relationships>
</file>

<file path=ppt/slides/_rels/slide28.xml.rels><?xml version="1.0" encoding="UTF-8" standalone="yes"?>
<Relationships xmlns="http://schemas.openxmlformats.org/package/2006/relationships"><Relationship Id="rId2" Type="http://schemas.openxmlformats.org/officeDocument/2006/relationships/slideLayout" Target="../slideLayouts/slideLayout16.xml"/><Relationship Id="rId1" Type="http://schemas.openxmlformats.org/officeDocument/2006/relationships/image" Target="../media/image55.png"/></Relationships>
</file>

<file path=ppt/slides/_rels/slide29.xml.rels><?xml version="1.0" encoding="UTF-8" standalone="yes"?>
<Relationships xmlns="http://schemas.openxmlformats.org/package/2006/relationships"><Relationship Id="rId2" Type="http://schemas.openxmlformats.org/officeDocument/2006/relationships/slideLayout" Target="../slideLayouts/slideLayout16.xml"/><Relationship Id="rId1" Type="http://schemas.openxmlformats.org/officeDocument/2006/relationships/image" Target="../media/image56.GIF"/></Relationships>
</file>

<file path=ppt/slides/_rels/slide30.xml.rels><?xml version="1.0" encoding="UTF-8" standalone="yes"?>
<Relationships xmlns="http://schemas.openxmlformats.org/package/2006/relationships"><Relationship Id="rId2" Type="http://schemas.openxmlformats.org/officeDocument/2006/relationships/slideLayout" Target="../slideLayouts/slideLayout16.xml"/><Relationship Id="rId1" Type="http://schemas.openxmlformats.org/officeDocument/2006/relationships/hyperlink" Target="https://www.zhihu.com/question/27976634" TargetMode="Externa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33.xml.rels><?xml version="1.0" encoding="UTF-8" standalone="yes"?>
<Relationships xmlns="http://schemas.openxmlformats.org/package/2006/relationships"><Relationship Id="rId2" Type="http://schemas.openxmlformats.org/officeDocument/2006/relationships/slideLayout" Target="../slideLayouts/slideLayout16.xml"/><Relationship Id="rId1" Type="http://schemas.openxmlformats.org/officeDocument/2006/relationships/image" Target="../media/image57.GIF"/></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35.xml.rels><?xml version="1.0" encoding="UTF-8" standalone="yes"?>
<Relationships xmlns="http://schemas.openxmlformats.org/package/2006/relationships"><Relationship Id="rId6" Type="http://schemas.openxmlformats.org/officeDocument/2006/relationships/vmlDrawing" Target="../drawings/vmlDrawing14.vml"/><Relationship Id="rId5" Type="http://schemas.openxmlformats.org/officeDocument/2006/relationships/slideLayout" Target="../slideLayouts/slideLayout23.xml"/><Relationship Id="rId4" Type="http://schemas.openxmlformats.org/officeDocument/2006/relationships/image" Target="../media/image59.emf"/><Relationship Id="rId3" Type="http://schemas.openxmlformats.org/officeDocument/2006/relationships/oleObject" Target="../embeddings/oleObject54.bin"/><Relationship Id="rId2" Type="http://schemas.openxmlformats.org/officeDocument/2006/relationships/image" Target="../media/image58.emf"/><Relationship Id="rId1" Type="http://schemas.openxmlformats.org/officeDocument/2006/relationships/oleObject" Target="../embeddings/oleObject53.bin"/></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38.xml.rels><?xml version="1.0" encoding="UTF-8" standalone="yes"?>
<Relationships xmlns="http://schemas.openxmlformats.org/package/2006/relationships"><Relationship Id="rId4" Type="http://schemas.openxmlformats.org/officeDocument/2006/relationships/vmlDrawing" Target="../drawings/vmlDrawing15.vml"/><Relationship Id="rId3" Type="http://schemas.openxmlformats.org/officeDocument/2006/relationships/slideLayout" Target="../slideLayouts/slideLayout23.xml"/><Relationship Id="rId2" Type="http://schemas.openxmlformats.org/officeDocument/2006/relationships/image" Target="../media/image60.emf"/><Relationship Id="rId1" Type="http://schemas.openxmlformats.org/officeDocument/2006/relationships/oleObject" Target="../embeddings/oleObject55.bin"/></Relationships>
</file>

<file path=ppt/slides/_rels/slide39.xml.rels><?xml version="1.0" encoding="UTF-8" standalone="yes"?>
<Relationships xmlns="http://schemas.openxmlformats.org/package/2006/relationships"><Relationship Id="rId6" Type="http://schemas.openxmlformats.org/officeDocument/2006/relationships/vmlDrawing" Target="../drawings/vmlDrawing16.vml"/><Relationship Id="rId5" Type="http://schemas.openxmlformats.org/officeDocument/2006/relationships/slideLayout" Target="../slideLayouts/slideLayout25.xml"/><Relationship Id="rId4" Type="http://schemas.openxmlformats.org/officeDocument/2006/relationships/image" Target="../media/image62.wmf"/><Relationship Id="rId3" Type="http://schemas.openxmlformats.org/officeDocument/2006/relationships/oleObject" Target="../embeddings/oleObject57.bin"/><Relationship Id="rId2" Type="http://schemas.openxmlformats.org/officeDocument/2006/relationships/image" Target="../media/image61.wmf"/><Relationship Id="rId1" Type="http://schemas.openxmlformats.org/officeDocument/2006/relationships/oleObject" Target="../embeddings/oleObject56.bin"/></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3.xml"/></Relationships>
</file>

<file path=ppt/slides/_rels/slide42.xml.rels><?xml version="1.0" encoding="UTF-8" standalone="yes"?>
<Relationships xmlns="http://schemas.openxmlformats.org/package/2006/relationships"><Relationship Id="rId2" Type="http://schemas.openxmlformats.org/officeDocument/2006/relationships/slideLayout" Target="../slideLayouts/slideLayout23.xml"/><Relationship Id="rId1" Type="http://schemas.openxmlformats.org/officeDocument/2006/relationships/image" Target="../media/image63.png"/></Relationships>
</file>

<file path=ppt/slides/_rels/slide43.xml.rels><?xml version="1.0" encoding="UTF-8" standalone="yes"?>
<Relationships xmlns="http://schemas.openxmlformats.org/package/2006/relationships"><Relationship Id="rId9" Type="http://schemas.openxmlformats.org/officeDocument/2006/relationships/oleObject" Target="../embeddings/oleObject62.bin"/><Relationship Id="rId8" Type="http://schemas.openxmlformats.org/officeDocument/2006/relationships/image" Target="../media/image67.wmf"/><Relationship Id="rId7" Type="http://schemas.openxmlformats.org/officeDocument/2006/relationships/oleObject" Target="../embeddings/oleObject61.bin"/><Relationship Id="rId6" Type="http://schemas.openxmlformats.org/officeDocument/2006/relationships/image" Target="../media/image66.wmf"/><Relationship Id="rId5" Type="http://schemas.openxmlformats.org/officeDocument/2006/relationships/oleObject" Target="../embeddings/oleObject60.bin"/><Relationship Id="rId4" Type="http://schemas.openxmlformats.org/officeDocument/2006/relationships/image" Target="../media/image65.wmf"/><Relationship Id="rId3" Type="http://schemas.openxmlformats.org/officeDocument/2006/relationships/oleObject" Target="../embeddings/oleObject59.bin"/><Relationship Id="rId2" Type="http://schemas.openxmlformats.org/officeDocument/2006/relationships/image" Target="../media/image64.wmf"/><Relationship Id="rId14" Type="http://schemas.openxmlformats.org/officeDocument/2006/relationships/vmlDrawing" Target="../drawings/vmlDrawing17.vml"/><Relationship Id="rId13" Type="http://schemas.openxmlformats.org/officeDocument/2006/relationships/slideLayout" Target="../slideLayouts/slideLayout23.xml"/><Relationship Id="rId12" Type="http://schemas.openxmlformats.org/officeDocument/2006/relationships/image" Target="../media/image69.wmf"/><Relationship Id="rId11" Type="http://schemas.openxmlformats.org/officeDocument/2006/relationships/oleObject" Target="../embeddings/oleObject63.bin"/><Relationship Id="rId10" Type="http://schemas.openxmlformats.org/officeDocument/2006/relationships/image" Target="../media/image68.wmf"/><Relationship Id="rId1" Type="http://schemas.openxmlformats.org/officeDocument/2006/relationships/oleObject" Target="../embeddings/oleObject58.bin"/></Relationships>
</file>

<file path=ppt/slides/_rels/slide44.xml.rels><?xml version="1.0" encoding="UTF-8" standalone="yes"?>
<Relationships xmlns="http://schemas.openxmlformats.org/package/2006/relationships"><Relationship Id="rId9" Type="http://schemas.openxmlformats.org/officeDocument/2006/relationships/oleObject" Target="../embeddings/oleObject68.bin"/><Relationship Id="rId8" Type="http://schemas.openxmlformats.org/officeDocument/2006/relationships/image" Target="../media/image73.wmf"/><Relationship Id="rId7" Type="http://schemas.openxmlformats.org/officeDocument/2006/relationships/oleObject" Target="../embeddings/oleObject67.bin"/><Relationship Id="rId6" Type="http://schemas.openxmlformats.org/officeDocument/2006/relationships/image" Target="../media/image72.wmf"/><Relationship Id="rId5" Type="http://schemas.openxmlformats.org/officeDocument/2006/relationships/oleObject" Target="../embeddings/oleObject66.bin"/><Relationship Id="rId4" Type="http://schemas.openxmlformats.org/officeDocument/2006/relationships/image" Target="../media/image71.wmf"/><Relationship Id="rId3" Type="http://schemas.openxmlformats.org/officeDocument/2006/relationships/oleObject" Target="../embeddings/oleObject65.bin"/><Relationship Id="rId2" Type="http://schemas.openxmlformats.org/officeDocument/2006/relationships/image" Target="../media/image70.wmf"/><Relationship Id="rId16" Type="http://schemas.openxmlformats.org/officeDocument/2006/relationships/vmlDrawing" Target="../drawings/vmlDrawing18.vml"/><Relationship Id="rId15" Type="http://schemas.openxmlformats.org/officeDocument/2006/relationships/slideLayout" Target="../slideLayouts/slideLayout23.xml"/><Relationship Id="rId14" Type="http://schemas.openxmlformats.org/officeDocument/2006/relationships/image" Target="../media/image76.wmf"/><Relationship Id="rId13" Type="http://schemas.openxmlformats.org/officeDocument/2006/relationships/oleObject" Target="../embeddings/oleObject70.bin"/><Relationship Id="rId12" Type="http://schemas.openxmlformats.org/officeDocument/2006/relationships/image" Target="../media/image75.wmf"/><Relationship Id="rId11" Type="http://schemas.openxmlformats.org/officeDocument/2006/relationships/oleObject" Target="../embeddings/oleObject69.bin"/><Relationship Id="rId10" Type="http://schemas.openxmlformats.org/officeDocument/2006/relationships/image" Target="../media/image74.wmf"/><Relationship Id="rId1" Type="http://schemas.openxmlformats.org/officeDocument/2006/relationships/oleObject" Target="../embeddings/oleObject64.bin"/></Relationships>
</file>

<file path=ppt/slides/_rels/slide45.xml.rels><?xml version="1.0" encoding="UTF-8" standalone="yes"?>
<Relationships xmlns="http://schemas.openxmlformats.org/package/2006/relationships"><Relationship Id="rId6" Type="http://schemas.openxmlformats.org/officeDocument/2006/relationships/vmlDrawing" Target="../drawings/vmlDrawing19.vml"/><Relationship Id="rId5" Type="http://schemas.openxmlformats.org/officeDocument/2006/relationships/slideLayout" Target="../slideLayouts/slideLayout23.xml"/><Relationship Id="rId4" Type="http://schemas.openxmlformats.org/officeDocument/2006/relationships/image" Target="../media/image78.wmf"/><Relationship Id="rId3" Type="http://schemas.openxmlformats.org/officeDocument/2006/relationships/oleObject" Target="../embeddings/oleObject72.bin"/><Relationship Id="rId2" Type="http://schemas.openxmlformats.org/officeDocument/2006/relationships/image" Target="../media/image77.wmf"/><Relationship Id="rId1" Type="http://schemas.openxmlformats.org/officeDocument/2006/relationships/oleObject" Target="../embeddings/oleObject71.bin"/></Relationships>
</file>

<file path=ppt/slides/_rels/slide46.xml.rels><?xml version="1.0" encoding="UTF-8" standalone="yes"?>
<Relationships xmlns="http://schemas.openxmlformats.org/package/2006/relationships"><Relationship Id="rId8" Type="http://schemas.openxmlformats.org/officeDocument/2006/relationships/vmlDrawing" Target="../drawings/vmlDrawing20.vml"/><Relationship Id="rId7" Type="http://schemas.openxmlformats.org/officeDocument/2006/relationships/slideLayout" Target="../slideLayouts/slideLayout23.xml"/><Relationship Id="rId6" Type="http://schemas.openxmlformats.org/officeDocument/2006/relationships/image" Target="../media/image81.wmf"/><Relationship Id="rId5" Type="http://schemas.openxmlformats.org/officeDocument/2006/relationships/oleObject" Target="../embeddings/oleObject75.bin"/><Relationship Id="rId4" Type="http://schemas.openxmlformats.org/officeDocument/2006/relationships/image" Target="../media/image80.wmf"/><Relationship Id="rId3" Type="http://schemas.openxmlformats.org/officeDocument/2006/relationships/oleObject" Target="../embeddings/oleObject74.bin"/><Relationship Id="rId2" Type="http://schemas.openxmlformats.org/officeDocument/2006/relationships/image" Target="../media/image79.wmf"/><Relationship Id="rId1" Type="http://schemas.openxmlformats.org/officeDocument/2006/relationships/oleObject" Target="../embeddings/oleObject73.bin"/></Relationships>
</file>

<file path=ppt/slides/_rels/slide47.xml.rels><?xml version="1.0" encoding="UTF-8" standalone="yes"?>
<Relationships xmlns="http://schemas.openxmlformats.org/package/2006/relationships"><Relationship Id="rId6" Type="http://schemas.openxmlformats.org/officeDocument/2006/relationships/vmlDrawing" Target="../drawings/vmlDrawing21.vml"/><Relationship Id="rId5" Type="http://schemas.openxmlformats.org/officeDocument/2006/relationships/slideLayout" Target="../slideLayouts/slideLayout23.xml"/><Relationship Id="rId4" Type="http://schemas.openxmlformats.org/officeDocument/2006/relationships/image" Target="../media/image83.wmf"/><Relationship Id="rId3" Type="http://schemas.openxmlformats.org/officeDocument/2006/relationships/oleObject" Target="../embeddings/oleObject77.bin"/><Relationship Id="rId2" Type="http://schemas.openxmlformats.org/officeDocument/2006/relationships/image" Target="../media/image82.wmf"/><Relationship Id="rId1" Type="http://schemas.openxmlformats.org/officeDocument/2006/relationships/oleObject" Target="../embeddings/oleObject76.bin"/></Relationships>
</file>

<file path=ppt/slides/_rels/slide48.xml.rels><?xml version="1.0" encoding="UTF-8" standalone="yes"?>
<Relationships xmlns="http://schemas.openxmlformats.org/package/2006/relationships"><Relationship Id="rId8" Type="http://schemas.openxmlformats.org/officeDocument/2006/relationships/vmlDrawing" Target="../drawings/vmlDrawing22.vml"/><Relationship Id="rId7" Type="http://schemas.openxmlformats.org/officeDocument/2006/relationships/slideLayout" Target="../slideLayouts/slideLayout23.xml"/><Relationship Id="rId6" Type="http://schemas.openxmlformats.org/officeDocument/2006/relationships/image" Target="../media/image86.wmf"/><Relationship Id="rId5" Type="http://schemas.openxmlformats.org/officeDocument/2006/relationships/oleObject" Target="../embeddings/oleObject80.bin"/><Relationship Id="rId4" Type="http://schemas.openxmlformats.org/officeDocument/2006/relationships/image" Target="../media/image85.wmf"/><Relationship Id="rId3" Type="http://schemas.openxmlformats.org/officeDocument/2006/relationships/oleObject" Target="../embeddings/oleObject79.bin"/><Relationship Id="rId2" Type="http://schemas.openxmlformats.org/officeDocument/2006/relationships/image" Target="../media/image84.wmf"/><Relationship Id="rId1" Type="http://schemas.openxmlformats.org/officeDocument/2006/relationships/oleObject" Target="../embeddings/oleObject78.bin"/></Relationships>
</file>

<file path=ppt/slides/_rels/slide49.xml.rels><?xml version="1.0" encoding="UTF-8" standalone="yes"?>
<Relationships xmlns="http://schemas.openxmlformats.org/package/2006/relationships"><Relationship Id="rId4" Type="http://schemas.openxmlformats.org/officeDocument/2006/relationships/vmlDrawing" Target="../drawings/vmlDrawing23.vml"/><Relationship Id="rId3" Type="http://schemas.openxmlformats.org/officeDocument/2006/relationships/slideLayout" Target="../slideLayouts/slideLayout23.xml"/><Relationship Id="rId2" Type="http://schemas.openxmlformats.org/officeDocument/2006/relationships/image" Target="../media/image87.wmf"/><Relationship Id="rId1" Type="http://schemas.openxmlformats.org/officeDocument/2006/relationships/oleObject" Target="../embeddings/oleObject81.bin"/></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51.xml.rels><?xml version="1.0" encoding="UTF-8" standalone="yes"?>
<Relationships xmlns="http://schemas.openxmlformats.org/package/2006/relationships"><Relationship Id="rId2" Type="http://schemas.openxmlformats.org/officeDocument/2006/relationships/slideLayout" Target="../slideLayouts/slideLayout23.xml"/><Relationship Id="rId1" Type="http://schemas.openxmlformats.org/officeDocument/2006/relationships/image" Target="../media/image88.png"/></Relationships>
</file>

<file path=ppt/slides/_rels/slide52.xml.rels><?xml version="1.0" encoding="UTF-8" standalone="yes"?>
<Relationships xmlns="http://schemas.openxmlformats.org/package/2006/relationships"><Relationship Id="rId2" Type="http://schemas.openxmlformats.org/officeDocument/2006/relationships/slideLayout" Target="../slideLayouts/slideLayout23.xml"/><Relationship Id="rId1" Type="http://schemas.openxmlformats.org/officeDocument/2006/relationships/image" Target="../media/image89.png"/></Relationships>
</file>

<file path=ppt/slides/_rels/slide53.xml.rels><?xml version="1.0" encoding="UTF-8" standalone="yes"?>
<Relationships xmlns="http://schemas.openxmlformats.org/package/2006/relationships"><Relationship Id="rId2" Type="http://schemas.openxmlformats.org/officeDocument/2006/relationships/slideLayout" Target="../slideLayouts/slideLayout23.xml"/><Relationship Id="rId1" Type="http://schemas.openxmlformats.org/officeDocument/2006/relationships/image" Target="../media/image90.png"/></Relationships>
</file>

<file path=ppt/slides/_rels/slide54.xml.rels><?xml version="1.0" encoding="UTF-8" standalone="yes"?>
<Relationships xmlns="http://schemas.openxmlformats.org/package/2006/relationships"><Relationship Id="rId2" Type="http://schemas.openxmlformats.org/officeDocument/2006/relationships/slideLayout" Target="../slideLayouts/slideLayout23.xml"/><Relationship Id="rId1" Type="http://schemas.openxmlformats.org/officeDocument/2006/relationships/image" Target="../media/image91.png"/></Relationships>
</file>

<file path=ppt/slides/_rels/slide55.xml.rels><?xml version="1.0" encoding="UTF-8" standalone="yes"?>
<Relationships xmlns="http://schemas.openxmlformats.org/package/2006/relationships"><Relationship Id="rId3" Type="http://schemas.openxmlformats.org/officeDocument/2006/relationships/slideLayout" Target="../slideLayouts/slideLayout23.xml"/><Relationship Id="rId2" Type="http://schemas.openxmlformats.org/officeDocument/2006/relationships/image" Target="../media/image89.png"/><Relationship Id="rId1" Type="http://schemas.openxmlformats.org/officeDocument/2006/relationships/image" Target="../media/image92.png"/></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1.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1.xml"/></Relationships>
</file>

<file path=ppt/slides/_rels/slide59.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24.xml"/><Relationship Id="rId1" Type="http://schemas.openxmlformats.org/officeDocument/2006/relationships/image" Target="../media/image93.png"/></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61.xml.rels><?xml version="1.0" encoding="UTF-8" standalone="yes"?>
<Relationships xmlns="http://schemas.openxmlformats.org/package/2006/relationships"><Relationship Id="rId2" Type="http://schemas.openxmlformats.org/officeDocument/2006/relationships/slideLayout" Target="../slideLayouts/slideLayout23.xml"/><Relationship Id="rId1" Type="http://schemas.openxmlformats.org/officeDocument/2006/relationships/image" Target="../media/image94.png"/></Relationships>
</file>

<file path=ppt/slides/_rels/slide62.xml.rels><?xml version="1.0" encoding="UTF-8" standalone="yes"?>
<Relationships xmlns="http://schemas.openxmlformats.org/package/2006/relationships"><Relationship Id="rId2" Type="http://schemas.openxmlformats.org/officeDocument/2006/relationships/slideLayout" Target="../slideLayouts/slideLayout23.xml"/><Relationship Id="rId1" Type="http://schemas.openxmlformats.org/officeDocument/2006/relationships/image" Target="../media/image95.wmf"/></Relationships>
</file>

<file path=ppt/slides/_rels/slide63.xml.rels><?xml version="1.0" encoding="UTF-8" standalone="yes"?>
<Relationships xmlns="http://schemas.openxmlformats.org/package/2006/relationships"><Relationship Id="rId2" Type="http://schemas.openxmlformats.org/officeDocument/2006/relationships/slideLayout" Target="../slideLayouts/slideLayout27.xml"/><Relationship Id="rId1" Type="http://schemas.openxmlformats.org/officeDocument/2006/relationships/image" Target="../media/image96.jpeg"/></Relationships>
</file>

<file path=ppt/slides/_rels/slide64.xml.rels><?xml version="1.0" encoding="UTF-8" standalone="yes"?>
<Relationships xmlns="http://schemas.openxmlformats.org/package/2006/relationships"><Relationship Id="rId2" Type="http://schemas.openxmlformats.org/officeDocument/2006/relationships/slideLayout" Target="../slideLayouts/slideLayout23.xml"/><Relationship Id="rId1" Type="http://schemas.openxmlformats.org/officeDocument/2006/relationships/image" Target="../media/image97.jpeg"/></Relationships>
</file>

<file path=ppt/slides/_rels/slide65.xml.rels><?xml version="1.0" encoding="UTF-8" standalone="yes"?>
<Relationships xmlns="http://schemas.openxmlformats.org/package/2006/relationships"><Relationship Id="rId9" Type="http://schemas.openxmlformats.org/officeDocument/2006/relationships/oleObject" Target="../embeddings/oleObject86.bin"/><Relationship Id="rId8" Type="http://schemas.openxmlformats.org/officeDocument/2006/relationships/image" Target="../media/image101.wmf"/><Relationship Id="rId7" Type="http://schemas.openxmlformats.org/officeDocument/2006/relationships/oleObject" Target="../embeddings/oleObject85.bin"/><Relationship Id="rId6" Type="http://schemas.openxmlformats.org/officeDocument/2006/relationships/image" Target="../media/image100.wmf"/><Relationship Id="rId5" Type="http://schemas.openxmlformats.org/officeDocument/2006/relationships/oleObject" Target="../embeddings/oleObject84.bin"/><Relationship Id="rId4" Type="http://schemas.openxmlformats.org/officeDocument/2006/relationships/image" Target="../media/image99.wmf"/><Relationship Id="rId3" Type="http://schemas.openxmlformats.org/officeDocument/2006/relationships/oleObject" Target="../embeddings/oleObject83.bin"/><Relationship Id="rId2" Type="http://schemas.openxmlformats.org/officeDocument/2006/relationships/image" Target="../media/image98.wmf"/><Relationship Id="rId14" Type="http://schemas.openxmlformats.org/officeDocument/2006/relationships/vmlDrawing" Target="../drawings/vmlDrawing24.vml"/><Relationship Id="rId13" Type="http://schemas.openxmlformats.org/officeDocument/2006/relationships/slideLayout" Target="../slideLayouts/slideLayout28.xml"/><Relationship Id="rId12" Type="http://schemas.openxmlformats.org/officeDocument/2006/relationships/image" Target="../media/image103.wmf"/><Relationship Id="rId11" Type="http://schemas.openxmlformats.org/officeDocument/2006/relationships/oleObject" Target="../embeddings/oleObject87.bin"/><Relationship Id="rId10" Type="http://schemas.openxmlformats.org/officeDocument/2006/relationships/image" Target="../media/image102.wmf"/><Relationship Id="rId1" Type="http://schemas.openxmlformats.org/officeDocument/2006/relationships/oleObject" Target="../embeddings/oleObject82.bin"/></Relationships>
</file>

<file path=ppt/slides/_rels/slide66.xml.rels><?xml version="1.0" encoding="UTF-8" standalone="yes"?>
<Relationships xmlns="http://schemas.openxmlformats.org/package/2006/relationships"><Relationship Id="rId9" Type="http://schemas.openxmlformats.org/officeDocument/2006/relationships/vmlDrawing" Target="../drawings/vmlDrawing25.vml"/><Relationship Id="rId8" Type="http://schemas.openxmlformats.org/officeDocument/2006/relationships/slideLayout" Target="../slideLayouts/slideLayout28.xml"/><Relationship Id="rId7" Type="http://schemas.openxmlformats.org/officeDocument/2006/relationships/image" Target="../media/image107.png"/><Relationship Id="rId6" Type="http://schemas.openxmlformats.org/officeDocument/2006/relationships/image" Target="../media/image106.wmf"/><Relationship Id="rId5" Type="http://schemas.openxmlformats.org/officeDocument/2006/relationships/oleObject" Target="../embeddings/oleObject90.bin"/><Relationship Id="rId4" Type="http://schemas.openxmlformats.org/officeDocument/2006/relationships/image" Target="../media/image105.wmf"/><Relationship Id="rId3" Type="http://schemas.openxmlformats.org/officeDocument/2006/relationships/oleObject" Target="../embeddings/oleObject89.bin"/><Relationship Id="rId2" Type="http://schemas.openxmlformats.org/officeDocument/2006/relationships/image" Target="../media/image104.wmf"/><Relationship Id="rId1" Type="http://schemas.openxmlformats.org/officeDocument/2006/relationships/oleObject" Target="../embeddings/oleObject88.bin"/></Relationships>
</file>

<file path=ppt/slides/_rels/slide67.xml.rels><?xml version="1.0" encoding="UTF-8" standalone="yes"?>
<Relationships xmlns="http://schemas.openxmlformats.org/package/2006/relationships"><Relationship Id="rId8" Type="http://schemas.openxmlformats.org/officeDocument/2006/relationships/vmlDrawing" Target="../drawings/vmlDrawing26.vml"/><Relationship Id="rId7" Type="http://schemas.openxmlformats.org/officeDocument/2006/relationships/slideLayout" Target="../slideLayouts/slideLayout23.xml"/><Relationship Id="rId6" Type="http://schemas.openxmlformats.org/officeDocument/2006/relationships/image" Target="../media/image109.wmf"/><Relationship Id="rId5" Type="http://schemas.openxmlformats.org/officeDocument/2006/relationships/oleObject" Target="../embeddings/oleObject93.bin"/><Relationship Id="rId4" Type="http://schemas.openxmlformats.org/officeDocument/2006/relationships/image" Target="../media/image105.wmf"/><Relationship Id="rId3" Type="http://schemas.openxmlformats.org/officeDocument/2006/relationships/oleObject" Target="../embeddings/oleObject92.bin"/><Relationship Id="rId2" Type="http://schemas.openxmlformats.org/officeDocument/2006/relationships/image" Target="../media/image108.wmf"/><Relationship Id="rId1" Type="http://schemas.openxmlformats.org/officeDocument/2006/relationships/oleObject" Target="../embeddings/oleObject91.bin"/></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71.xml.rels><?xml version="1.0" encoding="UTF-8" standalone="yes"?>
<Relationships xmlns="http://schemas.openxmlformats.org/package/2006/relationships"><Relationship Id="rId6" Type="http://schemas.openxmlformats.org/officeDocument/2006/relationships/vmlDrawing" Target="../drawings/vmlDrawing27.vml"/><Relationship Id="rId5" Type="http://schemas.openxmlformats.org/officeDocument/2006/relationships/slideLayout" Target="../slideLayouts/slideLayout22.xml"/><Relationship Id="rId4" Type="http://schemas.openxmlformats.org/officeDocument/2006/relationships/image" Target="../media/image111.wmf"/><Relationship Id="rId3" Type="http://schemas.openxmlformats.org/officeDocument/2006/relationships/oleObject" Target="../embeddings/oleObject95.bin"/><Relationship Id="rId2" Type="http://schemas.openxmlformats.org/officeDocument/2006/relationships/image" Target="../media/image110.wmf"/><Relationship Id="rId1" Type="http://schemas.openxmlformats.org/officeDocument/2006/relationships/oleObject" Target="../embeddings/oleObject94.bin"/></Relationships>
</file>

<file path=ppt/slides/_rels/slide72.xml.rels><?xml version="1.0" encoding="UTF-8" standalone="yes"?>
<Relationships xmlns="http://schemas.openxmlformats.org/package/2006/relationships"><Relationship Id="rId8" Type="http://schemas.openxmlformats.org/officeDocument/2006/relationships/vmlDrawing" Target="../drawings/vmlDrawing28.vml"/><Relationship Id="rId7" Type="http://schemas.openxmlformats.org/officeDocument/2006/relationships/slideLayout" Target="../slideLayouts/slideLayout21.xml"/><Relationship Id="rId6" Type="http://schemas.openxmlformats.org/officeDocument/2006/relationships/image" Target="../media/image111.wmf"/><Relationship Id="rId5" Type="http://schemas.openxmlformats.org/officeDocument/2006/relationships/oleObject" Target="../embeddings/oleObject98.bin"/><Relationship Id="rId4" Type="http://schemas.openxmlformats.org/officeDocument/2006/relationships/image" Target="../media/image113.wmf"/><Relationship Id="rId3" Type="http://schemas.openxmlformats.org/officeDocument/2006/relationships/oleObject" Target="../embeddings/oleObject97.bin"/><Relationship Id="rId2" Type="http://schemas.openxmlformats.org/officeDocument/2006/relationships/image" Target="../media/image112.wmf"/><Relationship Id="rId1" Type="http://schemas.openxmlformats.org/officeDocument/2006/relationships/oleObject" Target="../embeddings/oleObject96.bin"/></Relationships>
</file>

<file path=ppt/slides/_rels/slide73.xml.rels><?xml version="1.0" encoding="UTF-8" standalone="yes"?>
<Relationships xmlns="http://schemas.openxmlformats.org/package/2006/relationships"><Relationship Id="rId6" Type="http://schemas.openxmlformats.org/officeDocument/2006/relationships/vmlDrawing" Target="../drawings/vmlDrawing29.vml"/><Relationship Id="rId5" Type="http://schemas.openxmlformats.org/officeDocument/2006/relationships/slideLayout" Target="../slideLayouts/slideLayout21.xml"/><Relationship Id="rId4" Type="http://schemas.openxmlformats.org/officeDocument/2006/relationships/image" Target="../media/image115.wmf"/><Relationship Id="rId3" Type="http://schemas.openxmlformats.org/officeDocument/2006/relationships/oleObject" Target="../embeddings/oleObject100.bin"/><Relationship Id="rId2" Type="http://schemas.openxmlformats.org/officeDocument/2006/relationships/image" Target="../media/image114.wmf"/><Relationship Id="rId1" Type="http://schemas.openxmlformats.org/officeDocument/2006/relationships/oleObject" Target="../embeddings/oleObject99.bin"/></Relationships>
</file>

<file path=ppt/slides/_rels/slide74.xml.rels><?xml version="1.0" encoding="UTF-8" standalone="yes"?>
<Relationships xmlns="http://schemas.openxmlformats.org/package/2006/relationships"><Relationship Id="rId8" Type="http://schemas.openxmlformats.org/officeDocument/2006/relationships/vmlDrawing" Target="../drawings/vmlDrawing30.vml"/><Relationship Id="rId7" Type="http://schemas.openxmlformats.org/officeDocument/2006/relationships/slideLayout" Target="../slideLayouts/slideLayout22.xml"/><Relationship Id="rId6" Type="http://schemas.openxmlformats.org/officeDocument/2006/relationships/image" Target="../media/image118.wmf"/><Relationship Id="rId5" Type="http://schemas.openxmlformats.org/officeDocument/2006/relationships/oleObject" Target="../embeddings/oleObject103.bin"/><Relationship Id="rId4" Type="http://schemas.openxmlformats.org/officeDocument/2006/relationships/image" Target="../media/image117.wmf"/><Relationship Id="rId3" Type="http://schemas.openxmlformats.org/officeDocument/2006/relationships/oleObject" Target="../embeddings/oleObject102.bin"/><Relationship Id="rId2" Type="http://schemas.openxmlformats.org/officeDocument/2006/relationships/image" Target="../media/image116.wmf"/><Relationship Id="rId1" Type="http://schemas.openxmlformats.org/officeDocument/2006/relationships/oleObject" Target="../embeddings/oleObject101.bin"/></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33.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31.xml"/></Relationships>
</file>

<file path=ppt/slides/_rels/slide78.xml.rels><?xml version="1.0" encoding="UTF-8" standalone="yes"?>
<Relationships xmlns="http://schemas.openxmlformats.org/package/2006/relationships"><Relationship Id="rId2" Type="http://schemas.openxmlformats.org/officeDocument/2006/relationships/slideLayout" Target="../slideLayouts/slideLayout31.xml"/><Relationship Id="rId1" Type="http://schemas.openxmlformats.org/officeDocument/2006/relationships/image" Target="../media/image63.png"/></Relationships>
</file>

<file path=ppt/slides/_rels/slide79.xml.rels><?xml version="1.0" encoding="UTF-8" standalone="yes"?>
<Relationships xmlns="http://schemas.openxmlformats.org/package/2006/relationships"><Relationship Id="rId3" Type="http://schemas.openxmlformats.org/officeDocument/2006/relationships/slideLayout" Target="../slideLayouts/slideLayout31.xml"/><Relationship Id="rId2" Type="http://schemas.openxmlformats.org/officeDocument/2006/relationships/image" Target="../media/image120.jpeg"/><Relationship Id="rId1" Type="http://schemas.openxmlformats.org/officeDocument/2006/relationships/image" Target="../media/image119.png"/></Relationships>
</file>

<file path=ppt/slides/_rels/slide80.xml.rels><?xml version="1.0" encoding="UTF-8" standalone="yes"?>
<Relationships xmlns="http://schemas.openxmlformats.org/package/2006/relationships"><Relationship Id="rId8" Type="http://schemas.openxmlformats.org/officeDocument/2006/relationships/vmlDrawing" Target="../drawings/vmlDrawing31.vml"/><Relationship Id="rId7" Type="http://schemas.openxmlformats.org/officeDocument/2006/relationships/slideLayout" Target="../slideLayouts/slideLayout31.xml"/><Relationship Id="rId6" Type="http://schemas.openxmlformats.org/officeDocument/2006/relationships/image" Target="../media/image124.emf"/><Relationship Id="rId5" Type="http://schemas.openxmlformats.org/officeDocument/2006/relationships/oleObject" Target="../embeddings/oleObject105.bin"/><Relationship Id="rId4" Type="http://schemas.openxmlformats.org/officeDocument/2006/relationships/image" Target="../media/image123.emf"/><Relationship Id="rId3" Type="http://schemas.openxmlformats.org/officeDocument/2006/relationships/oleObject" Target="../embeddings/oleObject104.bin"/><Relationship Id="rId2" Type="http://schemas.openxmlformats.org/officeDocument/2006/relationships/image" Target="../media/image122.jpeg"/><Relationship Id="rId1" Type="http://schemas.openxmlformats.org/officeDocument/2006/relationships/image" Target="../media/image121.png"/></Relationships>
</file>

<file path=ppt/slides/_rels/slide81.xml.rels><?xml version="1.0" encoding="UTF-8" standalone="yes"?>
<Relationships xmlns="http://schemas.openxmlformats.org/package/2006/relationships"><Relationship Id="rId3" Type="http://schemas.openxmlformats.org/officeDocument/2006/relationships/slideLayout" Target="../slideLayouts/slideLayout31.xml"/><Relationship Id="rId2" Type="http://schemas.openxmlformats.org/officeDocument/2006/relationships/image" Target="../media/image126.jpeg"/><Relationship Id="rId1" Type="http://schemas.openxmlformats.org/officeDocument/2006/relationships/image" Target="../media/image125.png"/></Relationships>
</file>

<file path=ppt/slides/_rels/slide82.xml.rels><?xml version="1.0" encoding="UTF-8" standalone="yes"?>
<Relationships xmlns="http://schemas.openxmlformats.org/package/2006/relationships"><Relationship Id="rId3" Type="http://schemas.openxmlformats.org/officeDocument/2006/relationships/slideLayout" Target="../slideLayouts/slideLayout31.xml"/><Relationship Id="rId2" Type="http://schemas.openxmlformats.org/officeDocument/2006/relationships/image" Target="../media/image128.jpeg"/><Relationship Id="rId1" Type="http://schemas.openxmlformats.org/officeDocument/2006/relationships/image" Target="../media/image127.png"/></Relationships>
</file>

<file path=ppt/slides/_rels/slide83.xml.rels><?xml version="1.0" encoding="UTF-8" standalone="yes"?>
<Relationships xmlns="http://schemas.openxmlformats.org/package/2006/relationships"><Relationship Id="rId3" Type="http://schemas.openxmlformats.org/officeDocument/2006/relationships/slideLayout" Target="../slideLayouts/slideLayout31.xml"/><Relationship Id="rId2" Type="http://schemas.openxmlformats.org/officeDocument/2006/relationships/image" Target="../media/image130.jpeg"/><Relationship Id="rId1" Type="http://schemas.openxmlformats.org/officeDocument/2006/relationships/image" Target="../media/image129.png"/></Relationships>
</file>

<file path=ppt/slides/_rels/slide84.xml.rels><?xml version="1.0" encoding="UTF-8" standalone="yes"?>
<Relationships xmlns="http://schemas.openxmlformats.org/package/2006/relationships"><Relationship Id="rId2" Type="http://schemas.openxmlformats.org/officeDocument/2006/relationships/slideLayout" Target="../slideLayouts/slideLayout31.xml"/><Relationship Id="rId1" Type="http://schemas.openxmlformats.org/officeDocument/2006/relationships/image" Target="../media/image131.jpeg"/></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31.xml"/></Relationships>
</file>

<file path=ppt/slides/_rels/slide87.xml.rels><?xml version="1.0" encoding="UTF-8" standalone="yes"?>
<Relationships xmlns="http://schemas.openxmlformats.org/package/2006/relationships"><Relationship Id="rId2" Type="http://schemas.openxmlformats.org/officeDocument/2006/relationships/slideLayout" Target="../slideLayouts/slideLayout31.xml"/><Relationship Id="rId1" Type="http://schemas.openxmlformats.org/officeDocument/2006/relationships/hyperlink" Target="https://blog.csdn.net/qq_44106818/article/details/104447781" TargetMode="Externa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31.xml"/></Relationships>
</file>

<file path=ppt/slides/_rels/slide90.xml.rels><?xml version="1.0" encoding="UTF-8" standalone="yes"?>
<Relationships xmlns="http://schemas.openxmlformats.org/package/2006/relationships"><Relationship Id="rId2" Type="http://schemas.openxmlformats.org/officeDocument/2006/relationships/slideLayout" Target="../slideLayouts/slideLayout31.xml"/><Relationship Id="rId1" Type="http://schemas.openxmlformats.org/officeDocument/2006/relationships/image" Target="../media/image132.jpeg"/></Relationships>
</file>

<file path=ppt/slides/_rels/slide91.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31.xml"/><Relationship Id="rId1" Type="http://schemas.openxmlformats.org/officeDocument/2006/relationships/image" Target="../media/image133.GIF"/></Relationships>
</file>

<file path=ppt/slides/_rels/slide92.xml.rels><?xml version="1.0" encoding="UTF-8" standalone="yes"?>
<Relationships xmlns="http://schemas.openxmlformats.org/package/2006/relationships"><Relationship Id="rId4" Type="http://schemas.openxmlformats.org/officeDocument/2006/relationships/vmlDrawing" Target="../drawings/vmlDrawing32.vml"/><Relationship Id="rId3" Type="http://schemas.openxmlformats.org/officeDocument/2006/relationships/slideLayout" Target="../slideLayouts/slideLayout31.xml"/><Relationship Id="rId2" Type="http://schemas.openxmlformats.org/officeDocument/2006/relationships/image" Target="../media/image134.emf"/><Relationship Id="rId1" Type="http://schemas.openxmlformats.org/officeDocument/2006/relationships/oleObject" Target="../embeddings/oleObject106.bin"/></Relationships>
</file>

<file path=ppt/slides/_rels/slide93.xml.rels><?xml version="1.0" encoding="UTF-8" standalone="yes"?>
<Relationships xmlns="http://schemas.openxmlformats.org/package/2006/relationships"><Relationship Id="rId4" Type="http://schemas.openxmlformats.org/officeDocument/2006/relationships/vmlDrawing" Target="../drawings/vmlDrawing33.vml"/><Relationship Id="rId3" Type="http://schemas.openxmlformats.org/officeDocument/2006/relationships/slideLayout" Target="../slideLayouts/slideLayout31.xml"/><Relationship Id="rId2" Type="http://schemas.openxmlformats.org/officeDocument/2006/relationships/image" Target="../media/image134.emf"/><Relationship Id="rId1" Type="http://schemas.openxmlformats.org/officeDocument/2006/relationships/oleObject" Target="../embeddings/oleObject107.bin"/></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31.xml"/></Relationships>
</file>

<file path=ppt/slides/_rels/slide95.xml.rels><?xml version="1.0" encoding="UTF-8" standalone="yes"?>
<Relationships xmlns="http://schemas.openxmlformats.org/package/2006/relationships"><Relationship Id="rId2" Type="http://schemas.openxmlformats.org/officeDocument/2006/relationships/slideLayout" Target="../slideLayouts/slideLayout31.xml"/><Relationship Id="rId1" Type="http://schemas.openxmlformats.org/officeDocument/2006/relationships/image" Target="../media/image135.png"/></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33.xml"/></Relationships>
</file>

<file path=ppt/slides/_rels/slide97.xml.rels><?xml version="1.0" encoding="UTF-8" standalone="yes"?>
<Relationships xmlns="http://schemas.openxmlformats.org/package/2006/relationships"><Relationship Id="rId4" Type="http://schemas.openxmlformats.org/officeDocument/2006/relationships/vmlDrawing" Target="../drawings/vmlDrawing34.vml"/><Relationship Id="rId3" Type="http://schemas.openxmlformats.org/officeDocument/2006/relationships/slideLayout" Target="../slideLayouts/slideLayout31.xml"/><Relationship Id="rId2" Type="http://schemas.openxmlformats.org/officeDocument/2006/relationships/image" Target="../media/image136.emf"/><Relationship Id="rId1" Type="http://schemas.openxmlformats.org/officeDocument/2006/relationships/oleObject" Target="../embeddings/oleObject108.bin"/></Relationships>
</file>

<file path=ppt/slides/_rels/slide98.xml.rels><?xml version="1.0" encoding="UTF-8" standalone="yes"?>
<Relationships xmlns="http://schemas.openxmlformats.org/package/2006/relationships"><Relationship Id="rId4" Type="http://schemas.openxmlformats.org/officeDocument/2006/relationships/vmlDrawing" Target="../drawings/vmlDrawing35.vml"/><Relationship Id="rId3" Type="http://schemas.openxmlformats.org/officeDocument/2006/relationships/slideLayout" Target="../slideLayouts/slideLayout31.xml"/><Relationship Id="rId2" Type="http://schemas.openxmlformats.org/officeDocument/2006/relationships/image" Target="../media/image136.emf"/><Relationship Id="rId1" Type="http://schemas.openxmlformats.org/officeDocument/2006/relationships/oleObject" Target="../embeddings/oleObject109.bin"/></Relationships>
</file>

<file path=ppt/slides/_rels/slide99.xml.rels><?xml version="1.0" encoding="UTF-8" standalone="yes"?>
<Relationships xmlns="http://schemas.openxmlformats.org/package/2006/relationships"><Relationship Id="rId4" Type="http://schemas.openxmlformats.org/officeDocument/2006/relationships/vmlDrawing" Target="../drawings/vmlDrawing36.vml"/><Relationship Id="rId3" Type="http://schemas.openxmlformats.org/officeDocument/2006/relationships/slideLayout" Target="../slideLayouts/slideLayout31.xml"/><Relationship Id="rId2" Type="http://schemas.openxmlformats.org/officeDocument/2006/relationships/image" Target="../media/image137.emf"/><Relationship Id="rId1" Type="http://schemas.openxmlformats.org/officeDocument/2006/relationships/oleObject" Target="../embeddings/oleObject110.bin"/></Relationships>
</file>

<file path=ppt/slides/_rels/slide100.xml.rels><?xml version="1.0" encoding="UTF-8" standalone="yes"?>
<Relationships xmlns="http://schemas.openxmlformats.org/package/2006/relationships"><Relationship Id="rId4" Type="http://schemas.openxmlformats.org/officeDocument/2006/relationships/vmlDrawing" Target="../drawings/vmlDrawing37.vml"/><Relationship Id="rId3" Type="http://schemas.openxmlformats.org/officeDocument/2006/relationships/slideLayout" Target="../slideLayouts/slideLayout31.xml"/><Relationship Id="rId2" Type="http://schemas.openxmlformats.org/officeDocument/2006/relationships/image" Target="../media/image137.emf"/><Relationship Id="rId1" Type="http://schemas.openxmlformats.org/officeDocument/2006/relationships/oleObject" Target="../embeddings/oleObject111.bin"/></Relationships>
</file>

<file path=ppt/slides/_rels/slide101.xml.rels><?xml version="1.0" encoding="UTF-8" standalone="yes"?>
<Relationships xmlns="http://schemas.openxmlformats.org/package/2006/relationships"><Relationship Id="rId8" Type="http://schemas.openxmlformats.org/officeDocument/2006/relationships/vmlDrawing" Target="../drawings/vmlDrawing38.vml"/><Relationship Id="rId7" Type="http://schemas.openxmlformats.org/officeDocument/2006/relationships/slideLayout" Target="../slideLayouts/slideLayout33.xml"/><Relationship Id="rId6" Type="http://schemas.openxmlformats.org/officeDocument/2006/relationships/image" Target="../media/image140.wmf"/><Relationship Id="rId5" Type="http://schemas.openxmlformats.org/officeDocument/2006/relationships/oleObject" Target="../embeddings/oleObject114.bin"/><Relationship Id="rId4" Type="http://schemas.openxmlformats.org/officeDocument/2006/relationships/image" Target="../media/image139.wmf"/><Relationship Id="rId3" Type="http://schemas.openxmlformats.org/officeDocument/2006/relationships/oleObject" Target="../embeddings/oleObject113.bin"/><Relationship Id="rId2" Type="http://schemas.openxmlformats.org/officeDocument/2006/relationships/image" Target="../media/image138.wmf"/><Relationship Id="rId1" Type="http://schemas.openxmlformats.org/officeDocument/2006/relationships/oleObject" Target="../embeddings/oleObject112.bin"/></Relationships>
</file>

<file path=ppt/slides/_rels/slide102.xml.rels><?xml version="1.0" encoding="UTF-8" standalone="yes"?>
<Relationships xmlns="http://schemas.openxmlformats.org/package/2006/relationships"><Relationship Id="rId9" Type="http://schemas.openxmlformats.org/officeDocument/2006/relationships/slideLayout" Target="../slideLayouts/slideLayout33.xml"/><Relationship Id="rId8" Type="http://schemas.openxmlformats.org/officeDocument/2006/relationships/oleObject" Target="../embeddings/oleObject119.bin"/><Relationship Id="rId7" Type="http://schemas.openxmlformats.org/officeDocument/2006/relationships/oleObject" Target="../embeddings/oleObject118.bin"/><Relationship Id="rId6" Type="http://schemas.openxmlformats.org/officeDocument/2006/relationships/image" Target="../media/image143.wmf"/><Relationship Id="rId5" Type="http://schemas.openxmlformats.org/officeDocument/2006/relationships/oleObject" Target="../embeddings/oleObject117.bin"/><Relationship Id="rId4" Type="http://schemas.openxmlformats.org/officeDocument/2006/relationships/image" Target="../media/image142.wmf"/><Relationship Id="rId3" Type="http://schemas.openxmlformats.org/officeDocument/2006/relationships/oleObject" Target="../embeddings/oleObject116.bin"/><Relationship Id="rId2" Type="http://schemas.openxmlformats.org/officeDocument/2006/relationships/image" Target="../media/image141.wmf"/><Relationship Id="rId10" Type="http://schemas.openxmlformats.org/officeDocument/2006/relationships/vmlDrawing" Target="../drawings/vmlDrawing39.vml"/><Relationship Id="rId1" Type="http://schemas.openxmlformats.org/officeDocument/2006/relationships/oleObject" Target="../embeddings/oleObject115.bin"/></Relationships>
</file>

<file path=ppt/slides/_rels/slide103.xml.rels><?xml version="1.0" encoding="UTF-8" standalone="yes"?>
<Relationships xmlns="http://schemas.openxmlformats.org/package/2006/relationships"><Relationship Id="rId9" Type="http://schemas.openxmlformats.org/officeDocument/2006/relationships/oleObject" Target="../embeddings/oleObject124.bin"/><Relationship Id="rId8" Type="http://schemas.openxmlformats.org/officeDocument/2006/relationships/image" Target="../media/image145.emf"/><Relationship Id="rId7" Type="http://schemas.openxmlformats.org/officeDocument/2006/relationships/oleObject" Target="../embeddings/oleObject123.bin"/><Relationship Id="rId6" Type="http://schemas.openxmlformats.org/officeDocument/2006/relationships/image" Target="../media/image144.wmf"/><Relationship Id="rId5" Type="http://schemas.openxmlformats.org/officeDocument/2006/relationships/oleObject" Target="../embeddings/oleObject122.bin"/><Relationship Id="rId4" Type="http://schemas.openxmlformats.org/officeDocument/2006/relationships/image" Target="../media/image142.wmf"/><Relationship Id="rId3" Type="http://schemas.openxmlformats.org/officeDocument/2006/relationships/oleObject" Target="../embeddings/oleObject121.bin"/><Relationship Id="rId2" Type="http://schemas.openxmlformats.org/officeDocument/2006/relationships/image" Target="../media/image143.wmf"/><Relationship Id="rId12" Type="http://schemas.openxmlformats.org/officeDocument/2006/relationships/vmlDrawing" Target="../drawings/vmlDrawing40.vml"/><Relationship Id="rId11" Type="http://schemas.openxmlformats.org/officeDocument/2006/relationships/slideLayout" Target="../slideLayouts/slideLayout33.xml"/><Relationship Id="rId10" Type="http://schemas.openxmlformats.org/officeDocument/2006/relationships/image" Target="../media/image146.wmf"/><Relationship Id="rId1" Type="http://schemas.openxmlformats.org/officeDocument/2006/relationships/oleObject" Target="../embeddings/oleObject120.bin"/></Relationships>
</file>

<file path=ppt/slides/_rels/slide104.xml.rels><?xml version="1.0" encoding="UTF-8" standalone="yes"?>
<Relationships xmlns="http://schemas.openxmlformats.org/package/2006/relationships"><Relationship Id="rId6" Type="http://schemas.openxmlformats.org/officeDocument/2006/relationships/vmlDrawing" Target="../drawings/vmlDrawing41.vml"/><Relationship Id="rId5" Type="http://schemas.openxmlformats.org/officeDocument/2006/relationships/slideLayout" Target="../slideLayouts/slideLayout33.xml"/><Relationship Id="rId4" Type="http://schemas.openxmlformats.org/officeDocument/2006/relationships/image" Target="../media/image148.wmf"/><Relationship Id="rId3" Type="http://schemas.openxmlformats.org/officeDocument/2006/relationships/oleObject" Target="../embeddings/oleObject126.bin"/><Relationship Id="rId2" Type="http://schemas.openxmlformats.org/officeDocument/2006/relationships/image" Target="../media/image147.emf"/><Relationship Id="rId1" Type="http://schemas.openxmlformats.org/officeDocument/2006/relationships/oleObject" Target="../embeddings/oleObject125.bin"/></Relationships>
</file>

<file path=ppt/slides/_rels/slide105.xml.rels><?xml version="1.0" encoding="UTF-8" standalone="yes"?>
<Relationships xmlns="http://schemas.openxmlformats.org/package/2006/relationships"><Relationship Id="rId6" Type="http://schemas.openxmlformats.org/officeDocument/2006/relationships/vmlDrawing" Target="../drawings/vmlDrawing42.vml"/><Relationship Id="rId5" Type="http://schemas.openxmlformats.org/officeDocument/2006/relationships/slideLayout" Target="../slideLayouts/slideLayout33.xml"/><Relationship Id="rId4" Type="http://schemas.openxmlformats.org/officeDocument/2006/relationships/image" Target="../media/image150.wmf"/><Relationship Id="rId3" Type="http://schemas.openxmlformats.org/officeDocument/2006/relationships/oleObject" Target="../embeddings/oleObject128.bin"/><Relationship Id="rId2" Type="http://schemas.openxmlformats.org/officeDocument/2006/relationships/image" Target="../media/image149.emf"/><Relationship Id="rId1" Type="http://schemas.openxmlformats.org/officeDocument/2006/relationships/oleObject" Target="../embeddings/oleObject127.bin"/></Relationships>
</file>

<file path=ppt/slides/_rels/slide106.xml.rels><?xml version="1.0" encoding="UTF-8" standalone="yes"?>
<Relationships xmlns="http://schemas.openxmlformats.org/package/2006/relationships"><Relationship Id="rId2" Type="http://schemas.openxmlformats.org/officeDocument/2006/relationships/slideLayout" Target="../slideLayouts/slideLayout33.xml"/><Relationship Id="rId1" Type="http://schemas.openxmlformats.org/officeDocument/2006/relationships/image" Target="../media/image151.png"/></Relationships>
</file>

<file path=ppt/slides/_rels/slide107.xml.rels><?xml version="1.0" encoding="UTF-8" standalone="yes"?>
<Relationships xmlns="http://schemas.openxmlformats.org/package/2006/relationships"><Relationship Id="rId4" Type="http://schemas.openxmlformats.org/officeDocument/2006/relationships/vmlDrawing" Target="../drawings/vmlDrawing43.vml"/><Relationship Id="rId3" Type="http://schemas.openxmlformats.org/officeDocument/2006/relationships/slideLayout" Target="../slideLayouts/slideLayout31.xml"/><Relationship Id="rId2" Type="http://schemas.openxmlformats.org/officeDocument/2006/relationships/image" Target="../media/image152.emf"/><Relationship Id="rId1" Type="http://schemas.openxmlformats.org/officeDocument/2006/relationships/oleObject" Target="../embeddings/oleObject129.bin"/></Relationships>
</file>

<file path=ppt/slides/_rels/slide108.xml.rels><?xml version="1.0" encoding="UTF-8" standalone="yes"?>
<Relationships xmlns="http://schemas.openxmlformats.org/package/2006/relationships"><Relationship Id="rId4" Type="http://schemas.openxmlformats.org/officeDocument/2006/relationships/vmlDrawing" Target="../drawings/vmlDrawing44.vml"/><Relationship Id="rId3" Type="http://schemas.openxmlformats.org/officeDocument/2006/relationships/slideLayout" Target="../slideLayouts/slideLayout31.xml"/><Relationship Id="rId2" Type="http://schemas.openxmlformats.org/officeDocument/2006/relationships/image" Target="../media/image153.emf"/><Relationship Id="rId1" Type="http://schemas.openxmlformats.org/officeDocument/2006/relationships/oleObject" Target="../embeddings/oleObject130.bin"/></Relationships>
</file>

<file path=ppt/slides/_rels/slide109.xml.rels><?xml version="1.0" encoding="UTF-8" standalone="yes"?>
<Relationships xmlns="http://schemas.openxmlformats.org/package/2006/relationships"><Relationship Id="rId4" Type="http://schemas.openxmlformats.org/officeDocument/2006/relationships/vmlDrawing" Target="../drawings/vmlDrawing45.vml"/><Relationship Id="rId3" Type="http://schemas.openxmlformats.org/officeDocument/2006/relationships/slideLayout" Target="../slideLayouts/slideLayout31.xml"/><Relationship Id="rId2" Type="http://schemas.openxmlformats.org/officeDocument/2006/relationships/image" Target="../media/image154.emf"/><Relationship Id="rId1" Type="http://schemas.openxmlformats.org/officeDocument/2006/relationships/oleObject" Target="../embeddings/oleObject131.bin"/></Relationships>
</file>

<file path=ppt/slides/_rels/slide110.xml.rels><?xml version="1.0" encoding="UTF-8" standalone="yes"?>
<Relationships xmlns="http://schemas.openxmlformats.org/package/2006/relationships"><Relationship Id="rId4" Type="http://schemas.openxmlformats.org/officeDocument/2006/relationships/vmlDrawing" Target="../drawings/vmlDrawing46.vml"/><Relationship Id="rId3" Type="http://schemas.openxmlformats.org/officeDocument/2006/relationships/slideLayout" Target="../slideLayouts/slideLayout31.xml"/><Relationship Id="rId2" Type="http://schemas.openxmlformats.org/officeDocument/2006/relationships/image" Target="../media/image155.emf"/><Relationship Id="rId1" Type="http://schemas.openxmlformats.org/officeDocument/2006/relationships/oleObject" Target="../embeddings/oleObject132.bin"/></Relationships>
</file>

<file path=ppt/slides/_rels/slide111.xml.rels><?xml version="1.0" encoding="UTF-8" standalone="yes"?>
<Relationships xmlns="http://schemas.openxmlformats.org/package/2006/relationships"><Relationship Id="rId2" Type="http://schemas.openxmlformats.org/officeDocument/2006/relationships/slideLayout" Target="../slideLayouts/slideLayout31.xml"/><Relationship Id="rId1" Type="http://schemas.openxmlformats.org/officeDocument/2006/relationships/image" Target="../media/image156.png"/></Relationships>
</file>

<file path=ppt/slides/_rels/slide112.xml.rels><?xml version="1.0" encoding="UTF-8" standalone="yes"?>
<Relationships xmlns="http://schemas.openxmlformats.org/package/2006/relationships"><Relationship Id="rId2" Type="http://schemas.openxmlformats.org/officeDocument/2006/relationships/slideLayout" Target="../slideLayouts/slideLayout31.xml"/><Relationship Id="rId1" Type="http://schemas.openxmlformats.org/officeDocument/2006/relationships/image" Target="../media/image157.png"/></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3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5614" name="Rectangle 14"/>
          <p:cNvSpPr>
            <a:spLocks noChangeArrowheads="1"/>
          </p:cNvSpPr>
          <p:nvPr/>
        </p:nvSpPr>
        <p:spPr bwMode="auto">
          <a:xfrm>
            <a:off x="684213" y="1412875"/>
            <a:ext cx="8245475" cy="922338"/>
          </a:xfrm>
          <a:prstGeom prst="rect">
            <a:avLst/>
          </a:prstGeom>
          <a:noFill/>
          <a:ln w="9525">
            <a:noFill/>
            <a:miter lim="800000"/>
          </a:ln>
          <a:effectLst/>
        </p:spPr>
        <p:txBody>
          <a:bodyPr>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5400" b="1" i="0" u="none" strike="noStrike" kern="1200" cap="none" spc="0" normalizeH="0" baseline="0" noProof="0" dirty="0">
                <a:ln>
                  <a:noFill/>
                </a:ln>
                <a:solidFill>
                  <a:schemeClr val="tx1"/>
                </a:solidFill>
                <a:effectLst/>
                <a:uLnTx/>
                <a:uFillTx/>
                <a:latin typeface="+mn-ea"/>
                <a:ea typeface="+mn-ea"/>
                <a:cs typeface="+mn-cs"/>
              </a:rPr>
              <a:t>第四章 无监督模式识别</a:t>
            </a:r>
            <a:endParaRPr kumimoji="0" lang="zh-CN" altLang="en-US" sz="5400" b="1" i="0" u="none" strike="noStrike" kern="1200" cap="none" spc="0" normalizeH="0" baseline="0" noProof="0" dirty="0">
              <a:ln>
                <a:noFill/>
              </a:ln>
              <a:solidFill>
                <a:schemeClr val="tx1"/>
              </a:solidFill>
              <a:effectLst/>
              <a:uLnTx/>
              <a:uFillTx/>
              <a:latin typeface="+mn-ea"/>
              <a:ea typeface="+mn-ea"/>
              <a:cs typeface="+mn-cs"/>
            </a:endParaRPr>
          </a:p>
        </p:txBody>
      </p:sp>
      <p:pic>
        <p:nvPicPr>
          <p:cNvPr id="19459" name="Picture 6" descr="高斯混合模型聚类(GMM) | GitHub"/>
          <p:cNvPicPr>
            <a:picLocks noChangeAspect="1"/>
          </p:cNvPicPr>
          <p:nvPr/>
        </p:nvPicPr>
        <p:blipFill>
          <a:blip r:embed="rId1"/>
          <a:stretch>
            <a:fillRect/>
          </a:stretch>
        </p:blipFill>
        <p:spPr>
          <a:xfrm>
            <a:off x="1404938" y="2757488"/>
            <a:ext cx="6191250" cy="2543175"/>
          </a:xfrm>
          <a:prstGeom prst="rect">
            <a:avLst/>
          </a:prstGeom>
          <a:noFill/>
          <a:ln w="9525">
            <a:noFill/>
          </a:ln>
        </p:spPr>
      </p:pic>
    </p:spTree>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0482" name="Text Box 5"/>
          <p:cNvSpPr txBox="1"/>
          <p:nvPr/>
        </p:nvSpPr>
        <p:spPr>
          <a:xfrm>
            <a:off x="2343150" y="1155700"/>
            <a:ext cx="4248150" cy="768350"/>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华文新魏" panose="02010800040101010101" pitchFamily="2" charset="-122"/>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ea typeface="+mn-ea"/>
                <a:cs typeface="华文新魏" panose="02010800040101010101" pitchFamily="2" charset="-122"/>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ea typeface="+mn-ea"/>
                <a:cs typeface="华文新魏" panose="02010800040101010101" pitchFamily="2" charset="-122"/>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ea typeface="+mn-ea"/>
                <a:cs typeface="华文新魏" panose="02010800040101010101" pitchFamily="2" charset="-122"/>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ea typeface="+mn-ea"/>
                <a:cs typeface="华文新魏" panose="02010800040101010101" pitchFamily="2" charset="-122"/>
              </a:defRPr>
            </a:lvl5pPr>
          </a:lstStyle>
          <a:p>
            <a:pPr marL="0" lvl="0" indent="0" eaLnBrk="1" hangingPunct="1">
              <a:spcBef>
                <a:spcPct val="50000"/>
              </a:spcBef>
              <a:buClrTx/>
              <a:buSzTx/>
              <a:buFontTx/>
              <a:buNone/>
            </a:pPr>
            <a:r>
              <a:rPr lang="zh-CN" altLang="en-US" sz="4400" b="1" dirty="0">
                <a:solidFill>
                  <a:srgbClr val="FF0000"/>
                </a:solidFill>
                <a:latin typeface="Arial" panose="020B0604020202020204" pitchFamily="34" charset="0"/>
              </a:rPr>
              <a:t>无监督模式识别</a:t>
            </a:r>
            <a:endParaRPr lang="zh-CN" altLang="en-US" sz="4400" b="1" dirty="0">
              <a:solidFill>
                <a:srgbClr val="FF0000"/>
              </a:solidFill>
              <a:latin typeface="Arial" panose="020B0604020202020204" pitchFamily="34" charset="0"/>
            </a:endParaRPr>
          </a:p>
        </p:txBody>
      </p:sp>
      <p:pic>
        <p:nvPicPr>
          <p:cNvPr id="20483" name="图片 1"/>
          <p:cNvPicPr>
            <a:picLocks noChangeAspect="1"/>
          </p:cNvPicPr>
          <p:nvPr/>
        </p:nvPicPr>
        <p:blipFill>
          <a:blip r:embed="rId1"/>
          <a:stretch>
            <a:fillRect/>
          </a:stretch>
        </p:blipFill>
        <p:spPr>
          <a:xfrm>
            <a:off x="1547813" y="2205038"/>
            <a:ext cx="2724150" cy="2971800"/>
          </a:xfrm>
          <a:prstGeom prst="rect">
            <a:avLst/>
          </a:prstGeom>
          <a:noFill/>
          <a:ln w="9525">
            <a:noFill/>
          </a:ln>
        </p:spPr>
      </p:pic>
    </p:spTree>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1506" name="Text Box 5"/>
          <p:cNvSpPr txBox="1"/>
          <p:nvPr/>
        </p:nvSpPr>
        <p:spPr>
          <a:xfrm>
            <a:off x="2343150" y="1155700"/>
            <a:ext cx="4248150" cy="768350"/>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华文新魏" panose="02010800040101010101" pitchFamily="2" charset="-122"/>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ea typeface="+mn-ea"/>
                <a:cs typeface="华文新魏" panose="02010800040101010101" pitchFamily="2" charset="-122"/>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ea typeface="+mn-ea"/>
                <a:cs typeface="华文新魏" panose="02010800040101010101" pitchFamily="2" charset="-122"/>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ea typeface="+mn-ea"/>
                <a:cs typeface="华文新魏" panose="02010800040101010101" pitchFamily="2" charset="-122"/>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ea typeface="+mn-ea"/>
                <a:cs typeface="华文新魏" panose="02010800040101010101" pitchFamily="2" charset="-122"/>
              </a:defRPr>
            </a:lvl5pPr>
          </a:lstStyle>
          <a:p>
            <a:pPr marL="0" lvl="0" indent="0" eaLnBrk="1" hangingPunct="1">
              <a:spcBef>
                <a:spcPct val="50000"/>
              </a:spcBef>
              <a:buClrTx/>
              <a:buSzTx/>
              <a:buFontTx/>
              <a:buNone/>
            </a:pPr>
            <a:r>
              <a:rPr lang="zh-CN" altLang="en-US" sz="4400" b="1" dirty="0">
                <a:solidFill>
                  <a:srgbClr val="FF0000"/>
                </a:solidFill>
                <a:latin typeface="Arial" panose="020B0604020202020204" pitchFamily="34" charset="0"/>
              </a:rPr>
              <a:t>无监督模式识别</a:t>
            </a:r>
            <a:endParaRPr lang="zh-CN" altLang="en-US" sz="4400" b="1" dirty="0">
              <a:solidFill>
                <a:srgbClr val="FF0000"/>
              </a:solidFill>
              <a:latin typeface="Arial" panose="020B0604020202020204" pitchFamily="34" charset="0"/>
            </a:endParaRPr>
          </a:p>
        </p:txBody>
      </p:sp>
      <p:pic>
        <p:nvPicPr>
          <p:cNvPr id="21507" name="图片 2"/>
          <p:cNvPicPr>
            <a:picLocks noChangeAspect="1"/>
          </p:cNvPicPr>
          <p:nvPr/>
        </p:nvPicPr>
        <p:blipFill>
          <a:blip r:embed="rId1"/>
          <a:stretch>
            <a:fillRect/>
          </a:stretch>
        </p:blipFill>
        <p:spPr>
          <a:xfrm>
            <a:off x="1619250" y="2205038"/>
            <a:ext cx="5372100" cy="2962275"/>
          </a:xfrm>
          <a:prstGeom prst="rect">
            <a:avLst/>
          </a:prstGeom>
          <a:noFill/>
          <a:ln w="9525">
            <a:noFill/>
          </a:ln>
        </p:spPr>
      </p:pic>
    </p:spTree>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2530" name="Picture 2"/>
          <p:cNvPicPr>
            <a:picLocks noChangeAspect="1"/>
          </p:cNvPicPr>
          <p:nvPr/>
        </p:nvPicPr>
        <p:blipFill>
          <a:blip r:embed="rId1"/>
          <a:stretch>
            <a:fillRect/>
          </a:stretch>
        </p:blipFill>
        <p:spPr>
          <a:xfrm>
            <a:off x="827088" y="1268413"/>
            <a:ext cx="3187700" cy="2520950"/>
          </a:xfrm>
          <a:prstGeom prst="rect">
            <a:avLst/>
          </a:prstGeom>
          <a:noFill/>
          <a:ln w="9525">
            <a:noFill/>
          </a:ln>
        </p:spPr>
      </p:pic>
      <p:pic>
        <p:nvPicPr>
          <p:cNvPr id="22531" name="Picture 4" descr="anaconda matplotlib 输出动画_Matplotlib输出动画实现K-means聚类 过程可视化_weixin_40007515的博客-CSDN博客"/>
          <p:cNvPicPr>
            <a:picLocks noChangeAspect="1"/>
          </p:cNvPicPr>
          <p:nvPr/>
        </p:nvPicPr>
        <p:blipFill>
          <a:blip r:embed="rId2"/>
          <a:stretch>
            <a:fillRect/>
          </a:stretch>
        </p:blipFill>
        <p:spPr>
          <a:xfrm>
            <a:off x="4716463" y="981075"/>
            <a:ext cx="3968750" cy="2976563"/>
          </a:xfrm>
          <a:prstGeom prst="rect">
            <a:avLst/>
          </a:prstGeom>
          <a:noFill/>
          <a:ln w="9525">
            <a:noFill/>
          </a:ln>
        </p:spPr>
      </p:pic>
      <p:pic>
        <p:nvPicPr>
          <p:cNvPr id="22532" name="Picture 6" descr="统计学习方法》第14 章聚类方法KMeans | Game 2020"/>
          <p:cNvPicPr>
            <a:picLocks noChangeAspect="1"/>
          </p:cNvPicPr>
          <p:nvPr/>
        </p:nvPicPr>
        <p:blipFill>
          <a:blip r:embed="rId3"/>
          <a:stretch>
            <a:fillRect/>
          </a:stretch>
        </p:blipFill>
        <p:spPr>
          <a:xfrm>
            <a:off x="322263" y="4076700"/>
            <a:ext cx="4105275" cy="2592388"/>
          </a:xfrm>
          <a:prstGeom prst="rect">
            <a:avLst/>
          </a:prstGeom>
          <a:noFill/>
          <a:ln w="9525">
            <a:noFill/>
          </a:ln>
        </p:spPr>
      </p:pic>
      <p:pic>
        <p:nvPicPr>
          <p:cNvPr id="22533" name="Picture 8" descr="15.其他聚类算法| Kaka Wan Yifan"/>
          <p:cNvPicPr>
            <a:picLocks noChangeAspect="1"/>
          </p:cNvPicPr>
          <p:nvPr/>
        </p:nvPicPr>
        <p:blipFill>
          <a:blip r:embed="rId4"/>
          <a:stretch>
            <a:fillRect/>
          </a:stretch>
        </p:blipFill>
        <p:spPr>
          <a:xfrm>
            <a:off x="5148263" y="4148138"/>
            <a:ext cx="3673475" cy="2306637"/>
          </a:xfrm>
          <a:prstGeom prst="rect">
            <a:avLst/>
          </a:prstGeom>
          <a:noFill/>
          <a:ln w="9525">
            <a:noFill/>
          </a:ln>
        </p:spPr>
      </p:pic>
      <p:sp>
        <p:nvSpPr>
          <p:cNvPr id="22534" name="Text Box 5"/>
          <p:cNvSpPr txBox="1"/>
          <p:nvPr/>
        </p:nvSpPr>
        <p:spPr>
          <a:xfrm>
            <a:off x="5003800" y="57150"/>
            <a:ext cx="4248150" cy="708025"/>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华文新魏" panose="02010800040101010101" pitchFamily="2" charset="-122"/>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ea typeface="+mn-ea"/>
                <a:cs typeface="华文新魏" panose="02010800040101010101" pitchFamily="2" charset="-122"/>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ea typeface="+mn-ea"/>
                <a:cs typeface="华文新魏" panose="02010800040101010101" pitchFamily="2" charset="-122"/>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ea typeface="+mn-ea"/>
                <a:cs typeface="华文新魏" panose="02010800040101010101" pitchFamily="2" charset="-122"/>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ea typeface="+mn-ea"/>
                <a:cs typeface="华文新魏" panose="02010800040101010101" pitchFamily="2" charset="-122"/>
              </a:defRPr>
            </a:lvl5pPr>
          </a:lstStyle>
          <a:p>
            <a:pPr marL="0" lvl="0" indent="0" eaLnBrk="1" hangingPunct="1">
              <a:spcBef>
                <a:spcPct val="50000"/>
              </a:spcBef>
              <a:buClrTx/>
              <a:buSzTx/>
              <a:buFontTx/>
              <a:buNone/>
            </a:pPr>
            <a:r>
              <a:rPr lang="zh-CN" altLang="en-US" sz="4000" b="1" dirty="0">
                <a:solidFill>
                  <a:srgbClr val="FF0000"/>
                </a:solidFill>
                <a:latin typeface="Arial" panose="020B0604020202020204" pitchFamily="34" charset="0"/>
              </a:rPr>
              <a:t>无监督模式识别</a:t>
            </a:r>
            <a:endParaRPr lang="zh-CN" altLang="en-US" sz="4000" b="1" dirty="0">
              <a:solidFill>
                <a:srgbClr val="FF0000"/>
              </a:solidFill>
              <a:latin typeface="Arial" panose="020B0604020202020204" pitchFamily="34" charset="0"/>
            </a:endParaRPr>
          </a:p>
        </p:txBody>
      </p:sp>
    </p:spTree>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3554" name="Rectangle 3"/>
          <p:cNvSpPr txBox="1"/>
          <p:nvPr/>
        </p:nvSpPr>
        <p:spPr>
          <a:xfrm>
            <a:off x="1866900" y="2163763"/>
            <a:ext cx="5651500" cy="3354387"/>
          </a:xfrm>
          <a:prstGeom prst="rect">
            <a:avLst/>
          </a:prstGeom>
          <a:noFill/>
          <a:ln w="9525">
            <a:noFill/>
          </a:ln>
        </p:spPr>
        <p:txBody>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华文新魏" panose="02010800040101010101" pitchFamily="2" charset="-122"/>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ea typeface="+mn-ea"/>
                <a:cs typeface="华文新魏" panose="02010800040101010101" pitchFamily="2" charset="-122"/>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ea typeface="+mn-ea"/>
                <a:cs typeface="华文新魏" panose="02010800040101010101" pitchFamily="2" charset="-122"/>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ea typeface="+mn-ea"/>
                <a:cs typeface="华文新魏" panose="02010800040101010101" pitchFamily="2" charset="-122"/>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ea typeface="+mn-ea"/>
                <a:cs typeface="华文新魏" panose="02010800040101010101" pitchFamily="2" charset="-122"/>
              </a:defRPr>
            </a:lvl5pPr>
          </a:lstStyle>
          <a:p>
            <a:pPr marL="0" lvl="0" indent="0" eaLnBrk="1" hangingPunct="1">
              <a:lnSpc>
                <a:spcPct val="150000"/>
              </a:lnSpc>
              <a:buClr>
                <a:srgbClr val="C00000"/>
              </a:buClr>
              <a:buFont typeface="Wingdings" panose="05000000000000000000" pitchFamily="2" charset="2"/>
              <a:buChar char="u"/>
            </a:pPr>
            <a:r>
              <a:rPr lang="en-US" altLang="zh-CN" sz="3600" b="1" dirty="0">
                <a:latin typeface="黑体" panose="02010609060101010101" pitchFamily="49" charset="-122"/>
                <a:ea typeface="黑体" panose="02010609060101010101" pitchFamily="49" charset="-122"/>
              </a:rPr>
              <a:t>4.1</a:t>
            </a:r>
            <a:r>
              <a:rPr lang="en-US" altLang="zh-CN" sz="3600" b="1" dirty="0">
                <a:solidFill>
                  <a:srgbClr val="0000FF"/>
                </a:solidFill>
                <a:latin typeface="黑体" panose="02010609060101010101" pitchFamily="49" charset="-122"/>
                <a:ea typeface="黑体" panose="02010609060101010101" pitchFamily="49" charset="-122"/>
              </a:rPr>
              <a:t> </a:t>
            </a:r>
            <a:r>
              <a:rPr lang="zh-CN" altLang="en-US" sz="3600" b="1" dirty="0">
                <a:latin typeface="黑体" panose="02010609060101010101" pitchFamily="49" charset="-122"/>
                <a:ea typeface="黑体" panose="02010609060101010101" pitchFamily="49" charset="-122"/>
              </a:rPr>
              <a:t>高斯混合模型</a:t>
            </a:r>
            <a:endParaRPr lang="en-US" altLang="zh-CN" sz="3600" b="1" dirty="0">
              <a:solidFill>
                <a:srgbClr val="0000FF"/>
              </a:solidFill>
              <a:latin typeface="黑体" panose="02010609060101010101" pitchFamily="49" charset="-122"/>
              <a:ea typeface="黑体" panose="02010609060101010101" pitchFamily="49" charset="-122"/>
            </a:endParaRPr>
          </a:p>
          <a:p>
            <a:pPr marL="0" lvl="0" indent="0" eaLnBrk="1" hangingPunct="1">
              <a:lnSpc>
                <a:spcPct val="150000"/>
              </a:lnSpc>
              <a:buClr>
                <a:srgbClr val="C00000"/>
              </a:buClr>
              <a:buFont typeface="Wingdings" panose="05000000000000000000" pitchFamily="2" charset="2"/>
              <a:buChar char="u"/>
            </a:pPr>
            <a:r>
              <a:rPr lang="en-US" altLang="zh-CN" sz="3600" b="1" dirty="0">
                <a:latin typeface="黑体" panose="02010609060101010101" pitchFamily="49" charset="-122"/>
                <a:ea typeface="黑体" panose="02010609060101010101" pitchFamily="49" charset="-122"/>
              </a:rPr>
              <a:t>4.2 </a:t>
            </a:r>
            <a:r>
              <a:rPr lang="zh-CN" altLang="en-US" sz="3600" b="1" dirty="0">
                <a:latin typeface="黑体" panose="02010609060101010101" pitchFamily="49" charset="-122"/>
                <a:ea typeface="黑体" panose="02010609060101010101" pitchFamily="49" charset="-122"/>
              </a:rPr>
              <a:t>动态聚类算法</a:t>
            </a:r>
            <a:endParaRPr lang="en-US" altLang="zh-CN" sz="3600" b="1" dirty="0">
              <a:latin typeface="黑体" panose="02010609060101010101" pitchFamily="49" charset="-122"/>
              <a:ea typeface="黑体" panose="02010609060101010101" pitchFamily="49" charset="-122"/>
            </a:endParaRPr>
          </a:p>
          <a:p>
            <a:pPr marL="0" lvl="0" indent="0" eaLnBrk="1" hangingPunct="1">
              <a:lnSpc>
                <a:spcPct val="150000"/>
              </a:lnSpc>
              <a:buClr>
                <a:srgbClr val="C00000"/>
              </a:buClr>
              <a:buFont typeface="Wingdings" panose="05000000000000000000" pitchFamily="2" charset="2"/>
              <a:buChar char="u"/>
            </a:pPr>
            <a:r>
              <a:rPr lang="en-US" altLang="zh-CN" sz="3600" b="1" dirty="0">
                <a:latin typeface="黑体" panose="02010609060101010101" pitchFamily="49" charset="-122"/>
                <a:ea typeface="黑体" panose="02010609060101010101" pitchFamily="49" charset="-122"/>
              </a:rPr>
              <a:t>4.3 </a:t>
            </a:r>
            <a:r>
              <a:rPr lang="zh-CN" altLang="en-US" sz="3600" b="1" dirty="0">
                <a:latin typeface="黑体" panose="02010609060101010101" pitchFamily="49" charset="-122"/>
                <a:ea typeface="黑体" panose="02010609060101010101" pitchFamily="49" charset="-122"/>
              </a:rPr>
              <a:t>层次聚类算法</a:t>
            </a:r>
            <a:r>
              <a:rPr lang="en-US" altLang="zh-CN" sz="3600" b="1" dirty="0">
                <a:latin typeface="黑体" panose="02010609060101010101" pitchFamily="49" charset="-122"/>
                <a:ea typeface="黑体" panose="02010609060101010101" pitchFamily="49" charset="-122"/>
              </a:rPr>
              <a:t> </a:t>
            </a:r>
            <a:endParaRPr lang="en-US" altLang="zh-CN" sz="3600" b="1" dirty="0">
              <a:latin typeface="黑体" panose="02010609060101010101" pitchFamily="49" charset="-122"/>
              <a:ea typeface="黑体" panose="02010609060101010101" pitchFamily="49" charset="-122"/>
            </a:endParaRPr>
          </a:p>
        </p:txBody>
      </p:sp>
      <p:sp>
        <p:nvSpPr>
          <p:cNvPr id="23555" name="Text Box 5"/>
          <p:cNvSpPr txBox="1"/>
          <p:nvPr/>
        </p:nvSpPr>
        <p:spPr>
          <a:xfrm>
            <a:off x="2343150" y="1155700"/>
            <a:ext cx="4248150" cy="768350"/>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华文新魏" panose="02010800040101010101" pitchFamily="2" charset="-122"/>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ea typeface="+mn-ea"/>
                <a:cs typeface="华文新魏" panose="02010800040101010101" pitchFamily="2" charset="-122"/>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ea typeface="+mn-ea"/>
                <a:cs typeface="华文新魏" panose="02010800040101010101" pitchFamily="2" charset="-122"/>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ea typeface="+mn-ea"/>
                <a:cs typeface="华文新魏" panose="02010800040101010101" pitchFamily="2" charset="-122"/>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ea typeface="+mn-ea"/>
                <a:cs typeface="华文新魏" panose="02010800040101010101" pitchFamily="2" charset="-122"/>
              </a:defRPr>
            </a:lvl5pPr>
          </a:lstStyle>
          <a:p>
            <a:pPr marL="0" lvl="0" indent="0" eaLnBrk="1" hangingPunct="1">
              <a:spcBef>
                <a:spcPct val="50000"/>
              </a:spcBef>
              <a:buClrTx/>
              <a:buSzTx/>
              <a:buFontTx/>
              <a:buNone/>
            </a:pPr>
            <a:r>
              <a:rPr lang="zh-CN" altLang="en-US" sz="4400" b="1" dirty="0">
                <a:solidFill>
                  <a:srgbClr val="FF0000"/>
                </a:solidFill>
                <a:latin typeface="Arial" panose="020B0604020202020204" pitchFamily="34" charset="0"/>
              </a:rPr>
              <a:t>无监督模式识别</a:t>
            </a:r>
            <a:endParaRPr lang="zh-CN" altLang="en-US" sz="4400" b="1" dirty="0">
              <a:solidFill>
                <a:srgbClr val="FF0000"/>
              </a:solidFill>
              <a:latin typeface="Arial" panose="020B0604020202020204" pitchFamily="34" charset="0"/>
            </a:endParaRPr>
          </a:p>
        </p:txBody>
      </p:sp>
    </p:spTree>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5602" name="Rectangle 3"/>
          <p:cNvSpPr txBox="1"/>
          <p:nvPr/>
        </p:nvSpPr>
        <p:spPr>
          <a:xfrm>
            <a:off x="1854200" y="2151063"/>
            <a:ext cx="5651500" cy="3354387"/>
          </a:xfrm>
          <a:prstGeom prst="rect">
            <a:avLst/>
          </a:prstGeom>
          <a:noFill/>
          <a:ln w="9525">
            <a:noFill/>
          </a:ln>
        </p:spPr>
        <p:txBody>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华文新魏" panose="02010800040101010101" pitchFamily="2" charset="-122"/>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ea typeface="+mn-ea"/>
                <a:cs typeface="华文新魏" panose="02010800040101010101" pitchFamily="2" charset="-122"/>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ea typeface="+mn-ea"/>
                <a:cs typeface="华文新魏" panose="02010800040101010101" pitchFamily="2" charset="-122"/>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ea typeface="+mn-ea"/>
                <a:cs typeface="华文新魏" panose="02010800040101010101" pitchFamily="2" charset="-122"/>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ea typeface="+mn-ea"/>
                <a:cs typeface="华文新魏" panose="02010800040101010101" pitchFamily="2" charset="-122"/>
              </a:defRPr>
            </a:lvl5pPr>
          </a:lstStyle>
          <a:p>
            <a:pPr marL="0" lvl="0" indent="0" eaLnBrk="1" hangingPunct="1">
              <a:lnSpc>
                <a:spcPct val="150000"/>
              </a:lnSpc>
              <a:buClr>
                <a:srgbClr val="C00000"/>
              </a:buClr>
              <a:buFont typeface="Wingdings" panose="05000000000000000000" pitchFamily="2" charset="2"/>
              <a:buChar char="u"/>
            </a:pPr>
            <a:r>
              <a:rPr lang="en-US" altLang="zh-CN" sz="3600" b="1" dirty="0">
                <a:solidFill>
                  <a:srgbClr val="0000FF"/>
                </a:solidFill>
                <a:latin typeface="黑体" panose="02010609060101010101" pitchFamily="49" charset="-122"/>
                <a:ea typeface="黑体" panose="02010609060101010101" pitchFamily="49" charset="-122"/>
              </a:rPr>
              <a:t>4.1 </a:t>
            </a:r>
            <a:r>
              <a:rPr lang="en-US" altLang="zh-CN" sz="3600" b="1" dirty="0">
                <a:solidFill>
                  <a:srgbClr val="0000FF"/>
                </a:solidFill>
                <a:latin typeface="黑体" panose="02010609060101010101" pitchFamily="49" charset="-122"/>
                <a:ea typeface="黑体" panose="02010609060101010101" pitchFamily="49" charset="-122"/>
                <a:sym typeface="宋体" panose="02010600030101010101" pitchFamily="2" charset="-122"/>
              </a:rPr>
              <a:t>高斯混合模型</a:t>
            </a:r>
            <a:endParaRPr lang="en-US" altLang="zh-CN" sz="3600" b="1" dirty="0">
              <a:solidFill>
                <a:srgbClr val="0000FF"/>
              </a:solidFill>
              <a:latin typeface="黑体" panose="02010609060101010101" pitchFamily="49" charset="-122"/>
              <a:ea typeface="黑体" panose="02010609060101010101" pitchFamily="49" charset="-122"/>
            </a:endParaRPr>
          </a:p>
          <a:p>
            <a:pPr marL="0" lvl="0" indent="0" eaLnBrk="1" hangingPunct="1">
              <a:lnSpc>
                <a:spcPct val="150000"/>
              </a:lnSpc>
              <a:buClr>
                <a:srgbClr val="C00000"/>
              </a:buClr>
              <a:buFont typeface="Wingdings" panose="05000000000000000000" pitchFamily="2" charset="2"/>
              <a:buChar char="u"/>
            </a:pPr>
            <a:r>
              <a:rPr lang="en-US" altLang="zh-CN" sz="3600" b="1" dirty="0">
                <a:latin typeface="黑体" panose="02010609060101010101" pitchFamily="49" charset="-122"/>
                <a:ea typeface="黑体" panose="02010609060101010101" pitchFamily="49" charset="-122"/>
              </a:rPr>
              <a:t>4.2 </a:t>
            </a:r>
            <a:r>
              <a:rPr lang="zh-CN" altLang="en-US" sz="3600" b="1" dirty="0">
                <a:latin typeface="黑体" panose="02010609060101010101" pitchFamily="49" charset="-122"/>
                <a:ea typeface="黑体" panose="02010609060101010101" pitchFamily="49" charset="-122"/>
                <a:sym typeface="宋体" panose="02010600030101010101" pitchFamily="2" charset="-122"/>
              </a:rPr>
              <a:t>动态聚类算法</a:t>
            </a:r>
            <a:endParaRPr lang="en-US" altLang="zh-CN" sz="3600" b="1" dirty="0">
              <a:latin typeface="黑体" panose="02010609060101010101" pitchFamily="49" charset="-122"/>
              <a:ea typeface="黑体" panose="02010609060101010101" pitchFamily="49" charset="-122"/>
            </a:endParaRPr>
          </a:p>
          <a:p>
            <a:pPr marL="0" lvl="0" indent="0" eaLnBrk="1" hangingPunct="1">
              <a:lnSpc>
                <a:spcPct val="150000"/>
              </a:lnSpc>
              <a:buClr>
                <a:srgbClr val="C00000"/>
              </a:buClr>
              <a:buFont typeface="Wingdings" panose="05000000000000000000" pitchFamily="2" charset="2"/>
              <a:buChar char="u"/>
            </a:pPr>
            <a:r>
              <a:rPr lang="en-US" altLang="zh-CN" sz="3600" b="1" dirty="0">
                <a:latin typeface="黑体" panose="02010609060101010101" pitchFamily="49" charset="-122"/>
                <a:ea typeface="黑体" panose="02010609060101010101" pitchFamily="49" charset="-122"/>
              </a:rPr>
              <a:t>4.3 </a:t>
            </a:r>
            <a:r>
              <a:rPr lang="zh-CN" altLang="en-US" sz="3600" b="1" dirty="0">
                <a:latin typeface="黑体" panose="02010609060101010101" pitchFamily="49" charset="-122"/>
                <a:ea typeface="黑体" panose="02010609060101010101" pitchFamily="49" charset="-122"/>
                <a:sym typeface="宋体" panose="02010600030101010101" pitchFamily="2" charset="-122"/>
              </a:rPr>
              <a:t>层次聚类算法</a:t>
            </a:r>
            <a:r>
              <a:rPr lang="en-US" altLang="zh-CN" sz="3600" b="1" dirty="0">
                <a:latin typeface="黑体" panose="02010609060101010101" pitchFamily="49" charset="-122"/>
                <a:ea typeface="黑体" panose="02010609060101010101" pitchFamily="49" charset="-122"/>
              </a:rPr>
              <a:t> </a:t>
            </a:r>
            <a:endParaRPr lang="en-US" altLang="zh-CN" sz="3600" b="1" dirty="0">
              <a:latin typeface="黑体" panose="02010609060101010101" pitchFamily="49" charset="-122"/>
              <a:ea typeface="黑体" panose="02010609060101010101" pitchFamily="49" charset="-122"/>
            </a:endParaRPr>
          </a:p>
        </p:txBody>
      </p:sp>
      <p:sp>
        <p:nvSpPr>
          <p:cNvPr id="25603" name="Text Box 5"/>
          <p:cNvSpPr txBox="1"/>
          <p:nvPr/>
        </p:nvSpPr>
        <p:spPr>
          <a:xfrm>
            <a:off x="2343150" y="1155700"/>
            <a:ext cx="4248150" cy="644525"/>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华文新魏" panose="02010800040101010101" pitchFamily="2" charset="-122"/>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ea typeface="+mn-ea"/>
                <a:cs typeface="华文新魏" panose="02010800040101010101" pitchFamily="2" charset="-122"/>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ea typeface="+mn-ea"/>
                <a:cs typeface="华文新魏" panose="02010800040101010101" pitchFamily="2" charset="-122"/>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ea typeface="+mn-ea"/>
                <a:cs typeface="华文新魏" panose="02010800040101010101" pitchFamily="2" charset="-122"/>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ea typeface="+mn-ea"/>
                <a:cs typeface="华文新魏" panose="02010800040101010101" pitchFamily="2" charset="-122"/>
              </a:defRPr>
            </a:lvl5pPr>
          </a:lstStyle>
          <a:p>
            <a:pPr marL="0" lvl="0" indent="0" eaLnBrk="1" hangingPunct="1">
              <a:spcBef>
                <a:spcPct val="50000"/>
              </a:spcBef>
              <a:buClrTx/>
              <a:buSzTx/>
              <a:buFontTx/>
              <a:buNone/>
            </a:pPr>
            <a:r>
              <a:rPr lang="zh-CN" altLang="en-US" sz="4400" b="1" dirty="0">
                <a:solidFill>
                  <a:srgbClr val="FF0000"/>
                </a:solidFill>
                <a:latin typeface="Arial" panose="020B0604020202020204" pitchFamily="34" charset="0"/>
              </a:rPr>
              <a:t>无监督模式识别</a:t>
            </a:r>
            <a:endParaRPr lang="zh-CN" altLang="en-US" sz="4400" b="1" dirty="0">
              <a:solidFill>
                <a:srgbClr val="FF0000"/>
              </a:solidFill>
              <a:latin typeface="Arial" panose="020B0604020202020204" pitchFamily="34" charset="0"/>
            </a:endParaRPr>
          </a:p>
        </p:txBody>
      </p:sp>
    </p:spTree>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3426" name="Rectangle 2"/>
          <p:cNvSpPr>
            <a:spLocks noGrp="1" noChangeArrowheads="1"/>
          </p:cNvSpPr>
          <p:nvPr>
            <p:ph type="title"/>
          </p:nvPr>
        </p:nvSpPr>
        <p:spPr>
          <a:xfrm>
            <a:off x="1071563" y="1071563"/>
            <a:ext cx="7143750" cy="609600"/>
          </a:xfrm>
        </p:spPr>
        <p:txBody>
          <a:bodyPr vert="horz" wrap="square" lIns="91440" tIns="45720" rIns="91440" bIns="45720" numCol="1" anchor="b" anchorCtr="0" compatLnSpc="1">
            <a:noAutofit/>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en-US" altLang="zh-CN" sz="3600" b="1" i="0" u="none" strike="noStrike" kern="1200" cap="none" spc="0" normalizeH="0" baseline="0" noProof="0" dirty="0">
                <a:ln>
                  <a:noFill/>
                </a:ln>
                <a:solidFill>
                  <a:srgbClr val="0000CC"/>
                </a:solidFill>
                <a:effectLst/>
                <a:uLnTx/>
                <a:uFillTx/>
                <a:latin typeface="黑体" panose="02010609060101010101" pitchFamily="49" charset="-122"/>
                <a:ea typeface="黑体" panose="02010609060101010101" pitchFamily="49" charset="-122"/>
                <a:cs typeface="华文新魏" panose="02010800040101010101" pitchFamily="2" charset="-122"/>
              </a:rPr>
              <a:t>4.1 </a:t>
            </a:r>
            <a:r>
              <a:rPr kumimoji="1" lang="zh-CN" altLang="en-US" sz="3600" b="1" i="0" u="none" strike="noStrike" kern="1200" cap="none" spc="0" normalizeH="0" baseline="0" noProof="0" dirty="0">
                <a:ln>
                  <a:noFill/>
                </a:ln>
                <a:solidFill>
                  <a:srgbClr val="0000CC"/>
                </a:solidFill>
                <a:effectLst/>
                <a:uLnTx/>
                <a:uFillTx/>
                <a:latin typeface="黑体" panose="02010609060101010101" pitchFamily="49" charset="-122"/>
                <a:ea typeface="黑体" panose="02010609060101010101" pitchFamily="49" charset="-122"/>
                <a:cs typeface="华文新魏" panose="02010800040101010101" pitchFamily="2" charset="-122"/>
                <a:sym typeface="+mn-ea"/>
              </a:rPr>
              <a:t>高斯混合模型</a:t>
            </a:r>
            <a:endParaRPr kumimoji="1" lang="zh-CN" altLang="en-US" sz="3600" b="1" i="0" u="none" strike="noStrike" kern="1200" cap="none" spc="0" normalizeH="0" baseline="0" noProof="0" dirty="0">
              <a:ln>
                <a:noFill/>
              </a:ln>
              <a:solidFill>
                <a:srgbClr val="0000CC"/>
              </a:solidFill>
              <a:effectLst/>
              <a:uLnTx/>
              <a:uFillTx/>
              <a:latin typeface="黑体" panose="02010609060101010101" pitchFamily="49" charset="-122"/>
              <a:ea typeface="黑体" panose="02010609060101010101" pitchFamily="49" charset="-122"/>
              <a:cs typeface="华文新魏" panose="02010800040101010101" pitchFamily="2" charset="-122"/>
            </a:endParaRPr>
          </a:p>
        </p:txBody>
      </p:sp>
      <p:sp>
        <p:nvSpPr>
          <p:cNvPr id="16386" name="Rectangle 5"/>
          <p:cNvSpPr/>
          <p:nvPr/>
        </p:nvSpPr>
        <p:spPr>
          <a:xfrm>
            <a:off x="827088" y="1841500"/>
            <a:ext cx="7994650" cy="3883025"/>
          </a:xfrm>
          <a:prstGeom prst="rect">
            <a:avLst/>
          </a:prstGeom>
          <a:noFill/>
          <a:ln w="9525">
            <a:noFill/>
          </a:ln>
        </p:spPr>
        <p:txBody>
          <a:bodyPr>
            <a:spAutoFit/>
          </a:bodyPr>
          <a:lstStyle/>
          <a:p>
            <a:pPr marL="0" marR="0" lvl="0" indent="0" algn="just" defTabSz="914400" rtl="0" eaLnBrk="1" fontAlgn="base" latinLnBrk="0" hangingPunct="1">
              <a:lnSpc>
                <a:spcPct val="100000"/>
              </a:lnSpc>
              <a:spcBef>
                <a:spcPts val="575"/>
              </a:spcBef>
              <a:spcAft>
                <a:spcPct val="0"/>
              </a:spcAft>
              <a:buClr>
                <a:srgbClr val="D34817"/>
              </a:buClr>
              <a:buSzPct val="85000"/>
              <a:buFont typeface="Wingdings" panose="05000000000000000000" pitchFamily="2" charset="2"/>
              <a:buNone/>
              <a:defRPr/>
            </a:pPr>
            <a:r>
              <a:rPr kumimoji="0" lang="en-US" altLang="zh-CN" sz="3200" b="1" i="0" u="none" strike="noStrike" kern="1200" cap="none" spc="0" normalizeH="0" baseline="0" noProof="1">
                <a:ln>
                  <a:noFill/>
                </a:ln>
                <a:solidFill>
                  <a:srgbClr val="FF0000"/>
                </a:solidFill>
                <a:effectLst/>
                <a:uLnTx/>
                <a:uFillTx/>
                <a:latin typeface="宋体" panose="02010600030101010101" pitchFamily="2" charset="-122"/>
                <a:ea typeface="宋体" panose="02010600030101010101" pitchFamily="2" charset="-122"/>
                <a:cs typeface="+mn-cs"/>
                <a:sym typeface="+mn-ea"/>
              </a:rPr>
              <a:t>    </a:t>
            </a:r>
            <a:r>
              <a:rPr kumimoji="0" lang="zh-CN" altLang="en-US" sz="2800" b="1" i="0" u="none" strike="noStrike" kern="1200" cap="none" spc="0" normalizeH="0" baseline="0" noProof="1">
                <a:ln>
                  <a:noFill/>
                </a:ln>
                <a:solidFill>
                  <a:srgbClr val="FF0000"/>
                </a:solidFill>
                <a:effectLst/>
                <a:uLnTx/>
                <a:uFillTx/>
                <a:latin typeface="宋体" panose="02010600030101010101" pitchFamily="2" charset="-122"/>
                <a:ea typeface="宋体" panose="02010600030101010101" pitchFamily="2" charset="-122"/>
                <a:cs typeface="+mn-cs"/>
                <a:sym typeface="+mn-ea"/>
              </a:rPr>
              <a:t>统计学习模型</a:t>
            </a:r>
            <a:r>
              <a:rPr kumimoji="0" lang="zh-CN" altLang="en-US" sz="2800" b="1" i="0" u="none" strike="noStrike" kern="1200" cap="none" spc="0" normalizeH="0" baseline="0" noProof="1">
                <a:ln>
                  <a:noFill/>
                </a:ln>
                <a:solidFill>
                  <a:schemeClr val="tx1"/>
                </a:solidFill>
                <a:effectLst/>
                <a:uLnTx/>
                <a:uFillTx/>
                <a:latin typeface="宋体" panose="02010600030101010101" pitchFamily="2" charset="-122"/>
                <a:ea typeface="宋体" panose="02010600030101010101" pitchFamily="2" charset="-122"/>
                <a:cs typeface="+mn-cs"/>
                <a:sym typeface="+mn-ea"/>
              </a:rPr>
              <a:t>可以分为两类，一类是</a:t>
            </a:r>
            <a:r>
              <a:rPr kumimoji="0" lang="zh-CN" altLang="en-US" sz="2800" b="1" i="0" u="none" strike="noStrike" kern="1200" cap="none" spc="0" normalizeH="0" baseline="0" noProof="1">
                <a:ln>
                  <a:noFill/>
                </a:ln>
                <a:solidFill>
                  <a:srgbClr val="0070C0"/>
                </a:solidFill>
                <a:effectLst/>
                <a:uLnTx/>
                <a:uFillTx/>
                <a:latin typeface="宋体" panose="02010600030101010101" pitchFamily="2" charset="-122"/>
                <a:ea typeface="宋体" panose="02010600030101010101" pitchFamily="2" charset="-122"/>
                <a:cs typeface="+mn-cs"/>
                <a:sym typeface="+mn-ea"/>
              </a:rPr>
              <a:t>概率模型</a:t>
            </a:r>
            <a:r>
              <a:rPr kumimoji="0" lang="zh-CN" altLang="en-US" sz="2800" b="1" i="0" u="none" strike="noStrike" kern="1200" cap="none" spc="0" normalizeH="0" baseline="0" noProof="1">
                <a:ln>
                  <a:noFill/>
                </a:ln>
                <a:solidFill>
                  <a:schemeClr val="tx1"/>
                </a:solidFill>
                <a:effectLst/>
                <a:uLnTx/>
                <a:uFillTx/>
                <a:latin typeface="宋体" panose="02010600030101010101" pitchFamily="2" charset="-122"/>
                <a:ea typeface="宋体" panose="02010600030101010101" pitchFamily="2" charset="-122"/>
                <a:cs typeface="+mn-cs"/>
                <a:sym typeface="+mn-ea"/>
              </a:rPr>
              <a:t>，另一类是</a:t>
            </a:r>
            <a:r>
              <a:rPr kumimoji="0" lang="zh-CN" altLang="en-US" sz="2800" b="1" i="0" u="none" strike="noStrike" kern="1200" cap="none" spc="0" normalizeH="0" baseline="0" noProof="1">
                <a:ln>
                  <a:noFill/>
                </a:ln>
                <a:solidFill>
                  <a:srgbClr val="0070C0"/>
                </a:solidFill>
                <a:effectLst/>
                <a:uLnTx/>
                <a:uFillTx/>
                <a:latin typeface="宋体" panose="02010600030101010101" pitchFamily="2" charset="-122"/>
                <a:ea typeface="宋体" panose="02010600030101010101" pitchFamily="2" charset="-122"/>
                <a:cs typeface="+mn-cs"/>
                <a:sym typeface="+mn-ea"/>
              </a:rPr>
              <a:t>非概率模型</a:t>
            </a:r>
            <a:r>
              <a:rPr kumimoji="0" lang="zh-CN" altLang="en-US" sz="2800" b="1" i="0" u="none" strike="noStrike" kern="1200" cap="none" spc="0" normalizeH="0" baseline="0" noProof="1">
                <a:ln>
                  <a:noFill/>
                </a:ln>
                <a:solidFill>
                  <a:schemeClr val="tx1"/>
                </a:solidFill>
                <a:effectLst/>
                <a:uLnTx/>
                <a:uFillTx/>
                <a:latin typeface="宋体" panose="02010600030101010101" pitchFamily="2" charset="-122"/>
                <a:ea typeface="宋体" panose="02010600030101010101" pitchFamily="2" charset="-122"/>
                <a:cs typeface="+mn-cs"/>
                <a:sym typeface="+mn-ea"/>
              </a:rPr>
              <a:t>。</a:t>
            </a:r>
            <a:endParaRPr kumimoji="0" lang="zh-CN" altLang="en-US" sz="3200" b="1" i="0" u="none" strike="noStrike" kern="1200" cap="none" spc="0" normalizeH="0" baseline="0" noProof="1">
              <a:ln>
                <a:noFill/>
              </a:ln>
              <a:solidFill>
                <a:schemeClr val="tx1"/>
              </a:solidFill>
              <a:effectLst/>
              <a:uLnTx/>
              <a:uFillTx/>
              <a:latin typeface="宋体" panose="02010600030101010101" pitchFamily="2" charset="-122"/>
              <a:ea typeface="宋体" panose="02010600030101010101" pitchFamily="2" charset="-122"/>
              <a:cs typeface="+mn-cs"/>
            </a:endParaRPr>
          </a:p>
          <a:p>
            <a:pPr marL="273050" marR="0" lvl="0" indent="-273050" algn="just" defTabSz="914400" rtl="0" eaLnBrk="1" fontAlgn="base" latinLnBrk="0" hangingPunct="1">
              <a:lnSpc>
                <a:spcPct val="100000"/>
              </a:lnSpc>
              <a:spcBef>
                <a:spcPts val="575"/>
              </a:spcBef>
              <a:spcAft>
                <a:spcPct val="0"/>
              </a:spcAft>
              <a:buClr>
                <a:srgbClr val="D34817"/>
              </a:buClr>
              <a:buSzPct val="85000"/>
              <a:buFont typeface="Wingdings" panose="05000000000000000000" pitchFamily="2" charset="2"/>
              <a:buChar char="n"/>
              <a:defRPr/>
            </a:pPr>
            <a:r>
              <a:rPr kumimoji="0" lang="zh-CN" altLang="en-US" sz="3200" b="1" i="0" u="none" strike="noStrike" kern="1200" cap="none" spc="0" normalizeH="0" baseline="0" noProof="1">
                <a:ln>
                  <a:noFill/>
                </a:ln>
                <a:solidFill>
                  <a:srgbClr val="0070C0"/>
                </a:solidFill>
                <a:effectLst/>
                <a:uLnTx/>
                <a:uFillTx/>
                <a:latin typeface="宋体" panose="02010600030101010101" pitchFamily="2" charset="-122"/>
                <a:ea typeface="宋体" panose="02010600030101010101" pitchFamily="2" charset="-122"/>
                <a:cs typeface="+mn-cs"/>
                <a:sym typeface="+mn-ea"/>
              </a:rPr>
              <a:t>概率模型：</a:t>
            </a:r>
            <a:endParaRPr kumimoji="0" lang="en-US" altLang="zh-CN" sz="3200" b="1" i="0" u="none" strike="noStrike" kern="1200" cap="none" spc="0" normalizeH="0" baseline="0" noProof="1">
              <a:ln>
                <a:noFill/>
              </a:ln>
              <a:solidFill>
                <a:srgbClr val="0070C0"/>
              </a:solidFill>
              <a:effectLst/>
              <a:uLnTx/>
              <a:uFillTx/>
              <a:latin typeface="宋体" panose="02010600030101010101" pitchFamily="2" charset="-122"/>
              <a:ea typeface="宋体" panose="02010600030101010101" pitchFamily="2" charset="-122"/>
              <a:cs typeface="+mn-cs"/>
            </a:endParaRPr>
          </a:p>
          <a:p>
            <a:pPr marL="273050" marR="0" lvl="0" indent="-273050" algn="just" defTabSz="914400" rtl="0" eaLnBrk="1" fontAlgn="base" latinLnBrk="0" hangingPunct="1">
              <a:lnSpc>
                <a:spcPct val="100000"/>
              </a:lnSpc>
              <a:spcBef>
                <a:spcPts val="575"/>
              </a:spcBef>
              <a:spcAft>
                <a:spcPct val="0"/>
              </a:spcAft>
              <a:buClr>
                <a:srgbClr val="D34817"/>
              </a:buClr>
              <a:buSzPct val="85000"/>
              <a:buFontTx/>
              <a:buNone/>
              <a:defRPr/>
            </a:pPr>
            <a:r>
              <a:rPr kumimoji="0" lang="zh-CN" altLang="en-US" sz="2800" b="1" i="0" u="none" strike="noStrike" kern="1200" cap="none" spc="0" normalizeH="0" baseline="0" noProof="1">
                <a:ln>
                  <a:noFill/>
                </a:ln>
                <a:solidFill>
                  <a:srgbClr val="000000"/>
                </a:solidFill>
                <a:effectLst/>
                <a:uLnTx/>
                <a:uFillTx/>
                <a:latin typeface="Calibri" panose="020F0502020204030204" pitchFamily="34" charset="0"/>
                <a:ea typeface="宋体" panose="02010600030101010101" pitchFamily="2" charset="-122"/>
                <a:cs typeface="+mn-cs"/>
              </a:rPr>
              <a:t>          概率模型的形式是</a:t>
            </a:r>
            <a:r>
              <a:rPr kumimoji="0" lang="zh-CN" altLang="en-US" sz="2800" b="1" i="0" u="none" strike="noStrike" kern="1200" cap="none" spc="0" normalizeH="0" baseline="0" noProof="1">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P(Y|X)</a:t>
            </a:r>
            <a:r>
              <a:rPr kumimoji="0" lang="zh-CN" altLang="en-US" sz="2800" b="1" i="0" u="none" strike="noStrike" kern="1200" cap="none" spc="0" normalizeH="0" baseline="0" noProof="1">
                <a:ln>
                  <a:noFill/>
                </a:ln>
                <a:solidFill>
                  <a:srgbClr val="000000"/>
                </a:solidFill>
                <a:effectLst/>
                <a:uLnTx/>
                <a:uFillTx/>
                <a:latin typeface="Calibri" panose="020F0502020204030204" pitchFamily="34" charset="0"/>
                <a:ea typeface="宋体" panose="02010600030101010101" pitchFamily="2" charset="-122"/>
                <a:cs typeface="+mn-cs"/>
              </a:rPr>
              <a:t>。如果输入是</a:t>
            </a:r>
            <a:r>
              <a:rPr kumimoji="0" lang="zh-CN" altLang="en-US" sz="2800" b="1" i="0" u="none" strike="noStrike" kern="1200" cap="none" spc="0" normalizeH="0" baseline="0" noProof="1">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X</a:t>
            </a:r>
            <a:r>
              <a:rPr kumimoji="0" lang="zh-CN" altLang="en-US" sz="2800" b="1" i="0" u="none" strike="noStrike" kern="1200" cap="none" spc="0" normalizeH="0" baseline="0" noProof="1">
                <a:ln>
                  <a:noFill/>
                </a:ln>
                <a:solidFill>
                  <a:srgbClr val="000000"/>
                </a:solidFill>
                <a:effectLst/>
                <a:uLnTx/>
                <a:uFillTx/>
                <a:latin typeface="Calibri" panose="020F0502020204030204" pitchFamily="34" charset="0"/>
                <a:ea typeface="宋体" panose="02010600030101010101" pitchFamily="2" charset="-122"/>
                <a:cs typeface="+mn-cs"/>
              </a:rPr>
              <a:t>，输出是</a:t>
            </a:r>
            <a:r>
              <a:rPr kumimoji="0" lang="zh-CN" altLang="en-US" sz="2800" b="1" i="0" u="none" strike="noStrike" kern="1200" cap="none" spc="0" normalizeH="0" baseline="0" noProof="1">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Y</a:t>
            </a:r>
            <a:r>
              <a:rPr kumimoji="0" lang="zh-CN" altLang="en-US" sz="2800" b="1" i="0" u="none" strike="noStrike" kern="1200" cap="none" spc="0" normalizeH="0" baseline="0" noProof="1">
                <a:ln>
                  <a:noFill/>
                </a:ln>
                <a:solidFill>
                  <a:srgbClr val="000000"/>
                </a:solidFill>
                <a:effectLst/>
                <a:uLnTx/>
                <a:uFillTx/>
                <a:latin typeface="Calibri" panose="020F0502020204030204" pitchFamily="34" charset="0"/>
                <a:ea typeface="宋体" panose="02010600030101010101" pitchFamily="2" charset="-122"/>
                <a:cs typeface="+mn-cs"/>
              </a:rPr>
              <a:t>，训练后模型得到的输出不是一个具体的值，而是一系列的概率值。</a:t>
            </a:r>
            <a:endParaRPr kumimoji="0" lang="zh-CN" altLang="en-US" sz="2800" b="1" i="0" u="none" strike="noStrike" kern="1200" cap="none" spc="0" normalizeH="0" baseline="0" noProof="1">
              <a:ln>
                <a:noFill/>
              </a:ln>
              <a:solidFill>
                <a:srgbClr val="000000"/>
              </a:solidFill>
              <a:effectLst/>
              <a:uLnTx/>
              <a:uFillTx/>
              <a:latin typeface="Calibri" panose="020F0502020204030204" pitchFamily="34" charset="0"/>
              <a:ea typeface="宋体" panose="02010600030101010101" pitchFamily="2" charset="-122"/>
              <a:cs typeface="+mn-cs"/>
            </a:endParaRPr>
          </a:p>
          <a:p>
            <a:pPr marL="273050" marR="0" lvl="0" indent="-273050" algn="just" defTabSz="914400" rtl="0" eaLnBrk="1" fontAlgn="base" latinLnBrk="0" hangingPunct="1">
              <a:lnSpc>
                <a:spcPct val="100000"/>
              </a:lnSpc>
              <a:spcBef>
                <a:spcPts val="575"/>
              </a:spcBef>
              <a:spcAft>
                <a:spcPct val="0"/>
              </a:spcAft>
              <a:buClr>
                <a:srgbClr val="D34817"/>
              </a:buClr>
              <a:buSzPct val="85000"/>
              <a:buFontTx/>
              <a:buNone/>
              <a:defRPr/>
            </a:pPr>
            <a:r>
              <a:rPr kumimoji="0" lang="en-US" altLang="zh-CN" sz="2800" b="1" i="0" u="none" strike="noStrike" kern="1200" cap="none" spc="0" normalizeH="0" baseline="0" noProof="1">
                <a:ln>
                  <a:noFill/>
                </a:ln>
                <a:solidFill>
                  <a:srgbClr val="000000"/>
                </a:solidFill>
                <a:effectLst/>
                <a:uLnTx/>
                <a:uFillTx/>
                <a:latin typeface="Calibri" panose="020F0502020204030204" pitchFamily="34" charset="0"/>
                <a:ea typeface="宋体" panose="02010600030101010101" pitchFamily="2" charset="-122"/>
                <a:cs typeface="+mn-cs"/>
              </a:rPr>
              <a:t>		</a:t>
            </a:r>
            <a:r>
              <a:rPr kumimoji="0" lang="zh-CN" altLang="en-US" sz="2800" b="1" i="0" u="none" strike="noStrike" kern="1200" cap="none" spc="0" normalizeH="0" baseline="0" noProof="1">
                <a:ln>
                  <a:noFill/>
                </a:ln>
                <a:solidFill>
                  <a:srgbClr val="000000"/>
                </a:solidFill>
                <a:effectLst/>
                <a:uLnTx/>
                <a:uFillTx/>
                <a:latin typeface="Calibri" panose="020F0502020204030204" pitchFamily="34" charset="0"/>
                <a:ea typeface="宋体" panose="02010600030101010101" pitchFamily="2" charset="-122"/>
                <a:cs typeface="+mn-cs"/>
              </a:rPr>
              <a:t>对于聚类问题来说，就是输入</a:t>
            </a:r>
            <a:r>
              <a:rPr kumimoji="0" lang="zh-CN" altLang="en-US" sz="2800" b="1" i="0" u="none" strike="noStrike" kern="1200" cap="none" spc="0" normalizeH="0" baseline="0" noProof="1">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X</a:t>
            </a:r>
            <a:r>
              <a:rPr kumimoji="0" lang="zh-CN" altLang="en-US" sz="2800" b="1" i="0" u="none" strike="noStrike" kern="1200" cap="none" spc="0" normalizeH="0" baseline="0" noProof="1">
                <a:ln>
                  <a:noFill/>
                </a:ln>
                <a:solidFill>
                  <a:srgbClr val="000000"/>
                </a:solidFill>
                <a:effectLst/>
                <a:uLnTx/>
                <a:uFillTx/>
                <a:latin typeface="Calibri" panose="020F0502020204030204" pitchFamily="34" charset="0"/>
                <a:ea typeface="宋体" panose="02010600030101010101" pitchFamily="2" charset="-122"/>
                <a:cs typeface="+mn-cs"/>
              </a:rPr>
              <a:t>对应于各个不同聚类簇</a:t>
            </a:r>
            <a:r>
              <a:rPr kumimoji="0" lang="zh-CN" altLang="en-US" sz="2800" b="1" i="0" u="none" strike="noStrike" kern="1200" cap="none" spc="0" normalizeH="0" baseline="0" noProof="1">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Y</a:t>
            </a:r>
            <a:r>
              <a:rPr kumimoji="0" lang="zh-CN" altLang="en-US" sz="2800" b="1" i="0" u="none" strike="noStrike" kern="1200" cap="none" spc="0" normalizeH="0" baseline="0" noProof="1">
                <a:ln>
                  <a:noFill/>
                </a:ln>
                <a:solidFill>
                  <a:srgbClr val="000000"/>
                </a:solidFill>
                <a:effectLst/>
                <a:uLnTx/>
                <a:uFillTx/>
                <a:latin typeface="Calibri" panose="020F0502020204030204" pitchFamily="34" charset="0"/>
                <a:ea typeface="宋体" panose="02010600030101010101" pitchFamily="2" charset="-122"/>
                <a:cs typeface="+mn-cs"/>
              </a:rPr>
              <a:t>的概率，称作软聚类。</a:t>
            </a:r>
            <a:endParaRPr kumimoji="0" lang="zh-CN" altLang="en-US" sz="2800" b="1" i="0" u="none" strike="noStrike" kern="1200" cap="none" spc="0" normalizeH="0" baseline="0" noProof="1">
              <a:ln>
                <a:noFill/>
              </a:ln>
              <a:solidFill>
                <a:srgbClr val="000000"/>
              </a:solidFill>
              <a:effectLst/>
              <a:uLnTx/>
              <a:uFillTx/>
              <a:latin typeface="Calibri" panose="020F0502020204030204" pitchFamily="34" charset="0"/>
              <a:ea typeface="宋体" panose="02010600030101010101" pitchFamily="2" charset="-122"/>
              <a:cs typeface="+mn-cs"/>
            </a:endParaRPr>
          </a:p>
        </p:txBody>
      </p:sp>
    </p:spTree>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7650" name="Rectangle 5"/>
          <p:cNvSpPr/>
          <p:nvPr/>
        </p:nvSpPr>
        <p:spPr>
          <a:xfrm>
            <a:off x="0" y="0"/>
            <a:ext cx="9144000" cy="0"/>
          </a:xfrm>
          <a:prstGeom prst="rect">
            <a:avLst/>
          </a:prstGeom>
          <a:noFill/>
          <a:ln w="9525">
            <a:noFill/>
          </a:ln>
        </p:spPr>
        <p:txBody>
          <a:bodyPr wrap="none" anchor="ctr" anchorCtr="0">
            <a:spAutoFit/>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华文新魏" panose="02010800040101010101" pitchFamily="2" charset="-122"/>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ea typeface="+mn-ea"/>
                <a:cs typeface="华文新魏" panose="02010800040101010101" pitchFamily="2" charset="-122"/>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ea typeface="+mn-ea"/>
                <a:cs typeface="华文新魏" panose="02010800040101010101" pitchFamily="2" charset="-122"/>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ea typeface="+mn-ea"/>
                <a:cs typeface="华文新魏" panose="02010800040101010101" pitchFamily="2" charset="-122"/>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ea typeface="+mn-ea"/>
                <a:cs typeface="华文新魏" panose="02010800040101010101" pitchFamily="2" charset="-122"/>
              </a:defRPr>
            </a:lvl5pPr>
          </a:lstStyle>
          <a:p>
            <a:pPr marL="0" lvl="0" indent="0" eaLnBrk="1" hangingPunct="1">
              <a:spcBef>
                <a:spcPct val="0"/>
              </a:spcBef>
              <a:buClrTx/>
              <a:buSzTx/>
              <a:buFontTx/>
              <a:buNone/>
            </a:pPr>
            <a:endParaRPr lang="zh-CN" altLang="en-US" sz="1800" dirty="0">
              <a:latin typeface="Arial" panose="020B0604020202020204" pitchFamily="34" charset="0"/>
            </a:endParaRPr>
          </a:p>
        </p:txBody>
      </p:sp>
      <p:sp>
        <p:nvSpPr>
          <p:cNvPr id="27651" name="Text Box 5"/>
          <p:cNvSpPr txBox="1"/>
          <p:nvPr/>
        </p:nvSpPr>
        <p:spPr>
          <a:xfrm>
            <a:off x="3743325" y="0"/>
            <a:ext cx="5400675" cy="706438"/>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华文新魏" panose="02010800040101010101" pitchFamily="2" charset="-122"/>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ea typeface="+mn-ea"/>
                <a:cs typeface="华文新魏" panose="02010800040101010101" pitchFamily="2" charset="-122"/>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ea typeface="+mn-ea"/>
                <a:cs typeface="华文新魏" panose="02010800040101010101" pitchFamily="2" charset="-122"/>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ea typeface="+mn-ea"/>
                <a:cs typeface="华文新魏" panose="02010800040101010101" pitchFamily="2" charset="-122"/>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ea typeface="+mn-ea"/>
                <a:cs typeface="华文新魏" panose="02010800040101010101" pitchFamily="2" charset="-122"/>
              </a:defRPr>
            </a:lvl5pPr>
          </a:lstStyle>
          <a:p>
            <a:pPr marL="0" lvl="0" indent="0" algn="ctr" eaLnBrk="1" hangingPunct="1">
              <a:spcBef>
                <a:spcPct val="0"/>
              </a:spcBef>
              <a:buClrTx/>
              <a:buSzTx/>
              <a:buFontTx/>
              <a:buNone/>
            </a:pPr>
            <a:r>
              <a:rPr lang="en-US" altLang="zh-CN" sz="4000" b="1" dirty="0">
                <a:solidFill>
                  <a:srgbClr val="0000FF"/>
                </a:solidFill>
                <a:latin typeface="Arial" panose="020B0604020202020204" pitchFamily="34" charset="0"/>
              </a:rPr>
              <a:t>4.1 </a:t>
            </a:r>
            <a:r>
              <a:rPr lang="en-US" altLang="zh-CN" sz="4000" b="1" dirty="0">
                <a:solidFill>
                  <a:srgbClr val="0000FF"/>
                </a:solidFill>
                <a:latin typeface="Arial" panose="020B0604020202020204" pitchFamily="34" charset="0"/>
                <a:sym typeface="宋体" panose="02010600030101010101" pitchFamily="2" charset="-122"/>
              </a:rPr>
              <a:t>高斯混合模型</a:t>
            </a:r>
            <a:endParaRPr lang="en-US" altLang="zh-CN" sz="4000" b="1" dirty="0">
              <a:solidFill>
                <a:srgbClr val="0000FF"/>
              </a:solidFill>
              <a:latin typeface="Arial" panose="020B0604020202020204" pitchFamily="34" charset="0"/>
              <a:sym typeface="宋体" panose="02010600030101010101" pitchFamily="2" charset="-122"/>
            </a:endParaRPr>
          </a:p>
        </p:txBody>
      </p:sp>
      <p:sp>
        <p:nvSpPr>
          <p:cNvPr id="27652" name="Rectangle 5"/>
          <p:cNvSpPr/>
          <p:nvPr/>
        </p:nvSpPr>
        <p:spPr>
          <a:xfrm>
            <a:off x="787400" y="1428750"/>
            <a:ext cx="7629525" cy="3378200"/>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华文新魏" panose="02010800040101010101" pitchFamily="2" charset="-122"/>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ea typeface="+mn-ea"/>
                <a:cs typeface="华文新魏" panose="02010800040101010101" pitchFamily="2" charset="-122"/>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ea typeface="+mn-ea"/>
                <a:cs typeface="华文新魏" panose="02010800040101010101" pitchFamily="2" charset="-122"/>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ea typeface="+mn-ea"/>
                <a:cs typeface="华文新魏" panose="02010800040101010101" pitchFamily="2" charset="-122"/>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ea typeface="+mn-ea"/>
                <a:cs typeface="华文新魏" panose="02010800040101010101" pitchFamily="2" charset="-122"/>
              </a:defRPr>
            </a:lvl5pPr>
          </a:lstStyle>
          <a:p>
            <a:pPr marL="273050" lvl="0" indent="-273050" eaLnBrk="1" hangingPunct="1">
              <a:spcBef>
                <a:spcPts val="575"/>
              </a:spcBef>
              <a:buClr>
                <a:srgbClr val="D34817"/>
              </a:buClr>
              <a:buSzPct val="85000"/>
            </a:pPr>
            <a:r>
              <a:rPr lang="zh-CN" altLang="en-US" b="1" dirty="0">
                <a:solidFill>
                  <a:srgbClr val="0070C0"/>
                </a:solidFill>
                <a:latin typeface="宋体" panose="02010600030101010101" pitchFamily="2" charset="-122"/>
                <a:sym typeface="宋体" panose="02010600030101010101" pitchFamily="2" charset="-122"/>
              </a:rPr>
              <a:t>非概率模型：</a:t>
            </a:r>
            <a:endParaRPr lang="en-US" altLang="zh-CN" b="1" dirty="0">
              <a:solidFill>
                <a:srgbClr val="0070C0"/>
              </a:solidFill>
              <a:latin typeface="宋体" panose="02010600030101010101" pitchFamily="2" charset="-122"/>
            </a:endParaRPr>
          </a:p>
          <a:p>
            <a:pPr marL="273050" lvl="0" indent="-273050" algn="just" eaLnBrk="1" hangingPunct="1">
              <a:spcBef>
                <a:spcPts val="575"/>
              </a:spcBef>
              <a:buClr>
                <a:srgbClr val="D34817"/>
              </a:buClr>
              <a:buSzPct val="85000"/>
              <a:buFontTx/>
              <a:buNone/>
            </a:pPr>
            <a:r>
              <a:rPr lang="zh-CN" altLang="en-US" b="1" dirty="0">
                <a:solidFill>
                  <a:srgbClr val="000000"/>
                </a:solidFill>
              </a:rPr>
              <a:t>         </a:t>
            </a:r>
            <a:r>
              <a:rPr lang="zh-CN" altLang="en-US" sz="2800" b="1" dirty="0">
                <a:solidFill>
                  <a:srgbClr val="000000"/>
                </a:solidFill>
              </a:rPr>
              <a:t>非</a:t>
            </a:r>
            <a:r>
              <a:rPr lang="zh-CN" altLang="en-US" sz="2800" b="1" dirty="0">
                <a:solidFill>
                  <a:srgbClr val="000000"/>
                </a:solidFill>
                <a:sym typeface="宋体" panose="02010600030101010101" pitchFamily="2" charset="-122"/>
              </a:rPr>
              <a:t>概率模型的形式</a:t>
            </a:r>
            <a:r>
              <a:rPr lang="zh-CN" altLang="en-US" sz="2800" b="1" dirty="0">
                <a:solidFill>
                  <a:srgbClr val="000000"/>
                </a:solidFill>
              </a:rPr>
              <a:t>是一个决策函数</a:t>
            </a:r>
            <a:r>
              <a:rPr lang="zh-CN" altLang="en-US" sz="2800" b="1" dirty="0">
                <a:solidFill>
                  <a:srgbClr val="000000"/>
                </a:solidFill>
                <a:latin typeface="Times New Roman" panose="02020603050405020304" pitchFamily="18" charset="0"/>
              </a:rPr>
              <a:t>Y=f(X)</a:t>
            </a:r>
            <a:r>
              <a:rPr lang="zh-CN" altLang="en-US" sz="2800" b="1" dirty="0">
                <a:solidFill>
                  <a:srgbClr val="000000"/>
                </a:solidFill>
              </a:rPr>
              <a:t>，</a:t>
            </a:r>
            <a:r>
              <a:rPr lang="zh-CN" altLang="en-US" sz="2800" b="1" dirty="0">
                <a:solidFill>
                  <a:srgbClr val="000000"/>
                </a:solidFill>
                <a:sym typeface="宋体" panose="02010600030101010101" pitchFamily="2" charset="-122"/>
              </a:rPr>
              <a:t>如果输入是</a:t>
            </a:r>
            <a:r>
              <a:rPr lang="zh-CN" altLang="en-US" sz="2800" b="1" dirty="0">
                <a:solidFill>
                  <a:srgbClr val="000000"/>
                </a:solidFill>
                <a:latin typeface="Times New Roman" panose="02020603050405020304" pitchFamily="18" charset="0"/>
                <a:sym typeface="宋体" panose="02010600030101010101" pitchFamily="2" charset="-122"/>
              </a:rPr>
              <a:t>X</a:t>
            </a:r>
            <a:r>
              <a:rPr lang="zh-CN" altLang="en-US" sz="2800" b="1" dirty="0">
                <a:solidFill>
                  <a:srgbClr val="000000"/>
                </a:solidFill>
                <a:sym typeface="宋体" panose="02010600030101010101" pitchFamily="2" charset="-122"/>
              </a:rPr>
              <a:t>，输出是</a:t>
            </a:r>
            <a:r>
              <a:rPr lang="zh-CN" altLang="en-US" sz="2800" b="1" dirty="0">
                <a:solidFill>
                  <a:srgbClr val="000000"/>
                </a:solidFill>
                <a:latin typeface="Times New Roman" panose="02020603050405020304" pitchFamily="18" charset="0"/>
                <a:sym typeface="宋体" panose="02010600030101010101" pitchFamily="2" charset="-122"/>
              </a:rPr>
              <a:t>Y</a:t>
            </a:r>
            <a:r>
              <a:rPr lang="zh-CN" altLang="en-US" sz="2800" b="1" dirty="0">
                <a:solidFill>
                  <a:srgbClr val="000000"/>
                </a:solidFill>
                <a:sym typeface="宋体" panose="02010600030101010101" pitchFamily="2" charset="-122"/>
              </a:rPr>
              <a:t>，训练后模型得到的输出是一个具体的值</a:t>
            </a:r>
            <a:r>
              <a:rPr lang="zh-CN" altLang="en-US" sz="2800" b="1" dirty="0">
                <a:solidFill>
                  <a:srgbClr val="000000"/>
                </a:solidFill>
              </a:rPr>
              <a:t>。</a:t>
            </a:r>
            <a:endParaRPr lang="zh-CN" altLang="en-US" sz="2800" b="1" dirty="0">
              <a:solidFill>
                <a:srgbClr val="000000"/>
              </a:solidFill>
            </a:endParaRPr>
          </a:p>
          <a:p>
            <a:pPr marL="273050" lvl="0" indent="-273050" algn="just" eaLnBrk="1" hangingPunct="1">
              <a:spcBef>
                <a:spcPts val="575"/>
              </a:spcBef>
              <a:buClr>
                <a:srgbClr val="D34817"/>
              </a:buClr>
              <a:buSzPct val="85000"/>
              <a:buFontTx/>
              <a:buNone/>
            </a:pPr>
            <a:r>
              <a:rPr lang="zh-CN" altLang="en-US" sz="2800" b="1" dirty="0">
                <a:solidFill>
                  <a:srgbClr val="000000"/>
                </a:solidFill>
              </a:rPr>
              <a:t>          对于聚类问题来说，输入数据</a:t>
            </a:r>
            <a:r>
              <a:rPr lang="zh-CN" altLang="en-US" sz="2800" b="1" dirty="0">
                <a:solidFill>
                  <a:srgbClr val="000000"/>
                </a:solidFill>
                <a:latin typeface="Times New Roman" panose="02020603050405020304" pitchFamily="18" charset="0"/>
              </a:rPr>
              <a:t>X</a:t>
            </a:r>
            <a:r>
              <a:rPr lang="zh-CN" altLang="en-US" sz="2800" b="1" dirty="0">
                <a:solidFill>
                  <a:srgbClr val="000000"/>
                </a:solidFill>
              </a:rPr>
              <a:t>后就可以通过模型映射得到唯一的判决结果</a:t>
            </a:r>
            <a:r>
              <a:rPr lang="zh-CN" altLang="en-US" sz="2800" b="1" dirty="0">
                <a:solidFill>
                  <a:srgbClr val="000000"/>
                </a:solidFill>
                <a:latin typeface="Times New Roman" panose="02020603050405020304" pitchFamily="18" charset="0"/>
              </a:rPr>
              <a:t>Y</a:t>
            </a:r>
            <a:r>
              <a:rPr lang="zh-CN" altLang="en-US" sz="2800" b="1" dirty="0">
                <a:solidFill>
                  <a:srgbClr val="000000"/>
                </a:solidFill>
              </a:rPr>
              <a:t>，在无监督学习中称作硬聚类。</a:t>
            </a:r>
            <a:endParaRPr lang="zh-CN" altLang="en-US" sz="2800" b="1" dirty="0">
              <a:solidFill>
                <a:srgbClr val="000000"/>
              </a:solidFill>
            </a:endParaRPr>
          </a:p>
        </p:txBody>
      </p:sp>
      <p:sp>
        <p:nvSpPr>
          <p:cNvPr id="6" name="文本框 5"/>
          <p:cNvSpPr txBox="1"/>
          <p:nvPr/>
        </p:nvSpPr>
        <p:spPr>
          <a:xfrm>
            <a:off x="1115616" y="5067195"/>
            <a:ext cx="3744416" cy="724109"/>
          </a:xfrm>
          <a:prstGeom prst="rect">
            <a:avLst/>
          </a:prstGeom>
          <a:noFill/>
        </p:spPr>
        <p:txBody>
          <a:bodyPr>
            <a:spAutoFit/>
          </a:bodyPr>
          <a:lstStyle/>
          <a:p>
            <a:pPr marR="0" defTabSz="914400">
              <a:lnSpc>
                <a:spcPct val="120000"/>
              </a:lnSpc>
              <a:buClrTx/>
              <a:buSzTx/>
              <a:buFontTx/>
              <a:buNone/>
              <a:defRPr/>
            </a:pPr>
            <a:r>
              <a:rPr kumimoji="0" lang="zh-CN" altLang="en-US" b="1" kern="1200" cap="none" spc="0" normalizeH="0" baseline="0" noProof="0" dirty="0">
                <a:solidFill>
                  <a:srgbClr val="000000"/>
                </a:solidFill>
                <a:highlight>
                  <a:srgbClr val="00FFFF"/>
                </a:highlight>
                <a:latin typeface="Arial" panose="020B0604020202020204" pitchFamily="34" charset="0"/>
                <a:ea typeface="宋体" panose="02010600030101010101" pitchFamily="2" charset="-122"/>
                <a:cs typeface="+mn-cs"/>
              </a:rPr>
              <a:t>硬聚类：一个样本只能属于一个类</a:t>
            </a:r>
            <a:endParaRPr kumimoji="0" lang="en-US" altLang="zh-CN" b="1" kern="1200" cap="none" spc="0" normalizeH="0" baseline="0" noProof="0" dirty="0">
              <a:solidFill>
                <a:srgbClr val="000000"/>
              </a:solidFill>
              <a:highlight>
                <a:srgbClr val="00FFFF"/>
              </a:highlight>
              <a:latin typeface="Arial" panose="020B0604020202020204" pitchFamily="34" charset="0"/>
              <a:ea typeface="宋体" panose="02010600030101010101" pitchFamily="2" charset="-122"/>
              <a:cs typeface="+mn-cs"/>
            </a:endParaRPr>
          </a:p>
          <a:p>
            <a:pPr marR="0" defTabSz="914400">
              <a:lnSpc>
                <a:spcPct val="120000"/>
              </a:lnSpc>
              <a:buClrTx/>
              <a:buSzTx/>
              <a:buFontTx/>
              <a:buNone/>
              <a:defRPr/>
            </a:pPr>
            <a:r>
              <a:rPr kumimoji="0" lang="zh-CN" altLang="en-US" b="1" kern="1200" cap="none" spc="0" normalizeH="0" baseline="0" noProof="0" dirty="0">
                <a:solidFill>
                  <a:srgbClr val="000000"/>
                </a:solidFill>
                <a:highlight>
                  <a:srgbClr val="00FFFF"/>
                </a:highlight>
                <a:latin typeface="Arial" panose="020B0604020202020204" pitchFamily="34" charset="0"/>
                <a:ea typeface="宋体" panose="02010600030101010101" pitchFamily="2" charset="-122"/>
                <a:cs typeface="+mn-cs"/>
              </a:rPr>
              <a:t>软聚类：一个样本可以属于多个类</a:t>
            </a:r>
            <a:endParaRPr kumimoji="0" lang="zh-CN" altLang="en-US" kern="1200" cap="none" spc="0" normalizeH="0" baseline="0" noProof="0" dirty="0">
              <a:highlight>
                <a:srgbClr val="00FFFF"/>
              </a:highlight>
              <a:latin typeface="Arial" panose="020B0604020202020204" pitchFamily="34" charset="0"/>
              <a:ea typeface="宋体" panose="02010600030101010101" pitchFamily="2" charset="-122"/>
              <a:cs typeface="+mn-cs"/>
            </a:endParaRPr>
          </a:p>
        </p:txBody>
      </p:sp>
    </p:spTree>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8674" name="Rectangle 5"/>
          <p:cNvSpPr/>
          <p:nvPr/>
        </p:nvSpPr>
        <p:spPr>
          <a:xfrm>
            <a:off x="0" y="0"/>
            <a:ext cx="9144000" cy="0"/>
          </a:xfrm>
          <a:prstGeom prst="rect">
            <a:avLst/>
          </a:prstGeom>
          <a:noFill/>
          <a:ln w="9525">
            <a:noFill/>
          </a:ln>
        </p:spPr>
        <p:txBody>
          <a:bodyPr wrap="none" anchor="ctr" anchorCtr="0">
            <a:spAutoFit/>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华文新魏" panose="02010800040101010101" pitchFamily="2" charset="-122"/>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ea typeface="+mn-ea"/>
                <a:cs typeface="华文新魏" panose="02010800040101010101" pitchFamily="2" charset="-122"/>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ea typeface="+mn-ea"/>
                <a:cs typeface="华文新魏" panose="02010800040101010101" pitchFamily="2" charset="-122"/>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ea typeface="+mn-ea"/>
                <a:cs typeface="华文新魏" panose="02010800040101010101" pitchFamily="2" charset="-122"/>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ea typeface="+mn-ea"/>
                <a:cs typeface="华文新魏" panose="02010800040101010101" pitchFamily="2" charset="-122"/>
              </a:defRPr>
            </a:lvl5pPr>
          </a:lstStyle>
          <a:p>
            <a:pPr marL="0" lvl="0" indent="0" eaLnBrk="1" hangingPunct="1">
              <a:spcBef>
                <a:spcPct val="0"/>
              </a:spcBef>
              <a:buClrTx/>
              <a:buSzTx/>
              <a:buFontTx/>
              <a:buNone/>
            </a:pPr>
            <a:endParaRPr lang="zh-CN" altLang="en-US" sz="1800" dirty="0">
              <a:latin typeface="Arial" panose="020B0604020202020204" pitchFamily="34" charset="0"/>
            </a:endParaRPr>
          </a:p>
        </p:txBody>
      </p:sp>
      <p:sp>
        <p:nvSpPr>
          <p:cNvPr id="28675" name="Text Box 5"/>
          <p:cNvSpPr txBox="1"/>
          <p:nvPr/>
        </p:nvSpPr>
        <p:spPr>
          <a:xfrm>
            <a:off x="3743325" y="0"/>
            <a:ext cx="5400675" cy="584200"/>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华文新魏" panose="02010800040101010101" pitchFamily="2" charset="-122"/>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ea typeface="+mn-ea"/>
                <a:cs typeface="华文新魏" panose="02010800040101010101" pitchFamily="2" charset="-122"/>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ea typeface="+mn-ea"/>
                <a:cs typeface="华文新魏" panose="02010800040101010101" pitchFamily="2" charset="-122"/>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ea typeface="+mn-ea"/>
                <a:cs typeface="华文新魏" panose="02010800040101010101" pitchFamily="2" charset="-122"/>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ea typeface="+mn-ea"/>
                <a:cs typeface="华文新魏" panose="02010800040101010101" pitchFamily="2" charset="-122"/>
              </a:defRPr>
            </a:lvl5pPr>
          </a:lstStyle>
          <a:p>
            <a:pPr marL="0" lvl="0" indent="0" algn="ctr" eaLnBrk="1" hangingPunct="1">
              <a:spcBef>
                <a:spcPct val="0"/>
              </a:spcBef>
              <a:buClrTx/>
              <a:buSzTx/>
              <a:buFontTx/>
              <a:buNone/>
            </a:pPr>
            <a:r>
              <a:rPr lang="en-US" altLang="zh-CN" sz="4000" b="1" dirty="0">
                <a:solidFill>
                  <a:srgbClr val="0000FF"/>
                </a:solidFill>
                <a:latin typeface="Arial" panose="020B0604020202020204" pitchFamily="34" charset="0"/>
                <a:sym typeface="宋体" panose="02010600030101010101" pitchFamily="2" charset="-122"/>
              </a:rPr>
              <a:t>4.1 高斯混合模型</a:t>
            </a:r>
            <a:endParaRPr lang="en-US" altLang="zh-CN" sz="4000" b="1" dirty="0">
              <a:solidFill>
                <a:srgbClr val="0000FF"/>
              </a:solidFill>
              <a:latin typeface="Arial" panose="020B0604020202020204" pitchFamily="34" charset="0"/>
            </a:endParaRPr>
          </a:p>
        </p:txBody>
      </p:sp>
      <p:sp>
        <p:nvSpPr>
          <p:cNvPr id="5" name="Rectangle 5"/>
          <p:cNvSpPr/>
          <p:nvPr/>
        </p:nvSpPr>
        <p:spPr>
          <a:xfrm>
            <a:off x="657225" y="1192213"/>
            <a:ext cx="7970838" cy="4818063"/>
          </a:xfrm>
          <a:prstGeom prst="rect">
            <a:avLst/>
          </a:prstGeom>
          <a:noFill/>
          <a:ln w="9525">
            <a:noFill/>
          </a:ln>
        </p:spPr>
        <p:txBody>
          <a:bodyPr>
            <a:spAutoFit/>
          </a:bodyPr>
          <a:lstStyle/>
          <a:p>
            <a:pPr marL="0" marR="0" lvl="0" indent="0" algn="just" defTabSz="914400" rtl="0" eaLnBrk="1" fontAlgn="base" latinLnBrk="0" hangingPunct="1">
              <a:lnSpc>
                <a:spcPct val="100000"/>
              </a:lnSpc>
              <a:spcBef>
                <a:spcPts val="575"/>
              </a:spcBef>
              <a:spcAft>
                <a:spcPct val="0"/>
              </a:spcAft>
              <a:buClr>
                <a:srgbClr val="D34817"/>
              </a:buClr>
              <a:buSzPct val="85000"/>
              <a:buFont typeface="Wingdings" panose="05000000000000000000" pitchFamily="2" charset="2"/>
              <a:buNone/>
              <a:defRPr/>
            </a:pPr>
            <a:r>
              <a:rPr kumimoji="1" lang="en-US" altLang="zh-CN" sz="3200" b="1" i="0" u="none" strike="noStrike" kern="0" cap="none" spc="0" normalizeH="0" baseline="0" noProof="0" dirty="0">
                <a:ln>
                  <a:noFill/>
                </a:ln>
                <a:solidFill>
                  <a:srgbClr val="0000CC"/>
                </a:solidFill>
                <a:effectLst/>
                <a:uLnTx/>
                <a:uFillTx/>
                <a:latin typeface="宋体" panose="02010600030101010101" pitchFamily="2" charset="-122"/>
                <a:ea typeface="宋体" panose="02010600030101010101" pitchFamily="2" charset="-122"/>
                <a:cs typeface="Times New Roman" panose="02020603050405020304" pitchFamily="18" charset="0"/>
                <a:sym typeface="+mn-ea"/>
              </a:rPr>
              <a:t>高斯混合模型</a:t>
            </a:r>
            <a:r>
              <a:rPr kumimoji="1" lang="en-US" altLang="zh-CN" sz="3200" b="1" i="0" u="none" strike="noStrike" kern="0" cap="none" spc="0" normalizeH="0" baseline="0" noProof="0" dirty="0">
                <a:ln>
                  <a:noFill/>
                </a:ln>
                <a:solidFill>
                  <a:srgbClr val="0000CC"/>
                </a:solidFill>
                <a:effectLst/>
                <a:uLnTx/>
                <a:uFillTx/>
                <a:latin typeface="Times New Roman" panose="02020603050405020304" pitchFamily="18" charset="0"/>
                <a:ea typeface="黑体" panose="02010609060101010101" pitchFamily="49" charset="-122"/>
                <a:cs typeface="Times New Roman" panose="02020603050405020304" pitchFamily="18" charset="0"/>
                <a:sym typeface="+mn-ea"/>
              </a:rPr>
              <a:t>（GMM）</a:t>
            </a:r>
            <a:r>
              <a:rPr kumimoji="1" lang="zh-CN" altLang="en-US" sz="3600" b="1" i="0" u="none" strike="noStrike" kern="0" cap="none" spc="0" normalizeH="0" baseline="0" noProof="0" dirty="0">
                <a:ln>
                  <a:noFill/>
                </a:ln>
                <a:solidFill>
                  <a:srgbClr val="0000CC"/>
                </a:solidFill>
                <a:effectLst>
                  <a:outerShdw blurRad="38100" dist="38100" dir="2700000" algn="tl">
                    <a:srgbClr val="C0C0C0"/>
                  </a:outerShdw>
                </a:effectLst>
                <a:uLnTx/>
                <a:uFillTx/>
                <a:latin typeface="Times New Roman" panose="02020603050405020304" pitchFamily="18" charset="0"/>
                <a:ea typeface="黑体" panose="02010609060101010101" pitchFamily="49" charset="-122"/>
                <a:cs typeface="Times New Roman" panose="02020603050405020304" pitchFamily="18" charset="0"/>
                <a:sym typeface="+mn-ea"/>
              </a:rPr>
              <a:t>：</a:t>
            </a:r>
            <a:endParaRPr kumimoji="1" lang="zh-CN" altLang="en-US" sz="3600" b="1" i="0" u="none" strike="noStrike" kern="0" cap="none" spc="0" normalizeH="0" baseline="0" noProof="0" dirty="0">
              <a:ln>
                <a:noFill/>
              </a:ln>
              <a:solidFill>
                <a:srgbClr val="0000CC"/>
              </a:solidFill>
              <a:effectLst>
                <a:outerShdw blurRad="38100" dist="38100" dir="2700000" algn="tl">
                  <a:srgbClr val="C0C0C0"/>
                </a:outerShdw>
              </a:effectLst>
              <a:uLnTx/>
              <a:uFillTx/>
              <a:latin typeface="Times New Roman" panose="02020603050405020304" pitchFamily="18" charset="0"/>
              <a:ea typeface="黑体" panose="02010609060101010101" pitchFamily="49" charset="-122"/>
              <a:cs typeface="Times New Roman" panose="02020603050405020304" pitchFamily="18" charset="0"/>
              <a:sym typeface="+mn-ea"/>
            </a:endParaRPr>
          </a:p>
          <a:p>
            <a:pPr marL="514350" marR="0" lvl="0" indent="-514350" algn="just" defTabSz="914400" rtl="0" eaLnBrk="1" fontAlgn="base" latinLnBrk="0" hangingPunct="1">
              <a:lnSpc>
                <a:spcPct val="100000"/>
              </a:lnSpc>
              <a:spcBef>
                <a:spcPts val="575"/>
              </a:spcBef>
              <a:spcAft>
                <a:spcPct val="0"/>
              </a:spcAft>
              <a:buClr>
                <a:srgbClr val="D34817"/>
              </a:buClr>
              <a:buSzPct val="85000"/>
              <a:buFont typeface="Wingdings" panose="05000000000000000000" charset="0"/>
              <a:buChar char="l"/>
              <a:defRPr/>
            </a:pPr>
            <a:r>
              <a:rPr kumimoji="0" lang="zh-CN" altLang="en-US" sz="2800" b="1" i="0" u="none" strike="noStrike" kern="1200" cap="none" spc="0" normalizeH="0" baseline="0" noProof="1">
                <a:ln>
                  <a:noFill/>
                </a:ln>
                <a:solidFill>
                  <a:srgbClr val="000000"/>
                </a:solidFill>
                <a:effectLst/>
                <a:uLnTx/>
                <a:uFillTx/>
                <a:latin typeface="Calibri" panose="020F0502020204030204" pitchFamily="34" charset="0"/>
                <a:ea typeface="宋体" panose="02010600030101010101" pitchFamily="2" charset="-122"/>
                <a:cs typeface="+mn-cs"/>
                <a:sym typeface="+mn-ea"/>
              </a:rPr>
              <a:t> 一种典型的</a:t>
            </a:r>
            <a:r>
              <a:rPr kumimoji="0" lang="zh-CN" altLang="en-US" sz="2800" b="1" i="0" u="none" strike="noStrike" kern="1200" cap="none" spc="0" normalizeH="0" baseline="0" noProof="1">
                <a:ln>
                  <a:noFill/>
                </a:ln>
                <a:solidFill>
                  <a:srgbClr val="FF0000"/>
                </a:solidFill>
                <a:effectLst/>
                <a:uLnTx/>
                <a:uFillTx/>
                <a:latin typeface="Calibri" panose="020F0502020204030204" pitchFamily="34" charset="0"/>
                <a:ea typeface="宋体" panose="02010600030101010101" pitchFamily="2" charset="-122"/>
                <a:cs typeface="+mn-cs"/>
                <a:sym typeface="+mn-ea"/>
              </a:rPr>
              <a:t>概率模型</a:t>
            </a:r>
            <a:r>
              <a:rPr kumimoji="0" lang="zh-CN" altLang="en-US" sz="2800" b="1" i="0" u="none" strike="noStrike" kern="1200" cap="none" spc="0" normalizeH="0" baseline="0" noProof="1">
                <a:ln>
                  <a:noFill/>
                </a:ln>
                <a:solidFill>
                  <a:srgbClr val="000000"/>
                </a:solidFill>
                <a:effectLst/>
                <a:uLnTx/>
                <a:uFillTx/>
                <a:latin typeface="Calibri" panose="020F0502020204030204" pitchFamily="34" charset="0"/>
                <a:ea typeface="宋体" panose="02010600030101010101" pitchFamily="2" charset="-122"/>
                <a:cs typeface="+mn-cs"/>
                <a:sym typeface="+mn-ea"/>
              </a:rPr>
              <a:t>。假设所有数据点都是由具有未知参数的有限个高斯分布混合产生的。</a:t>
            </a:r>
            <a:endParaRPr kumimoji="0" lang="zh-CN" altLang="en-US" sz="2800" b="1" i="0" u="none" strike="noStrike" kern="1200" cap="none" spc="0" normalizeH="0" baseline="0" noProof="1">
              <a:ln>
                <a:noFill/>
              </a:ln>
              <a:solidFill>
                <a:srgbClr val="000000"/>
              </a:solidFill>
              <a:effectLst/>
              <a:uLnTx/>
              <a:uFillTx/>
              <a:latin typeface="Calibri" panose="020F0502020204030204" pitchFamily="34" charset="0"/>
              <a:ea typeface="宋体" panose="02010600030101010101" pitchFamily="2" charset="-122"/>
              <a:cs typeface="+mn-cs"/>
              <a:sym typeface="+mn-ea"/>
            </a:endParaRPr>
          </a:p>
          <a:p>
            <a:pPr marL="457200" marR="0" lvl="0" indent="-457200" algn="just" defTabSz="914400" rtl="0" eaLnBrk="1" fontAlgn="base" latinLnBrk="0" hangingPunct="1">
              <a:lnSpc>
                <a:spcPct val="100000"/>
              </a:lnSpc>
              <a:spcBef>
                <a:spcPts val="575"/>
              </a:spcBef>
              <a:spcAft>
                <a:spcPct val="0"/>
              </a:spcAft>
              <a:buClr>
                <a:srgbClr val="D34817"/>
              </a:buClr>
              <a:buSzPct val="85000"/>
              <a:buFont typeface="Wingdings" panose="05000000000000000000" charset="0"/>
              <a:buChar char="l"/>
              <a:defRPr/>
            </a:pPr>
            <a:r>
              <a:rPr kumimoji="0" lang="zh-CN" altLang="en-US" sz="2800" b="1" i="0" u="none" strike="noStrike" kern="1200" cap="none" spc="0" normalizeH="0" baseline="0" noProof="1">
                <a:ln>
                  <a:noFill/>
                </a:ln>
                <a:solidFill>
                  <a:srgbClr val="000000"/>
                </a:solidFill>
                <a:effectLst/>
                <a:uLnTx/>
                <a:uFillTx/>
                <a:latin typeface="Calibri" panose="020F0502020204030204" pitchFamily="34" charset="0"/>
                <a:ea typeface="宋体" panose="02010600030101010101" pitchFamily="2" charset="-122"/>
                <a:cs typeface="+mn-cs"/>
                <a:sym typeface="+mn-ea"/>
              </a:rPr>
              <a:t>可以把高斯混合模型看作是</a:t>
            </a:r>
            <a:r>
              <a:rPr kumimoji="0" lang="zh-CN" altLang="en-US" sz="2800" b="1" i="0" u="none" strike="noStrike" kern="1200" cap="none" spc="0" normalizeH="0" baseline="0" noProof="1">
                <a:ln>
                  <a:noFill/>
                </a:ln>
                <a:solidFill>
                  <a:srgbClr val="FF0000"/>
                </a:solidFill>
                <a:effectLst/>
                <a:uLnTx/>
                <a:uFillTx/>
                <a:latin typeface="Calibri" panose="020F0502020204030204" pitchFamily="34" charset="0"/>
                <a:ea typeface="宋体" panose="02010600030101010101" pitchFamily="2" charset="-122"/>
                <a:cs typeface="+mn-cs"/>
                <a:sym typeface="+mn-ea"/>
              </a:rPr>
              <a:t>广义的k-均值聚类</a:t>
            </a:r>
            <a:r>
              <a:rPr kumimoji="0" lang="zh-CN" altLang="en-US" sz="2800" b="1" i="0" u="none" strike="noStrike" kern="1200" cap="none" spc="0" normalizeH="0" baseline="0" noProof="1">
                <a:ln>
                  <a:noFill/>
                </a:ln>
                <a:solidFill>
                  <a:srgbClr val="000000"/>
                </a:solidFill>
                <a:effectLst/>
                <a:uLnTx/>
                <a:uFillTx/>
                <a:latin typeface="Calibri" panose="020F0502020204030204" pitchFamily="34" charset="0"/>
                <a:ea typeface="宋体" panose="02010600030101010101" pitchFamily="2" charset="-122"/>
                <a:cs typeface="+mn-cs"/>
                <a:sym typeface="+mn-ea"/>
              </a:rPr>
              <a:t>，它包含了关于数据协方差结构和隐含的高斯中心的信息。</a:t>
            </a:r>
            <a:endParaRPr kumimoji="0" lang="zh-CN" altLang="en-US" sz="2800" b="1" i="0" u="none" strike="noStrike" kern="1200" cap="none" spc="0" normalizeH="0" baseline="0" noProof="1">
              <a:ln>
                <a:noFill/>
              </a:ln>
              <a:solidFill>
                <a:srgbClr val="000000"/>
              </a:solidFill>
              <a:effectLst/>
              <a:uLnTx/>
              <a:uFillTx/>
              <a:latin typeface="Calibri" panose="020F0502020204030204" pitchFamily="34" charset="0"/>
              <a:ea typeface="宋体" panose="02010600030101010101" pitchFamily="2" charset="-122"/>
              <a:cs typeface="+mn-cs"/>
              <a:sym typeface="+mn-ea"/>
            </a:endParaRPr>
          </a:p>
          <a:p>
            <a:pPr marL="457200" marR="0" lvl="0" indent="-457200" algn="just" defTabSz="914400" rtl="0" eaLnBrk="1" fontAlgn="base" latinLnBrk="0" hangingPunct="1">
              <a:lnSpc>
                <a:spcPct val="100000"/>
              </a:lnSpc>
              <a:spcBef>
                <a:spcPts val="575"/>
              </a:spcBef>
              <a:spcAft>
                <a:spcPct val="0"/>
              </a:spcAft>
              <a:buClr>
                <a:srgbClr val="D34817"/>
              </a:buClr>
              <a:buSzPct val="85000"/>
              <a:buFont typeface="Wingdings" panose="05000000000000000000" charset="0"/>
              <a:buChar char="l"/>
              <a:defRPr/>
            </a:pPr>
            <a:r>
              <a:rPr kumimoji="0" lang="zh-CN" altLang="en-US" sz="2800" b="1" i="0" u="none" strike="noStrike" kern="1200" cap="none" spc="0" normalizeH="0" baseline="0" noProof="1">
                <a:ln>
                  <a:noFill/>
                </a:ln>
                <a:solidFill>
                  <a:srgbClr val="000000"/>
                </a:solidFill>
                <a:effectLst/>
                <a:uLnTx/>
                <a:uFillTx/>
                <a:latin typeface="Calibri" panose="020F0502020204030204" pitchFamily="34" charset="0"/>
                <a:ea typeface="宋体" panose="02010600030101010101" pitchFamily="2" charset="-122"/>
                <a:cs typeface="+mn-cs"/>
                <a:sym typeface="+mn-ea"/>
              </a:rPr>
              <a:t>作为一种基于概率模型的软聚类算法，高斯混合模型采用高斯分布作为参数模型，并使用期望最大化（</a:t>
            </a:r>
            <a:r>
              <a:rPr kumimoji="0" lang="zh-CN" altLang="en-US" sz="2800" b="1" i="0" u="none" strike="noStrike" kern="1200" cap="none" spc="0" normalizeH="0" baseline="0" noProof="1">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sym typeface="+mn-ea"/>
              </a:rPr>
              <a:t>EM</a:t>
            </a:r>
            <a:r>
              <a:rPr kumimoji="0" lang="zh-CN" altLang="en-US" sz="2800" b="1" i="0" u="none" strike="noStrike" kern="1200" cap="none" spc="0" normalizeH="0" baseline="0" noProof="1">
                <a:ln>
                  <a:noFill/>
                </a:ln>
                <a:solidFill>
                  <a:srgbClr val="000000"/>
                </a:solidFill>
                <a:effectLst/>
                <a:uLnTx/>
                <a:uFillTx/>
                <a:latin typeface="Calibri" panose="020F0502020204030204" pitchFamily="34" charset="0"/>
                <a:ea typeface="宋体" panose="02010600030101010101" pitchFamily="2" charset="-122"/>
                <a:cs typeface="+mn-cs"/>
                <a:sym typeface="+mn-ea"/>
              </a:rPr>
              <a:t>）算法来求解模型参数。</a:t>
            </a:r>
            <a:endParaRPr kumimoji="0" lang="en-US" altLang="zh-CN" sz="3200" b="1" i="0" u="none" strike="noStrike" kern="1200" cap="none" spc="0" normalizeH="0" baseline="0" noProof="1">
              <a:ln>
                <a:noFill/>
              </a:ln>
              <a:solidFill>
                <a:srgbClr val="0070C0"/>
              </a:solidFill>
              <a:effectLst/>
              <a:uLnTx/>
              <a:uFillTx/>
              <a:latin typeface="宋体" panose="02010600030101010101" pitchFamily="2" charset="-122"/>
              <a:ea typeface="宋体" panose="02010600030101010101" pitchFamily="2" charset="-122"/>
              <a:cs typeface="+mn-cs"/>
            </a:endParaRPr>
          </a:p>
          <a:p>
            <a:pPr marL="273050" marR="0" lvl="0" indent="-273050" algn="just" defTabSz="914400" rtl="0" eaLnBrk="1" fontAlgn="base" latinLnBrk="0" hangingPunct="1">
              <a:lnSpc>
                <a:spcPct val="100000"/>
              </a:lnSpc>
              <a:spcBef>
                <a:spcPts val="575"/>
              </a:spcBef>
              <a:spcAft>
                <a:spcPct val="0"/>
              </a:spcAft>
              <a:buClr>
                <a:srgbClr val="D34817"/>
              </a:buClr>
              <a:buSzPct val="85000"/>
              <a:buFontTx/>
              <a:buNone/>
              <a:defRPr/>
            </a:pPr>
            <a:r>
              <a:rPr kumimoji="0" lang="zh-CN" altLang="en-US" sz="2800" b="1" i="0" u="none" strike="noStrike" kern="1200" cap="none" spc="0" normalizeH="0" baseline="0" noProof="1">
                <a:ln>
                  <a:noFill/>
                </a:ln>
                <a:solidFill>
                  <a:srgbClr val="000000"/>
                </a:solidFill>
                <a:effectLst/>
                <a:uLnTx/>
                <a:uFillTx/>
                <a:latin typeface="Calibri" panose="020F0502020204030204" pitchFamily="34" charset="0"/>
                <a:ea typeface="宋体" panose="02010600030101010101" pitchFamily="2" charset="-122"/>
                <a:cs typeface="+mn-cs"/>
              </a:rPr>
              <a:t>         </a:t>
            </a:r>
            <a:endParaRPr kumimoji="0" lang="zh-CN" altLang="en-US" sz="2800" b="1" i="0" u="none" strike="noStrike" kern="1200" cap="none" spc="0" normalizeH="0" baseline="0" noProof="1">
              <a:ln>
                <a:noFill/>
              </a:ln>
              <a:solidFill>
                <a:srgbClr val="000000"/>
              </a:solidFill>
              <a:effectLst/>
              <a:uLnTx/>
              <a:uFillTx/>
              <a:latin typeface="Calibri" panose="020F0502020204030204" pitchFamily="34" charset="0"/>
              <a:ea typeface="宋体" panose="02010600030101010101" pitchFamily="2" charset="-122"/>
              <a:cs typeface="+mn-cs"/>
            </a:endParaRPr>
          </a:p>
        </p:txBody>
      </p:sp>
    </p:spTree>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9698" name="Rectangle 5"/>
          <p:cNvSpPr/>
          <p:nvPr/>
        </p:nvSpPr>
        <p:spPr>
          <a:xfrm>
            <a:off x="0" y="0"/>
            <a:ext cx="9144000" cy="0"/>
          </a:xfrm>
          <a:prstGeom prst="rect">
            <a:avLst/>
          </a:prstGeom>
          <a:noFill/>
          <a:ln w="9525">
            <a:noFill/>
          </a:ln>
        </p:spPr>
        <p:txBody>
          <a:bodyPr wrap="none" anchor="ctr" anchorCtr="0">
            <a:spAutoFit/>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华文新魏" panose="02010800040101010101" pitchFamily="2" charset="-122"/>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ea typeface="+mn-ea"/>
                <a:cs typeface="华文新魏" panose="02010800040101010101" pitchFamily="2" charset="-122"/>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ea typeface="+mn-ea"/>
                <a:cs typeface="华文新魏" panose="02010800040101010101" pitchFamily="2" charset="-122"/>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ea typeface="+mn-ea"/>
                <a:cs typeface="华文新魏" panose="02010800040101010101" pitchFamily="2" charset="-122"/>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ea typeface="+mn-ea"/>
                <a:cs typeface="华文新魏" panose="02010800040101010101" pitchFamily="2" charset="-122"/>
              </a:defRPr>
            </a:lvl5pPr>
          </a:lstStyle>
          <a:p>
            <a:pPr marL="0" lvl="0" indent="0" eaLnBrk="1" hangingPunct="1">
              <a:spcBef>
                <a:spcPct val="0"/>
              </a:spcBef>
              <a:buClrTx/>
              <a:buSzTx/>
              <a:buFontTx/>
              <a:buNone/>
            </a:pPr>
            <a:endParaRPr lang="zh-CN" altLang="en-US" sz="1800" dirty="0">
              <a:latin typeface="Arial" panose="020B0604020202020204" pitchFamily="34" charset="0"/>
            </a:endParaRPr>
          </a:p>
        </p:txBody>
      </p:sp>
      <p:sp>
        <p:nvSpPr>
          <p:cNvPr id="29699" name="Text Box 5"/>
          <p:cNvSpPr txBox="1"/>
          <p:nvPr/>
        </p:nvSpPr>
        <p:spPr>
          <a:xfrm>
            <a:off x="3743325" y="0"/>
            <a:ext cx="5400675" cy="706438"/>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华文新魏" panose="02010800040101010101" pitchFamily="2" charset="-122"/>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ea typeface="+mn-ea"/>
                <a:cs typeface="华文新魏" panose="02010800040101010101" pitchFamily="2" charset="-122"/>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ea typeface="+mn-ea"/>
                <a:cs typeface="华文新魏" panose="02010800040101010101" pitchFamily="2" charset="-122"/>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ea typeface="+mn-ea"/>
                <a:cs typeface="华文新魏" panose="02010800040101010101" pitchFamily="2" charset="-122"/>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ea typeface="+mn-ea"/>
                <a:cs typeface="华文新魏" panose="02010800040101010101" pitchFamily="2" charset="-122"/>
              </a:defRPr>
            </a:lvl5pPr>
          </a:lstStyle>
          <a:p>
            <a:pPr marL="0" lvl="0" indent="0" algn="ctr" eaLnBrk="1" hangingPunct="1">
              <a:spcBef>
                <a:spcPct val="0"/>
              </a:spcBef>
              <a:buClrTx/>
              <a:buSzTx/>
              <a:buFontTx/>
              <a:buNone/>
            </a:pPr>
            <a:r>
              <a:rPr lang="en-US" altLang="zh-CN" sz="4000" b="1" dirty="0">
                <a:solidFill>
                  <a:srgbClr val="0000FF"/>
                </a:solidFill>
                <a:latin typeface="Arial" panose="020B0604020202020204" pitchFamily="34" charset="0"/>
                <a:sym typeface="宋体" panose="02010600030101010101" pitchFamily="2" charset="-122"/>
              </a:rPr>
              <a:t>4.1 高斯混合模型</a:t>
            </a:r>
            <a:endParaRPr lang="en-US" altLang="zh-CN" sz="4000" b="1" dirty="0">
              <a:solidFill>
                <a:srgbClr val="0000FF"/>
              </a:solidFill>
              <a:latin typeface="Arial" panose="020B0604020202020204" pitchFamily="34" charset="0"/>
              <a:sym typeface="宋体" panose="02010600030101010101" pitchFamily="2" charset="-122"/>
            </a:endParaRPr>
          </a:p>
        </p:txBody>
      </p:sp>
      <p:sp>
        <p:nvSpPr>
          <p:cNvPr id="5" name="Rectangle 5"/>
          <p:cNvSpPr/>
          <p:nvPr/>
        </p:nvSpPr>
        <p:spPr>
          <a:xfrm>
            <a:off x="692150" y="1039813"/>
            <a:ext cx="7972425" cy="5040313"/>
          </a:xfrm>
          <a:prstGeom prst="rect">
            <a:avLst/>
          </a:prstGeom>
          <a:noFill/>
          <a:ln w="9525">
            <a:noFill/>
          </a:ln>
        </p:spPr>
        <p:txBody>
          <a:bodyPr>
            <a:spAutoFit/>
          </a:bodyPr>
          <a:lstStyle/>
          <a:p>
            <a:pPr marL="0" marR="0" lvl="0" indent="0" algn="just" defTabSz="914400" rtl="0" eaLnBrk="1" fontAlgn="base" latinLnBrk="0" hangingPunct="1">
              <a:lnSpc>
                <a:spcPct val="100000"/>
              </a:lnSpc>
              <a:spcBef>
                <a:spcPts val="575"/>
              </a:spcBef>
              <a:spcAft>
                <a:spcPct val="0"/>
              </a:spcAft>
              <a:buClr>
                <a:srgbClr val="D34817"/>
              </a:buClr>
              <a:buSzPct val="85000"/>
              <a:buFont typeface="Wingdings" panose="05000000000000000000" pitchFamily="2" charset="2"/>
              <a:buNone/>
              <a:defRPr/>
            </a:pPr>
            <a:r>
              <a:rPr kumimoji="1" lang="en-US" altLang="zh-CN" sz="3200" b="1" i="0" u="none" strike="noStrike" kern="0" cap="none" spc="0" normalizeH="0" baseline="0" noProof="0" dirty="0">
                <a:ln>
                  <a:noFill/>
                </a:ln>
                <a:solidFill>
                  <a:srgbClr val="0000CC"/>
                </a:solidFill>
                <a:effectLst/>
                <a:uLnTx/>
                <a:uFillTx/>
                <a:latin typeface="宋体" panose="02010600030101010101" pitchFamily="2" charset="-122"/>
                <a:ea typeface="宋体" panose="02010600030101010101" pitchFamily="2" charset="-122"/>
                <a:cs typeface="Times New Roman" panose="02020603050405020304" pitchFamily="18" charset="0"/>
                <a:sym typeface="+mn-ea"/>
              </a:rPr>
              <a:t>高斯混合模型</a:t>
            </a:r>
            <a:r>
              <a:rPr kumimoji="1" lang="en-US" altLang="zh-CN" sz="3200" b="1" i="0" u="none" strike="noStrike" kern="0" cap="none" spc="0" normalizeH="0" baseline="0" noProof="0" dirty="0">
                <a:ln>
                  <a:noFill/>
                </a:ln>
                <a:solidFill>
                  <a:srgbClr val="0000CC"/>
                </a:solidFill>
                <a:effectLst/>
                <a:uLnTx/>
                <a:uFillTx/>
                <a:latin typeface="Times New Roman" panose="02020603050405020304" pitchFamily="18" charset="0"/>
                <a:ea typeface="黑体" panose="02010609060101010101" pitchFamily="49" charset="-122"/>
                <a:cs typeface="Times New Roman" panose="02020603050405020304" pitchFamily="18" charset="0"/>
                <a:sym typeface="+mn-ea"/>
              </a:rPr>
              <a:t>（GMM）</a:t>
            </a:r>
            <a:r>
              <a:rPr kumimoji="1" lang="zh-CN" altLang="en-US" sz="3200" b="1" i="0" u="none" strike="noStrike" kern="0" cap="none" spc="0" normalizeH="0" baseline="0" noProof="0" dirty="0">
                <a:ln>
                  <a:noFill/>
                </a:ln>
                <a:solidFill>
                  <a:srgbClr val="0000CC"/>
                </a:solidFill>
                <a:effectLst/>
                <a:uLnTx/>
                <a:uFillTx/>
                <a:latin typeface="Times New Roman" panose="02020603050405020304" pitchFamily="18" charset="0"/>
                <a:ea typeface="黑体" panose="02010609060101010101" pitchFamily="49" charset="-122"/>
                <a:cs typeface="Times New Roman" panose="02020603050405020304" pitchFamily="18" charset="0"/>
                <a:sym typeface="+mn-ea"/>
              </a:rPr>
              <a:t>：</a:t>
            </a:r>
            <a:endParaRPr kumimoji="1" lang="zh-CN" altLang="en-US" sz="3200" b="1" i="0" u="none" strike="noStrike" kern="0" cap="none" spc="0" normalizeH="0" baseline="0" noProof="0" dirty="0">
              <a:ln>
                <a:noFill/>
              </a:ln>
              <a:solidFill>
                <a:srgbClr val="0000CC"/>
              </a:solidFill>
              <a:effectLst/>
              <a:uLnTx/>
              <a:uFillTx/>
              <a:latin typeface="Times New Roman" panose="02020603050405020304" pitchFamily="18" charset="0"/>
              <a:ea typeface="黑体" panose="02010609060101010101" pitchFamily="49" charset="-122"/>
              <a:cs typeface="Times New Roman" panose="02020603050405020304" pitchFamily="18" charset="0"/>
              <a:sym typeface="+mn-ea"/>
            </a:endParaRPr>
          </a:p>
          <a:p>
            <a:pPr marL="514350" marR="0" lvl="0" indent="-514350" algn="just" defTabSz="914400" rtl="0" eaLnBrk="1" fontAlgn="base" latinLnBrk="0" hangingPunct="1">
              <a:lnSpc>
                <a:spcPct val="100000"/>
              </a:lnSpc>
              <a:spcBef>
                <a:spcPts val="575"/>
              </a:spcBef>
              <a:spcAft>
                <a:spcPct val="0"/>
              </a:spcAft>
              <a:buClr>
                <a:srgbClr val="D34817"/>
              </a:buClr>
              <a:buSzPct val="85000"/>
              <a:buFont typeface="Wingdings" panose="05000000000000000000" charset="0"/>
              <a:buChar char="l"/>
              <a:defRPr/>
            </a:pPr>
            <a:r>
              <a:rPr kumimoji="0" lang="zh-CN" altLang="en-US" sz="2800" b="1" i="0" u="none" strike="noStrike" kern="1200" cap="none" spc="0" normalizeH="0" baseline="0" noProof="1">
                <a:ln>
                  <a:noFill/>
                </a:ln>
                <a:solidFill>
                  <a:schemeClr val="tx1"/>
                </a:solidFill>
                <a:effectLst/>
                <a:uLnTx/>
                <a:uFillTx/>
                <a:latin typeface="Calibri" panose="020F0502020204030204" pitchFamily="34" charset="0"/>
                <a:ea typeface="宋体" panose="02010600030101010101" pitchFamily="2" charset="-122"/>
                <a:cs typeface="+mn-cs"/>
                <a:sym typeface="+mn-ea"/>
              </a:rPr>
              <a:t>高斯混合模型是用于估计样本的概率密度分布的方法，其估计采用的模型是几个在训练前就已经建立好的</a:t>
            </a:r>
            <a:r>
              <a:rPr kumimoji="0" lang="zh-CN" altLang="en-US" sz="2800" b="1" i="0" u="none" strike="noStrike" kern="1200" cap="none" spc="0" normalizeH="0" baseline="0" noProof="1">
                <a:ln>
                  <a:noFill/>
                </a:ln>
                <a:solidFill>
                  <a:srgbClr val="FF0000"/>
                </a:solidFill>
                <a:effectLst/>
                <a:uLnTx/>
                <a:uFillTx/>
                <a:latin typeface="微软雅黑" panose="020B0503020204020204" pitchFamily="34" charset="-122"/>
                <a:ea typeface="微软雅黑" panose="020B0503020204020204" pitchFamily="34" charset="-122"/>
                <a:cs typeface="+mn-cs"/>
                <a:sym typeface="+mn-ea"/>
              </a:rPr>
              <a:t>高斯模型的加权和</a:t>
            </a:r>
            <a:r>
              <a:rPr kumimoji="0" lang="zh-CN" altLang="en-US" sz="2800" b="1" i="0" u="none" strike="noStrike" kern="1200" cap="none" spc="0" normalizeH="0" baseline="0" noProof="1">
                <a:ln>
                  <a:noFill/>
                </a:ln>
                <a:solidFill>
                  <a:schemeClr val="tx1"/>
                </a:solidFill>
                <a:effectLst/>
                <a:uLnTx/>
                <a:uFillTx/>
                <a:latin typeface="Calibri" panose="020F0502020204030204" pitchFamily="34" charset="0"/>
                <a:ea typeface="宋体" panose="02010600030101010101" pitchFamily="2" charset="-122"/>
                <a:cs typeface="+mn-cs"/>
                <a:sym typeface="+mn-ea"/>
              </a:rPr>
              <a:t>。高斯模型的数目是一个</a:t>
            </a:r>
            <a:r>
              <a:rPr kumimoji="0" lang="zh-CN" altLang="en-US" sz="2800" b="1" i="0" u="sng" strike="noStrike" kern="1200" cap="none" spc="0" normalizeH="0" baseline="0" noProof="1">
                <a:ln>
                  <a:noFill/>
                </a:ln>
                <a:solidFill>
                  <a:schemeClr val="tx1"/>
                </a:solidFill>
                <a:effectLst/>
                <a:uLnTx/>
                <a:uFillTx/>
                <a:latin typeface="Calibri" panose="020F0502020204030204" pitchFamily="34" charset="0"/>
                <a:ea typeface="宋体" panose="02010600030101010101" pitchFamily="2" charset="-122"/>
                <a:cs typeface="+mn-cs"/>
                <a:sym typeface="+mn-ea"/>
              </a:rPr>
              <a:t>超参数</a:t>
            </a:r>
            <a:r>
              <a:rPr kumimoji="0" lang="zh-CN" altLang="en-US" sz="2800" b="1" i="0" u="none" strike="noStrike" kern="1200" cap="none" spc="0" normalizeH="0" baseline="0" noProof="1">
                <a:ln>
                  <a:noFill/>
                </a:ln>
                <a:solidFill>
                  <a:schemeClr val="tx1"/>
                </a:solidFill>
                <a:effectLst/>
                <a:uLnTx/>
                <a:uFillTx/>
                <a:latin typeface="Calibri" panose="020F0502020204030204" pitchFamily="34" charset="0"/>
                <a:ea typeface="宋体" panose="02010600030101010101" pitchFamily="2" charset="-122"/>
                <a:cs typeface="+mn-cs"/>
                <a:sym typeface="+mn-ea"/>
              </a:rPr>
              <a:t>，在模型建立前给定，每个聚类簇都对应于一个高斯分布。对样本中的数据给定的几个高斯模型上分别进行投影，就会得到样本对应在各个聚类簇上的概率。</a:t>
            </a:r>
            <a:endParaRPr kumimoji="0" lang="zh-CN" altLang="en-US" sz="2800" b="1" i="0" u="none" strike="noStrike" kern="1200" cap="none" spc="0" normalizeH="0" baseline="0" noProof="1">
              <a:ln>
                <a:noFill/>
              </a:ln>
              <a:solidFill>
                <a:schemeClr val="tx1"/>
              </a:solidFill>
              <a:effectLst/>
              <a:uLnTx/>
              <a:uFillTx/>
              <a:latin typeface="Calibri" panose="020F0502020204030204" pitchFamily="34" charset="0"/>
              <a:ea typeface="宋体" panose="02010600030101010101" pitchFamily="2" charset="-122"/>
              <a:cs typeface="+mn-cs"/>
              <a:sym typeface="+mn-ea"/>
            </a:endParaRPr>
          </a:p>
          <a:p>
            <a:pPr marL="457200" marR="0" lvl="0" indent="-457200" algn="just" defTabSz="914400" rtl="0" eaLnBrk="1" fontAlgn="base" latinLnBrk="0" hangingPunct="1">
              <a:lnSpc>
                <a:spcPct val="100000"/>
              </a:lnSpc>
              <a:spcBef>
                <a:spcPts val="575"/>
              </a:spcBef>
              <a:spcAft>
                <a:spcPct val="0"/>
              </a:spcAft>
              <a:buClr>
                <a:srgbClr val="D34817"/>
              </a:buClr>
              <a:buSzPct val="85000"/>
              <a:buFont typeface="Wingdings" panose="05000000000000000000" charset="0"/>
              <a:buChar char="l"/>
              <a:defRPr/>
            </a:pPr>
            <a:r>
              <a:rPr kumimoji="0" lang="zh-CN" altLang="en-US" sz="2800" b="1" i="0" u="none" strike="noStrike" kern="1200" cap="none" spc="0" normalizeH="0" baseline="0" noProof="1">
                <a:ln>
                  <a:noFill/>
                </a:ln>
                <a:solidFill>
                  <a:schemeClr val="tx1"/>
                </a:solidFill>
                <a:effectLst/>
                <a:uLnTx/>
                <a:uFillTx/>
                <a:latin typeface="Calibri" panose="020F0502020204030204" pitchFamily="34" charset="0"/>
                <a:ea typeface="宋体" panose="02010600030101010101" pitchFamily="2" charset="-122"/>
                <a:cs typeface="+mn-cs"/>
                <a:sym typeface="+mn-ea"/>
              </a:rPr>
              <a:t>可以根据实际数据定义任何分布的混合模型，但是定义高斯分布更有利于计算。</a:t>
            </a:r>
            <a:r>
              <a:rPr kumimoji="0" lang="zh-CN" altLang="en-US" sz="2800" b="1" i="0" u="none" strike="noStrike" kern="1200" cap="none" spc="0" normalizeH="0" baseline="0" noProof="1">
                <a:ln>
                  <a:noFill/>
                </a:ln>
                <a:solidFill>
                  <a:srgbClr val="FF0000"/>
                </a:solidFill>
                <a:effectLst/>
                <a:uLnTx/>
                <a:uFillTx/>
                <a:latin typeface="微软雅黑" panose="020B0503020204020204" pitchFamily="34" charset="-122"/>
                <a:ea typeface="微软雅黑" panose="020B0503020204020204" pitchFamily="34" charset="-122"/>
                <a:cs typeface="+mn-cs"/>
                <a:sym typeface="+mn-ea"/>
              </a:rPr>
              <a:t>理论上，高斯混合模型可用于近似任何概率分布</a:t>
            </a:r>
            <a:r>
              <a:rPr kumimoji="0" lang="zh-CN" altLang="en-US" sz="2800" b="1" i="0" u="none" strike="noStrike" kern="1200" cap="none" spc="0" normalizeH="0" baseline="0" noProof="1">
                <a:ln>
                  <a:noFill/>
                </a:ln>
                <a:solidFill>
                  <a:srgbClr val="FF0000"/>
                </a:solidFill>
                <a:effectLst/>
                <a:uLnTx/>
                <a:uFillTx/>
                <a:latin typeface="Calibri" panose="020F0502020204030204" pitchFamily="34" charset="0"/>
                <a:ea typeface="宋体" panose="02010600030101010101" pitchFamily="2" charset="-122"/>
                <a:cs typeface="+mn-cs"/>
                <a:sym typeface="+mn-ea"/>
              </a:rPr>
              <a:t>。</a:t>
            </a:r>
            <a:r>
              <a:rPr kumimoji="0" lang="zh-CN" altLang="en-US" sz="2800" b="1" i="0" u="none" strike="noStrike" kern="1200" cap="none" spc="0" normalizeH="0" baseline="0" noProof="1">
                <a:ln>
                  <a:noFill/>
                </a:ln>
                <a:solidFill>
                  <a:srgbClr val="000000"/>
                </a:solidFill>
                <a:effectLst/>
                <a:uLnTx/>
                <a:uFillTx/>
                <a:latin typeface="Calibri" panose="020F0502020204030204" pitchFamily="34" charset="0"/>
                <a:ea typeface="宋体" panose="02010600030101010101" pitchFamily="2" charset="-122"/>
                <a:cs typeface="+mn-cs"/>
              </a:rPr>
              <a:t>         </a:t>
            </a:r>
            <a:endParaRPr kumimoji="0" lang="zh-CN" altLang="en-US" sz="2800" b="1" i="0" u="none" strike="noStrike" kern="1200" cap="none" spc="0" normalizeH="0" baseline="0" noProof="1">
              <a:ln>
                <a:noFill/>
              </a:ln>
              <a:solidFill>
                <a:srgbClr val="000000"/>
              </a:solidFill>
              <a:effectLst/>
              <a:uLnTx/>
              <a:uFillTx/>
              <a:latin typeface="Calibri" panose="020F0502020204030204" pitchFamily="34" charset="0"/>
              <a:ea typeface="宋体" panose="02010600030101010101" pitchFamily="2" charset="-122"/>
              <a:cs typeface="+mn-cs"/>
            </a:endParaRPr>
          </a:p>
        </p:txBody>
      </p:sp>
    </p:spTree>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1746" name="Rectangle 5"/>
          <p:cNvSpPr/>
          <p:nvPr/>
        </p:nvSpPr>
        <p:spPr>
          <a:xfrm>
            <a:off x="715963" y="827088"/>
            <a:ext cx="7970837" cy="5470525"/>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华文新魏" panose="02010800040101010101" pitchFamily="2" charset="-122"/>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ea typeface="+mn-ea"/>
                <a:cs typeface="华文新魏" panose="02010800040101010101" pitchFamily="2" charset="-122"/>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ea typeface="+mn-ea"/>
                <a:cs typeface="华文新魏" panose="02010800040101010101" pitchFamily="2" charset="-122"/>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ea typeface="+mn-ea"/>
                <a:cs typeface="华文新魏" panose="02010800040101010101" pitchFamily="2" charset="-122"/>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ea typeface="+mn-ea"/>
                <a:cs typeface="华文新魏" panose="02010800040101010101" pitchFamily="2" charset="-122"/>
              </a:defRPr>
            </a:lvl5pPr>
          </a:lstStyle>
          <a:p>
            <a:pPr marL="0" lvl="0" indent="0" algn="ctr" eaLnBrk="1" hangingPunct="1">
              <a:spcBef>
                <a:spcPts val="575"/>
              </a:spcBef>
              <a:buClr>
                <a:srgbClr val="D34817"/>
              </a:buClr>
              <a:buSzPct val="85000"/>
              <a:buNone/>
            </a:pPr>
            <a:r>
              <a:rPr lang="en-US" altLang="zh-CN" sz="3600" b="1" dirty="0">
                <a:solidFill>
                  <a:srgbClr val="0000CC"/>
                </a:solidFill>
                <a:latin typeface="微软雅黑" panose="020B0503020204020204" pitchFamily="34" charset="-122"/>
                <a:ea typeface="微软雅黑" panose="020B0503020204020204" pitchFamily="34" charset="-122"/>
                <a:sym typeface="Fences" charset="0"/>
              </a:rPr>
              <a:t>4.1.1 单高斯模型</a:t>
            </a:r>
            <a:endParaRPr lang="zh-CN" altLang="en-US" sz="3600" b="1" dirty="0">
              <a:solidFill>
                <a:srgbClr val="0000CC"/>
              </a:solidFill>
              <a:latin typeface="微软雅黑" panose="020B0503020204020204" pitchFamily="34" charset="-122"/>
              <a:ea typeface="微软雅黑" panose="020B0503020204020204" pitchFamily="34" charset="-122"/>
              <a:sym typeface="Fences" charset="0"/>
            </a:endParaRPr>
          </a:p>
          <a:p>
            <a:pPr marL="0" lvl="0" indent="0" algn="just" eaLnBrk="1" hangingPunct="1">
              <a:spcBef>
                <a:spcPts val="575"/>
              </a:spcBef>
              <a:buClr>
                <a:srgbClr val="D34817"/>
              </a:buClr>
              <a:buSzPct val="85000"/>
              <a:buNone/>
            </a:pPr>
            <a:r>
              <a:rPr lang="en-US" altLang="zh-CN" sz="2800" b="1" dirty="0">
                <a:solidFill>
                  <a:srgbClr val="0000CC"/>
                </a:solidFill>
                <a:latin typeface="微软雅黑" panose="020B0503020204020204" pitchFamily="34" charset="-122"/>
                <a:ea typeface="微软雅黑" panose="020B0503020204020204" pitchFamily="34" charset="-122"/>
              </a:rPr>
              <a:t>单高斯模型</a:t>
            </a:r>
            <a:r>
              <a:rPr lang="en-US" altLang="en-US" sz="2800" b="1" dirty="0">
                <a:solidFill>
                  <a:srgbClr val="000000"/>
                </a:solidFill>
                <a:latin typeface="微软雅黑" panose="020B0503020204020204" pitchFamily="34" charset="-122"/>
                <a:ea typeface="微软雅黑" panose="020B0503020204020204" pitchFamily="34" charset="-122"/>
              </a:rPr>
              <a:t>的基本定义是：</a:t>
            </a:r>
            <a:endParaRPr lang="en-US" altLang="en-US" sz="2800" b="1" dirty="0">
              <a:solidFill>
                <a:srgbClr val="000000"/>
              </a:solidFill>
              <a:latin typeface="微软雅黑" panose="020B0503020204020204" pitchFamily="34" charset="-122"/>
              <a:ea typeface="微软雅黑" panose="020B0503020204020204" pitchFamily="34" charset="-122"/>
            </a:endParaRPr>
          </a:p>
          <a:p>
            <a:pPr marL="0" lvl="0" indent="0" algn="just" eaLnBrk="1" hangingPunct="1">
              <a:spcBef>
                <a:spcPts val="575"/>
              </a:spcBef>
              <a:buClr>
                <a:srgbClr val="D34817"/>
              </a:buClr>
              <a:buSzPct val="85000"/>
              <a:buNone/>
            </a:pPr>
            <a:r>
              <a:rPr lang="en-US" altLang="en-US" sz="2800" b="1" dirty="0">
                <a:solidFill>
                  <a:srgbClr val="000000"/>
                </a:solidFill>
                <a:ea typeface="黑体" panose="02010609060101010101" pitchFamily="49" charset="-122"/>
              </a:rPr>
              <a:t>         若随机变量   服从一个数学期望为    、方差为     的高斯分布，则该分布记为                。在统计学中，           </a:t>
            </a:r>
            <a:endParaRPr lang="en-US" altLang="en-US" sz="2800" b="1" dirty="0">
              <a:solidFill>
                <a:srgbClr val="000000"/>
              </a:solidFill>
              <a:ea typeface="黑体" panose="02010609060101010101" pitchFamily="49" charset="-122"/>
            </a:endParaRPr>
          </a:p>
          <a:p>
            <a:pPr marL="0" lvl="0" indent="0" algn="just" eaLnBrk="1" hangingPunct="1">
              <a:spcBef>
                <a:spcPts val="575"/>
              </a:spcBef>
              <a:buClr>
                <a:srgbClr val="D34817"/>
              </a:buClr>
              <a:buSzPct val="85000"/>
              <a:buNone/>
            </a:pPr>
            <a:r>
              <a:rPr lang="en-US" altLang="en-US" sz="2800" b="1" dirty="0">
                <a:solidFill>
                  <a:srgbClr val="000000"/>
                </a:solidFill>
                <a:ea typeface="黑体" panose="02010609060101010101" pitchFamily="49" charset="-122"/>
              </a:rPr>
              <a:t>    指的就是样本均值， 为标准差。</a:t>
            </a:r>
            <a:endParaRPr lang="en-US" altLang="en-US" sz="2800" b="1" dirty="0">
              <a:solidFill>
                <a:srgbClr val="000000"/>
              </a:solidFill>
              <a:ea typeface="黑体" panose="02010609060101010101" pitchFamily="49" charset="-122"/>
            </a:endParaRPr>
          </a:p>
          <a:p>
            <a:pPr marL="0" lvl="0" indent="0" algn="just" eaLnBrk="1" hangingPunct="1">
              <a:spcBef>
                <a:spcPts val="575"/>
              </a:spcBef>
              <a:buClr>
                <a:srgbClr val="D34817"/>
              </a:buClr>
              <a:buSzPct val="85000"/>
              <a:buNone/>
            </a:pPr>
            <a:r>
              <a:rPr lang="en-US" altLang="en-US" sz="2800" b="1" dirty="0">
                <a:solidFill>
                  <a:srgbClr val="000000"/>
                </a:solidFill>
                <a:ea typeface="黑体" panose="02010609060101010101" pitchFamily="49" charset="-122"/>
              </a:rPr>
              <a:t>         </a:t>
            </a:r>
            <a:r>
              <a:rPr lang="en-US" altLang="zh-CN" sz="2800" b="1" dirty="0">
                <a:solidFill>
                  <a:srgbClr val="0000CC"/>
                </a:solidFill>
                <a:latin typeface="宋体" panose="02010600030101010101" pitchFamily="2" charset="-122"/>
                <a:ea typeface="黑体" panose="02010609060101010101" pitchFamily="49" charset="-122"/>
              </a:rPr>
              <a:t>一维情况下</a:t>
            </a:r>
            <a:r>
              <a:rPr lang="en-US" altLang="en-US" sz="2800" b="1" dirty="0">
                <a:solidFill>
                  <a:srgbClr val="000000"/>
                </a:solidFill>
                <a:ea typeface="黑体" panose="02010609060101010101" pitchFamily="49" charset="-122"/>
              </a:rPr>
              <a:t>高斯分布的概率密度函数为：</a:t>
            </a:r>
            <a:endParaRPr lang="en-US" altLang="en-US" sz="2800" b="1" dirty="0">
              <a:solidFill>
                <a:srgbClr val="000000"/>
              </a:solidFill>
              <a:ea typeface="黑体" panose="02010609060101010101" pitchFamily="49" charset="-122"/>
            </a:endParaRPr>
          </a:p>
          <a:p>
            <a:pPr marL="0" lvl="0" indent="0" algn="just" eaLnBrk="1" hangingPunct="1">
              <a:spcBef>
                <a:spcPts val="575"/>
              </a:spcBef>
              <a:buClr>
                <a:srgbClr val="D34817"/>
              </a:buClr>
              <a:buSzPct val="85000"/>
              <a:buNone/>
            </a:pPr>
            <a:endParaRPr lang="en-US" altLang="en-US" sz="2800" b="1" dirty="0">
              <a:solidFill>
                <a:srgbClr val="000000"/>
              </a:solidFill>
              <a:ea typeface="黑体" panose="02010609060101010101" pitchFamily="49" charset="-122"/>
            </a:endParaRPr>
          </a:p>
          <a:p>
            <a:pPr marL="0" lvl="0" indent="0" algn="just" eaLnBrk="1" hangingPunct="1">
              <a:spcBef>
                <a:spcPts val="575"/>
              </a:spcBef>
              <a:buClr>
                <a:srgbClr val="D34817"/>
              </a:buClr>
              <a:buSzPct val="85000"/>
              <a:buNone/>
            </a:pPr>
            <a:endParaRPr lang="en-US" altLang="en-US" sz="2800" b="1" dirty="0">
              <a:solidFill>
                <a:srgbClr val="000000"/>
              </a:solidFill>
              <a:ea typeface="黑体" panose="02010609060101010101" pitchFamily="49" charset="-122"/>
              <a:sym typeface="Fences" charset="0"/>
            </a:endParaRPr>
          </a:p>
          <a:p>
            <a:pPr marL="0" lvl="0" indent="0" algn="just" eaLnBrk="1" hangingPunct="1">
              <a:spcBef>
                <a:spcPts val="575"/>
              </a:spcBef>
              <a:buClr>
                <a:srgbClr val="D34817"/>
              </a:buClr>
              <a:buSzPct val="85000"/>
              <a:buNone/>
            </a:pPr>
            <a:r>
              <a:rPr lang="en-US" altLang="en-US" sz="2800" b="1" dirty="0">
                <a:solidFill>
                  <a:srgbClr val="000000"/>
                </a:solidFill>
                <a:ea typeface="黑体" panose="02010609060101010101" pitchFamily="49" charset="-122"/>
                <a:sym typeface="Fences" charset="0"/>
              </a:rPr>
              <a:t>         使用单高斯模型，可以简单地</a:t>
            </a:r>
            <a:r>
              <a:rPr lang="en-US" altLang="en-US" sz="2800" b="1" dirty="0">
                <a:solidFill>
                  <a:srgbClr val="FF0000"/>
                </a:solidFill>
                <a:ea typeface="黑体" panose="02010609060101010101" pitchFamily="49" charset="-122"/>
                <a:sym typeface="Fences" charset="0"/>
              </a:rPr>
              <a:t>确定样本   是否属于类别</a:t>
            </a:r>
            <a:r>
              <a:rPr lang="en-US" altLang="en-US" sz="2800" dirty="0">
                <a:solidFill>
                  <a:srgbClr val="FF0000"/>
                </a:solidFill>
                <a:latin typeface="Times New Roman" panose="02020603050405020304" pitchFamily="18" charset="0"/>
                <a:ea typeface="黑体" panose="02010609060101010101" pitchFamily="49" charset="-122"/>
                <a:sym typeface="Fences" charset="0"/>
              </a:rPr>
              <a:t>C</a:t>
            </a:r>
            <a:r>
              <a:rPr lang="en-US" altLang="en-US" sz="2800" b="1" dirty="0">
                <a:solidFill>
                  <a:srgbClr val="000000"/>
                </a:solidFill>
                <a:ea typeface="黑体" panose="02010609060101010101" pitchFamily="49" charset="-122"/>
                <a:sym typeface="Fences" charset="0"/>
              </a:rPr>
              <a:t>。将样本    代入上式，当概率值大于给定阈值时，就认为该样本属于</a:t>
            </a:r>
            <a:r>
              <a:rPr lang="en-US" altLang="en-US" sz="2800" dirty="0">
                <a:solidFill>
                  <a:srgbClr val="000000"/>
                </a:solidFill>
                <a:latin typeface="Times New Roman" panose="02020603050405020304" pitchFamily="18" charset="0"/>
                <a:ea typeface="黑体" panose="02010609060101010101" pitchFamily="49" charset="-122"/>
                <a:sym typeface="Fences" charset="0"/>
              </a:rPr>
              <a:t>C</a:t>
            </a:r>
            <a:r>
              <a:rPr lang="en-US" altLang="en-US" sz="2800" b="1" dirty="0">
                <a:solidFill>
                  <a:srgbClr val="000000"/>
                </a:solidFill>
                <a:ea typeface="黑体" panose="02010609060101010101" pitchFamily="49" charset="-122"/>
                <a:sym typeface="Fences" charset="0"/>
              </a:rPr>
              <a:t>类。</a:t>
            </a:r>
            <a:r>
              <a:rPr lang="en-US" altLang="en-US" sz="2800" b="1" dirty="0">
                <a:solidFill>
                  <a:srgbClr val="000000"/>
                </a:solidFill>
                <a:ea typeface="黑体" panose="02010609060101010101" pitchFamily="49" charset="-122"/>
              </a:rPr>
              <a:t>  </a:t>
            </a:r>
            <a:endParaRPr lang="en-US" altLang="en-US" sz="2800" b="1" dirty="0">
              <a:solidFill>
                <a:srgbClr val="000000"/>
              </a:solidFill>
              <a:ea typeface="黑体" panose="02010609060101010101" pitchFamily="49" charset="-122"/>
            </a:endParaRPr>
          </a:p>
        </p:txBody>
      </p:sp>
      <p:sp>
        <p:nvSpPr>
          <p:cNvPr id="31747" name="Rectangle 5"/>
          <p:cNvSpPr/>
          <p:nvPr/>
        </p:nvSpPr>
        <p:spPr>
          <a:xfrm>
            <a:off x="0" y="0"/>
            <a:ext cx="9144000" cy="0"/>
          </a:xfrm>
          <a:prstGeom prst="rect">
            <a:avLst/>
          </a:prstGeom>
          <a:noFill/>
          <a:ln w="9525">
            <a:noFill/>
          </a:ln>
        </p:spPr>
        <p:txBody>
          <a:bodyPr wrap="none" anchor="ctr" anchorCtr="0">
            <a:spAutoFit/>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华文新魏" panose="02010800040101010101" pitchFamily="2" charset="-122"/>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ea typeface="+mn-ea"/>
                <a:cs typeface="华文新魏" panose="02010800040101010101" pitchFamily="2" charset="-122"/>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ea typeface="+mn-ea"/>
                <a:cs typeface="华文新魏" panose="02010800040101010101" pitchFamily="2" charset="-122"/>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ea typeface="+mn-ea"/>
                <a:cs typeface="华文新魏" panose="02010800040101010101" pitchFamily="2" charset="-122"/>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ea typeface="+mn-ea"/>
                <a:cs typeface="华文新魏" panose="02010800040101010101" pitchFamily="2" charset="-122"/>
              </a:defRPr>
            </a:lvl5pPr>
          </a:lstStyle>
          <a:p>
            <a:pPr marL="0" lvl="0" indent="0" eaLnBrk="1" hangingPunct="1">
              <a:spcBef>
                <a:spcPct val="0"/>
              </a:spcBef>
              <a:buClrTx/>
              <a:buSzTx/>
              <a:buFontTx/>
              <a:buNone/>
            </a:pPr>
            <a:endParaRPr lang="zh-CN" altLang="en-US" sz="1800" dirty="0">
              <a:latin typeface="Arial" panose="020B0604020202020204" pitchFamily="34" charset="0"/>
            </a:endParaRPr>
          </a:p>
        </p:txBody>
      </p:sp>
      <p:graphicFrame>
        <p:nvGraphicFramePr>
          <p:cNvPr id="31748" name="内容占位符 7">
            <a:hlinkClick r:id="" action="ppaction://ole?verb="/>
          </p:cNvPr>
          <p:cNvGraphicFramePr>
            <a:graphicFrameLocks noGrp="1" noChangeAspect="1"/>
          </p:cNvGraphicFramePr>
          <p:nvPr>
            <p:ph sz="half" idx="1"/>
          </p:nvPr>
        </p:nvGraphicFramePr>
        <p:xfrm>
          <a:off x="827088" y="2967038"/>
          <a:ext cx="344487" cy="381000"/>
        </p:xfrm>
        <a:graphic>
          <a:graphicData uri="http://schemas.openxmlformats.org/presentationml/2006/ole">
            <mc:AlternateContent xmlns:mc="http://schemas.openxmlformats.org/markup-compatibility/2006">
              <mc:Choice xmlns:v="urn:schemas-microsoft-com:vml" Requires="v">
                <p:oleObj spid="_x0000_s3100" name="" r:id="rId1" imgW="127000" imgH="139700" progId="Equation.KSEE3">
                  <p:embed/>
                </p:oleObj>
              </mc:Choice>
              <mc:Fallback>
                <p:oleObj name="" r:id="rId1" imgW="127000" imgH="139700" progId="Equation.KSEE3">
                  <p:embed/>
                  <p:pic>
                    <p:nvPicPr>
                      <p:cNvPr id="0" name="图片 3099"/>
                      <p:cNvPicPr/>
                      <p:nvPr/>
                    </p:nvPicPr>
                    <p:blipFill>
                      <a:blip r:embed="rId2"/>
                      <a:srcRect/>
                      <a:stretch>
                        <a:fillRect/>
                      </a:stretch>
                    </p:blipFill>
                    <p:spPr>
                      <a:xfrm>
                        <a:off x="827088" y="2967038"/>
                        <a:ext cx="344487" cy="381000"/>
                      </a:xfrm>
                      <a:prstGeom prst="rect">
                        <a:avLst/>
                      </a:prstGeom>
                      <a:noFill/>
                      <a:ln w="38100">
                        <a:miter/>
                      </a:ln>
                    </p:spPr>
                  </p:pic>
                </p:oleObj>
              </mc:Fallback>
            </mc:AlternateContent>
          </a:graphicData>
        </a:graphic>
      </p:graphicFrame>
      <p:graphicFrame>
        <p:nvGraphicFramePr>
          <p:cNvPr id="31749" name="对象 -2147482621"/>
          <p:cNvGraphicFramePr>
            <a:graphicFrameLocks noChangeAspect="1"/>
          </p:cNvGraphicFramePr>
          <p:nvPr/>
        </p:nvGraphicFramePr>
        <p:xfrm>
          <a:off x="2592388" y="3881438"/>
          <a:ext cx="4356100" cy="922337"/>
        </p:xfrm>
        <a:graphic>
          <a:graphicData uri="http://schemas.openxmlformats.org/presentationml/2006/ole">
            <mc:AlternateContent xmlns:mc="http://schemas.openxmlformats.org/markup-compatibility/2006">
              <mc:Choice xmlns:v="urn:schemas-microsoft-com:vml" Requires="v">
                <p:oleObj spid="_x0000_s3090" name="" r:id="rId3" imgW="2108200" imgH="444500" progId="Equation.DSMT4">
                  <p:embed/>
                </p:oleObj>
              </mc:Choice>
              <mc:Fallback>
                <p:oleObj name="" r:id="rId3" imgW="2108200" imgH="444500" progId="Equation.DSMT4">
                  <p:embed/>
                  <p:pic>
                    <p:nvPicPr>
                      <p:cNvPr id="0" name="图片 3089"/>
                      <p:cNvPicPr/>
                      <p:nvPr/>
                    </p:nvPicPr>
                    <p:blipFill>
                      <a:blip r:embed="rId4"/>
                      <a:stretch>
                        <a:fillRect/>
                      </a:stretch>
                    </p:blipFill>
                    <p:spPr>
                      <a:xfrm>
                        <a:off x="2592388" y="3881438"/>
                        <a:ext cx="4356100" cy="922337"/>
                      </a:xfrm>
                      <a:prstGeom prst="rect">
                        <a:avLst/>
                      </a:prstGeom>
                      <a:noFill/>
                      <a:ln w="38100">
                        <a:noFill/>
                        <a:miter/>
                      </a:ln>
                    </p:spPr>
                  </p:pic>
                </p:oleObj>
              </mc:Fallback>
            </mc:AlternateContent>
          </a:graphicData>
        </a:graphic>
      </p:graphicFrame>
      <p:graphicFrame>
        <p:nvGraphicFramePr>
          <p:cNvPr id="31750" name="对象 15"/>
          <p:cNvGraphicFramePr>
            <a:graphicFrameLocks noChangeAspect="1"/>
          </p:cNvGraphicFramePr>
          <p:nvPr/>
        </p:nvGraphicFramePr>
        <p:xfrm>
          <a:off x="8477250" y="1970088"/>
          <a:ext cx="428625" cy="454025"/>
        </p:xfrm>
        <a:graphic>
          <a:graphicData uri="http://schemas.openxmlformats.org/presentationml/2006/ole">
            <mc:AlternateContent xmlns:mc="http://schemas.openxmlformats.org/markup-compatibility/2006">
              <mc:Choice xmlns:v="urn:schemas-microsoft-com:vml" Requires="v">
                <p:oleObj spid="_x0000_s3105" name="" r:id="rId5" imgW="190500" imgH="203200" progId="Equation.DSMT4">
                  <p:embed/>
                </p:oleObj>
              </mc:Choice>
              <mc:Fallback>
                <p:oleObj name="" r:id="rId5" imgW="190500" imgH="203200" progId="Equation.DSMT4">
                  <p:embed/>
                  <p:pic>
                    <p:nvPicPr>
                      <p:cNvPr id="0" name="图片 3104"/>
                      <p:cNvPicPr/>
                      <p:nvPr/>
                    </p:nvPicPr>
                    <p:blipFill>
                      <a:blip r:embed="rId6"/>
                      <a:stretch>
                        <a:fillRect/>
                      </a:stretch>
                    </p:blipFill>
                    <p:spPr>
                      <a:xfrm>
                        <a:off x="8477250" y="1970088"/>
                        <a:ext cx="428625" cy="454025"/>
                      </a:xfrm>
                      <a:prstGeom prst="rect">
                        <a:avLst/>
                      </a:prstGeom>
                      <a:noFill/>
                      <a:ln w="38100">
                        <a:noFill/>
                        <a:miter/>
                      </a:ln>
                    </p:spPr>
                  </p:pic>
                </p:oleObj>
              </mc:Fallback>
            </mc:AlternateContent>
          </a:graphicData>
        </a:graphic>
      </p:graphicFrame>
      <p:graphicFrame>
        <p:nvGraphicFramePr>
          <p:cNvPr id="31751" name="对象 17">
            <a:hlinkClick r:id="" action="ppaction://ole?verb="/>
          </p:cNvPr>
          <p:cNvGraphicFramePr>
            <a:graphicFrameLocks noChangeAspect="1"/>
          </p:cNvGraphicFramePr>
          <p:nvPr/>
        </p:nvGraphicFramePr>
        <p:xfrm>
          <a:off x="6772275" y="2043113"/>
          <a:ext cx="346075" cy="381000"/>
        </p:xfrm>
        <a:graphic>
          <a:graphicData uri="http://schemas.openxmlformats.org/presentationml/2006/ole">
            <mc:AlternateContent xmlns:mc="http://schemas.openxmlformats.org/markup-compatibility/2006">
              <mc:Choice xmlns:v="urn:schemas-microsoft-com:vml" Requires="v">
                <p:oleObj spid="_x0000_s3091" name="" r:id="rId7" imgW="303530" imgH="334010" progId="Equation.KSEE3">
                  <p:embed/>
                </p:oleObj>
              </mc:Choice>
              <mc:Fallback>
                <p:oleObj name="" r:id="rId7" imgW="303530" imgH="334010" progId="Equation.KSEE3">
                  <p:embed/>
                  <p:pic>
                    <p:nvPicPr>
                      <p:cNvPr id="0" name="图片 3090"/>
                      <p:cNvPicPr/>
                      <p:nvPr/>
                    </p:nvPicPr>
                    <p:blipFill>
                      <a:blip r:embed="rId8"/>
                      <a:stretch>
                        <a:fillRect/>
                      </a:stretch>
                    </p:blipFill>
                    <p:spPr>
                      <a:xfrm>
                        <a:off x="6772275" y="2043113"/>
                        <a:ext cx="346075" cy="381000"/>
                      </a:xfrm>
                      <a:prstGeom prst="rect">
                        <a:avLst/>
                      </a:prstGeom>
                      <a:noFill/>
                      <a:ln w="38100">
                        <a:noFill/>
                        <a:miter/>
                      </a:ln>
                    </p:spPr>
                  </p:pic>
                </p:oleObj>
              </mc:Fallback>
            </mc:AlternateContent>
          </a:graphicData>
        </a:graphic>
      </p:graphicFrame>
      <p:graphicFrame>
        <p:nvGraphicFramePr>
          <p:cNvPr id="31752" name="对象 -2147482623"/>
          <p:cNvGraphicFramePr>
            <a:graphicFrameLocks noChangeAspect="1"/>
          </p:cNvGraphicFramePr>
          <p:nvPr/>
        </p:nvGraphicFramePr>
        <p:xfrm>
          <a:off x="5105400" y="2352675"/>
          <a:ext cx="1336675" cy="533400"/>
        </p:xfrm>
        <a:graphic>
          <a:graphicData uri="http://schemas.openxmlformats.org/presentationml/2006/ole">
            <mc:AlternateContent xmlns:mc="http://schemas.openxmlformats.org/markup-compatibility/2006">
              <mc:Choice xmlns:v="urn:schemas-microsoft-com:vml" Requires="v">
                <p:oleObj spid="_x0000_s3102" name="" r:id="rId9" imgW="571500" imgH="228600" progId="Equation.DSMT4">
                  <p:embed/>
                </p:oleObj>
              </mc:Choice>
              <mc:Fallback>
                <p:oleObj name="" r:id="rId9" imgW="571500" imgH="228600" progId="Equation.DSMT4">
                  <p:embed/>
                  <p:pic>
                    <p:nvPicPr>
                      <p:cNvPr id="0" name="图片 3101"/>
                      <p:cNvPicPr/>
                      <p:nvPr/>
                    </p:nvPicPr>
                    <p:blipFill>
                      <a:blip r:embed="rId10"/>
                      <a:stretch>
                        <a:fillRect/>
                      </a:stretch>
                    </p:blipFill>
                    <p:spPr>
                      <a:xfrm>
                        <a:off x="5105400" y="2352675"/>
                        <a:ext cx="1336675" cy="533400"/>
                      </a:xfrm>
                      <a:prstGeom prst="rect">
                        <a:avLst/>
                      </a:prstGeom>
                      <a:noFill/>
                      <a:ln w="38100">
                        <a:noFill/>
                        <a:miter/>
                      </a:ln>
                    </p:spPr>
                  </p:pic>
                </p:oleObj>
              </mc:Fallback>
            </mc:AlternateContent>
          </a:graphicData>
        </a:graphic>
      </p:graphicFrame>
      <p:graphicFrame>
        <p:nvGraphicFramePr>
          <p:cNvPr id="31753" name="对象 -2147482622"/>
          <p:cNvGraphicFramePr>
            <a:graphicFrameLocks noChangeAspect="1"/>
          </p:cNvGraphicFramePr>
          <p:nvPr/>
        </p:nvGraphicFramePr>
        <p:xfrm>
          <a:off x="4159250" y="2959100"/>
          <a:ext cx="307975" cy="388938"/>
        </p:xfrm>
        <a:graphic>
          <a:graphicData uri="http://schemas.openxmlformats.org/presentationml/2006/ole">
            <mc:AlternateContent xmlns:mc="http://schemas.openxmlformats.org/markup-compatibility/2006">
              <mc:Choice xmlns:v="urn:schemas-microsoft-com:vml" Requires="v">
                <p:oleObj spid="_x0000_s3093" name="" r:id="rId11" imgW="139700" imgH="177800" progId="Equation.DSMT4">
                  <p:embed/>
                </p:oleObj>
              </mc:Choice>
              <mc:Fallback>
                <p:oleObj name="" r:id="rId11" imgW="139700" imgH="177800" progId="Equation.DSMT4">
                  <p:embed/>
                  <p:pic>
                    <p:nvPicPr>
                      <p:cNvPr id="0" name="图片 3092"/>
                      <p:cNvPicPr/>
                      <p:nvPr/>
                    </p:nvPicPr>
                    <p:blipFill>
                      <a:blip r:embed="rId12"/>
                      <a:stretch>
                        <a:fillRect/>
                      </a:stretch>
                    </p:blipFill>
                    <p:spPr>
                      <a:xfrm>
                        <a:off x="4159250" y="2959100"/>
                        <a:ext cx="307975" cy="388938"/>
                      </a:xfrm>
                      <a:prstGeom prst="rect">
                        <a:avLst/>
                      </a:prstGeom>
                      <a:noFill/>
                      <a:ln w="38100">
                        <a:noFill/>
                        <a:miter/>
                      </a:ln>
                    </p:spPr>
                  </p:pic>
                </p:oleObj>
              </mc:Fallback>
            </mc:AlternateContent>
          </a:graphicData>
        </a:graphic>
      </p:graphicFrame>
      <p:graphicFrame>
        <p:nvGraphicFramePr>
          <p:cNvPr id="31754" name="对象 23">
            <a:hlinkClick r:id="" action="ppaction://ole?verb="/>
          </p:cNvPr>
          <p:cNvGraphicFramePr>
            <a:graphicFrameLocks noChangeAspect="1"/>
          </p:cNvGraphicFramePr>
          <p:nvPr/>
        </p:nvGraphicFramePr>
        <p:xfrm>
          <a:off x="3257550" y="2016125"/>
          <a:ext cx="327025" cy="360363"/>
        </p:xfrm>
        <a:graphic>
          <a:graphicData uri="http://schemas.openxmlformats.org/presentationml/2006/ole">
            <mc:AlternateContent xmlns:mc="http://schemas.openxmlformats.org/markup-compatibility/2006">
              <mc:Choice xmlns:v="urn:schemas-microsoft-com:vml" Requires="v">
                <p:oleObj spid="_x0000_s3092" name="" r:id="rId13" imgW="127000" imgH="139700" progId="Equation.KSEE3">
                  <p:embed/>
                </p:oleObj>
              </mc:Choice>
              <mc:Fallback>
                <p:oleObj name="" r:id="rId13" imgW="127000" imgH="139700" progId="Equation.KSEE3">
                  <p:embed/>
                  <p:pic>
                    <p:nvPicPr>
                      <p:cNvPr id="0" name="图片 3091"/>
                      <p:cNvPicPr/>
                      <p:nvPr/>
                    </p:nvPicPr>
                    <p:blipFill>
                      <a:blip r:embed="rId14"/>
                      <a:stretch>
                        <a:fillRect/>
                      </a:stretch>
                    </p:blipFill>
                    <p:spPr>
                      <a:xfrm>
                        <a:off x="3257550" y="2016125"/>
                        <a:ext cx="327025" cy="360363"/>
                      </a:xfrm>
                      <a:prstGeom prst="rect">
                        <a:avLst/>
                      </a:prstGeom>
                      <a:noFill/>
                      <a:ln w="38100">
                        <a:noFill/>
                        <a:miter/>
                      </a:ln>
                    </p:spPr>
                  </p:pic>
                </p:oleObj>
              </mc:Fallback>
            </mc:AlternateContent>
          </a:graphicData>
        </a:graphic>
      </p:graphicFrame>
      <p:graphicFrame>
        <p:nvGraphicFramePr>
          <p:cNvPr id="31755" name="内容占位符 25">
            <a:hlinkClick r:id="" action="ppaction://ole?verb="/>
          </p:cNvPr>
          <p:cNvGraphicFramePr>
            <a:graphicFrameLocks noGrp="1" noChangeAspect="1"/>
          </p:cNvGraphicFramePr>
          <p:nvPr>
            <p:ph sz="half" idx="2"/>
          </p:nvPr>
        </p:nvGraphicFramePr>
        <p:xfrm>
          <a:off x="7615238" y="5013325"/>
          <a:ext cx="328612" cy="360363"/>
        </p:xfrm>
        <a:graphic>
          <a:graphicData uri="http://schemas.openxmlformats.org/presentationml/2006/ole">
            <mc:AlternateContent xmlns:mc="http://schemas.openxmlformats.org/markup-compatibility/2006">
              <mc:Choice xmlns:v="urn:schemas-microsoft-com:vml" Requires="v">
                <p:oleObj spid="_x0000_s3095" name="" r:id="rId15" imgW="127000" imgH="139700" progId="Equation.KSEE3">
                  <p:embed/>
                </p:oleObj>
              </mc:Choice>
              <mc:Fallback>
                <p:oleObj name="" r:id="rId15" imgW="127000" imgH="139700" progId="Equation.KSEE3">
                  <p:embed/>
                  <p:pic>
                    <p:nvPicPr>
                      <p:cNvPr id="0" name="图片 3094"/>
                      <p:cNvPicPr/>
                      <p:nvPr/>
                    </p:nvPicPr>
                    <p:blipFill>
                      <a:blip r:embed="rId16"/>
                      <a:srcRect/>
                      <a:stretch>
                        <a:fillRect/>
                      </a:stretch>
                    </p:blipFill>
                    <p:spPr>
                      <a:xfrm>
                        <a:off x="7615238" y="5013325"/>
                        <a:ext cx="328612" cy="360363"/>
                      </a:xfrm>
                      <a:prstGeom prst="rect">
                        <a:avLst/>
                      </a:prstGeom>
                      <a:noFill/>
                      <a:ln w="38100">
                        <a:miter/>
                      </a:ln>
                    </p:spPr>
                  </p:pic>
                </p:oleObj>
              </mc:Fallback>
            </mc:AlternateContent>
          </a:graphicData>
        </a:graphic>
      </p:graphicFrame>
      <p:graphicFrame>
        <p:nvGraphicFramePr>
          <p:cNvPr id="31756" name="对象 29">
            <a:hlinkClick r:id="" action="ppaction://ole?verb="/>
          </p:cNvPr>
          <p:cNvGraphicFramePr>
            <a:graphicFrameLocks noChangeAspect="1"/>
          </p:cNvGraphicFramePr>
          <p:nvPr/>
        </p:nvGraphicFramePr>
        <p:xfrm>
          <a:off x="3957638" y="5445125"/>
          <a:ext cx="327025" cy="360363"/>
        </p:xfrm>
        <a:graphic>
          <a:graphicData uri="http://schemas.openxmlformats.org/presentationml/2006/ole">
            <mc:AlternateContent xmlns:mc="http://schemas.openxmlformats.org/markup-compatibility/2006">
              <mc:Choice xmlns:v="urn:schemas-microsoft-com:vml" Requires="v">
                <p:oleObj spid="_x0000_s3104" name="" r:id="rId17" imgW="127000" imgH="139700" progId="Equation.KSEE3">
                  <p:embed/>
                </p:oleObj>
              </mc:Choice>
              <mc:Fallback>
                <p:oleObj name="" r:id="rId17" imgW="127000" imgH="139700" progId="Equation.KSEE3">
                  <p:embed/>
                  <p:pic>
                    <p:nvPicPr>
                      <p:cNvPr id="0" name="图片 3103"/>
                      <p:cNvPicPr/>
                      <p:nvPr/>
                    </p:nvPicPr>
                    <p:blipFill>
                      <a:blip r:embed="rId14"/>
                      <a:stretch>
                        <a:fillRect/>
                      </a:stretch>
                    </p:blipFill>
                    <p:spPr>
                      <a:xfrm>
                        <a:off x="3957638" y="5445125"/>
                        <a:ext cx="327025" cy="360363"/>
                      </a:xfrm>
                      <a:prstGeom prst="rect">
                        <a:avLst/>
                      </a:prstGeom>
                      <a:noFill/>
                      <a:ln w="38100">
                        <a:noFill/>
                        <a:miter/>
                      </a:ln>
                    </p:spPr>
                  </p:pic>
                </p:oleObj>
              </mc:Fallback>
            </mc:AlternateContent>
          </a:graphicData>
        </a:graphic>
      </p:graphicFrame>
    </p:spTree>
  </p:cSld>
  <p:clrMapOvr>
    <a:masterClrMapping/>
  </p:clrMapOv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 name="Rectangle 5"/>
          <p:cNvSpPr/>
          <p:nvPr/>
        </p:nvSpPr>
        <p:spPr>
          <a:xfrm>
            <a:off x="463550" y="1239838"/>
            <a:ext cx="8218488" cy="4264025"/>
          </a:xfrm>
          <a:prstGeom prst="rect">
            <a:avLst/>
          </a:prstGeom>
          <a:noFill/>
          <a:ln w="9525">
            <a:noFill/>
          </a:ln>
        </p:spPr>
        <p:txBody>
          <a:bodyPr>
            <a:spAutoFit/>
          </a:bodyPr>
          <a:lstStyle/>
          <a:p>
            <a:pPr marL="0" marR="0" lvl="0" indent="0" algn="just" defTabSz="914400" rtl="0" eaLnBrk="1" fontAlgn="base" latinLnBrk="0" hangingPunct="1">
              <a:lnSpc>
                <a:spcPct val="100000"/>
              </a:lnSpc>
              <a:spcBef>
                <a:spcPts val="575"/>
              </a:spcBef>
              <a:spcAft>
                <a:spcPct val="0"/>
              </a:spcAft>
              <a:buClr>
                <a:srgbClr val="D34817"/>
              </a:buClr>
              <a:buSzPct val="85000"/>
              <a:buFont typeface="Wingdings" panose="05000000000000000000" charset="0"/>
              <a:buNone/>
              <a:defRPr/>
            </a:pPr>
            <a:r>
              <a:rPr kumimoji="0" lang="zh-CN" altLang="en-US" sz="2800" b="1" i="0" u="none" strike="noStrike" kern="1200" cap="none" spc="0" normalizeH="0" baseline="0" noProof="1">
                <a:ln>
                  <a:noFill/>
                </a:ln>
                <a:solidFill>
                  <a:srgbClr val="000000"/>
                </a:solidFill>
                <a:effectLst/>
                <a:uLnTx/>
                <a:uFillTx/>
                <a:latin typeface="Calibri" panose="020F0502020204030204" pitchFamily="34" charset="0"/>
                <a:ea typeface="宋体" panose="02010600030101010101" pitchFamily="2" charset="-122"/>
                <a:cs typeface="+mn-cs"/>
              </a:rPr>
              <a:t>         </a:t>
            </a:r>
            <a:r>
              <a:rPr kumimoji="1" lang="en-US" altLang="zh-CN" sz="2800" b="1" i="0" u="none" strike="noStrike" kern="0" cap="none" spc="0" normalizeH="0" baseline="0" noProof="0" dirty="0">
                <a:ln>
                  <a:noFill/>
                </a:ln>
                <a:solidFill>
                  <a:srgbClr val="0000CC"/>
                </a:solidFill>
                <a:effectLst/>
                <a:uLnTx/>
                <a:uFillTx/>
                <a:latin typeface="宋体" panose="02010600030101010101" pitchFamily="2" charset="-122"/>
                <a:ea typeface="宋体" panose="02010600030101010101" pitchFamily="2" charset="-122"/>
                <a:cs typeface="Times New Roman" panose="02020603050405020304" pitchFamily="18" charset="0"/>
              </a:rPr>
              <a:t>高维情况下</a:t>
            </a:r>
            <a:r>
              <a:rPr kumimoji="0" lang="zh-CN" altLang="en-US" sz="2800" b="1" i="0" u="none" strike="noStrike" kern="1200" cap="none" spc="0" normalizeH="0" baseline="0" noProof="1">
                <a:ln>
                  <a:noFill/>
                </a:ln>
                <a:solidFill>
                  <a:srgbClr val="000000"/>
                </a:solidFill>
                <a:effectLst/>
                <a:uLnTx/>
                <a:uFillTx/>
                <a:latin typeface="Calibri" panose="020F0502020204030204" pitchFamily="34" charset="0"/>
                <a:ea typeface="宋体" panose="02010600030101010101" pitchFamily="2" charset="-122"/>
                <a:cs typeface="+mn-cs"/>
              </a:rPr>
              <a:t>的高斯分布模型的概率密度函数为：</a:t>
            </a:r>
            <a:endParaRPr kumimoji="0" lang="zh-CN" altLang="en-US" sz="2800" b="1" i="0" u="none" strike="noStrike" kern="1200" cap="none" spc="0" normalizeH="0" baseline="0" noProof="1">
              <a:ln>
                <a:noFill/>
              </a:ln>
              <a:solidFill>
                <a:srgbClr val="000000"/>
              </a:solidFill>
              <a:effectLst/>
              <a:uLnTx/>
              <a:uFillTx/>
              <a:latin typeface="Calibri" panose="020F0502020204030204" pitchFamily="34" charset="0"/>
              <a:ea typeface="宋体" panose="02010600030101010101" pitchFamily="2" charset="-122"/>
              <a:cs typeface="+mn-cs"/>
            </a:endParaRPr>
          </a:p>
          <a:p>
            <a:pPr marL="0" marR="0" lvl="0" indent="0" algn="just" defTabSz="914400" rtl="0" eaLnBrk="1" fontAlgn="base" latinLnBrk="0" hangingPunct="1">
              <a:lnSpc>
                <a:spcPct val="100000"/>
              </a:lnSpc>
              <a:spcBef>
                <a:spcPts val="575"/>
              </a:spcBef>
              <a:spcAft>
                <a:spcPct val="0"/>
              </a:spcAft>
              <a:buClr>
                <a:srgbClr val="D34817"/>
              </a:buClr>
              <a:buSzPct val="85000"/>
              <a:buFont typeface="Wingdings" panose="05000000000000000000" charset="0"/>
              <a:buNone/>
              <a:defRPr/>
            </a:pPr>
            <a:endParaRPr kumimoji="0" lang="zh-CN" altLang="en-US" sz="2800" b="1" i="0" u="none" strike="noStrike" kern="1200" cap="none" spc="0" normalizeH="0" baseline="0" noProof="1">
              <a:ln>
                <a:noFill/>
              </a:ln>
              <a:solidFill>
                <a:srgbClr val="000000"/>
              </a:solidFill>
              <a:effectLst/>
              <a:uLnTx/>
              <a:uFillTx/>
              <a:latin typeface="Calibri" panose="020F0502020204030204" pitchFamily="34" charset="0"/>
              <a:ea typeface="宋体" panose="02010600030101010101" pitchFamily="2" charset="-122"/>
              <a:cs typeface="+mn-cs"/>
            </a:endParaRPr>
          </a:p>
          <a:p>
            <a:pPr marL="0" marR="0" lvl="0" indent="0" algn="just" defTabSz="914400" rtl="0" eaLnBrk="1" fontAlgn="base" latinLnBrk="0" hangingPunct="1">
              <a:lnSpc>
                <a:spcPct val="100000"/>
              </a:lnSpc>
              <a:spcBef>
                <a:spcPts val="575"/>
              </a:spcBef>
              <a:spcAft>
                <a:spcPct val="0"/>
              </a:spcAft>
              <a:buClr>
                <a:srgbClr val="D34817"/>
              </a:buClr>
              <a:buSzPct val="85000"/>
              <a:buFont typeface="Wingdings" panose="05000000000000000000" charset="0"/>
              <a:buNone/>
              <a:defRPr/>
            </a:pPr>
            <a:endParaRPr kumimoji="0" lang="zh-CN" altLang="en-US" sz="2800" b="1" i="0" u="none" strike="noStrike" kern="1200" cap="none" spc="0" normalizeH="0" baseline="0" noProof="1">
              <a:ln>
                <a:noFill/>
              </a:ln>
              <a:solidFill>
                <a:srgbClr val="000000"/>
              </a:solidFill>
              <a:effectLst/>
              <a:uLnTx/>
              <a:uFillTx/>
              <a:latin typeface="Calibri" panose="020F0502020204030204" pitchFamily="34" charset="0"/>
              <a:ea typeface="宋体" panose="02010600030101010101" pitchFamily="2" charset="-122"/>
              <a:cs typeface="+mn-cs"/>
            </a:endParaRPr>
          </a:p>
          <a:p>
            <a:pPr marL="0" marR="0" lvl="0" indent="0" algn="just" defTabSz="914400" rtl="0" eaLnBrk="1" fontAlgn="base" latinLnBrk="0" hangingPunct="1">
              <a:lnSpc>
                <a:spcPct val="100000"/>
              </a:lnSpc>
              <a:spcBef>
                <a:spcPts val="575"/>
              </a:spcBef>
              <a:spcAft>
                <a:spcPct val="0"/>
              </a:spcAft>
              <a:buClr>
                <a:srgbClr val="D34817"/>
              </a:buClr>
              <a:buSzPct val="85000"/>
              <a:buFont typeface="Wingdings" panose="05000000000000000000" charset="0"/>
              <a:buNone/>
              <a:defRPr/>
            </a:pPr>
            <a:r>
              <a:rPr kumimoji="0" lang="zh-CN" altLang="en-US" sz="2800" b="1" i="0" u="none" strike="noStrike" kern="1200" cap="none" spc="0" normalizeH="0" baseline="0" noProof="1">
                <a:ln>
                  <a:noFill/>
                </a:ln>
                <a:solidFill>
                  <a:srgbClr val="000000"/>
                </a:solidFill>
                <a:effectLst/>
                <a:uLnTx/>
                <a:uFillTx/>
                <a:latin typeface="Calibri" panose="020F0502020204030204" pitchFamily="34" charset="0"/>
                <a:ea typeface="宋体" panose="02010600030101010101" pitchFamily="2" charset="-122"/>
                <a:cs typeface="+mn-cs"/>
              </a:rPr>
              <a:t>         其中   是</a:t>
            </a:r>
            <a:r>
              <a:rPr kumimoji="0" lang="zh-CN" altLang="en-US" sz="2800" b="0" i="0" u="none" strike="noStrike" kern="1200" cap="none" spc="0" normalizeH="0" baseline="0" noProof="1">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d</a:t>
            </a:r>
            <a:r>
              <a:rPr kumimoji="0" lang="zh-CN" altLang="en-US" sz="2800" b="1" i="0" u="none" strike="noStrike" kern="1200" cap="none" spc="0" normalizeH="0" baseline="0" noProof="1">
                <a:ln>
                  <a:noFill/>
                </a:ln>
                <a:solidFill>
                  <a:srgbClr val="000000"/>
                </a:solidFill>
                <a:effectLst/>
                <a:uLnTx/>
                <a:uFillTx/>
                <a:latin typeface="Calibri" panose="020F0502020204030204" pitchFamily="34" charset="0"/>
                <a:ea typeface="宋体" panose="02010600030101010101" pitchFamily="2" charset="-122"/>
                <a:cs typeface="+mn-cs"/>
              </a:rPr>
              <a:t>维的列向量， 是模型的期望， 是模型的方差。这里，用样本均值来代替模型的期望   ，用样本方差来代替模型方差    。</a:t>
            </a:r>
            <a:endParaRPr kumimoji="0" lang="zh-CN" altLang="en-US" sz="2800" b="1" i="0" u="none" strike="noStrike" kern="1200" cap="none" spc="0" normalizeH="0" baseline="0" noProof="1">
              <a:ln>
                <a:noFill/>
              </a:ln>
              <a:solidFill>
                <a:srgbClr val="000000"/>
              </a:solidFill>
              <a:effectLst/>
              <a:uLnTx/>
              <a:uFillTx/>
              <a:latin typeface="Calibri" panose="020F0502020204030204" pitchFamily="34" charset="0"/>
              <a:ea typeface="宋体" panose="02010600030101010101" pitchFamily="2" charset="-122"/>
              <a:cs typeface="+mn-cs"/>
            </a:endParaRPr>
          </a:p>
          <a:p>
            <a:pPr marL="0" marR="0" lvl="0" indent="0" algn="just" defTabSz="914400" rtl="0" eaLnBrk="1" fontAlgn="base" latinLnBrk="0" hangingPunct="1">
              <a:lnSpc>
                <a:spcPct val="100000"/>
              </a:lnSpc>
              <a:spcBef>
                <a:spcPts val="575"/>
              </a:spcBef>
              <a:spcAft>
                <a:spcPct val="0"/>
              </a:spcAft>
              <a:buClr>
                <a:srgbClr val="D34817"/>
              </a:buClr>
              <a:buSzPct val="85000"/>
              <a:buFont typeface="Wingdings" panose="05000000000000000000" charset="0"/>
              <a:buNone/>
              <a:defRPr/>
            </a:pPr>
            <a:r>
              <a:rPr kumimoji="0" lang="zh-CN" altLang="en-US" sz="2800" b="1" i="0" u="none" strike="noStrike" kern="1200" cap="none" spc="0" normalizeH="0" baseline="0" noProof="1">
                <a:ln>
                  <a:noFill/>
                </a:ln>
                <a:solidFill>
                  <a:srgbClr val="000000"/>
                </a:solidFill>
                <a:effectLst/>
                <a:uLnTx/>
                <a:uFillTx/>
                <a:latin typeface="Calibri" panose="020F0502020204030204" pitchFamily="34" charset="0"/>
                <a:ea typeface="宋体" panose="02010600030101010101" pitchFamily="2" charset="-122"/>
                <a:cs typeface="+mn-cs"/>
              </a:rPr>
              <a:t>         </a:t>
            </a:r>
            <a:r>
              <a:rPr kumimoji="1" lang="en-US" altLang="zh-CN" sz="2800" b="1" i="0" u="none" strike="noStrike" kern="0" cap="none" spc="0" normalizeH="0" baseline="0" noProof="0" dirty="0">
                <a:ln>
                  <a:noFill/>
                </a:ln>
                <a:solidFill>
                  <a:srgbClr val="0000CC"/>
                </a:solidFill>
                <a:effectLst/>
                <a:uLnTx/>
                <a:uFillTx/>
                <a:latin typeface="宋体" panose="02010600030101010101" pitchFamily="2" charset="-122"/>
                <a:ea typeface="宋体" panose="02010600030101010101" pitchFamily="2" charset="-122"/>
                <a:cs typeface="Times New Roman" panose="02020603050405020304" pitchFamily="18" charset="0"/>
              </a:rPr>
              <a:t>单高斯分布模型</a:t>
            </a:r>
            <a:r>
              <a:rPr kumimoji="0" lang="zh-CN" altLang="en-US" sz="2800" b="1" i="0" u="none" strike="noStrike" kern="1200" cap="none" spc="0" normalizeH="0" baseline="0" noProof="1">
                <a:ln>
                  <a:noFill/>
                </a:ln>
                <a:solidFill>
                  <a:srgbClr val="000000"/>
                </a:solidFill>
                <a:effectLst/>
                <a:uLnTx/>
                <a:uFillTx/>
                <a:latin typeface="Calibri" panose="020F0502020204030204" pitchFamily="34" charset="0"/>
                <a:ea typeface="宋体" panose="02010600030101010101" pitchFamily="2" charset="-122"/>
                <a:cs typeface="+mn-cs"/>
              </a:rPr>
              <a:t>可以拟合数据接近高斯分布的情况，</a:t>
            </a:r>
            <a:r>
              <a:rPr kumimoji="0" lang="zh-CN" altLang="en-US" sz="2800" b="1" i="0" u="none" strike="noStrike" kern="1200" cap="none" spc="0" normalizeH="0" baseline="0" noProof="1">
                <a:ln>
                  <a:noFill/>
                </a:ln>
                <a:solidFill>
                  <a:srgbClr val="000000"/>
                </a:solidFill>
                <a:effectLst/>
                <a:highlight>
                  <a:srgbClr val="FFFF00"/>
                </a:highlight>
                <a:uLnTx/>
                <a:uFillTx/>
                <a:latin typeface="Calibri" panose="020F0502020204030204" pitchFamily="34" charset="0"/>
                <a:ea typeface="宋体" panose="02010600030101010101" pitchFamily="2" charset="-122"/>
                <a:cs typeface="+mn-cs"/>
              </a:rPr>
              <a:t>但实际应用中，数据的分布情况往往不满足高斯分布，</a:t>
            </a:r>
            <a:r>
              <a:rPr kumimoji="0" lang="zh-CN" altLang="en-US" sz="2800" b="1" i="0" u="none" strike="noStrike" kern="1200" cap="none" spc="0" normalizeH="0" baseline="0" noProof="1">
                <a:ln>
                  <a:noFill/>
                </a:ln>
                <a:solidFill>
                  <a:srgbClr val="000000"/>
                </a:solidFill>
                <a:effectLst/>
                <a:uLnTx/>
                <a:uFillTx/>
                <a:latin typeface="Calibri" panose="020F0502020204030204" pitchFamily="34" charset="0"/>
                <a:ea typeface="宋体" panose="02010600030101010101" pitchFamily="2" charset="-122"/>
                <a:cs typeface="+mn-cs"/>
              </a:rPr>
              <a:t>这就引入了</a:t>
            </a:r>
            <a:r>
              <a:rPr kumimoji="0" lang="zh-CN" altLang="en-US" sz="2800" b="1" i="0" u="none" strike="noStrike" kern="1200" cap="none" spc="0" normalizeH="0" baseline="0" noProof="1">
                <a:ln>
                  <a:noFill/>
                </a:ln>
                <a:solidFill>
                  <a:srgbClr val="FF0000"/>
                </a:solidFill>
                <a:effectLst/>
                <a:uLnTx/>
                <a:uFillTx/>
                <a:latin typeface="Calibri" panose="020F0502020204030204" pitchFamily="34" charset="0"/>
                <a:ea typeface="宋体" panose="02010600030101010101" pitchFamily="2" charset="-122"/>
                <a:cs typeface="+mn-cs"/>
              </a:rPr>
              <a:t>高斯混合模型</a:t>
            </a:r>
            <a:r>
              <a:rPr kumimoji="0" lang="zh-CN" altLang="en-US" sz="2800" b="1" i="0" u="none" strike="noStrike" kern="1200" cap="none" spc="0" normalizeH="0" baseline="0" noProof="1">
                <a:ln>
                  <a:noFill/>
                </a:ln>
                <a:solidFill>
                  <a:srgbClr val="000000"/>
                </a:solidFill>
                <a:effectLst/>
                <a:uLnTx/>
                <a:uFillTx/>
                <a:latin typeface="Calibri" panose="020F0502020204030204" pitchFamily="34" charset="0"/>
                <a:ea typeface="宋体" panose="02010600030101010101" pitchFamily="2" charset="-122"/>
                <a:cs typeface="+mn-cs"/>
              </a:rPr>
              <a:t>。  </a:t>
            </a:r>
            <a:endParaRPr kumimoji="0" lang="zh-CN" altLang="en-US" sz="2800" b="1" i="0" u="none" strike="noStrike" kern="1200" cap="none" spc="0" normalizeH="0" baseline="0" noProof="1">
              <a:ln>
                <a:noFill/>
              </a:ln>
              <a:solidFill>
                <a:srgbClr val="000000"/>
              </a:solidFill>
              <a:effectLst/>
              <a:uLnTx/>
              <a:uFillTx/>
              <a:latin typeface="Calibri" panose="020F0502020204030204" pitchFamily="34" charset="0"/>
              <a:ea typeface="宋体" panose="02010600030101010101" pitchFamily="2" charset="-122"/>
              <a:cs typeface="+mn-cs"/>
            </a:endParaRPr>
          </a:p>
        </p:txBody>
      </p:sp>
      <p:sp>
        <p:nvSpPr>
          <p:cNvPr id="32771" name="Rectangle 5"/>
          <p:cNvSpPr/>
          <p:nvPr/>
        </p:nvSpPr>
        <p:spPr>
          <a:xfrm>
            <a:off x="0" y="0"/>
            <a:ext cx="9144000" cy="0"/>
          </a:xfrm>
          <a:prstGeom prst="rect">
            <a:avLst/>
          </a:prstGeom>
          <a:noFill/>
          <a:ln w="9525">
            <a:noFill/>
          </a:ln>
        </p:spPr>
        <p:txBody>
          <a:bodyPr wrap="none" anchor="ctr" anchorCtr="0">
            <a:spAutoFit/>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华文新魏" panose="02010800040101010101" pitchFamily="2" charset="-122"/>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ea typeface="+mn-ea"/>
                <a:cs typeface="华文新魏" panose="02010800040101010101" pitchFamily="2" charset="-122"/>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ea typeface="+mn-ea"/>
                <a:cs typeface="华文新魏" panose="02010800040101010101" pitchFamily="2" charset="-122"/>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ea typeface="+mn-ea"/>
                <a:cs typeface="华文新魏" panose="02010800040101010101" pitchFamily="2" charset="-122"/>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ea typeface="+mn-ea"/>
                <a:cs typeface="华文新魏" panose="02010800040101010101" pitchFamily="2" charset="-122"/>
              </a:defRPr>
            </a:lvl5pPr>
          </a:lstStyle>
          <a:p>
            <a:pPr marL="0" lvl="0" indent="0" eaLnBrk="1" hangingPunct="1">
              <a:spcBef>
                <a:spcPct val="0"/>
              </a:spcBef>
              <a:buClrTx/>
              <a:buSzTx/>
              <a:buFontTx/>
              <a:buNone/>
            </a:pPr>
            <a:endParaRPr lang="zh-CN" altLang="en-US" sz="1800" dirty="0">
              <a:latin typeface="Arial" panose="020B0604020202020204" pitchFamily="34" charset="0"/>
            </a:endParaRPr>
          </a:p>
        </p:txBody>
      </p:sp>
      <p:sp>
        <p:nvSpPr>
          <p:cNvPr id="32772" name="Text Box 5"/>
          <p:cNvSpPr txBox="1"/>
          <p:nvPr/>
        </p:nvSpPr>
        <p:spPr>
          <a:xfrm>
            <a:off x="3743325" y="0"/>
            <a:ext cx="5400675" cy="706438"/>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华文新魏" panose="02010800040101010101" pitchFamily="2" charset="-122"/>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ea typeface="+mn-ea"/>
                <a:cs typeface="华文新魏" panose="02010800040101010101" pitchFamily="2" charset="-122"/>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ea typeface="+mn-ea"/>
                <a:cs typeface="华文新魏" panose="02010800040101010101" pitchFamily="2" charset="-122"/>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ea typeface="+mn-ea"/>
                <a:cs typeface="华文新魏" panose="02010800040101010101" pitchFamily="2" charset="-122"/>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ea typeface="+mn-ea"/>
                <a:cs typeface="华文新魏" panose="02010800040101010101" pitchFamily="2" charset="-122"/>
              </a:defRPr>
            </a:lvl5pPr>
          </a:lstStyle>
          <a:p>
            <a:pPr marL="0" lvl="0" indent="0" algn="ctr" eaLnBrk="1" hangingPunct="1">
              <a:spcBef>
                <a:spcPct val="0"/>
              </a:spcBef>
              <a:buClrTx/>
              <a:buSzTx/>
              <a:buFontTx/>
              <a:buNone/>
            </a:pPr>
            <a:r>
              <a:rPr lang="en-US" altLang="zh-CN" sz="4000" b="1" dirty="0">
                <a:solidFill>
                  <a:srgbClr val="0000FF"/>
                </a:solidFill>
                <a:latin typeface="Arial" panose="020B0604020202020204" pitchFamily="34" charset="0"/>
                <a:sym typeface="宋体" panose="02010600030101010101" pitchFamily="2" charset="-122"/>
              </a:rPr>
              <a:t>4.1.1 </a:t>
            </a:r>
            <a:r>
              <a:rPr lang="zh-CN" altLang="en-US" sz="4000" b="1" dirty="0">
                <a:solidFill>
                  <a:srgbClr val="0000FF"/>
                </a:solidFill>
                <a:latin typeface="Arial" panose="020B0604020202020204" pitchFamily="34" charset="0"/>
                <a:sym typeface="宋体" panose="02010600030101010101" pitchFamily="2" charset="-122"/>
              </a:rPr>
              <a:t>单</a:t>
            </a:r>
            <a:r>
              <a:rPr lang="en-US" altLang="zh-CN" sz="4000" b="1" dirty="0">
                <a:solidFill>
                  <a:srgbClr val="0000FF"/>
                </a:solidFill>
                <a:latin typeface="Arial" panose="020B0604020202020204" pitchFamily="34" charset="0"/>
                <a:sym typeface="宋体" panose="02010600030101010101" pitchFamily="2" charset="-122"/>
              </a:rPr>
              <a:t>高斯模型</a:t>
            </a:r>
            <a:endParaRPr lang="en-US" altLang="zh-CN" sz="4000" b="1" dirty="0">
              <a:solidFill>
                <a:srgbClr val="0000FF"/>
              </a:solidFill>
              <a:latin typeface="Arial" panose="020B0604020202020204" pitchFamily="34" charset="0"/>
              <a:sym typeface="宋体" panose="02010600030101010101" pitchFamily="2" charset="-122"/>
            </a:endParaRPr>
          </a:p>
        </p:txBody>
      </p:sp>
      <p:graphicFrame>
        <p:nvGraphicFramePr>
          <p:cNvPr id="32773" name="内容占位符 -2147482620"/>
          <p:cNvGraphicFramePr>
            <a:graphicFrameLocks noGrp="1" noChangeAspect="1"/>
          </p:cNvGraphicFramePr>
          <p:nvPr>
            <p:ph sz="quarter" idx="1"/>
          </p:nvPr>
        </p:nvGraphicFramePr>
        <p:xfrm>
          <a:off x="1398588" y="1762125"/>
          <a:ext cx="6556375" cy="1008063"/>
        </p:xfrm>
        <a:graphic>
          <a:graphicData uri="http://schemas.openxmlformats.org/presentationml/2006/ole">
            <mc:AlternateContent xmlns:mc="http://schemas.openxmlformats.org/markup-compatibility/2006">
              <mc:Choice xmlns:v="urn:schemas-microsoft-com:vml" Requires="v">
                <p:oleObj spid="_x0000_s3094" name="" r:id="rId1" imgW="3136900" imgH="482600" progId="Equation.DSMT4">
                  <p:embed/>
                </p:oleObj>
              </mc:Choice>
              <mc:Fallback>
                <p:oleObj name="" r:id="rId1" imgW="3136900" imgH="482600" progId="Equation.DSMT4">
                  <p:embed/>
                  <p:pic>
                    <p:nvPicPr>
                      <p:cNvPr id="0" name="图片 3093"/>
                      <p:cNvPicPr/>
                      <p:nvPr/>
                    </p:nvPicPr>
                    <p:blipFill>
                      <a:blip r:embed="rId2"/>
                      <a:srcRect/>
                      <a:stretch>
                        <a:fillRect/>
                      </a:stretch>
                    </p:blipFill>
                    <p:spPr>
                      <a:xfrm>
                        <a:off x="1398588" y="1762125"/>
                        <a:ext cx="6556375" cy="1008063"/>
                      </a:xfrm>
                      <a:prstGeom prst="rect">
                        <a:avLst/>
                      </a:prstGeom>
                      <a:noFill/>
                      <a:ln w="38100">
                        <a:miter/>
                      </a:ln>
                    </p:spPr>
                  </p:pic>
                </p:oleObj>
              </mc:Fallback>
            </mc:AlternateContent>
          </a:graphicData>
        </a:graphic>
      </p:graphicFrame>
      <p:graphicFrame>
        <p:nvGraphicFramePr>
          <p:cNvPr id="32774" name="对象 16">
            <a:hlinkClick r:id="" action="ppaction://ole?verb="/>
          </p:cNvPr>
          <p:cNvGraphicFramePr>
            <a:graphicFrameLocks noChangeAspect="1"/>
          </p:cNvGraphicFramePr>
          <p:nvPr/>
        </p:nvGraphicFramePr>
        <p:xfrm>
          <a:off x="2058988" y="2827338"/>
          <a:ext cx="327025" cy="361950"/>
        </p:xfrm>
        <a:graphic>
          <a:graphicData uri="http://schemas.openxmlformats.org/presentationml/2006/ole">
            <mc:AlternateContent xmlns:mc="http://schemas.openxmlformats.org/markup-compatibility/2006">
              <mc:Choice xmlns:v="urn:schemas-microsoft-com:vml" Requires="v">
                <p:oleObj spid="_x0000_s3103" name="" r:id="rId3" imgW="127000" imgH="139700" progId="Equation.KSEE3">
                  <p:embed/>
                </p:oleObj>
              </mc:Choice>
              <mc:Fallback>
                <p:oleObj name="" r:id="rId3" imgW="127000" imgH="139700" progId="Equation.KSEE3">
                  <p:embed/>
                  <p:pic>
                    <p:nvPicPr>
                      <p:cNvPr id="0" name="图片 3102"/>
                      <p:cNvPicPr/>
                      <p:nvPr/>
                    </p:nvPicPr>
                    <p:blipFill>
                      <a:blip r:embed="rId4"/>
                      <a:stretch>
                        <a:fillRect/>
                      </a:stretch>
                    </p:blipFill>
                    <p:spPr>
                      <a:xfrm>
                        <a:off x="2058988" y="2827338"/>
                        <a:ext cx="327025" cy="361950"/>
                      </a:xfrm>
                      <a:prstGeom prst="rect">
                        <a:avLst/>
                      </a:prstGeom>
                      <a:noFill/>
                      <a:ln w="38100">
                        <a:noFill/>
                        <a:miter/>
                      </a:ln>
                    </p:spPr>
                  </p:pic>
                </p:oleObj>
              </mc:Fallback>
            </mc:AlternateContent>
          </a:graphicData>
        </a:graphic>
      </p:graphicFrame>
      <p:graphicFrame>
        <p:nvGraphicFramePr>
          <p:cNvPr id="32775" name="内容占位符 18">
            <a:hlinkClick r:id="" action="ppaction://ole?verb="/>
          </p:cNvPr>
          <p:cNvGraphicFramePr>
            <a:graphicFrameLocks noGrp="1" noChangeAspect="1"/>
          </p:cNvGraphicFramePr>
          <p:nvPr>
            <p:ph sz="half" idx="4294967295"/>
          </p:nvPr>
        </p:nvGraphicFramePr>
        <p:xfrm>
          <a:off x="4930775" y="2809875"/>
          <a:ext cx="346075" cy="381000"/>
        </p:xfrm>
        <a:graphic>
          <a:graphicData uri="http://schemas.openxmlformats.org/presentationml/2006/ole">
            <mc:AlternateContent xmlns:mc="http://schemas.openxmlformats.org/markup-compatibility/2006">
              <mc:Choice xmlns:v="urn:schemas-microsoft-com:vml" Requires="v">
                <p:oleObj spid="_x0000_s3097" name="" r:id="rId5" imgW="127000" imgH="139700" progId="Equation.KSEE3">
                  <p:embed/>
                </p:oleObj>
              </mc:Choice>
              <mc:Fallback>
                <p:oleObj name="" r:id="rId5" imgW="127000" imgH="139700" progId="Equation.KSEE3">
                  <p:embed/>
                  <p:pic>
                    <p:nvPicPr>
                      <p:cNvPr id="0" name="图片 3096"/>
                      <p:cNvPicPr/>
                      <p:nvPr/>
                    </p:nvPicPr>
                    <p:blipFill>
                      <a:blip r:embed="rId6"/>
                      <a:srcRect/>
                      <a:stretch>
                        <a:fillRect/>
                      </a:stretch>
                    </p:blipFill>
                    <p:spPr>
                      <a:xfrm>
                        <a:off x="4930775" y="2809875"/>
                        <a:ext cx="346075" cy="381000"/>
                      </a:xfrm>
                      <a:prstGeom prst="rect">
                        <a:avLst/>
                      </a:prstGeom>
                      <a:noFill/>
                      <a:ln w="38100">
                        <a:miter/>
                      </a:ln>
                    </p:spPr>
                  </p:pic>
                </p:oleObj>
              </mc:Fallback>
            </mc:AlternateContent>
          </a:graphicData>
        </a:graphic>
      </p:graphicFrame>
      <p:graphicFrame>
        <p:nvGraphicFramePr>
          <p:cNvPr id="32776" name="对象 20">
            <a:hlinkClick r:id="" action="ppaction://ole?verb="/>
          </p:cNvPr>
          <p:cNvGraphicFramePr>
            <a:graphicFrameLocks noChangeAspect="1"/>
          </p:cNvGraphicFramePr>
          <p:nvPr/>
        </p:nvGraphicFramePr>
        <p:xfrm>
          <a:off x="7554913" y="2809875"/>
          <a:ext cx="400050" cy="347663"/>
        </p:xfrm>
        <a:graphic>
          <a:graphicData uri="http://schemas.openxmlformats.org/presentationml/2006/ole">
            <mc:AlternateContent xmlns:mc="http://schemas.openxmlformats.org/markup-compatibility/2006">
              <mc:Choice xmlns:v="urn:schemas-microsoft-com:vml" Requires="v">
                <p:oleObj spid="_x0000_s3098" name="" r:id="rId7" imgW="292100" imgH="254000" progId="Equation.KSEE3">
                  <p:embed/>
                </p:oleObj>
              </mc:Choice>
              <mc:Fallback>
                <p:oleObj name="" r:id="rId7" imgW="292100" imgH="254000" progId="Equation.KSEE3">
                  <p:embed/>
                  <p:pic>
                    <p:nvPicPr>
                      <p:cNvPr id="0" name="图片 3097"/>
                      <p:cNvPicPr/>
                      <p:nvPr/>
                    </p:nvPicPr>
                    <p:blipFill>
                      <a:blip r:embed="rId8"/>
                      <a:stretch>
                        <a:fillRect/>
                      </a:stretch>
                    </p:blipFill>
                    <p:spPr>
                      <a:xfrm>
                        <a:off x="7554913" y="2809875"/>
                        <a:ext cx="400050" cy="347663"/>
                      </a:xfrm>
                      <a:prstGeom prst="rect">
                        <a:avLst/>
                      </a:prstGeom>
                      <a:noFill/>
                      <a:ln w="38100">
                        <a:noFill/>
                        <a:miter/>
                      </a:ln>
                    </p:spPr>
                  </p:pic>
                </p:oleObj>
              </mc:Fallback>
            </mc:AlternateContent>
          </a:graphicData>
        </a:graphic>
      </p:graphicFrame>
      <p:graphicFrame>
        <p:nvGraphicFramePr>
          <p:cNvPr id="32777" name="对象 21">
            <a:hlinkClick r:id="" action="ppaction://ole?verb="/>
          </p:cNvPr>
          <p:cNvGraphicFramePr>
            <a:graphicFrameLocks noChangeAspect="1"/>
          </p:cNvGraphicFramePr>
          <p:nvPr/>
        </p:nvGraphicFramePr>
        <p:xfrm>
          <a:off x="7954963" y="3238500"/>
          <a:ext cx="344487" cy="381000"/>
        </p:xfrm>
        <a:graphic>
          <a:graphicData uri="http://schemas.openxmlformats.org/presentationml/2006/ole">
            <mc:AlternateContent xmlns:mc="http://schemas.openxmlformats.org/markup-compatibility/2006">
              <mc:Choice xmlns:v="urn:schemas-microsoft-com:vml" Requires="v">
                <p:oleObj spid="_x0000_s3106" name="" r:id="rId9" imgW="127000" imgH="139700" progId="Equation.KSEE3">
                  <p:embed/>
                </p:oleObj>
              </mc:Choice>
              <mc:Fallback>
                <p:oleObj name="" r:id="rId9" imgW="127000" imgH="139700" progId="Equation.KSEE3">
                  <p:embed/>
                  <p:pic>
                    <p:nvPicPr>
                      <p:cNvPr id="0" name="图片 3105"/>
                      <p:cNvPicPr/>
                      <p:nvPr/>
                    </p:nvPicPr>
                    <p:blipFill>
                      <a:blip r:embed="rId6"/>
                      <a:stretch>
                        <a:fillRect/>
                      </a:stretch>
                    </p:blipFill>
                    <p:spPr>
                      <a:xfrm>
                        <a:off x="7954963" y="3238500"/>
                        <a:ext cx="344487" cy="381000"/>
                      </a:xfrm>
                      <a:prstGeom prst="rect">
                        <a:avLst/>
                      </a:prstGeom>
                      <a:noFill/>
                      <a:ln w="38100">
                        <a:noFill/>
                        <a:miter/>
                      </a:ln>
                    </p:spPr>
                  </p:pic>
                </p:oleObj>
              </mc:Fallback>
            </mc:AlternateContent>
          </a:graphicData>
        </a:graphic>
      </p:graphicFrame>
      <p:graphicFrame>
        <p:nvGraphicFramePr>
          <p:cNvPr id="32778" name="对象 23">
            <a:hlinkClick r:id="" action="ppaction://ole?verb="/>
          </p:cNvPr>
          <p:cNvGraphicFramePr>
            <a:graphicFrameLocks noChangeAspect="1"/>
          </p:cNvGraphicFramePr>
          <p:nvPr/>
        </p:nvGraphicFramePr>
        <p:xfrm>
          <a:off x="4875213" y="3646488"/>
          <a:ext cx="400050" cy="347662"/>
        </p:xfrm>
        <a:graphic>
          <a:graphicData uri="http://schemas.openxmlformats.org/presentationml/2006/ole">
            <mc:AlternateContent xmlns:mc="http://schemas.openxmlformats.org/markup-compatibility/2006">
              <mc:Choice xmlns:v="urn:schemas-microsoft-com:vml" Requires="v">
                <p:oleObj spid="_x0000_s3096" name="" r:id="rId10" imgW="292100" imgH="254000" progId="Equation.KSEE3">
                  <p:embed/>
                </p:oleObj>
              </mc:Choice>
              <mc:Fallback>
                <p:oleObj name="" r:id="rId10" imgW="292100" imgH="254000" progId="Equation.KSEE3">
                  <p:embed/>
                  <p:pic>
                    <p:nvPicPr>
                      <p:cNvPr id="0" name="图片 3095"/>
                      <p:cNvPicPr/>
                      <p:nvPr/>
                    </p:nvPicPr>
                    <p:blipFill>
                      <a:blip r:embed="rId11"/>
                      <a:stretch>
                        <a:fillRect/>
                      </a:stretch>
                    </p:blipFill>
                    <p:spPr>
                      <a:xfrm>
                        <a:off x="4875213" y="3646488"/>
                        <a:ext cx="400050" cy="347662"/>
                      </a:xfrm>
                      <a:prstGeom prst="rect">
                        <a:avLst/>
                      </a:prstGeom>
                      <a:noFill/>
                      <a:ln w="38100">
                        <a:noFill/>
                        <a:miter/>
                      </a:ln>
                    </p:spPr>
                  </p:pic>
                </p:oleObj>
              </mc:Fallback>
            </mc:AlternateContent>
          </a:graphicData>
        </a:graphic>
      </p:graphicFrame>
    </p:spTree>
  </p:cSld>
  <p:clrMapOvr>
    <a:masterClrMapping/>
  </p:clrMapOv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33794" name="Picture 2"/>
          <p:cNvPicPr>
            <a:picLocks noChangeAspect="1"/>
          </p:cNvPicPr>
          <p:nvPr/>
        </p:nvPicPr>
        <p:blipFill>
          <a:blip r:embed="rId1"/>
          <a:stretch>
            <a:fillRect/>
          </a:stretch>
        </p:blipFill>
        <p:spPr>
          <a:xfrm>
            <a:off x="684213" y="1052513"/>
            <a:ext cx="7596187" cy="4986337"/>
          </a:xfrm>
          <a:prstGeom prst="rect">
            <a:avLst/>
          </a:prstGeom>
          <a:noFill/>
          <a:ln w="9525">
            <a:noFill/>
          </a:ln>
        </p:spPr>
      </p:pic>
    </p:spTree>
  </p:cSld>
  <p:clrMapOvr>
    <a:masterClrMapping/>
  </p:clrMapOv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4818" name="Rectangle 5"/>
          <p:cNvSpPr/>
          <p:nvPr/>
        </p:nvSpPr>
        <p:spPr>
          <a:xfrm>
            <a:off x="715963" y="827088"/>
            <a:ext cx="7970837" cy="4965700"/>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华文新魏" panose="02010800040101010101" pitchFamily="2" charset="-122"/>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ea typeface="+mn-ea"/>
                <a:cs typeface="华文新魏" panose="02010800040101010101" pitchFamily="2" charset="-122"/>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ea typeface="+mn-ea"/>
                <a:cs typeface="华文新魏" panose="02010800040101010101" pitchFamily="2" charset="-122"/>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ea typeface="+mn-ea"/>
                <a:cs typeface="华文新魏" panose="02010800040101010101" pitchFamily="2" charset="-122"/>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ea typeface="+mn-ea"/>
                <a:cs typeface="华文新魏" panose="02010800040101010101" pitchFamily="2" charset="-122"/>
              </a:defRPr>
            </a:lvl5pPr>
          </a:lstStyle>
          <a:p>
            <a:pPr marL="0" lvl="0" indent="0" algn="ctr" eaLnBrk="1" hangingPunct="1">
              <a:spcBef>
                <a:spcPts val="575"/>
              </a:spcBef>
              <a:buClr>
                <a:srgbClr val="D34817"/>
              </a:buClr>
              <a:buSzPct val="85000"/>
              <a:buNone/>
            </a:pPr>
            <a:r>
              <a:rPr lang="en-US" altLang="zh-CN" sz="3600" b="1" dirty="0">
                <a:solidFill>
                  <a:srgbClr val="0000CC"/>
                </a:solidFill>
                <a:latin typeface="黑体" panose="02010609060101010101" pitchFamily="49" charset="-122"/>
                <a:ea typeface="黑体" panose="02010609060101010101" pitchFamily="49" charset="-122"/>
                <a:sym typeface="Fences" charset="0"/>
              </a:rPr>
              <a:t>4.1.2 高斯</a:t>
            </a:r>
            <a:r>
              <a:rPr lang="zh-CN" altLang="en-US" sz="3600" b="1" dirty="0">
                <a:solidFill>
                  <a:srgbClr val="0000CC"/>
                </a:solidFill>
                <a:latin typeface="黑体" panose="02010609060101010101" pitchFamily="49" charset="-122"/>
                <a:ea typeface="黑体" panose="02010609060101010101" pitchFamily="49" charset="-122"/>
                <a:sym typeface="Fences" charset="0"/>
              </a:rPr>
              <a:t>混合</a:t>
            </a:r>
            <a:r>
              <a:rPr lang="en-US" altLang="zh-CN" sz="3600" b="1" dirty="0">
                <a:solidFill>
                  <a:srgbClr val="0000CC"/>
                </a:solidFill>
                <a:latin typeface="黑体" panose="02010609060101010101" pitchFamily="49" charset="-122"/>
                <a:ea typeface="黑体" panose="02010609060101010101" pitchFamily="49" charset="-122"/>
                <a:sym typeface="Fences" charset="0"/>
              </a:rPr>
              <a:t>模型</a:t>
            </a:r>
            <a:endParaRPr lang="zh-CN" altLang="en-US" sz="3600" b="1" dirty="0">
              <a:solidFill>
                <a:srgbClr val="0000CC"/>
              </a:solidFill>
              <a:latin typeface="黑体" panose="02010609060101010101" pitchFamily="49" charset="-122"/>
              <a:ea typeface="黑体" panose="02010609060101010101" pitchFamily="49" charset="-122"/>
              <a:sym typeface="Fences" charset="0"/>
            </a:endParaRPr>
          </a:p>
          <a:p>
            <a:pPr marL="0" lvl="0" indent="0" algn="just" eaLnBrk="1" hangingPunct="1">
              <a:spcBef>
                <a:spcPts val="575"/>
              </a:spcBef>
              <a:buClr>
                <a:srgbClr val="D34817"/>
              </a:buClr>
              <a:buSzPct val="85000"/>
              <a:buNone/>
            </a:pPr>
            <a:r>
              <a:rPr lang="en-US" altLang="zh-CN" sz="2800" b="1" dirty="0">
                <a:solidFill>
                  <a:srgbClr val="0000CC"/>
                </a:solidFill>
                <a:latin typeface="宋体" panose="02010600030101010101" pitchFamily="2" charset="-122"/>
                <a:ea typeface="黑体" panose="02010609060101010101" pitchFamily="49" charset="-122"/>
              </a:rPr>
              <a:t>    高斯混合模型</a:t>
            </a:r>
            <a:r>
              <a:rPr lang="en-US" altLang="zh-CN" sz="2800" b="1" dirty="0">
                <a:latin typeface="宋体" panose="02010600030101010101" pitchFamily="2" charset="-122"/>
                <a:ea typeface="黑体" panose="02010609060101010101" pitchFamily="49" charset="-122"/>
              </a:rPr>
              <a:t>假定样本数据分布服从几个高斯分布的加权和的形式</a:t>
            </a:r>
            <a:r>
              <a:rPr lang="zh-CN" altLang="en-US" sz="2800" b="1" dirty="0">
                <a:latin typeface="宋体" panose="02010600030101010101" pitchFamily="2" charset="-122"/>
                <a:ea typeface="黑体" panose="02010609060101010101" pitchFamily="49" charset="-122"/>
              </a:rPr>
              <a:t>。</a:t>
            </a:r>
            <a:endParaRPr lang="zh-CN" altLang="en-US" sz="2800" b="1" dirty="0">
              <a:latin typeface="宋体" panose="02010600030101010101" pitchFamily="2" charset="-122"/>
              <a:ea typeface="黑体" panose="02010609060101010101" pitchFamily="49" charset="-122"/>
            </a:endParaRPr>
          </a:p>
          <a:p>
            <a:pPr marL="0" lvl="0" indent="0" algn="just" eaLnBrk="1" hangingPunct="1">
              <a:spcBef>
                <a:spcPts val="575"/>
              </a:spcBef>
              <a:buClr>
                <a:srgbClr val="D34817"/>
              </a:buClr>
              <a:buSzPct val="85000"/>
              <a:buNone/>
            </a:pPr>
            <a:endParaRPr lang="en-US" altLang="en-US" sz="2800" b="1" dirty="0">
              <a:solidFill>
                <a:srgbClr val="000000"/>
              </a:solidFill>
              <a:ea typeface="黑体" panose="02010609060101010101" pitchFamily="49" charset="-122"/>
            </a:endParaRPr>
          </a:p>
          <a:p>
            <a:pPr marL="0" lvl="0" indent="0" algn="just" eaLnBrk="1" hangingPunct="1">
              <a:spcBef>
                <a:spcPts val="575"/>
              </a:spcBef>
              <a:buClr>
                <a:srgbClr val="D34817"/>
              </a:buClr>
              <a:buSzPct val="85000"/>
              <a:buNone/>
            </a:pPr>
            <a:endParaRPr lang="en-US" altLang="en-US" sz="2800" b="1" dirty="0">
              <a:solidFill>
                <a:srgbClr val="000000"/>
              </a:solidFill>
              <a:ea typeface="黑体" panose="02010609060101010101" pitchFamily="49" charset="-122"/>
            </a:endParaRPr>
          </a:p>
          <a:p>
            <a:pPr marL="0" lvl="0" indent="0" algn="just" eaLnBrk="1" hangingPunct="1">
              <a:spcBef>
                <a:spcPts val="575"/>
              </a:spcBef>
              <a:buClr>
                <a:srgbClr val="D34817"/>
              </a:buClr>
              <a:buSzPct val="85000"/>
              <a:buNone/>
            </a:pPr>
            <a:r>
              <a:rPr lang="en-US" altLang="en-US" sz="2800" b="1" dirty="0">
                <a:solidFill>
                  <a:srgbClr val="000000"/>
                </a:solidFill>
                <a:ea typeface="黑体" panose="02010609060101010101" pitchFamily="49" charset="-122"/>
              </a:rPr>
              <a:t>         其中的任意一个高斯分布称作这个模型的一个分量。</a:t>
            </a:r>
            <a:endParaRPr lang="en-US" altLang="en-US" sz="2800" b="1" dirty="0">
              <a:solidFill>
                <a:srgbClr val="000000"/>
              </a:solidFill>
              <a:ea typeface="黑体" panose="02010609060101010101" pitchFamily="49" charset="-122"/>
            </a:endParaRPr>
          </a:p>
          <a:p>
            <a:pPr marL="0" lvl="0" indent="0" algn="just" eaLnBrk="1" hangingPunct="1">
              <a:spcBef>
                <a:spcPts val="575"/>
              </a:spcBef>
              <a:buClr>
                <a:srgbClr val="D34817"/>
              </a:buClr>
              <a:buSzPct val="85000"/>
              <a:buNone/>
            </a:pPr>
            <a:r>
              <a:rPr lang="en-US" altLang="en-US" sz="2800" b="1" dirty="0">
                <a:solidFill>
                  <a:srgbClr val="000000"/>
                </a:solidFill>
                <a:ea typeface="黑体" panose="02010609060101010101" pitchFamily="49" charset="-122"/>
              </a:rPr>
              <a:t>               是混合系数，表示</a:t>
            </a:r>
            <a:r>
              <a:rPr lang="en-US" altLang="en-US" sz="2800" b="1" dirty="0">
                <a:solidFill>
                  <a:srgbClr val="FF0000"/>
                </a:solidFill>
                <a:ea typeface="黑体" panose="02010609060101010101" pitchFamily="49" charset="-122"/>
                <a:sym typeface="Fences" charset="0"/>
              </a:rPr>
              <a:t>每个分量的权重</a:t>
            </a:r>
            <a:r>
              <a:rPr lang="en-US" altLang="en-US" sz="2800" b="1" dirty="0">
                <a:solidFill>
                  <a:srgbClr val="000000"/>
                </a:solidFill>
                <a:ea typeface="黑体" panose="02010609060101010101" pitchFamily="49" charset="-122"/>
                <a:sym typeface="Fences" charset="0"/>
              </a:rPr>
              <a:t>。</a:t>
            </a:r>
            <a:r>
              <a:rPr lang="en-US" altLang="en-US" sz="2800" b="1" dirty="0">
                <a:solidFill>
                  <a:srgbClr val="000000"/>
                </a:solidFill>
                <a:ea typeface="黑体" panose="02010609060101010101" pitchFamily="49" charset="-122"/>
              </a:rPr>
              <a:t>需满足：             </a:t>
            </a:r>
            <a:endParaRPr lang="en-US" altLang="en-US" sz="2800" b="1" dirty="0">
              <a:solidFill>
                <a:srgbClr val="000000"/>
              </a:solidFill>
              <a:ea typeface="黑体" panose="02010609060101010101" pitchFamily="49" charset="-122"/>
              <a:sym typeface="Fences" charset="0"/>
            </a:endParaRPr>
          </a:p>
          <a:p>
            <a:pPr marL="0" lvl="0" indent="0" algn="just" eaLnBrk="1" hangingPunct="1">
              <a:spcBef>
                <a:spcPts val="575"/>
              </a:spcBef>
              <a:buClr>
                <a:srgbClr val="D34817"/>
              </a:buClr>
              <a:buSzPct val="85000"/>
              <a:buNone/>
            </a:pPr>
            <a:r>
              <a:rPr lang="en-US" altLang="en-US" sz="2800" b="1" dirty="0">
                <a:solidFill>
                  <a:srgbClr val="000000"/>
                </a:solidFill>
                <a:ea typeface="黑体" panose="02010609060101010101" pitchFamily="49" charset="-122"/>
                <a:sym typeface="Fences" charset="0"/>
              </a:rPr>
              <a:t>         </a:t>
            </a:r>
            <a:r>
              <a:rPr lang="en-US" altLang="en-US" sz="2800" b="1" dirty="0">
                <a:solidFill>
                  <a:srgbClr val="000000"/>
                </a:solidFill>
                <a:ea typeface="黑体" panose="02010609060101010101" pitchFamily="49" charset="-122"/>
              </a:rPr>
              <a:t>  </a:t>
            </a:r>
            <a:endParaRPr lang="en-US" altLang="en-US" sz="2800" b="1" dirty="0">
              <a:solidFill>
                <a:srgbClr val="000000"/>
              </a:solidFill>
              <a:ea typeface="黑体" panose="02010609060101010101" pitchFamily="49" charset="-122"/>
            </a:endParaRPr>
          </a:p>
        </p:txBody>
      </p:sp>
      <p:sp>
        <p:nvSpPr>
          <p:cNvPr id="34819" name="Rectangle 5"/>
          <p:cNvSpPr/>
          <p:nvPr/>
        </p:nvSpPr>
        <p:spPr>
          <a:xfrm>
            <a:off x="0" y="0"/>
            <a:ext cx="9144000" cy="0"/>
          </a:xfrm>
          <a:prstGeom prst="rect">
            <a:avLst/>
          </a:prstGeom>
          <a:noFill/>
          <a:ln w="9525">
            <a:noFill/>
          </a:ln>
        </p:spPr>
        <p:txBody>
          <a:bodyPr wrap="none" anchor="ctr" anchorCtr="0">
            <a:spAutoFit/>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华文新魏" panose="02010800040101010101" pitchFamily="2" charset="-122"/>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ea typeface="+mn-ea"/>
                <a:cs typeface="华文新魏" panose="02010800040101010101" pitchFamily="2" charset="-122"/>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ea typeface="+mn-ea"/>
                <a:cs typeface="华文新魏" panose="02010800040101010101" pitchFamily="2" charset="-122"/>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ea typeface="+mn-ea"/>
                <a:cs typeface="华文新魏" panose="02010800040101010101" pitchFamily="2" charset="-122"/>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ea typeface="+mn-ea"/>
                <a:cs typeface="华文新魏" panose="02010800040101010101" pitchFamily="2" charset="-122"/>
              </a:defRPr>
            </a:lvl5pPr>
          </a:lstStyle>
          <a:p>
            <a:pPr marL="0" lvl="0" indent="0" eaLnBrk="1" hangingPunct="1">
              <a:spcBef>
                <a:spcPct val="0"/>
              </a:spcBef>
              <a:buClrTx/>
              <a:buSzTx/>
              <a:buFontTx/>
              <a:buNone/>
            </a:pPr>
            <a:endParaRPr lang="zh-CN" altLang="en-US" sz="1800" dirty="0">
              <a:latin typeface="Arial" panose="020B0604020202020204" pitchFamily="34" charset="0"/>
            </a:endParaRPr>
          </a:p>
        </p:txBody>
      </p:sp>
      <p:graphicFrame>
        <p:nvGraphicFramePr>
          <p:cNvPr id="34820" name="内容占位符 -2147482619"/>
          <p:cNvGraphicFramePr>
            <a:graphicFrameLocks noGrp="1" noChangeAspect="1"/>
          </p:cNvGraphicFramePr>
          <p:nvPr>
            <p:ph sz="half" idx="1"/>
          </p:nvPr>
        </p:nvGraphicFramePr>
        <p:xfrm>
          <a:off x="2674938" y="2379663"/>
          <a:ext cx="3508375" cy="958850"/>
        </p:xfrm>
        <a:graphic>
          <a:graphicData uri="http://schemas.openxmlformats.org/presentationml/2006/ole">
            <mc:AlternateContent xmlns:mc="http://schemas.openxmlformats.org/markup-compatibility/2006">
              <mc:Choice xmlns:v="urn:schemas-microsoft-com:vml" Requires="v">
                <p:oleObj spid="_x0000_s3099" name="" r:id="rId1" imgW="1574800" imgH="431800" progId="Equation.DSMT4">
                  <p:embed/>
                </p:oleObj>
              </mc:Choice>
              <mc:Fallback>
                <p:oleObj name="" r:id="rId1" imgW="1574800" imgH="431800" progId="Equation.DSMT4">
                  <p:embed/>
                  <p:pic>
                    <p:nvPicPr>
                      <p:cNvPr id="0" name="图片 3098"/>
                      <p:cNvPicPr/>
                      <p:nvPr/>
                    </p:nvPicPr>
                    <p:blipFill>
                      <a:blip r:embed="rId2"/>
                      <a:srcRect/>
                      <a:stretch>
                        <a:fillRect/>
                      </a:stretch>
                    </p:blipFill>
                    <p:spPr>
                      <a:xfrm>
                        <a:off x="2674938" y="2379663"/>
                        <a:ext cx="3508375" cy="958850"/>
                      </a:xfrm>
                      <a:prstGeom prst="rect">
                        <a:avLst/>
                      </a:prstGeom>
                      <a:noFill/>
                      <a:ln w="38100">
                        <a:miter/>
                      </a:ln>
                    </p:spPr>
                  </p:pic>
                </p:oleObj>
              </mc:Fallback>
            </mc:AlternateContent>
          </a:graphicData>
        </a:graphic>
      </p:graphicFrame>
      <p:graphicFrame>
        <p:nvGraphicFramePr>
          <p:cNvPr id="34821" name="对象 -2147482617"/>
          <p:cNvGraphicFramePr>
            <a:graphicFrameLocks noChangeAspect="1"/>
          </p:cNvGraphicFramePr>
          <p:nvPr/>
        </p:nvGraphicFramePr>
        <p:xfrm>
          <a:off x="1557338" y="4252913"/>
          <a:ext cx="450850" cy="539750"/>
        </p:xfrm>
        <a:graphic>
          <a:graphicData uri="http://schemas.openxmlformats.org/presentationml/2006/ole">
            <mc:AlternateContent xmlns:mc="http://schemas.openxmlformats.org/markup-compatibility/2006">
              <mc:Choice xmlns:v="urn:schemas-microsoft-com:vml" Requires="v">
                <p:oleObj spid="_x0000_s3101" name="" r:id="rId3" imgW="190500" imgH="228600" progId="Equation.DSMT4">
                  <p:embed/>
                </p:oleObj>
              </mc:Choice>
              <mc:Fallback>
                <p:oleObj name="" r:id="rId3" imgW="190500" imgH="228600" progId="Equation.DSMT4">
                  <p:embed/>
                  <p:pic>
                    <p:nvPicPr>
                      <p:cNvPr id="0" name="图片 3100"/>
                      <p:cNvPicPr/>
                      <p:nvPr/>
                    </p:nvPicPr>
                    <p:blipFill>
                      <a:blip r:embed="rId4"/>
                      <a:stretch>
                        <a:fillRect/>
                      </a:stretch>
                    </p:blipFill>
                    <p:spPr>
                      <a:xfrm>
                        <a:off x="1557338" y="4252913"/>
                        <a:ext cx="450850" cy="539750"/>
                      </a:xfrm>
                      <a:prstGeom prst="rect">
                        <a:avLst/>
                      </a:prstGeom>
                      <a:noFill/>
                      <a:ln w="38100">
                        <a:noFill/>
                        <a:miter/>
                      </a:ln>
                    </p:spPr>
                  </p:pic>
                </p:oleObj>
              </mc:Fallback>
            </mc:AlternateContent>
          </a:graphicData>
        </a:graphic>
      </p:graphicFrame>
      <p:graphicFrame>
        <p:nvGraphicFramePr>
          <p:cNvPr id="34822" name="内容占位符 -2147482616"/>
          <p:cNvGraphicFramePr>
            <a:graphicFrameLocks noGrp="1" noChangeAspect="1"/>
          </p:cNvGraphicFramePr>
          <p:nvPr>
            <p:ph sz="half" idx="2"/>
          </p:nvPr>
        </p:nvGraphicFramePr>
        <p:xfrm>
          <a:off x="1463675" y="4710113"/>
          <a:ext cx="2720975" cy="849312"/>
        </p:xfrm>
        <a:graphic>
          <a:graphicData uri="http://schemas.openxmlformats.org/presentationml/2006/ole">
            <mc:AlternateContent xmlns:mc="http://schemas.openxmlformats.org/markup-compatibility/2006">
              <mc:Choice xmlns:v="urn:schemas-microsoft-com:vml" Requires="v">
                <p:oleObj spid="_x0000_s3112" name="" r:id="rId5" imgW="1384300" imgH="431800" progId="Equation.DSMT4">
                  <p:embed/>
                </p:oleObj>
              </mc:Choice>
              <mc:Fallback>
                <p:oleObj name="" r:id="rId5" imgW="1384300" imgH="431800" progId="Equation.DSMT4">
                  <p:embed/>
                  <p:pic>
                    <p:nvPicPr>
                      <p:cNvPr id="0" name="图片 3111"/>
                      <p:cNvPicPr/>
                      <p:nvPr/>
                    </p:nvPicPr>
                    <p:blipFill>
                      <a:blip r:embed="rId6"/>
                      <a:srcRect/>
                      <a:stretch>
                        <a:fillRect/>
                      </a:stretch>
                    </p:blipFill>
                    <p:spPr>
                      <a:xfrm>
                        <a:off x="1463675" y="4710113"/>
                        <a:ext cx="2720975" cy="849312"/>
                      </a:xfrm>
                      <a:prstGeom prst="rect">
                        <a:avLst/>
                      </a:prstGeom>
                      <a:noFill/>
                      <a:ln w="38100">
                        <a:miter/>
                      </a:ln>
                    </p:spPr>
                  </p:pic>
                </p:oleObj>
              </mc:Fallback>
            </mc:AlternateContent>
          </a:graphicData>
        </a:graphic>
      </p:graphicFrame>
    </p:spTree>
  </p:cSld>
  <p:clrMapOvr>
    <a:masterClrMapping/>
  </p:clrMapOv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5842" name="Rectangle 5"/>
          <p:cNvSpPr/>
          <p:nvPr/>
        </p:nvSpPr>
        <p:spPr>
          <a:xfrm>
            <a:off x="604838" y="3694113"/>
            <a:ext cx="8218487" cy="2319337"/>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华文新魏" panose="02010800040101010101" pitchFamily="2" charset="-122"/>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ea typeface="+mn-ea"/>
                <a:cs typeface="华文新魏" panose="02010800040101010101" pitchFamily="2" charset="-122"/>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ea typeface="+mn-ea"/>
                <a:cs typeface="华文新魏" panose="02010800040101010101" pitchFamily="2" charset="-122"/>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ea typeface="+mn-ea"/>
                <a:cs typeface="华文新魏" panose="02010800040101010101" pitchFamily="2" charset="-122"/>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ea typeface="+mn-ea"/>
                <a:cs typeface="华文新魏" panose="02010800040101010101" pitchFamily="2" charset="-122"/>
              </a:defRPr>
            </a:lvl5pPr>
          </a:lstStyle>
          <a:p>
            <a:pPr marL="0" lvl="0" indent="0" algn="just" eaLnBrk="1" hangingPunct="1">
              <a:spcBef>
                <a:spcPts val="575"/>
              </a:spcBef>
              <a:buClr>
                <a:srgbClr val="D34817"/>
              </a:buClr>
              <a:buSzPct val="85000"/>
              <a:buNone/>
            </a:pPr>
            <a:r>
              <a:rPr lang="en-US" altLang="zh-CN" sz="2800" b="1" dirty="0">
                <a:solidFill>
                  <a:srgbClr val="000000"/>
                </a:solidFill>
              </a:rPr>
              <a:t>         </a:t>
            </a:r>
            <a:r>
              <a:rPr lang="zh-CN" altLang="en-US" sz="2800" b="1" dirty="0">
                <a:solidFill>
                  <a:srgbClr val="000000"/>
                </a:solidFill>
              </a:rPr>
              <a:t>上图分别为</a:t>
            </a:r>
            <a:r>
              <a:rPr lang="en-US" altLang="zh-CN" sz="2800" b="1" dirty="0">
                <a:solidFill>
                  <a:srgbClr val="0000FF"/>
                </a:solidFill>
                <a:latin typeface="Arial" panose="020B0604020202020204" pitchFamily="34" charset="0"/>
              </a:rPr>
              <a:t>单个高斯分布</a:t>
            </a:r>
            <a:r>
              <a:rPr lang="zh-CN" altLang="en-US" sz="2800" b="1" dirty="0">
                <a:solidFill>
                  <a:srgbClr val="000000"/>
                </a:solidFill>
              </a:rPr>
              <a:t>和</a:t>
            </a:r>
            <a:r>
              <a:rPr lang="en-US" altLang="zh-CN" sz="2800" b="1" dirty="0">
                <a:solidFill>
                  <a:srgbClr val="0000FF"/>
                </a:solidFill>
                <a:latin typeface="Arial" panose="020B0604020202020204" pitchFamily="34" charset="0"/>
              </a:rPr>
              <a:t>两个高斯分布</a:t>
            </a:r>
            <a:r>
              <a:rPr lang="zh-CN" altLang="en-US" sz="2800" b="1" dirty="0">
                <a:solidFill>
                  <a:srgbClr val="000000"/>
                </a:solidFill>
              </a:rPr>
              <a:t>情况下的高斯混合模型。</a:t>
            </a:r>
            <a:endParaRPr lang="zh-CN" altLang="en-US" sz="2800" b="1" dirty="0">
              <a:solidFill>
                <a:srgbClr val="000000"/>
              </a:solidFill>
            </a:endParaRPr>
          </a:p>
          <a:p>
            <a:pPr marL="0" lvl="0" indent="0" algn="just" eaLnBrk="1" hangingPunct="1">
              <a:spcBef>
                <a:spcPts val="575"/>
              </a:spcBef>
              <a:buClr>
                <a:srgbClr val="D34817"/>
              </a:buClr>
              <a:buSzPct val="85000"/>
              <a:buNone/>
            </a:pPr>
            <a:r>
              <a:rPr lang="zh-CN" altLang="en-US" sz="2800" b="1" dirty="0">
                <a:solidFill>
                  <a:srgbClr val="000000"/>
                </a:solidFill>
              </a:rPr>
              <a:t>         从图中可以看出数据明显的分为两簇，用单个高斯模型无法拟合这些数据，因此可以用两个二维高斯分布来表示。  </a:t>
            </a:r>
            <a:endParaRPr lang="zh-CN" altLang="en-US" sz="2800" b="1" dirty="0">
              <a:solidFill>
                <a:srgbClr val="000000"/>
              </a:solidFill>
            </a:endParaRPr>
          </a:p>
        </p:txBody>
      </p:sp>
      <p:sp>
        <p:nvSpPr>
          <p:cNvPr id="35843" name="Rectangle 5"/>
          <p:cNvSpPr/>
          <p:nvPr/>
        </p:nvSpPr>
        <p:spPr>
          <a:xfrm>
            <a:off x="0" y="0"/>
            <a:ext cx="9144000" cy="0"/>
          </a:xfrm>
          <a:prstGeom prst="rect">
            <a:avLst/>
          </a:prstGeom>
          <a:noFill/>
          <a:ln w="9525">
            <a:noFill/>
          </a:ln>
        </p:spPr>
        <p:txBody>
          <a:bodyPr wrap="none" anchor="ctr" anchorCtr="0">
            <a:spAutoFit/>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华文新魏" panose="02010800040101010101" pitchFamily="2" charset="-122"/>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ea typeface="+mn-ea"/>
                <a:cs typeface="华文新魏" panose="02010800040101010101" pitchFamily="2" charset="-122"/>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ea typeface="+mn-ea"/>
                <a:cs typeface="华文新魏" panose="02010800040101010101" pitchFamily="2" charset="-122"/>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ea typeface="+mn-ea"/>
                <a:cs typeface="华文新魏" panose="02010800040101010101" pitchFamily="2" charset="-122"/>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ea typeface="+mn-ea"/>
                <a:cs typeface="华文新魏" panose="02010800040101010101" pitchFamily="2" charset="-122"/>
              </a:defRPr>
            </a:lvl5pPr>
          </a:lstStyle>
          <a:p>
            <a:pPr marL="0" lvl="0" indent="0" eaLnBrk="1" hangingPunct="1">
              <a:spcBef>
                <a:spcPct val="0"/>
              </a:spcBef>
              <a:buClrTx/>
              <a:buSzTx/>
              <a:buFontTx/>
              <a:buNone/>
            </a:pPr>
            <a:endParaRPr lang="zh-CN" altLang="en-US" sz="1800" dirty="0">
              <a:latin typeface="Arial" panose="020B0604020202020204" pitchFamily="34" charset="0"/>
            </a:endParaRPr>
          </a:p>
        </p:txBody>
      </p:sp>
      <p:sp>
        <p:nvSpPr>
          <p:cNvPr id="35844" name="Text Box 5"/>
          <p:cNvSpPr txBox="1"/>
          <p:nvPr/>
        </p:nvSpPr>
        <p:spPr>
          <a:xfrm>
            <a:off x="3743325" y="0"/>
            <a:ext cx="5400675" cy="706438"/>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华文新魏" panose="02010800040101010101" pitchFamily="2" charset="-122"/>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ea typeface="+mn-ea"/>
                <a:cs typeface="华文新魏" panose="02010800040101010101" pitchFamily="2" charset="-122"/>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ea typeface="+mn-ea"/>
                <a:cs typeface="华文新魏" panose="02010800040101010101" pitchFamily="2" charset="-122"/>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ea typeface="+mn-ea"/>
                <a:cs typeface="华文新魏" panose="02010800040101010101" pitchFamily="2" charset="-122"/>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ea typeface="+mn-ea"/>
                <a:cs typeface="华文新魏" panose="02010800040101010101" pitchFamily="2" charset="-122"/>
              </a:defRPr>
            </a:lvl5pPr>
          </a:lstStyle>
          <a:p>
            <a:pPr marL="0" lvl="0" indent="0" algn="ctr" eaLnBrk="1" hangingPunct="1">
              <a:spcBef>
                <a:spcPct val="0"/>
              </a:spcBef>
              <a:buClrTx/>
              <a:buSzTx/>
              <a:buFontTx/>
              <a:buNone/>
            </a:pPr>
            <a:r>
              <a:rPr lang="en-US" altLang="zh-CN" sz="4000" b="1" dirty="0">
                <a:solidFill>
                  <a:srgbClr val="0000FF"/>
                </a:solidFill>
                <a:latin typeface="Arial" panose="020B0604020202020204" pitchFamily="34" charset="0"/>
                <a:sym typeface="宋体" panose="02010600030101010101" pitchFamily="2" charset="-122"/>
              </a:rPr>
              <a:t>4.1.2 高斯</a:t>
            </a:r>
            <a:r>
              <a:rPr lang="zh-CN" altLang="en-US" sz="4000" b="1" dirty="0">
                <a:solidFill>
                  <a:srgbClr val="0000FF"/>
                </a:solidFill>
                <a:latin typeface="Arial" panose="020B0604020202020204" pitchFamily="34" charset="0"/>
                <a:sym typeface="宋体" panose="02010600030101010101" pitchFamily="2" charset="-122"/>
              </a:rPr>
              <a:t>混合</a:t>
            </a:r>
            <a:r>
              <a:rPr lang="en-US" altLang="zh-CN" sz="4000" b="1" dirty="0">
                <a:solidFill>
                  <a:srgbClr val="0000FF"/>
                </a:solidFill>
                <a:latin typeface="Arial" panose="020B0604020202020204" pitchFamily="34" charset="0"/>
                <a:sym typeface="宋体" panose="02010600030101010101" pitchFamily="2" charset="-122"/>
              </a:rPr>
              <a:t>模型</a:t>
            </a:r>
            <a:endParaRPr lang="en-US" altLang="zh-CN" sz="4000" b="1" dirty="0">
              <a:solidFill>
                <a:srgbClr val="0000FF"/>
              </a:solidFill>
              <a:latin typeface="Arial" panose="020B0604020202020204" pitchFamily="34" charset="0"/>
              <a:sym typeface="宋体" panose="02010600030101010101" pitchFamily="2" charset="-122"/>
            </a:endParaRPr>
          </a:p>
        </p:txBody>
      </p:sp>
      <p:graphicFrame>
        <p:nvGraphicFramePr>
          <p:cNvPr id="35845" name="内容占位符 -2147482612"/>
          <p:cNvGraphicFramePr>
            <a:graphicFrameLocks noGrp="1" noChangeAspect="1"/>
          </p:cNvGraphicFramePr>
          <p:nvPr>
            <p:ph sz="half" idx="1"/>
            <p:custDataLst>
              <p:tags r:id="rId1"/>
            </p:custDataLst>
          </p:nvPr>
        </p:nvGraphicFramePr>
        <p:xfrm>
          <a:off x="779463" y="973138"/>
          <a:ext cx="3600450" cy="2614612"/>
        </p:xfrm>
        <a:graphic>
          <a:graphicData uri="http://schemas.openxmlformats.org/presentationml/2006/ole">
            <mc:AlternateContent xmlns:mc="http://schemas.openxmlformats.org/markup-compatibility/2006">
              <mc:Choice xmlns:v="urn:schemas-microsoft-com:vml" Requires="v">
                <p:oleObj spid="_x0000_s3110" name="" r:id="rId2" imgW="5293360" imgH="2665730" progId="Visio.Drawing.15">
                  <p:embed/>
                </p:oleObj>
              </mc:Choice>
              <mc:Fallback>
                <p:oleObj name="" r:id="rId2" imgW="5293360" imgH="2665730" progId="Visio.Drawing.15">
                  <p:embed/>
                  <p:pic>
                    <p:nvPicPr>
                      <p:cNvPr id="0" name="图片 3109"/>
                      <p:cNvPicPr/>
                      <p:nvPr/>
                    </p:nvPicPr>
                    <p:blipFill>
                      <a:blip r:embed="rId3"/>
                      <a:srcRect/>
                      <a:stretch>
                        <a:fillRect/>
                      </a:stretch>
                    </p:blipFill>
                    <p:spPr>
                      <a:xfrm>
                        <a:off x="779463" y="973138"/>
                        <a:ext cx="3600450" cy="2614612"/>
                      </a:xfrm>
                      <a:prstGeom prst="rect">
                        <a:avLst/>
                      </a:prstGeom>
                      <a:noFill/>
                      <a:ln w="38100">
                        <a:miter/>
                      </a:ln>
                    </p:spPr>
                  </p:pic>
                </p:oleObj>
              </mc:Fallback>
            </mc:AlternateContent>
          </a:graphicData>
        </a:graphic>
      </p:graphicFrame>
      <p:graphicFrame>
        <p:nvGraphicFramePr>
          <p:cNvPr id="35846" name="内容占位符 -2147482611"/>
          <p:cNvGraphicFramePr>
            <a:graphicFrameLocks noGrp="1"/>
          </p:cNvGraphicFramePr>
          <p:nvPr>
            <p:ph sz="half" idx="2"/>
          </p:nvPr>
        </p:nvGraphicFramePr>
        <p:xfrm>
          <a:off x="4721225" y="1120775"/>
          <a:ext cx="3598863" cy="2378075"/>
        </p:xfrm>
        <a:graphic>
          <a:graphicData uri="http://schemas.openxmlformats.org/presentationml/2006/ole">
            <mc:AlternateContent xmlns:mc="http://schemas.openxmlformats.org/markup-compatibility/2006">
              <mc:Choice xmlns:v="urn:schemas-microsoft-com:vml" Requires="v">
                <p:oleObj spid="_x0000_s3113" name="" r:id="rId4" imgW="8343900" imgH="3835400" progId="Visio.Drawing.15">
                  <p:embed/>
                </p:oleObj>
              </mc:Choice>
              <mc:Fallback>
                <p:oleObj name="" r:id="rId4" imgW="8343900" imgH="3835400" progId="Visio.Drawing.15">
                  <p:embed/>
                  <p:pic>
                    <p:nvPicPr>
                      <p:cNvPr id="0" name="图片 3112"/>
                      <p:cNvPicPr/>
                      <p:nvPr/>
                    </p:nvPicPr>
                    <p:blipFill>
                      <a:blip r:embed="rId5"/>
                      <a:srcRect/>
                      <a:stretch>
                        <a:fillRect/>
                      </a:stretch>
                    </p:blipFill>
                    <p:spPr>
                      <a:xfrm>
                        <a:off x="4721225" y="1120775"/>
                        <a:ext cx="3598863" cy="2378075"/>
                      </a:xfrm>
                      <a:prstGeom prst="rect">
                        <a:avLst/>
                      </a:prstGeom>
                      <a:noFill/>
                      <a:ln w="38100">
                        <a:miter/>
                      </a:ln>
                    </p:spPr>
                  </p:pic>
                </p:oleObj>
              </mc:Fallback>
            </mc:AlternateContent>
          </a:graphicData>
        </a:graphic>
      </p:graphicFrame>
    </p:spTree>
  </p:cSld>
  <p:clrMapOvr>
    <a:masterClrMapping/>
  </p:clrMapOv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36866" name="图片 5"/>
          <p:cNvPicPr>
            <a:picLocks noChangeAspect="1"/>
          </p:cNvPicPr>
          <p:nvPr/>
        </p:nvPicPr>
        <p:blipFill>
          <a:blip r:embed="rId1"/>
          <a:srcRect b="1625"/>
          <a:stretch>
            <a:fillRect/>
          </a:stretch>
        </p:blipFill>
        <p:spPr>
          <a:xfrm>
            <a:off x="409575" y="2563813"/>
            <a:ext cx="4168775" cy="3168650"/>
          </a:xfrm>
          <a:prstGeom prst="rect">
            <a:avLst/>
          </a:prstGeom>
          <a:noFill/>
          <a:ln w="9525">
            <a:noFill/>
          </a:ln>
        </p:spPr>
      </p:pic>
      <p:sp>
        <p:nvSpPr>
          <p:cNvPr id="36867" name="文本框 7"/>
          <p:cNvSpPr txBox="1"/>
          <p:nvPr/>
        </p:nvSpPr>
        <p:spPr>
          <a:xfrm>
            <a:off x="827088" y="1125538"/>
            <a:ext cx="5257800" cy="522287"/>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华文新魏" panose="02010800040101010101" pitchFamily="2" charset="-122"/>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ea typeface="+mn-ea"/>
                <a:cs typeface="华文新魏" panose="02010800040101010101" pitchFamily="2" charset="-122"/>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ea typeface="+mn-ea"/>
                <a:cs typeface="华文新魏" panose="02010800040101010101" pitchFamily="2" charset="-122"/>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ea typeface="+mn-ea"/>
                <a:cs typeface="华文新魏" panose="02010800040101010101" pitchFamily="2" charset="-122"/>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ea typeface="+mn-ea"/>
                <a:cs typeface="华文新魏" panose="02010800040101010101" pitchFamily="2" charset="-122"/>
              </a:defRPr>
            </a:lvl5pPr>
          </a:lstStyle>
          <a:p>
            <a:pPr marL="0" lvl="0" indent="0">
              <a:spcBef>
                <a:spcPct val="0"/>
              </a:spcBef>
              <a:buClrTx/>
              <a:buSzTx/>
              <a:buFontTx/>
              <a:buNone/>
            </a:pPr>
            <a:r>
              <a:rPr lang="zh-CN" altLang="en-US" sz="2800" dirty="0">
                <a:solidFill>
                  <a:srgbClr val="121212"/>
                </a:solidFill>
                <a:latin typeface="汉仪君黑-45简" panose="020B0604020202020204" charset="-122"/>
              </a:rPr>
              <a:t>两个高斯混合分布进行线性组合</a:t>
            </a:r>
            <a:endParaRPr lang="zh-CN" altLang="en-US" sz="2800" dirty="0">
              <a:latin typeface="Arial" panose="020B0604020202020204" pitchFamily="34" charset="0"/>
            </a:endParaRPr>
          </a:p>
        </p:txBody>
      </p:sp>
      <p:sp>
        <p:nvSpPr>
          <p:cNvPr id="36868" name="AutoShape 5"/>
          <p:cNvSpPr>
            <a:spLocks noChangeAspect="1"/>
          </p:cNvSpPr>
          <p:nvPr/>
        </p:nvSpPr>
        <p:spPr>
          <a:xfrm>
            <a:off x="4419600" y="3276600"/>
            <a:ext cx="304800" cy="304800"/>
          </a:xfrm>
          <a:prstGeom prst="rect">
            <a:avLst/>
          </a:prstGeom>
          <a:noFill/>
          <a:ln w="9525">
            <a:noFill/>
          </a:ln>
        </p:spPr>
        <p:txBody>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华文新魏" panose="02010800040101010101" pitchFamily="2" charset="-122"/>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ea typeface="+mn-ea"/>
                <a:cs typeface="华文新魏" panose="02010800040101010101" pitchFamily="2" charset="-122"/>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ea typeface="+mn-ea"/>
                <a:cs typeface="华文新魏" panose="02010800040101010101" pitchFamily="2" charset="-122"/>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ea typeface="+mn-ea"/>
                <a:cs typeface="华文新魏" panose="02010800040101010101" pitchFamily="2" charset="-122"/>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ea typeface="+mn-ea"/>
                <a:cs typeface="华文新魏" panose="02010800040101010101" pitchFamily="2" charset="-122"/>
              </a:defRPr>
            </a:lvl5pPr>
          </a:lstStyle>
          <a:p>
            <a:pPr marL="0" lvl="0" indent="0">
              <a:spcBef>
                <a:spcPct val="0"/>
              </a:spcBef>
              <a:buClrTx/>
              <a:buSzTx/>
              <a:buFontTx/>
              <a:buNone/>
            </a:pPr>
            <a:endParaRPr lang="zh-CN" altLang="en-US" sz="1800" dirty="0">
              <a:latin typeface="Arial" panose="020B0604020202020204" pitchFamily="34" charset="0"/>
            </a:endParaRPr>
          </a:p>
        </p:txBody>
      </p:sp>
      <p:pic>
        <p:nvPicPr>
          <p:cNvPr id="36869" name="图片 2"/>
          <p:cNvPicPr>
            <a:picLocks noChangeAspect="1"/>
          </p:cNvPicPr>
          <p:nvPr/>
        </p:nvPicPr>
        <p:blipFill>
          <a:blip r:embed="rId2"/>
          <a:stretch>
            <a:fillRect/>
          </a:stretch>
        </p:blipFill>
        <p:spPr>
          <a:xfrm>
            <a:off x="4878388" y="2735263"/>
            <a:ext cx="3716337" cy="2997200"/>
          </a:xfrm>
          <a:prstGeom prst="rect">
            <a:avLst/>
          </a:prstGeom>
          <a:noFill/>
          <a:ln w="9525">
            <a:noFill/>
          </a:ln>
        </p:spPr>
      </p:pic>
    </p:spTree>
  </p:cSld>
  <p:clrMapOvr>
    <a:masterClrMapping/>
  </p:clrMapOv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 name="Rectangle 5"/>
          <p:cNvSpPr/>
          <p:nvPr/>
        </p:nvSpPr>
        <p:spPr>
          <a:xfrm>
            <a:off x="908050" y="877888"/>
            <a:ext cx="7616825" cy="5162550"/>
          </a:xfrm>
          <a:prstGeom prst="rect">
            <a:avLst/>
          </a:prstGeom>
          <a:noFill/>
          <a:ln w="9525">
            <a:noFill/>
          </a:ln>
        </p:spPr>
        <p:txBody>
          <a:bodyPr>
            <a:spAutoFit/>
          </a:bodyPr>
          <a:lstStyle/>
          <a:p>
            <a:pPr marL="0" marR="0" lvl="0" indent="0" algn="ctr" defTabSz="914400" rtl="0" eaLnBrk="1" fontAlgn="base" latinLnBrk="0" hangingPunct="1">
              <a:lnSpc>
                <a:spcPct val="100000"/>
              </a:lnSpc>
              <a:spcBef>
                <a:spcPts val="575"/>
              </a:spcBef>
              <a:spcAft>
                <a:spcPct val="0"/>
              </a:spcAft>
              <a:buClr>
                <a:srgbClr val="D34817"/>
              </a:buClr>
              <a:buSzPct val="85000"/>
              <a:buFont typeface="Wingdings" panose="05000000000000000000" pitchFamily="2" charset="2"/>
              <a:buNone/>
              <a:defRPr/>
            </a:pPr>
            <a:r>
              <a:rPr kumimoji="1" lang="zh-CN" altLang="en-US" sz="3200" b="1" i="0" u="none" strike="noStrike" kern="0" cap="none" spc="0" normalizeH="0" baseline="0" noProof="0" dirty="0">
                <a:ln>
                  <a:noFill/>
                </a:ln>
                <a:solidFill>
                  <a:srgbClr val="0000CC"/>
                </a:solidFill>
                <a:effectLst/>
                <a:uLnTx/>
                <a:uFillTx/>
                <a:latin typeface="宋体" panose="02010600030101010101" pitchFamily="2" charset="-122"/>
                <a:ea typeface="宋体" panose="02010600030101010101" pitchFamily="2" charset="-122"/>
                <a:cs typeface="Times New Roman" panose="02020603050405020304" pitchFamily="18" charset="0"/>
                <a:sym typeface="+mn-ea"/>
              </a:rPr>
              <a:t>基于</a:t>
            </a:r>
            <a:r>
              <a:rPr kumimoji="1" lang="en-US" altLang="zh-CN" sz="3200" b="1" i="0" u="none" strike="noStrike" kern="0" cap="none" spc="0" normalizeH="0" baseline="0" noProof="0" dirty="0" err="1">
                <a:ln>
                  <a:noFill/>
                </a:ln>
                <a:solidFill>
                  <a:srgbClr val="0000CC"/>
                </a:solidFill>
                <a:effectLst/>
                <a:uLnTx/>
                <a:uFillTx/>
                <a:latin typeface="宋体" panose="02010600030101010101" pitchFamily="2" charset="-122"/>
                <a:ea typeface="宋体" panose="02010600030101010101" pitchFamily="2" charset="-122"/>
                <a:cs typeface="Times New Roman" panose="02020603050405020304" pitchFamily="18" charset="0"/>
                <a:sym typeface="+mn-ea"/>
              </a:rPr>
              <a:t>高斯混合模型</a:t>
            </a:r>
            <a:r>
              <a:rPr kumimoji="1" lang="zh-CN" altLang="en-US" sz="3200" b="1" i="0" u="none" strike="noStrike" kern="0" cap="none" spc="0" normalizeH="0" baseline="0" noProof="0" dirty="0">
                <a:ln>
                  <a:noFill/>
                </a:ln>
                <a:solidFill>
                  <a:srgbClr val="0000CC"/>
                </a:solidFill>
                <a:effectLst/>
                <a:uLnTx/>
                <a:uFillTx/>
                <a:latin typeface="宋体" panose="02010600030101010101" pitchFamily="2" charset="-122"/>
                <a:ea typeface="宋体" panose="02010600030101010101" pitchFamily="2" charset="-122"/>
                <a:cs typeface="Times New Roman" panose="02020603050405020304" pitchFamily="18" charset="0"/>
                <a:sym typeface="+mn-ea"/>
              </a:rPr>
              <a:t>的</a:t>
            </a:r>
            <a:r>
              <a:rPr kumimoji="1" lang="en-US" altLang="zh-CN" sz="3200" b="1" i="0" u="none" strike="noStrike" kern="0" cap="none" spc="0" normalizeH="0" baseline="0" noProof="0" dirty="0" err="1">
                <a:ln>
                  <a:noFill/>
                </a:ln>
                <a:solidFill>
                  <a:srgbClr val="0000CC"/>
                </a:solidFill>
                <a:effectLst/>
                <a:uLnTx/>
                <a:uFillTx/>
                <a:latin typeface="宋体" panose="02010600030101010101" pitchFamily="2" charset="-122"/>
                <a:ea typeface="宋体" panose="02010600030101010101" pitchFamily="2" charset="-122"/>
                <a:cs typeface="Times New Roman" panose="02020603050405020304" pitchFamily="18" charset="0"/>
                <a:sym typeface="+mn-ea"/>
              </a:rPr>
              <a:t>聚类</a:t>
            </a:r>
            <a:endParaRPr kumimoji="1" lang="zh-CN" altLang="en-US" sz="3200" b="1" i="0" u="none" strike="noStrike" kern="0" cap="none" spc="0" normalizeH="0" baseline="0" noProof="0" dirty="0">
              <a:ln>
                <a:noFill/>
              </a:ln>
              <a:solidFill>
                <a:srgbClr val="0000CC"/>
              </a:solidFill>
              <a:effectLst/>
              <a:uLnTx/>
              <a:uFillTx/>
              <a:latin typeface="Times New Roman" panose="02020603050405020304" pitchFamily="18" charset="0"/>
              <a:ea typeface="黑体" panose="02010609060101010101" pitchFamily="49" charset="-122"/>
              <a:cs typeface="Times New Roman" panose="02020603050405020304" pitchFamily="18" charset="0"/>
              <a:sym typeface="+mn-ea"/>
            </a:endParaRPr>
          </a:p>
          <a:p>
            <a:pPr marL="0" marR="0" lvl="0" indent="0" algn="just" defTabSz="914400" rtl="0" eaLnBrk="1" fontAlgn="base" latinLnBrk="0" hangingPunct="1">
              <a:lnSpc>
                <a:spcPct val="100000"/>
              </a:lnSpc>
              <a:spcBef>
                <a:spcPts val="0"/>
              </a:spcBef>
              <a:spcAft>
                <a:spcPct val="0"/>
              </a:spcAft>
              <a:buClr>
                <a:srgbClr val="D34817"/>
              </a:buClr>
              <a:buSzPct val="85000"/>
              <a:buFont typeface="Wingdings" panose="05000000000000000000" pitchFamily="2" charset="2"/>
              <a:buNone/>
              <a:defRPr/>
            </a:pPr>
            <a:r>
              <a:rPr kumimoji="0" lang="zh-CN" altLang="en-US" sz="2800" b="1" i="0" u="none" strike="noStrike" kern="1200" cap="none" spc="0" normalizeH="0" baseline="0" noProof="1">
                <a:ln>
                  <a:noFill/>
                </a:ln>
                <a:solidFill>
                  <a:srgbClr val="000000"/>
                </a:solidFill>
                <a:effectLst/>
                <a:uLnTx/>
                <a:uFillTx/>
                <a:latin typeface="Calibri" panose="020F0502020204030204" pitchFamily="34" charset="0"/>
                <a:ea typeface="宋体" panose="02010600030101010101" pitchFamily="2" charset="-122"/>
                <a:cs typeface="+mn-cs"/>
                <a:sym typeface="+mn-ea"/>
              </a:rPr>
              <a:t>过程：先假设数据服从混合高斯分布，再根据</a:t>
            </a:r>
            <a:r>
              <a:rPr kumimoji="0" lang="en-US" altLang="zh-CN" sz="2800" b="1" i="0" u="none" strike="noStrike" kern="1200" cap="none" spc="0" normalizeH="0" baseline="0" noProof="1">
                <a:ln>
                  <a:noFill/>
                </a:ln>
                <a:solidFill>
                  <a:srgbClr val="000000"/>
                </a:solidFill>
                <a:effectLst/>
                <a:uLnTx/>
                <a:uFillTx/>
                <a:latin typeface="Calibri" panose="020F0502020204030204" pitchFamily="34" charset="0"/>
                <a:ea typeface="宋体" panose="02010600030101010101" pitchFamily="2" charset="-122"/>
                <a:cs typeface="+mn-cs"/>
                <a:sym typeface="+mn-ea"/>
              </a:rPr>
              <a:t>		  </a:t>
            </a:r>
            <a:r>
              <a:rPr kumimoji="0" lang="zh-CN" altLang="en-US" sz="2800" b="1" i="0" u="none" strike="noStrike" kern="1200" cap="none" spc="0" normalizeH="0" baseline="0" noProof="1">
                <a:ln>
                  <a:noFill/>
                </a:ln>
                <a:solidFill>
                  <a:srgbClr val="000000"/>
                </a:solidFill>
                <a:effectLst/>
                <a:uLnTx/>
                <a:uFillTx/>
                <a:latin typeface="Calibri" panose="020F0502020204030204" pitchFamily="34" charset="0"/>
                <a:ea typeface="宋体" panose="02010600030101010101" pitchFamily="2" charset="-122"/>
                <a:cs typeface="+mn-cs"/>
                <a:sym typeface="+mn-ea"/>
              </a:rPr>
              <a:t>数据计算高斯混合模型的概率分布就可</a:t>
            </a:r>
            <a:r>
              <a:rPr kumimoji="0" lang="en-US" altLang="zh-CN" sz="2800" b="1" i="0" u="none" strike="noStrike" kern="1200" cap="none" spc="0" normalizeH="0" baseline="0" noProof="1">
                <a:ln>
                  <a:noFill/>
                </a:ln>
                <a:solidFill>
                  <a:srgbClr val="000000"/>
                </a:solidFill>
                <a:effectLst/>
                <a:uLnTx/>
                <a:uFillTx/>
                <a:latin typeface="Calibri" panose="020F0502020204030204" pitchFamily="34" charset="0"/>
                <a:ea typeface="宋体" panose="02010600030101010101" pitchFamily="2" charset="-122"/>
                <a:cs typeface="+mn-cs"/>
                <a:sym typeface="+mn-ea"/>
              </a:rPr>
              <a:t>		  </a:t>
            </a:r>
            <a:r>
              <a:rPr kumimoji="0" lang="zh-CN" altLang="en-US" sz="2800" b="1" i="0" u="none" strike="noStrike" kern="1200" cap="none" spc="0" normalizeH="0" baseline="0" noProof="1">
                <a:ln>
                  <a:noFill/>
                </a:ln>
                <a:solidFill>
                  <a:srgbClr val="000000"/>
                </a:solidFill>
                <a:effectLst/>
                <a:uLnTx/>
                <a:uFillTx/>
                <a:latin typeface="Calibri" panose="020F0502020204030204" pitchFamily="34" charset="0"/>
                <a:ea typeface="宋体" panose="02010600030101010101" pitchFamily="2" charset="-122"/>
                <a:cs typeface="+mn-cs"/>
                <a:sym typeface="+mn-ea"/>
              </a:rPr>
              <a:t>以进一步求出各个样本属于每个聚类类</a:t>
            </a:r>
            <a:r>
              <a:rPr kumimoji="0" lang="en-US" altLang="zh-CN" sz="2800" b="1" i="0" u="none" strike="noStrike" kern="1200" cap="none" spc="0" normalizeH="0" baseline="0" noProof="1">
                <a:ln>
                  <a:noFill/>
                </a:ln>
                <a:solidFill>
                  <a:srgbClr val="000000"/>
                </a:solidFill>
                <a:effectLst/>
                <a:uLnTx/>
                <a:uFillTx/>
                <a:latin typeface="Calibri" panose="020F0502020204030204" pitchFamily="34" charset="0"/>
                <a:ea typeface="宋体" panose="02010600030101010101" pitchFamily="2" charset="-122"/>
                <a:cs typeface="+mn-cs"/>
                <a:sym typeface="+mn-ea"/>
              </a:rPr>
              <a:t>		  </a:t>
            </a:r>
            <a:r>
              <a:rPr kumimoji="0" lang="zh-CN" altLang="en-US" sz="2800" b="1" i="0" u="none" strike="noStrike" kern="1200" cap="none" spc="0" normalizeH="0" baseline="0" noProof="1">
                <a:ln>
                  <a:noFill/>
                </a:ln>
                <a:solidFill>
                  <a:srgbClr val="000000"/>
                </a:solidFill>
                <a:effectLst/>
                <a:uLnTx/>
                <a:uFillTx/>
                <a:latin typeface="Calibri" panose="020F0502020204030204" pitchFamily="34" charset="0"/>
                <a:ea typeface="宋体" panose="02010600030101010101" pitchFamily="2" charset="-122"/>
                <a:cs typeface="+mn-cs"/>
                <a:sym typeface="+mn-ea"/>
              </a:rPr>
              <a:t>别的概率</a:t>
            </a:r>
            <a:r>
              <a:rPr kumimoji="0" lang="zh-CN" altLang="en-US" sz="3600" b="1" i="0" u="none" strike="noStrike" kern="1200" cap="none" spc="0" normalizeH="0" baseline="0" noProof="1">
                <a:ln>
                  <a:noFill/>
                </a:ln>
                <a:solidFill>
                  <a:srgbClr val="000000"/>
                </a:solidFill>
                <a:effectLst/>
                <a:uLnTx/>
                <a:uFillTx/>
                <a:latin typeface="Calibri" panose="020F0502020204030204" pitchFamily="34" charset="0"/>
                <a:ea typeface="宋体" panose="02010600030101010101" pitchFamily="2" charset="-122"/>
                <a:cs typeface="+mn-cs"/>
                <a:sym typeface="+mn-ea"/>
              </a:rPr>
              <a:t>。</a:t>
            </a:r>
            <a:endParaRPr kumimoji="1" lang="zh-CN" altLang="en-US" sz="3600" b="1" i="0" u="none" strike="noStrike" kern="0" cap="none" spc="0" normalizeH="0" baseline="0" noProof="0" dirty="0">
              <a:ln>
                <a:noFill/>
              </a:ln>
              <a:solidFill>
                <a:srgbClr val="0000CC"/>
              </a:solidFill>
              <a:effectLst>
                <a:outerShdw blurRad="38100" dist="38100" dir="2700000" algn="tl">
                  <a:srgbClr val="C0C0C0"/>
                </a:outerShdw>
              </a:effectLst>
              <a:uLnTx/>
              <a:uFillTx/>
              <a:latin typeface="Times New Roman" panose="02020603050405020304" pitchFamily="18" charset="0"/>
              <a:ea typeface="黑体" panose="02010609060101010101" pitchFamily="49" charset="-122"/>
              <a:cs typeface="Times New Roman" panose="02020603050405020304" pitchFamily="18" charset="0"/>
              <a:sym typeface="+mn-ea"/>
            </a:endParaRPr>
          </a:p>
          <a:p>
            <a:pPr marL="514350" marR="0" lvl="0" indent="-514350" algn="just" defTabSz="914400" rtl="0" eaLnBrk="1" fontAlgn="base" latinLnBrk="0" hangingPunct="1">
              <a:lnSpc>
                <a:spcPct val="100000"/>
              </a:lnSpc>
              <a:spcBef>
                <a:spcPts val="575"/>
              </a:spcBef>
              <a:spcAft>
                <a:spcPct val="0"/>
              </a:spcAft>
              <a:buClr>
                <a:srgbClr val="D34817"/>
              </a:buClr>
              <a:buSzPct val="85000"/>
              <a:buFont typeface="Wingdings" panose="05000000000000000000" charset="0"/>
              <a:buChar char="l"/>
              <a:defRPr/>
            </a:pPr>
            <a:r>
              <a:rPr kumimoji="0" lang="zh-CN" altLang="en-US" sz="2800" b="1" i="0" u="none" strike="noStrike" kern="1200" cap="none" spc="0" normalizeH="0" baseline="0" noProof="1">
                <a:ln>
                  <a:noFill/>
                </a:ln>
                <a:solidFill>
                  <a:schemeClr val="tx1"/>
                </a:solidFill>
                <a:effectLst/>
                <a:uLnTx/>
                <a:uFillTx/>
                <a:latin typeface="Calibri" panose="020F0502020204030204" pitchFamily="34" charset="0"/>
                <a:ea typeface="宋体" panose="02010600030101010101" pitchFamily="2" charset="-122"/>
                <a:cs typeface="+mn-cs"/>
                <a:sym typeface="+mn-ea"/>
              </a:rPr>
              <a:t>高斯混合模型的</a:t>
            </a:r>
            <a:r>
              <a:rPr kumimoji="0" lang="zh-CN" altLang="en-US" sz="2800" b="1" i="0" u="none" strike="noStrike" kern="1200" cap="none" spc="0" normalizeH="0" baseline="0" noProof="1">
                <a:ln>
                  <a:noFill/>
                </a:ln>
                <a:solidFill>
                  <a:schemeClr val="tx1"/>
                </a:solidFill>
                <a:effectLst/>
                <a:uLnTx/>
                <a:uFillTx/>
                <a:latin typeface="Times New Roman" panose="02020603050405020304" pitchFamily="18" charset="0"/>
                <a:ea typeface="宋体" panose="02010600030101010101" pitchFamily="2" charset="-122"/>
                <a:cs typeface="Times New Roman" panose="02020603050405020304" pitchFamily="18" charset="0"/>
                <a:sym typeface="+mn-ea"/>
              </a:rPr>
              <a:t>K</a:t>
            </a:r>
            <a:r>
              <a:rPr kumimoji="0" lang="zh-CN" altLang="en-US" sz="2800" b="1" i="0" u="none" strike="noStrike" kern="1200" cap="none" spc="0" normalizeH="0" baseline="0" noProof="1">
                <a:ln>
                  <a:noFill/>
                </a:ln>
                <a:solidFill>
                  <a:schemeClr val="tx1"/>
                </a:solidFill>
                <a:effectLst/>
                <a:uLnTx/>
                <a:uFillTx/>
                <a:latin typeface="Calibri" panose="020F0502020204030204" pitchFamily="34" charset="0"/>
                <a:ea typeface="宋体" panose="02010600030101010101" pitchFamily="2" charset="-122"/>
                <a:cs typeface="+mn-cs"/>
                <a:sym typeface="+mn-ea"/>
              </a:rPr>
              <a:t>个高斯模型实际上</a:t>
            </a:r>
            <a:r>
              <a:rPr kumimoji="0" lang="zh-CN" altLang="en-US" sz="2800" b="1" i="0" u="none" strike="noStrike" kern="1200" cap="none" spc="0" normalizeH="0" baseline="0" noProof="1">
                <a:ln>
                  <a:noFill/>
                </a:ln>
                <a:solidFill>
                  <a:srgbClr val="FF0000"/>
                </a:solidFill>
                <a:effectLst/>
                <a:uLnTx/>
                <a:uFillTx/>
                <a:latin typeface="Calibri" panose="020F0502020204030204" pitchFamily="34" charset="0"/>
                <a:ea typeface="宋体" panose="02010600030101010101" pitchFamily="2" charset="-122"/>
                <a:cs typeface="+mn-cs"/>
                <a:sym typeface="+mn-ea"/>
              </a:rPr>
              <a:t>对应</a:t>
            </a:r>
            <a:r>
              <a:rPr kumimoji="0" lang="zh-CN" altLang="en-US" sz="2800" b="1" i="0" u="none" strike="noStrike" kern="1200" cap="none" spc="0" normalizeH="0" baseline="0" noProof="1">
                <a:ln>
                  <a:noFill/>
                </a:ln>
                <a:solidFill>
                  <a:schemeClr val="tx1"/>
                </a:solidFill>
                <a:effectLst/>
                <a:uLnTx/>
                <a:uFillTx/>
                <a:latin typeface="Times New Roman" panose="02020603050405020304" pitchFamily="18" charset="0"/>
                <a:ea typeface="宋体" panose="02010600030101010101" pitchFamily="2" charset="-122"/>
                <a:cs typeface="Times New Roman" panose="02020603050405020304" pitchFamily="18" charset="0"/>
                <a:sym typeface="+mn-ea"/>
              </a:rPr>
              <a:t>K</a:t>
            </a:r>
            <a:r>
              <a:rPr kumimoji="0" lang="zh-CN" altLang="en-US" sz="2800" b="1" i="0" u="none" strike="noStrike" kern="1200" cap="none" spc="0" normalizeH="0" baseline="0" noProof="1">
                <a:ln>
                  <a:noFill/>
                </a:ln>
                <a:solidFill>
                  <a:srgbClr val="FF0000"/>
                </a:solidFill>
                <a:effectLst/>
                <a:uLnTx/>
                <a:uFillTx/>
                <a:latin typeface="Calibri" panose="020F0502020204030204" pitchFamily="34" charset="0"/>
                <a:ea typeface="宋体" panose="02010600030101010101" pitchFamily="2" charset="-122"/>
                <a:cs typeface="+mn-cs"/>
                <a:sym typeface="+mn-ea"/>
              </a:rPr>
              <a:t>个聚类簇。</a:t>
            </a:r>
            <a:endParaRPr kumimoji="0" lang="zh-CN" altLang="en-US" sz="2800" b="1" i="0" u="none" strike="noStrike" kern="1200" cap="none" spc="0" normalizeH="0" baseline="0" noProof="1">
              <a:ln>
                <a:noFill/>
              </a:ln>
              <a:solidFill>
                <a:schemeClr val="tx1"/>
              </a:solidFill>
              <a:effectLst/>
              <a:uLnTx/>
              <a:uFillTx/>
              <a:latin typeface="Calibri" panose="020F0502020204030204" pitchFamily="34" charset="0"/>
              <a:ea typeface="宋体" panose="02010600030101010101" pitchFamily="2" charset="-122"/>
              <a:cs typeface="+mn-cs"/>
              <a:sym typeface="+mn-ea"/>
            </a:endParaRPr>
          </a:p>
          <a:p>
            <a:pPr marL="457200" marR="0" lvl="0" indent="-457200" algn="just" defTabSz="914400" rtl="0" eaLnBrk="1" fontAlgn="base" latinLnBrk="0" hangingPunct="1">
              <a:lnSpc>
                <a:spcPct val="100000"/>
              </a:lnSpc>
              <a:spcBef>
                <a:spcPts val="575"/>
              </a:spcBef>
              <a:spcAft>
                <a:spcPct val="0"/>
              </a:spcAft>
              <a:buClr>
                <a:srgbClr val="D34817"/>
              </a:buClr>
              <a:buSzPct val="85000"/>
              <a:buFont typeface="Wingdings" panose="05000000000000000000" charset="0"/>
              <a:buChar char="l"/>
              <a:defRPr/>
            </a:pPr>
            <a:r>
              <a:rPr kumimoji="0" lang="zh-CN" altLang="en-US" sz="2800" b="1" i="0" u="none" strike="noStrike" kern="1200" cap="none" spc="0" normalizeH="0" baseline="0" noProof="1">
                <a:ln>
                  <a:noFill/>
                </a:ln>
                <a:solidFill>
                  <a:schemeClr val="tx1"/>
                </a:solidFill>
                <a:effectLst/>
                <a:uLnTx/>
                <a:uFillTx/>
                <a:latin typeface="Calibri" panose="020F0502020204030204" pitchFamily="34" charset="0"/>
                <a:ea typeface="宋体" panose="02010600030101010101" pitchFamily="2" charset="-122"/>
                <a:cs typeface="+mn-cs"/>
                <a:sym typeface="+mn-ea"/>
              </a:rPr>
              <a:t>高斯混合模型参数的求解，就是在只有样本数据，而</a:t>
            </a:r>
            <a:r>
              <a:rPr kumimoji="0" lang="zh-CN" altLang="en-US" sz="2800" b="1" i="0" u="none" strike="noStrike" kern="1200" cap="none" spc="0" normalizeH="0" baseline="0" noProof="1">
                <a:ln>
                  <a:noFill/>
                </a:ln>
                <a:solidFill>
                  <a:schemeClr val="tx1"/>
                </a:solidFill>
                <a:effectLst/>
                <a:uLnTx/>
                <a:uFillTx/>
                <a:latin typeface="微软雅黑" panose="020B0503020204020204" pitchFamily="34" charset="-122"/>
                <a:ea typeface="微软雅黑" panose="020B0503020204020204" pitchFamily="34" charset="-122"/>
                <a:cs typeface="+mn-cs"/>
                <a:sym typeface="+mn-ea"/>
              </a:rPr>
              <a:t>不知道样本分类</a:t>
            </a:r>
            <a:r>
              <a:rPr kumimoji="0" lang="zh-CN" altLang="en-US" sz="2800" b="1" i="0" u="none" strike="noStrike" kern="1200" cap="none" spc="0" normalizeH="0" baseline="0" noProof="1">
                <a:ln>
                  <a:noFill/>
                </a:ln>
                <a:solidFill>
                  <a:schemeClr val="tx1"/>
                </a:solidFill>
                <a:effectLst/>
                <a:uLnTx/>
                <a:uFillTx/>
                <a:latin typeface="Calibri" panose="020F0502020204030204" pitchFamily="34" charset="0"/>
                <a:ea typeface="宋体" panose="02010600030101010101" pitchFamily="2" charset="-122"/>
                <a:cs typeface="+mn-cs"/>
                <a:sym typeface="+mn-ea"/>
              </a:rPr>
              <a:t>的情况下，计算出模型的隐含参数     ，  和    。这里的参数可以使用</a:t>
            </a:r>
            <a:r>
              <a:rPr kumimoji="0" lang="zh-CN" altLang="en-US" sz="2800" b="1" i="0" u="none" strike="noStrike" kern="1200" cap="none" spc="0" normalizeH="0" baseline="0" noProof="1">
                <a:ln>
                  <a:noFill/>
                </a:ln>
                <a:solidFill>
                  <a:schemeClr val="tx1"/>
                </a:solidFill>
                <a:effectLst/>
                <a:uLnTx/>
                <a:uFillTx/>
                <a:latin typeface="微软雅黑" panose="020B0503020204020204" pitchFamily="34" charset="-122"/>
                <a:ea typeface="微软雅黑" panose="020B0503020204020204" pitchFamily="34" charset="-122"/>
                <a:cs typeface="+mn-cs"/>
                <a:sym typeface="+mn-ea"/>
              </a:rPr>
              <a:t>期望最大化（</a:t>
            </a:r>
            <a:r>
              <a:rPr kumimoji="0" lang="zh-CN" altLang="en-US" sz="2800" b="1" i="0" u="none" strike="noStrike" kern="1200" cap="none" spc="0" normalizeH="0" baseline="0" noProof="1">
                <a:ln>
                  <a:noFill/>
                </a:ln>
                <a:solidFill>
                  <a:schemeClr val="tx1"/>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mn-ea"/>
              </a:rPr>
              <a:t>EM</a:t>
            </a:r>
            <a:r>
              <a:rPr kumimoji="0" lang="zh-CN" altLang="en-US" sz="2800" b="1" i="0" u="none" strike="noStrike" kern="1200" cap="none" spc="0" normalizeH="0" baseline="0" noProof="1">
                <a:ln>
                  <a:noFill/>
                </a:ln>
                <a:solidFill>
                  <a:schemeClr val="tx1"/>
                </a:solidFill>
                <a:effectLst/>
                <a:uLnTx/>
                <a:uFillTx/>
                <a:latin typeface="微软雅黑" panose="020B0503020204020204" pitchFamily="34" charset="-122"/>
                <a:ea typeface="微软雅黑" panose="020B0503020204020204" pitchFamily="34" charset="-122"/>
                <a:cs typeface="+mn-cs"/>
                <a:sym typeface="+mn-ea"/>
              </a:rPr>
              <a:t>）算法</a:t>
            </a:r>
            <a:r>
              <a:rPr kumimoji="0" lang="zh-CN" altLang="en-US" sz="2800" b="1" i="0" u="none" strike="noStrike" kern="1200" cap="none" spc="0" normalizeH="0" baseline="0" noProof="1">
                <a:ln>
                  <a:noFill/>
                </a:ln>
                <a:solidFill>
                  <a:schemeClr val="tx1"/>
                </a:solidFill>
                <a:effectLst/>
                <a:uLnTx/>
                <a:uFillTx/>
                <a:latin typeface="Calibri" panose="020F0502020204030204" pitchFamily="34" charset="0"/>
                <a:ea typeface="宋体" panose="02010600030101010101" pitchFamily="2" charset="-122"/>
                <a:cs typeface="+mn-cs"/>
                <a:sym typeface="+mn-ea"/>
              </a:rPr>
              <a:t>来求解。</a:t>
            </a:r>
            <a:endParaRPr kumimoji="0" lang="zh-CN" altLang="en-US" sz="2800" b="1" i="0" u="none" strike="noStrike" kern="1200" cap="none" spc="0" normalizeH="0" baseline="0" noProof="1">
              <a:ln>
                <a:noFill/>
              </a:ln>
              <a:solidFill>
                <a:srgbClr val="000000"/>
              </a:solidFill>
              <a:effectLst/>
              <a:uLnTx/>
              <a:uFillTx/>
              <a:latin typeface="Calibri" panose="020F0502020204030204" pitchFamily="34" charset="0"/>
              <a:ea typeface="宋体" panose="02010600030101010101" pitchFamily="2" charset="-122"/>
              <a:cs typeface="+mn-cs"/>
            </a:endParaRPr>
          </a:p>
        </p:txBody>
      </p:sp>
      <p:sp>
        <p:nvSpPr>
          <p:cNvPr id="37891" name="Rectangle 5"/>
          <p:cNvSpPr/>
          <p:nvPr/>
        </p:nvSpPr>
        <p:spPr>
          <a:xfrm>
            <a:off x="0" y="0"/>
            <a:ext cx="9144000" cy="0"/>
          </a:xfrm>
          <a:prstGeom prst="rect">
            <a:avLst/>
          </a:prstGeom>
          <a:noFill/>
          <a:ln w="9525">
            <a:noFill/>
          </a:ln>
        </p:spPr>
        <p:txBody>
          <a:bodyPr wrap="none" anchor="ctr" anchorCtr="0">
            <a:spAutoFit/>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华文新魏" panose="02010800040101010101" pitchFamily="2" charset="-122"/>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ea typeface="+mn-ea"/>
                <a:cs typeface="华文新魏" panose="02010800040101010101" pitchFamily="2" charset="-122"/>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ea typeface="+mn-ea"/>
                <a:cs typeface="华文新魏" panose="02010800040101010101" pitchFamily="2" charset="-122"/>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ea typeface="+mn-ea"/>
                <a:cs typeface="华文新魏" panose="02010800040101010101" pitchFamily="2" charset="-122"/>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ea typeface="+mn-ea"/>
                <a:cs typeface="华文新魏" panose="02010800040101010101" pitchFamily="2" charset="-122"/>
              </a:defRPr>
            </a:lvl5pPr>
          </a:lstStyle>
          <a:p>
            <a:pPr marL="0" lvl="0" indent="0" eaLnBrk="1" hangingPunct="1">
              <a:spcBef>
                <a:spcPct val="0"/>
              </a:spcBef>
              <a:buClrTx/>
              <a:buSzTx/>
              <a:buFontTx/>
              <a:buNone/>
            </a:pPr>
            <a:endParaRPr lang="zh-CN" altLang="en-US" sz="1800" dirty="0">
              <a:latin typeface="Arial" panose="020B0604020202020204" pitchFamily="34" charset="0"/>
            </a:endParaRPr>
          </a:p>
        </p:txBody>
      </p:sp>
      <p:sp>
        <p:nvSpPr>
          <p:cNvPr id="37892" name="Text Box 5"/>
          <p:cNvSpPr txBox="1"/>
          <p:nvPr/>
        </p:nvSpPr>
        <p:spPr>
          <a:xfrm>
            <a:off x="3743325" y="0"/>
            <a:ext cx="5400675" cy="706438"/>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华文新魏" panose="02010800040101010101" pitchFamily="2" charset="-122"/>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ea typeface="+mn-ea"/>
                <a:cs typeface="华文新魏" panose="02010800040101010101" pitchFamily="2" charset="-122"/>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ea typeface="+mn-ea"/>
                <a:cs typeface="华文新魏" panose="02010800040101010101" pitchFamily="2" charset="-122"/>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ea typeface="+mn-ea"/>
                <a:cs typeface="华文新魏" panose="02010800040101010101" pitchFamily="2" charset="-122"/>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ea typeface="+mn-ea"/>
                <a:cs typeface="华文新魏" panose="02010800040101010101" pitchFamily="2" charset="-122"/>
              </a:defRPr>
            </a:lvl5pPr>
          </a:lstStyle>
          <a:p>
            <a:pPr marL="0" lvl="0" indent="0" algn="ctr" eaLnBrk="1" hangingPunct="1">
              <a:spcBef>
                <a:spcPct val="0"/>
              </a:spcBef>
              <a:buClrTx/>
              <a:buSzTx/>
              <a:buFontTx/>
              <a:buNone/>
            </a:pPr>
            <a:r>
              <a:rPr lang="en-US" altLang="zh-CN" sz="4000" b="1" dirty="0">
                <a:solidFill>
                  <a:srgbClr val="0000FF"/>
                </a:solidFill>
                <a:latin typeface="Arial" panose="020B0604020202020204" pitchFamily="34" charset="0"/>
                <a:sym typeface="宋体" panose="02010600030101010101" pitchFamily="2" charset="-122"/>
              </a:rPr>
              <a:t>4.1.2 高斯</a:t>
            </a:r>
            <a:r>
              <a:rPr lang="zh-CN" altLang="en-US" sz="4000" b="1" dirty="0">
                <a:solidFill>
                  <a:srgbClr val="0000FF"/>
                </a:solidFill>
                <a:latin typeface="Arial" panose="020B0604020202020204" pitchFamily="34" charset="0"/>
                <a:sym typeface="宋体" panose="02010600030101010101" pitchFamily="2" charset="-122"/>
              </a:rPr>
              <a:t>混合</a:t>
            </a:r>
            <a:r>
              <a:rPr lang="en-US" altLang="zh-CN" sz="4000" b="1" dirty="0">
                <a:solidFill>
                  <a:srgbClr val="0000FF"/>
                </a:solidFill>
                <a:latin typeface="Arial" panose="020B0604020202020204" pitchFamily="34" charset="0"/>
                <a:sym typeface="宋体" panose="02010600030101010101" pitchFamily="2" charset="-122"/>
              </a:rPr>
              <a:t>模型</a:t>
            </a:r>
            <a:endParaRPr lang="en-US" altLang="zh-CN" sz="4000" b="1" dirty="0">
              <a:solidFill>
                <a:srgbClr val="0000FF"/>
              </a:solidFill>
              <a:latin typeface="Arial" panose="020B0604020202020204" pitchFamily="34" charset="0"/>
              <a:sym typeface="宋体" panose="02010600030101010101" pitchFamily="2" charset="-122"/>
            </a:endParaRPr>
          </a:p>
        </p:txBody>
      </p:sp>
      <p:graphicFrame>
        <p:nvGraphicFramePr>
          <p:cNvPr id="37893" name="对象 -2147482617"/>
          <p:cNvGraphicFramePr>
            <a:graphicFrameLocks noGrp="1" noChangeAspect="1"/>
          </p:cNvGraphicFramePr>
          <p:nvPr>
            <p:ph sz="quarter" idx="1"/>
          </p:nvPr>
        </p:nvGraphicFramePr>
        <p:xfrm>
          <a:off x="3976688" y="5073650"/>
          <a:ext cx="450850" cy="541338"/>
        </p:xfrm>
        <a:graphic>
          <a:graphicData uri="http://schemas.openxmlformats.org/presentationml/2006/ole">
            <mc:AlternateContent xmlns:mc="http://schemas.openxmlformats.org/markup-compatibility/2006">
              <mc:Choice xmlns:v="urn:schemas-microsoft-com:vml" Requires="v">
                <p:oleObj spid="_x0000_s3111" name="" r:id="rId1" imgW="190500" imgH="228600" progId="Equation.DSMT4">
                  <p:embed/>
                </p:oleObj>
              </mc:Choice>
              <mc:Fallback>
                <p:oleObj name="" r:id="rId1" imgW="190500" imgH="228600" progId="Equation.DSMT4">
                  <p:embed/>
                  <p:pic>
                    <p:nvPicPr>
                      <p:cNvPr id="0" name="图片 3110"/>
                      <p:cNvPicPr/>
                      <p:nvPr/>
                    </p:nvPicPr>
                    <p:blipFill>
                      <a:blip r:embed="rId2"/>
                      <a:srcRect/>
                      <a:stretch>
                        <a:fillRect/>
                      </a:stretch>
                    </p:blipFill>
                    <p:spPr>
                      <a:xfrm>
                        <a:off x="3976688" y="5073650"/>
                        <a:ext cx="450850" cy="541338"/>
                      </a:xfrm>
                      <a:prstGeom prst="rect">
                        <a:avLst/>
                      </a:prstGeom>
                      <a:noFill/>
                      <a:ln w="38100">
                        <a:miter/>
                      </a:ln>
                    </p:spPr>
                  </p:pic>
                </p:oleObj>
              </mc:Fallback>
            </mc:AlternateContent>
          </a:graphicData>
        </a:graphic>
      </p:graphicFrame>
      <p:graphicFrame>
        <p:nvGraphicFramePr>
          <p:cNvPr id="37894" name="内容占位符 18">
            <a:hlinkClick r:id="" action="ppaction://ole?verb="/>
          </p:cNvPr>
          <p:cNvGraphicFramePr>
            <a:graphicFrameLocks noGrp="1" noChangeAspect="1"/>
          </p:cNvGraphicFramePr>
          <p:nvPr/>
        </p:nvGraphicFramePr>
        <p:xfrm>
          <a:off x="4543425" y="5170488"/>
          <a:ext cx="346075" cy="381000"/>
        </p:xfrm>
        <a:graphic>
          <a:graphicData uri="http://schemas.openxmlformats.org/presentationml/2006/ole">
            <mc:AlternateContent xmlns:mc="http://schemas.openxmlformats.org/markup-compatibility/2006">
              <mc:Choice xmlns:v="urn:schemas-microsoft-com:vml" Requires="v">
                <p:oleObj spid="_x0000_s3107" name="" r:id="rId3" imgW="127000" imgH="139700" progId="Equation.KSEE3">
                  <p:embed/>
                </p:oleObj>
              </mc:Choice>
              <mc:Fallback>
                <p:oleObj name="" r:id="rId3" imgW="127000" imgH="139700" progId="Equation.KSEE3">
                  <p:embed/>
                  <p:pic>
                    <p:nvPicPr>
                      <p:cNvPr id="0" name="图片 3106"/>
                      <p:cNvPicPr/>
                      <p:nvPr/>
                    </p:nvPicPr>
                    <p:blipFill>
                      <a:blip r:embed="rId4"/>
                      <a:stretch>
                        <a:fillRect/>
                      </a:stretch>
                    </p:blipFill>
                    <p:spPr>
                      <a:xfrm>
                        <a:off x="4543425" y="5170488"/>
                        <a:ext cx="346075" cy="381000"/>
                      </a:xfrm>
                      <a:prstGeom prst="rect">
                        <a:avLst/>
                      </a:prstGeom>
                      <a:noFill/>
                      <a:ln w="38100">
                        <a:noFill/>
                        <a:miter/>
                      </a:ln>
                    </p:spPr>
                  </p:pic>
                </p:oleObj>
              </mc:Fallback>
            </mc:AlternateContent>
          </a:graphicData>
        </a:graphic>
      </p:graphicFrame>
      <p:graphicFrame>
        <p:nvGraphicFramePr>
          <p:cNvPr id="37895" name="对象 20">
            <a:hlinkClick r:id="" action="ppaction://ole?verb="/>
          </p:cNvPr>
          <p:cNvGraphicFramePr>
            <a:graphicFrameLocks noChangeAspect="1"/>
          </p:cNvGraphicFramePr>
          <p:nvPr/>
        </p:nvGraphicFramePr>
        <p:xfrm>
          <a:off x="5278438" y="5170488"/>
          <a:ext cx="400050" cy="347662"/>
        </p:xfrm>
        <a:graphic>
          <a:graphicData uri="http://schemas.openxmlformats.org/presentationml/2006/ole">
            <mc:AlternateContent xmlns:mc="http://schemas.openxmlformats.org/markup-compatibility/2006">
              <mc:Choice xmlns:v="urn:schemas-microsoft-com:vml" Requires="v">
                <p:oleObj spid="_x0000_s3108" name="" r:id="rId5" imgW="292100" imgH="254000" progId="Equation.KSEE3">
                  <p:embed/>
                </p:oleObj>
              </mc:Choice>
              <mc:Fallback>
                <p:oleObj name="" r:id="rId5" imgW="292100" imgH="254000" progId="Equation.KSEE3">
                  <p:embed/>
                  <p:pic>
                    <p:nvPicPr>
                      <p:cNvPr id="0" name="图片 3107"/>
                      <p:cNvPicPr/>
                      <p:nvPr/>
                    </p:nvPicPr>
                    <p:blipFill>
                      <a:blip r:embed="rId6"/>
                      <a:stretch>
                        <a:fillRect/>
                      </a:stretch>
                    </p:blipFill>
                    <p:spPr>
                      <a:xfrm>
                        <a:off x="5278438" y="5170488"/>
                        <a:ext cx="400050" cy="347662"/>
                      </a:xfrm>
                      <a:prstGeom prst="rect">
                        <a:avLst/>
                      </a:prstGeom>
                      <a:noFill/>
                      <a:ln w="38100">
                        <a:noFill/>
                        <a:miter/>
                      </a:ln>
                    </p:spPr>
                  </p:pic>
                </p:oleObj>
              </mc:Fallback>
            </mc:AlternateContent>
          </a:graphicData>
        </a:graphic>
      </p:graphicFrame>
    </p:spTree>
  </p:cSld>
  <p:clrMapOvr>
    <a:masterClrMapping/>
  </p:clrMapOv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 name="Rectangle 5"/>
          <p:cNvSpPr/>
          <p:nvPr/>
        </p:nvSpPr>
        <p:spPr>
          <a:xfrm>
            <a:off x="896938" y="971550"/>
            <a:ext cx="7616825" cy="4694238"/>
          </a:xfrm>
          <a:prstGeom prst="rect">
            <a:avLst/>
          </a:prstGeom>
          <a:noFill/>
          <a:ln w="9525">
            <a:noFill/>
          </a:ln>
        </p:spPr>
        <p:txBody>
          <a:bodyPr>
            <a:spAutoFit/>
          </a:bodyPr>
          <a:lstStyle/>
          <a:p>
            <a:pPr marL="0" marR="0" lvl="0" indent="0" algn="ctr" defTabSz="914400" rtl="0" eaLnBrk="1" fontAlgn="base" latinLnBrk="0" hangingPunct="1">
              <a:lnSpc>
                <a:spcPct val="100000"/>
              </a:lnSpc>
              <a:spcBef>
                <a:spcPts val="575"/>
              </a:spcBef>
              <a:spcAft>
                <a:spcPct val="0"/>
              </a:spcAft>
              <a:buClr>
                <a:srgbClr val="D34817"/>
              </a:buClr>
              <a:buSzPct val="85000"/>
              <a:buFontTx/>
              <a:buNone/>
              <a:defRPr/>
            </a:pPr>
            <a:r>
              <a:rPr kumimoji="1" lang="zh-CN" altLang="en-US" sz="3200" b="1" i="0" u="none" strike="noStrike" kern="0" cap="none" spc="0" normalizeH="0" baseline="0" noProof="0" dirty="0">
                <a:ln>
                  <a:noFill/>
                </a:ln>
                <a:solidFill>
                  <a:srgbClr val="0000CC"/>
                </a:solidFill>
                <a:effectLst/>
                <a:uLnTx/>
                <a:uFillTx/>
                <a:latin typeface="宋体" panose="02010600030101010101" pitchFamily="2" charset="-122"/>
                <a:ea typeface="宋体" panose="02010600030101010101" pitchFamily="2" charset="-122"/>
                <a:cs typeface="Times New Roman" panose="02020603050405020304" pitchFamily="18" charset="0"/>
                <a:sym typeface="+mn-ea"/>
              </a:rPr>
              <a:t>基于</a:t>
            </a:r>
            <a:r>
              <a:rPr kumimoji="1" lang="en-US" altLang="zh-CN" sz="3200" b="1" i="0" u="none" strike="noStrike" kern="0" cap="none" spc="0" normalizeH="0" baseline="0" noProof="0" dirty="0" err="1">
                <a:ln>
                  <a:noFill/>
                </a:ln>
                <a:solidFill>
                  <a:srgbClr val="0000CC"/>
                </a:solidFill>
                <a:effectLst/>
                <a:uLnTx/>
                <a:uFillTx/>
                <a:latin typeface="宋体" panose="02010600030101010101" pitchFamily="2" charset="-122"/>
                <a:ea typeface="宋体" panose="02010600030101010101" pitchFamily="2" charset="-122"/>
                <a:cs typeface="Times New Roman" panose="02020603050405020304" pitchFamily="18" charset="0"/>
                <a:sym typeface="+mn-ea"/>
              </a:rPr>
              <a:t>高斯混合模型</a:t>
            </a:r>
            <a:r>
              <a:rPr kumimoji="1" lang="zh-CN" altLang="en-US" sz="3200" b="1" i="0" u="none" strike="noStrike" kern="0" cap="none" spc="0" normalizeH="0" baseline="0" noProof="0" dirty="0">
                <a:ln>
                  <a:noFill/>
                </a:ln>
                <a:solidFill>
                  <a:srgbClr val="0000CC"/>
                </a:solidFill>
                <a:effectLst/>
                <a:uLnTx/>
                <a:uFillTx/>
                <a:latin typeface="宋体" panose="02010600030101010101" pitchFamily="2" charset="-122"/>
                <a:ea typeface="宋体" panose="02010600030101010101" pitchFamily="2" charset="-122"/>
                <a:cs typeface="Times New Roman" panose="02020603050405020304" pitchFamily="18" charset="0"/>
                <a:sym typeface="+mn-ea"/>
              </a:rPr>
              <a:t>的</a:t>
            </a:r>
            <a:r>
              <a:rPr kumimoji="1" lang="en-US" altLang="zh-CN" sz="3200" b="1" i="0" u="none" strike="noStrike" kern="0" cap="none" spc="0" normalizeH="0" baseline="0" noProof="0" dirty="0" err="1">
                <a:ln>
                  <a:noFill/>
                </a:ln>
                <a:solidFill>
                  <a:srgbClr val="0000CC"/>
                </a:solidFill>
                <a:effectLst/>
                <a:uLnTx/>
                <a:uFillTx/>
                <a:latin typeface="宋体" panose="02010600030101010101" pitchFamily="2" charset="-122"/>
                <a:ea typeface="宋体" panose="02010600030101010101" pitchFamily="2" charset="-122"/>
                <a:cs typeface="Times New Roman" panose="02020603050405020304" pitchFamily="18" charset="0"/>
                <a:sym typeface="+mn-ea"/>
              </a:rPr>
              <a:t>聚类</a:t>
            </a:r>
            <a:r>
              <a:rPr kumimoji="1" lang="en-US" altLang="zh-CN" sz="3200" b="1" i="0" u="none" strike="noStrike" kern="0" cap="none" spc="0" normalizeH="0" baseline="0" noProof="0" dirty="0">
                <a:ln>
                  <a:noFill/>
                </a:ln>
                <a:solidFill>
                  <a:srgbClr val="0000CC"/>
                </a:solidFill>
                <a:effectLst/>
                <a:uLnTx/>
                <a:uFillTx/>
                <a:latin typeface="Times New Roman" panose="02020603050405020304" pitchFamily="18" charset="0"/>
                <a:ea typeface="黑体" panose="02010609060101010101" pitchFamily="49" charset="-122"/>
                <a:cs typeface="Times New Roman" panose="02020603050405020304" pitchFamily="18" charset="0"/>
                <a:sym typeface="+mn-ea"/>
              </a:rPr>
              <a:t>-</a:t>
            </a:r>
            <a:r>
              <a:rPr kumimoji="1" lang="zh-CN" altLang="en-US" sz="3200" b="1" i="0" u="none" strike="noStrike" kern="0" cap="none" spc="0" normalizeH="0" baseline="0" noProof="0" dirty="0">
                <a:ln>
                  <a:noFill/>
                </a:ln>
                <a:solidFill>
                  <a:srgbClr val="0000CC"/>
                </a:solidFill>
                <a:effectLst/>
                <a:uLnTx/>
                <a:uFillTx/>
                <a:latin typeface="宋体" panose="02010600030101010101" pitchFamily="2" charset="-122"/>
                <a:ea typeface="宋体" panose="02010600030101010101" pitchFamily="2" charset="-122"/>
                <a:cs typeface="Times New Roman" panose="02020603050405020304" pitchFamily="18" charset="0"/>
                <a:sym typeface="+mn-ea"/>
              </a:rPr>
              <a:t>步骤</a:t>
            </a:r>
            <a:endParaRPr kumimoji="1" lang="zh-CN" altLang="en-US" sz="3200" b="1" i="0" u="none" strike="noStrike" kern="0" cap="none" spc="0" normalizeH="0" baseline="0" noProof="0" dirty="0">
              <a:ln>
                <a:noFill/>
              </a:ln>
              <a:solidFill>
                <a:srgbClr val="0000CC"/>
              </a:solidFill>
              <a:effectLst/>
              <a:uLnTx/>
              <a:uFillTx/>
              <a:latin typeface="Times New Roman" panose="02020603050405020304" pitchFamily="18" charset="0"/>
              <a:ea typeface="黑体" panose="02010609060101010101" pitchFamily="49" charset="-122"/>
              <a:cs typeface="Times New Roman" panose="02020603050405020304" pitchFamily="18" charset="0"/>
              <a:sym typeface="+mn-ea"/>
            </a:endParaRPr>
          </a:p>
          <a:p>
            <a:pPr marL="0" marR="0" lvl="0" indent="-457200" algn="just" defTabSz="914400" rtl="0" eaLnBrk="1" fontAlgn="base" latinLnBrk="0" hangingPunct="1">
              <a:lnSpc>
                <a:spcPct val="100000"/>
              </a:lnSpc>
              <a:spcBef>
                <a:spcPts val="600"/>
              </a:spcBef>
              <a:spcAft>
                <a:spcPct val="0"/>
              </a:spcAft>
              <a:buClr>
                <a:srgbClr val="D34817"/>
              </a:buClr>
              <a:buSzPct val="85000"/>
              <a:buFont typeface="Wingdings" panose="05000000000000000000" pitchFamily="2" charset="2"/>
              <a:buNone/>
              <a:defRPr/>
            </a:pPr>
            <a:r>
              <a:rPr kumimoji="0" lang="en-US" altLang="zh-CN" sz="2600" b="1" i="0" u="none" strike="noStrike" kern="1200" cap="none" spc="0" normalizeH="0" baseline="0" noProof="0" dirty="0">
                <a:ln>
                  <a:noFill/>
                </a:ln>
                <a:solidFill>
                  <a:schemeClr val="tx2"/>
                </a:solidFill>
                <a:effectLst/>
                <a:uLnTx/>
                <a:uFillTx/>
                <a:latin typeface="Times New Roman" panose="02020603050405020304" pitchFamily="18" charset="0"/>
                <a:ea typeface="宋体" panose="02010600030101010101" pitchFamily="2" charset="-122"/>
                <a:cs typeface="+mn-cs"/>
                <a:sym typeface="+mn-ea"/>
              </a:rPr>
              <a:t>Step1</a:t>
            </a:r>
            <a:r>
              <a:rPr kumimoji="0" lang="en-US" altLang="zh-CN" sz="2800" b="1" i="0" u="none" strike="noStrike" kern="1200" cap="none" spc="0" normalizeH="0" baseline="0" noProof="1">
                <a:ln>
                  <a:noFill/>
                </a:ln>
                <a:solidFill>
                  <a:srgbClr val="000000"/>
                </a:solidFill>
                <a:effectLst/>
                <a:uLnTx/>
                <a:uFillTx/>
                <a:latin typeface="Calibri" panose="020F0502020204030204" pitchFamily="34" charset="0"/>
                <a:ea typeface="宋体" panose="02010600030101010101" pitchFamily="2" charset="-122"/>
                <a:cs typeface="+mn-cs"/>
                <a:sym typeface="+mn-ea"/>
              </a:rPr>
              <a:t>:</a:t>
            </a:r>
            <a:r>
              <a:rPr kumimoji="0" lang="zh-CN" altLang="en-US" sz="2800" b="1" i="0" u="none" strike="noStrike" kern="1200" cap="none" spc="0" normalizeH="0" baseline="0" noProof="1">
                <a:ln>
                  <a:noFill/>
                </a:ln>
                <a:solidFill>
                  <a:srgbClr val="000000"/>
                </a:solidFill>
                <a:effectLst/>
                <a:uLnTx/>
                <a:uFillTx/>
                <a:latin typeface="Calibri" panose="020F0502020204030204" pitchFamily="34" charset="0"/>
                <a:ea typeface="宋体" panose="02010600030101010101" pitchFamily="2" charset="-122"/>
                <a:cs typeface="+mn-cs"/>
                <a:sym typeface="+mn-ea"/>
              </a:rPr>
              <a:t>以    为概率随机选择</a:t>
            </a:r>
            <a:r>
              <a:rPr kumimoji="0" lang="zh-CN" altLang="en-US" sz="2800" b="1" i="0" u="none" strike="noStrike" kern="1200" cap="none" spc="0" normalizeH="0" baseline="0" noProof="1">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sym typeface="+mn-ea"/>
              </a:rPr>
              <a:t>K</a:t>
            </a:r>
            <a:r>
              <a:rPr kumimoji="0" lang="zh-CN" altLang="en-US" sz="2800" b="1" i="0" u="none" strike="noStrike" kern="1200" cap="none" spc="0" normalizeH="0" baseline="0" noProof="1">
                <a:ln>
                  <a:noFill/>
                </a:ln>
                <a:solidFill>
                  <a:srgbClr val="000000"/>
                </a:solidFill>
                <a:effectLst/>
                <a:uLnTx/>
                <a:uFillTx/>
                <a:latin typeface="Calibri" panose="020F0502020204030204" pitchFamily="34" charset="0"/>
                <a:ea typeface="宋体" panose="02010600030101010101" pitchFamily="2" charset="-122"/>
                <a:cs typeface="+mn-cs"/>
                <a:sym typeface="+mn-ea"/>
              </a:rPr>
              <a:t>个高斯分布分量中 </a:t>
            </a:r>
            <a:r>
              <a:rPr kumimoji="0" lang="en-US" altLang="zh-CN" sz="2800" b="1" i="0" u="none" strike="noStrike" kern="1200" cap="none" spc="0" normalizeH="0" baseline="0" noProof="1">
                <a:ln>
                  <a:noFill/>
                </a:ln>
                <a:solidFill>
                  <a:srgbClr val="000000"/>
                </a:solidFill>
                <a:effectLst/>
                <a:uLnTx/>
                <a:uFillTx/>
                <a:latin typeface="Calibri" panose="020F0502020204030204" pitchFamily="34" charset="0"/>
                <a:ea typeface="宋体" panose="02010600030101010101" pitchFamily="2" charset="-122"/>
                <a:cs typeface="+mn-cs"/>
                <a:sym typeface="+mn-ea"/>
              </a:rPr>
              <a:t>		</a:t>
            </a:r>
            <a:r>
              <a:rPr kumimoji="0" lang="zh-CN" altLang="en-US" sz="2800" b="1" i="0" u="none" strike="noStrike" kern="1200" cap="none" spc="0" normalizeH="0" baseline="0" noProof="1">
                <a:ln>
                  <a:noFill/>
                </a:ln>
                <a:solidFill>
                  <a:srgbClr val="000000"/>
                </a:solidFill>
                <a:effectLst/>
                <a:uLnTx/>
                <a:uFillTx/>
                <a:latin typeface="Calibri" panose="020F0502020204030204" pitchFamily="34" charset="0"/>
                <a:ea typeface="宋体" panose="02010600030101010101" pitchFamily="2" charset="-122"/>
                <a:cs typeface="+mn-cs"/>
                <a:sym typeface="+mn-ea"/>
              </a:rPr>
              <a:t>的一个；</a:t>
            </a:r>
            <a:endParaRPr kumimoji="0" lang="zh-CN" altLang="en-US" sz="2800" b="1" i="0" u="none" strike="noStrike" kern="1200" cap="none" spc="0" normalizeH="0" baseline="0" noProof="1">
              <a:ln>
                <a:noFill/>
              </a:ln>
              <a:solidFill>
                <a:srgbClr val="000000"/>
              </a:solidFill>
              <a:effectLst/>
              <a:uLnTx/>
              <a:uFillTx/>
              <a:latin typeface="Calibri" panose="020F0502020204030204" pitchFamily="34" charset="0"/>
              <a:ea typeface="宋体" panose="02010600030101010101" pitchFamily="2" charset="-122"/>
              <a:cs typeface="+mn-cs"/>
              <a:sym typeface="+mn-ea"/>
            </a:endParaRPr>
          </a:p>
          <a:p>
            <a:pPr marL="0" marR="0" lvl="0" indent="-457200" algn="just" defTabSz="914400" rtl="0" eaLnBrk="1" fontAlgn="base" latinLnBrk="0" hangingPunct="1">
              <a:lnSpc>
                <a:spcPct val="100000"/>
              </a:lnSpc>
              <a:spcBef>
                <a:spcPts val="600"/>
              </a:spcBef>
              <a:spcAft>
                <a:spcPct val="0"/>
              </a:spcAft>
              <a:buClr>
                <a:srgbClr val="D34817"/>
              </a:buClr>
              <a:buSzPct val="85000"/>
              <a:buFont typeface="Wingdings" panose="05000000000000000000" pitchFamily="2" charset="2"/>
              <a:buNone/>
              <a:defRPr/>
            </a:pPr>
            <a:r>
              <a:rPr kumimoji="0" lang="en-US" altLang="zh-CN" sz="2600" b="1" i="0" u="none" strike="noStrike" kern="1200" cap="none" spc="0" normalizeH="0" baseline="0" noProof="0" dirty="0">
                <a:ln>
                  <a:noFill/>
                </a:ln>
                <a:solidFill>
                  <a:schemeClr val="tx2"/>
                </a:solidFill>
                <a:effectLst/>
                <a:uLnTx/>
                <a:uFillTx/>
                <a:latin typeface="Times New Roman" panose="02020603050405020304" pitchFamily="18" charset="0"/>
                <a:ea typeface="宋体" panose="02010600030101010101" pitchFamily="2" charset="-122"/>
                <a:cs typeface="+mn-cs"/>
                <a:sym typeface="+mn-ea"/>
              </a:rPr>
              <a:t>Step2</a:t>
            </a:r>
            <a:r>
              <a:rPr kumimoji="0" lang="en-US" altLang="zh-CN" sz="2800" b="1" i="0" u="none" strike="noStrike" kern="1200" cap="none" spc="0" normalizeH="0" baseline="0" noProof="1">
                <a:ln>
                  <a:noFill/>
                </a:ln>
                <a:solidFill>
                  <a:srgbClr val="000000"/>
                </a:solidFill>
                <a:effectLst/>
                <a:uLnTx/>
                <a:uFillTx/>
                <a:latin typeface="Calibri" panose="020F0502020204030204" pitchFamily="34" charset="0"/>
                <a:ea typeface="宋体" panose="02010600030101010101" pitchFamily="2" charset="-122"/>
                <a:cs typeface="+mn-cs"/>
                <a:sym typeface="+mn-ea"/>
              </a:rPr>
              <a:t>:</a:t>
            </a:r>
            <a:r>
              <a:rPr kumimoji="0" lang="zh-CN" altLang="en-US" sz="2800" b="1" i="0" u="none" strike="noStrike" kern="1200" cap="none" spc="0" normalizeH="0" baseline="0" noProof="1">
                <a:ln>
                  <a:noFill/>
                </a:ln>
                <a:solidFill>
                  <a:srgbClr val="000000"/>
                </a:solidFill>
                <a:effectLst/>
                <a:uLnTx/>
                <a:uFillTx/>
                <a:latin typeface="Calibri" panose="020F0502020204030204" pitchFamily="34" charset="0"/>
                <a:ea typeface="宋体" panose="02010600030101010101" pitchFamily="2" charset="-122"/>
                <a:cs typeface="+mn-cs"/>
                <a:sym typeface="+mn-ea"/>
              </a:rPr>
              <a:t>把样本数据代入</a:t>
            </a:r>
            <a:r>
              <a:rPr kumimoji="0" lang="en-US" altLang="zh-CN" sz="2800" b="1"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sym typeface="+mn-ea"/>
              </a:rPr>
              <a:t>Step1</a:t>
            </a:r>
            <a:r>
              <a:rPr kumimoji="0" lang="zh-CN" altLang="en-US" sz="2800" b="1" i="0" u="none" strike="noStrike" kern="1200" cap="none" spc="0" normalizeH="0" baseline="0" noProof="1">
                <a:ln>
                  <a:noFill/>
                </a:ln>
                <a:solidFill>
                  <a:srgbClr val="000000"/>
                </a:solidFill>
                <a:effectLst/>
                <a:uLnTx/>
                <a:uFillTx/>
                <a:latin typeface="Calibri" panose="020F0502020204030204" pitchFamily="34" charset="0"/>
                <a:ea typeface="宋体" panose="02010600030101010101" pitchFamily="2" charset="-122"/>
                <a:cs typeface="+mn-cs"/>
                <a:sym typeface="+mn-ea"/>
              </a:rPr>
              <a:t>中选中的高斯分布，</a:t>
            </a:r>
            <a:r>
              <a:rPr kumimoji="0" lang="en-US" altLang="zh-CN" sz="2800" b="1" i="0" u="none" strike="noStrike" kern="1200" cap="none" spc="0" normalizeH="0" baseline="0" noProof="1">
                <a:ln>
                  <a:noFill/>
                </a:ln>
                <a:solidFill>
                  <a:srgbClr val="000000"/>
                </a:solidFill>
                <a:effectLst/>
                <a:uLnTx/>
                <a:uFillTx/>
                <a:latin typeface="Calibri" panose="020F0502020204030204" pitchFamily="34" charset="0"/>
                <a:ea typeface="宋体" panose="02010600030101010101" pitchFamily="2" charset="-122"/>
                <a:cs typeface="+mn-cs"/>
                <a:sym typeface="+mn-ea"/>
              </a:rPr>
              <a:t>	</a:t>
            </a:r>
            <a:r>
              <a:rPr kumimoji="0" lang="zh-CN" altLang="en-US" sz="2800" b="1" i="0" u="none" strike="noStrike" kern="1200" cap="none" spc="0" normalizeH="0" baseline="0" noProof="1">
                <a:ln>
                  <a:noFill/>
                </a:ln>
                <a:solidFill>
                  <a:srgbClr val="000000"/>
                </a:solidFill>
                <a:effectLst/>
                <a:uLnTx/>
                <a:uFillTx/>
                <a:latin typeface="Calibri" panose="020F0502020204030204" pitchFamily="34" charset="0"/>
                <a:ea typeface="宋体" panose="02010600030101010101" pitchFamily="2" charset="-122"/>
                <a:cs typeface="+mn-cs"/>
                <a:sym typeface="+mn-ea"/>
              </a:rPr>
              <a:t>判断输出概率是否属于大于阈值，如果不</a:t>
            </a:r>
            <a:r>
              <a:rPr kumimoji="0" lang="en-US" altLang="zh-CN" sz="2800" b="1" i="0" u="none" strike="noStrike" kern="1200" cap="none" spc="0" normalizeH="0" baseline="0" noProof="1">
                <a:ln>
                  <a:noFill/>
                </a:ln>
                <a:solidFill>
                  <a:srgbClr val="000000"/>
                </a:solidFill>
                <a:effectLst/>
                <a:uLnTx/>
                <a:uFillTx/>
                <a:latin typeface="Calibri" panose="020F0502020204030204" pitchFamily="34" charset="0"/>
                <a:ea typeface="宋体" panose="02010600030101010101" pitchFamily="2" charset="-122"/>
                <a:cs typeface="+mn-cs"/>
                <a:sym typeface="+mn-ea"/>
              </a:rPr>
              <a:t>	</a:t>
            </a:r>
            <a:r>
              <a:rPr kumimoji="0" lang="zh-CN" altLang="en-US" sz="2800" b="1" i="0" u="none" strike="noStrike" kern="1200" cap="none" spc="0" normalizeH="0" baseline="0" noProof="1">
                <a:ln>
                  <a:noFill/>
                </a:ln>
                <a:solidFill>
                  <a:srgbClr val="000000"/>
                </a:solidFill>
                <a:effectLst/>
                <a:uLnTx/>
                <a:uFillTx/>
                <a:latin typeface="Calibri" panose="020F0502020204030204" pitchFamily="34" charset="0"/>
                <a:ea typeface="宋体" panose="02010600030101010101" pitchFamily="2" charset="-122"/>
                <a:cs typeface="+mn-cs"/>
                <a:sym typeface="+mn-ea"/>
              </a:rPr>
              <a:t>属于则返回</a:t>
            </a:r>
            <a:r>
              <a:rPr kumimoji="0" lang="en-US" altLang="zh-CN" sz="2800" b="1"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sym typeface="+mn-ea"/>
              </a:rPr>
              <a:t>Step1</a:t>
            </a:r>
            <a:r>
              <a:rPr kumimoji="0" lang="zh-CN" altLang="en-US" sz="2800" b="1" i="0" u="none" strike="noStrike" kern="1200" cap="none" spc="0" normalizeH="0" baseline="0" noProof="1">
                <a:ln>
                  <a:noFill/>
                </a:ln>
                <a:solidFill>
                  <a:srgbClr val="000000"/>
                </a:solidFill>
                <a:effectLst/>
                <a:uLnTx/>
                <a:uFillTx/>
                <a:latin typeface="Calibri" panose="020F0502020204030204" pitchFamily="34" charset="0"/>
                <a:ea typeface="宋体" panose="02010600030101010101" pitchFamily="2" charset="-122"/>
                <a:cs typeface="+mn-cs"/>
                <a:sym typeface="+mn-ea"/>
              </a:rPr>
              <a:t>重新选择。</a:t>
            </a:r>
            <a:endParaRPr kumimoji="0" lang="zh-CN" altLang="en-US" sz="2800" b="1" i="0" u="none" strike="noStrike" kern="1200" cap="none" spc="0" normalizeH="0" baseline="0" noProof="1">
              <a:ln>
                <a:noFill/>
              </a:ln>
              <a:solidFill>
                <a:srgbClr val="000000"/>
              </a:solidFill>
              <a:effectLst/>
              <a:uLnTx/>
              <a:uFillTx/>
              <a:latin typeface="Calibri" panose="020F0502020204030204" pitchFamily="34" charset="0"/>
              <a:ea typeface="宋体" panose="02010600030101010101" pitchFamily="2" charset="-122"/>
              <a:cs typeface="+mn-cs"/>
              <a:sym typeface="+mn-ea"/>
            </a:endParaRPr>
          </a:p>
          <a:p>
            <a:pPr marL="0" marR="0" lvl="0" indent="-457200" algn="just" defTabSz="914400" rtl="0" eaLnBrk="1" fontAlgn="base" latinLnBrk="0" hangingPunct="1">
              <a:lnSpc>
                <a:spcPct val="100000"/>
              </a:lnSpc>
              <a:spcBef>
                <a:spcPts val="600"/>
              </a:spcBef>
              <a:spcAft>
                <a:spcPct val="0"/>
              </a:spcAft>
              <a:buClr>
                <a:srgbClr val="D34817"/>
              </a:buClr>
              <a:buSzPct val="85000"/>
              <a:buFont typeface="Wingdings" panose="05000000000000000000" pitchFamily="2" charset="2"/>
              <a:buNone/>
              <a:defRPr/>
            </a:pPr>
            <a:r>
              <a:rPr kumimoji="0" lang="zh-CN" altLang="en-US" sz="2800" b="1" i="0" u="none" strike="noStrike" kern="1200" cap="none" spc="0" normalizeH="0" baseline="0" noProof="1">
                <a:ln>
                  <a:noFill/>
                </a:ln>
                <a:solidFill>
                  <a:srgbClr val="000000"/>
                </a:solidFill>
                <a:effectLst/>
                <a:uLnTx/>
                <a:uFillTx/>
                <a:latin typeface="Calibri" panose="020F0502020204030204" pitchFamily="34" charset="0"/>
                <a:ea typeface="宋体" panose="02010600030101010101" pitchFamily="2" charset="-122"/>
                <a:cs typeface="+mn-cs"/>
                <a:sym typeface="+mn-ea"/>
              </a:rPr>
              <a:t>        根据</a:t>
            </a:r>
            <a:r>
              <a:rPr kumimoji="1" lang="en-US" altLang="zh-CN" sz="2800" b="1" i="0" u="none" strike="noStrike" kern="0" cap="none" spc="0" normalizeH="0" baseline="0" noProof="0" dirty="0">
                <a:ln>
                  <a:noFill/>
                </a:ln>
                <a:solidFill>
                  <a:srgbClr val="0000CC"/>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mn-ea"/>
              </a:rPr>
              <a:t>是否</a:t>
            </a:r>
            <a:r>
              <a:rPr kumimoji="1" lang="en-US" altLang="zh-CN" sz="2800" b="1" i="0" u="none" strike="noStrike" kern="0" cap="none" spc="0" normalizeH="0" baseline="0" noProof="0" dirty="0">
                <a:ln>
                  <a:noFill/>
                </a:ln>
                <a:solidFill>
                  <a:srgbClr val="0000CC"/>
                </a:solidFill>
                <a:effectLst/>
                <a:uLnTx/>
                <a:uFillTx/>
                <a:latin typeface="宋体" panose="02010600030101010101" pitchFamily="2" charset="-122"/>
                <a:ea typeface="宋体" panose="02010600030101010101" pitchFamily="2" charset="-122"/>
                <a:cs typeface="Times New Roman" panose="02020603050405020304" pitchFamily="18" charset="0"/>
                <a:sym typeface="+mn-ea"/>
              </a:rPr>
              <a:t>已知样本分类情况</a:t>
            </a:r>
            <a:r>
              <a:rPr kumimoji="0" lang="zh-CN" altLang="en-US" sz="2800" b="1" i="0" u="none" strike="noStrike" kern="1200" cap="none" spc="0" normalizeH="0" baseline="0" noProof="1">
                <a:ln>
                  <a:noFill/>
                </a:ln>
                <a:solidFill>
                  <a:srgbClr val="000000"/>
                </a:solidFill>
                <a:effectLst/>
                <a:uLnTx/>
                <a:uFillTx/>
                <a:latin typeface="Calibri" panose="020F0502020204030204" pitchFamily="34" charset="0"/>
                <a:ea typeface="宋体" panose="02010600030101010101" pitchFamily="2" charset="-122"/>
                <a:cs typeface="+mn-cs"/>
                <a:sym typeface="+mn-ea"/>
              </a:rPr>
              <a:t>，可以把高斯混合模型的求解问题分为两大类：</a:t>
            </a:r>
            <a:r>
              <a:rPr kumimoji="1" lang="en-US" altLang="zh-CN" sz="2800" b="1" i="0" u="none" strike="noStrike" kern="0" cap="none" spc="0" normalizeH="0" baseline="0" noProof="0" dirty="0">
                <a:ln>
                  <a:noFill/>
                </a:ln>
                <a:solidFill>
                  <a:srgbClr val="0000CC"/>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mn-ea"/>
              </a:rPr>
              <a:t>样本分类已知</a:t>
            </a:r>
            <a:r>
              <a:rPr kumimoji="0" lang="zh-CN" altLang="en-US" sz="2800" b="1" i="0" u="none" strike="noStrike" kern="1200" cap="none" spc="0" normalizeH="0" baseline="0" noProof="1">
                <a:ln>
                  <a:noFill/>
                </a:ln>
                <a:solidFill>
                  <a:srgbClr val="000000"/>
                </a:solidFill>
                <a:effectLst/>
                <a:uLnTx/>
                <a:uFillTx/>
                <a:latin typeface="Calibri" panose="020F0502020204030204" pitchFamily="34" charset="0"/>
                <a:ea typeface="宋体" panose="02010600030101010101" pitchFamily="2" charset="-122"/>
                <a:cs typeface="+mn-cs"/>
                <a:sym typeface="+mn-ea"/>
              </a:rPr>
              <a:t>情况下的高斯混合模型和</a:t>
            </a:r>
            <a:r>
              <a:rPr kumimoji="1" lang="en-US" altLang="zh-CN" sz="2800" b="1" i="0" u="none" strike="noStrike" kern="0" cap="none" spc="0" normalizeH="0" baseline="0" noProof="0" dirty="0">
                <a:ln>
                  <a:noFill/>
                </a:ln>
                <a:solidFill>
                  <a:srgbClr val="0000CC"/>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mn-ea"/>
              </a:rPr>
              <a:t>样本分类未知</a:t>
            </a:r>
            <a:r>
              <a:rPr kumimoji="0" lang="zh-CN" altLang="en-US" sz="2800" b="1" i="0" u="none" strike="noStrike" kern="1200" cap="none" spc="0" normalizeH="0" baseline="0" noProof="1">
                <a:ln>
                  <a:noFill/>
                </a:ln>
                <a:solidFill>
                  <a:srgbClr val="000000"/>
                </a:solidFill>
                <a:effectLst/>
                <a:uLnTx/>
                <a:uFillTx/>
                <a:latin typeface="Calibri" panose="020F0502020204030204" pitchFamily="34" charset="0"/>
                <a:ea typeface="宋体" panose="02010600030101010101" pitchFamily="2" charset="-122"/>
                <a:cs typeface="+mn-cs"/>
                <a:sym typeface="+mn-ea"/>
              </a:rPr>
              <a:t>情况下的高斯混合模型。</a:t>
            </a:r>
            <a:endParaRPr kumimoji="0" lang="zh-CN" altLang="en-US" sz="2800" b="1" i="0" u="none" strike="noStrike" kern="1200" cap="none" spc="0" normalizeH="0" baseline="0" noProof="1">
              <a:ln>
                <a:noFill/>
              </a:ln>
              <a:solidFill>
                <a:srgbClr val="000000"/>
              </a:solidFill>
              <a:effectLst/>
              <a:uLnTx/>
              <a:uFillTx/>
              <a:latin typeface="Calibri" panose="020F0502020204030204" pitchFamily="34" charset="0"/>
              <a:ea typeface="宋体" panose="02010600030101010101" pitchFamily="2" charset="-122"/>
              <a:cs typeface="+mn-cs"/>
            </a:endParaRPr>
          </a:p>
        </p:txBody>
      </p:sp>
      <p:sp>
        <p:nvSpPr>
          <p:cNvPr id="38915" name="Rectangle 5"/>
          <p:cNvSpPr/>
          <p:nvPr/>
        </p:nvSpPr>
        <p:spPr>
          <a:xfrm>
            <a:off x="0" y="0"/>
            <a:ext cx="9144000" cy="0"/>
          </a:xfrm>
          <a:prstGeom prst="rect">
            <a:avLst/>
          </a:prstGeom>
          <a:noFill/>
          <a:ln w="9525">
            <a:noFill/>
          </a:ln>
        </p:spPr>
        <p:txBody>
          <a:bodyPr wrap="none" anchor="ctr" anchorCtr="0">
            <a:spAutoFit/>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华文新魏" panose="02010800040101010101" pitchFamily="2" charset="-122"/>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ea typeface="+mn-ea"/>
                <a:cs typeface="华文新魏" panose="02010800040101010101" pitchFamily="2" charset="-122"/>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ea typeface="+mn-ea"/>
                <a:cs typeface="华文新魏" panose="02010800040101010101" pitchFamily="2" charset="-122"/>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ea typeface="+mn-ea"/>
                <a:cs typeface="华文新魏" panose="02010800040101010101" pitchFamily="2" charset="-122"/>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ea typeface="+mn-ea"/>
                <a:cs typeface="华文新魏" panose="02010800040101010101" pitchFamily="2" charset="-122"/>
              </a:defRPr>
            </a:lvl5pPr>
          </a:lstStyle>
          <a:p>
            <a:pPr marL="0" lvl="0" indent="0" eaLnBrk="1" hangingPunct="1">
              <a:spcBef>
                <a:spcPct val="0"/>
              </a:spcBef>
              <a:buClrTx/>
              <a:buSzTx/>
              <a:buFontTx/>
              <a:buNone/>
            </a:pPr>
            <a:endParaRPr lang="zh-CN" altLang="en-US" sz="1800" dirty="0">
              <a:latin typeface="Arial" panose="020B0604020202020204" pitchFamily="34" charset="0"/>
            </a:endParaRPr>
          </a:p>
        </p:txBody>
      </p:sp>
      <p:sp>
        <p:nvSpPr>
          <p:cNvPr id="38916" name="Text Box 5"/>
          <p:cNvSpPr txBox="1"/>
          <p:nvPr/>
        </p:nvSpPr>
        <p:spPr>
          <a:xfrm>
            <a:off x="3743325" y="0"/>
            <a:ext cx="5400675" cy="706438"/>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华文新魏" panose="02010800040101010101" pitchFamily="2" charset="-122"/>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ea typeface="+mn-ea"/>
                <a:cs typeface="华文新魏" panose="02010800040101010101" pitchFamily="2" charset="-122"/>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ea typeface="+mn-ea"/>
                <a:cs typeface="华文新魏" panose="02010800040101010101" pitchFamily="2" charset="-122"/>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ea typeface="+mn-ea"/>
                <a:cs typeface="华文新魏" panose="02010800040101010101" pitchFamily="2" charset="-122"/>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ea typeface="+mn-ea"/>
                <a:cs typeface="华文新魏" panose="02010800040101010101" pitchFamily="2" charset="-122"/>
              </a:defRPr>
            </a:lvl5pPr>
          </a:lstStyle>
          <a:p>
            <a:pPr marL="0" lvl="0" indent="0" algn="ctr" eaLnBrk="1" hangingPunct="1">
              <a:spcBef>
                <a:spcPct val="0"/>
              </a:spcBef>
              <a:buClrTx/>
              <a:buSzTx/>
              <a:buFontTx/>
              <a:buNone/>
            </a:pPr>
            <a:r>
              <a:rPr lang="en-US" altLang="zh-CN" sz="4000" b="1" dirty="0">
                <a:solidFill>
                  <a:srgbClr val="0000FF"/>
                </a:solidFill>
                <a:latin typeface="Arial" panose="020B0604020202020204" pitchFamily="34" charset="0"/>
                <a:sym typeface="宋体" panose="02010600030101010101" pitchFamily="2" charset="-122"/>
              </a:rPr>
              <a:t>4.1.2 高斯</a:t>
            </a:r>
            <a:r>
              <a:rPr lang="zh-CN" altLang="en-US" sz="4000" b="1" dirty="0">
                <a:solidFill>
                  <a:srgbClr val="0000FF"/>
                </a:solidFill>
                <a:latin typeface="Arial" panose="020B0604020202020204" pitchFamily="34" charset="0"/>
                <a:sym typeface="宋体" panose="02010600030101010101" pitchFamily="2" charset="-122"/>
              </a:rPr>
              <a:t>混合</a:t>
            </a:r>
            <a:r>
              <a:rPr lang="en-US" altLang="zh-CN" sz="4000" b="1" dirty="0">
                <a:solidFill>
                  <a:srgbClr val="0000FF"/>
                </a:solidFill>
                <a:latin typeface="Arial" panose="020B0604020202020204" pitchFamily="34" charset="0"/>
                <a:sym typeface="宋体" panose="02010600030101010101" pitchFamily="2" charset="-122"/>
              </a:rPr>
              <a:t>模型</a:t>
            </a:r>
            <a:endParaRPr lang="en-US" altLang="zh-CN" sz="4000" b="1" dirty="0">
              <a:solidFill>
                <a:srgbClr val="0000FF"/>
              </a:solidFill>
              <a:latin typeface="Arial" panose="020B0604020202020204" pitchFamily="34" charset="0"/>
              <a:sym typeface="宋体" panose="02010600030101010101" pitchFamily="2" charset="-122"/>
            </a:endParaRPr>
          </a:p>
        </p:txBody>
      </p:sp>
      <p:graphicFrame>
        <p:nvGraphicFramePr>
          <p:cNvPr id="38917" name="对象 -2147482617"/>
          <p:cNvGraphicFramePr>
            <a:graphicFrameLocks noGrp="1" noChangeAspect="1"/>
          </p:cNvGraphicFramePr>
          <p:nvPr>
            <p:ph sz="half" idx="1"/>
          </p:nvPr>
        </p:nvGraphicFramePr>
        <p:xfrm>
          <a:off x="2195513" y="1512888"/>
          <a:ext cx="450850" cy="539750"/>
        </p:xfrm>
        <a:graphic>
          <a:graphicData uri="http://schemas.openxmlformats.org/presentationml/2006/ole">
            <mc:AlternateContent xmlns:mc="http://schemas.openxmlformats.org/markup-compatibility/2006">
              <mc:Choice xmlns:v="urn:schemas-microsoft-com:vml" Requires="v">
                <p:oleObj spid="_x0000_s3109" name="" r:id="rId1" imgW="190500" imgH="228600" progId="Equation.DSMT4">
                  <p:embed/>
                </p:oleObj>
              </mc:Choice>
              <mc:Fallback>
                <p:oleObj name="" r:id="rId1" imgW="190500" imgH="228600" progId="Equation.DSMT4">
                  <p:embed/>
                  <p:pic>
                    <p:nvPicPr>
                      <p:cNvPr id="0" name="图片 3108"/>
                      <p:cNvPicPr/>
                      <p:nvPr/>
                    </p:nvPicPr>
                    <p:blipFill>
                      <a:blip r:embed="rId2"/>
                      <a:srcRect/>
                      <a:stretch>
                        <a:fillRect/>
                      </a:stretch>
                    </p:blipFill>
                    <p:spPr>
                      <a:xfrm>
                        <a:off x="2195513" y="1512888"/>
                        <a:ext cx="450850" cy="539750"/>
                      </a:xfrm>
                      <a:prstGeom prst="rect">
                        <a:avLst/>
                      </a:prstGeom>
                      <a:noFill/>
                      <a:ln w="38100">
                        <a:miter/>
                      </a:ln>
                    </p:spPr>
                  </p:pic>
                </p:oleObj>
              </mc:Fallback>
            </mc:AlternateContent>
          </a:graphicData>
        </a:graphic>
      </p:graphicFrame>
    </p:spTree>
  </p:cSld>
  <p:clrMapOvr>
    <a:masterClrMapping/>
  </p:clrMapOvr>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 name="Rectangle 5"/>
          <p:cNvSpPr/>
          <p:nvPr/>
        </p:nvSpPr>
        <p:spPr>
          <a:xfrm>
            <a:off x="919163" y="877888"/>
            <a:ext cx="7618413" cy="2460625"/>
          </a:xfrm>
          <a:prstGeom prst="rect">
            <a:avLst/>
          </a:prstGeom>
          <a:noFill/>
          <a:ln w="9525">
            <a:noFill/>
          </a:ln>
        </p:spPr>
        <p:txBody>
          <a:bodyPr>
            <a:spAutoFit/>
          </a:bodyPr>
          <a:lstStyle/>
          <a:p>
            <a:pPr marL="0" marR="0" lvl="0" indent="0" algn="ctr" defTabSz="914400" rtl="0" eaLnBrk="1" fontAlgn="base" latinLnBrk="0" hangingPunct="1">
              <a:lnSpc>
                <a:spcPct val="100000"/>
              </a:lnSpc>
              <a:spcBef>
                <a:spcPts val="575"/>
              </a:spcBef>
              <a:spcAft>
                <a:spcPct val="0"/>
              </a:spcAft>
              <a:buClr>
                <a:srgbClr val="D34817"/>
              </a:buClr>
              <a:buSzPct val="85000"/>
              <a:buFont typeface="Wingdings" panose="05000000000000000000" pitchFamily="2" charset="2"/>
              <a:buNone/>
              <a:defRPr/>
            </a:pPr>
            <a:r>
              <a:rPr kumimoji="1" lang="zh-CN" altLang="en-US" sz="3200" b="1" i="0" u="none" strike="noStrike" kern="0" cap="none" spc="0" normalizeH="0" baseline="0" noProof="0" dirty="0">
                <a:ln>
                  <a:noFill/>
                </a:ln>
                <a:solidFill>
                  <a:srgbClr val="0000CC"/>
                </a:solidFill>
                <a:effectLst/>
                <a:uLnTx/>
                <a:uFillTx/>
                <a:latin typeface="宋体" panose="02010600030101010101" pitchFamily="2" charset="-122"/>
                <a:ea typeface="宋体" panose="02010600030101010101" pitchFamily="2" charset="-122"/>
                <a:cs typeface="Times New Roman" panose="02020603050405020304" pitchFamily="18" charset="0"/>
                <a:sym typeface="+mn-ea"/>
              </a:rPr>
              <a:t>基于</a:t>
            </a:r>
            <a:r>
              <a:rPr kumimoji="1" lang="en-US" altLang="zh-CN" sz="3200" b="1" i="0" u="none" strike="noStrike" kern="0" cap="none" spc="0" normalizeH="0" baseline="0" noProof="0" dirty="0" err="1">
                <a:ln>
                  <a:noFill/>
                </a:ln>
                <a:solidFill>
                  <a:srgbClr val="0000CC"/>
                </a:solidFill>
                <a:effectLst/>
                <a:uLnTx/>
                <a:uFillTx/>
                <a:latin typeface="宋体" panose="02010600030101010101" pitchFamily="2" charset="-122"/>
                <a:ea typeface="宋体" panose="02010600030101010101" pitchFamily="2" charset="-122"/>
                <a:cs typeface="Times New Roman" panose="02020603050405020304" pitchFamily="18" charset="0"/>
                <a:sym typeface="+mn-ea"/>
              </a:rPr>
              <a:t>高斯混合模型</a:t>
            </a:r>
            <a:r>
              <a:rPr kumimoji="1" lang="zh-CN" altLang="en-US" sz="3200" b="1" i="0" u="none" strike="noStrike" kern="0" cap="none" spc="0" normalizeH="0" baseline="0" noProof="0" dirty="0">
                <a:ln>
                  <a:noFill/>
                </a:ln>
                <a:solidFill>
                  <a:srgbClr val="0000CC"/>
                </a:solidFill>
                <a:effectLst/>
                <a:uLnTx/>
                <a:uFillTx/>
                <a:latin typeface="宋体" panose="02010600030101010101" pitchFamily="2" charset="-122"/>
                <a:ea typeface="宋体" panose="02010600030101010101" pitchFamily="2" charset="-122"/>
                <a:cs typeface="Times New Roman" panose="02020603050405020304" pitchFamily="18" charset="0"/>
                <a:sym typeface="+mn-ea"/>
              </a:rPr>
              <a:t>的</a:t>
            </a:r>
            <a:r>
              <a:rPr kumimoji="1" lang="en-US" altLang="zh-CN" sz="3200" b="1" i="0" u="none" strike="noStrike" kern="0" cap="none" spc="0" normalizeH="0" baseline="0" noProof="0" dirty="0" err="1">
                <a:ln>
                  <a:noFill/>
                </a:ln>
                <a:solidFill>
                  <a:srgbClr val="0000CC"/>
                </a:solidFill>
                <a:effectLst/>
                <a:uLnTx/>
                <a:uFillTx/>
                <a:latin typeface="宋体" panose="02010600030101010101" pitchFamily="2" charset="-122"/>
                <a:ea typeface="宋体" panose="02010600030101010101" pitchFamily="2" charset="-122"/>
                <a:cs typeface="Times New Roman" panose="02020603050405020304" pitchFamily="18" charset="0"/>
                <a:sym typeface="+mn-ea"/>
              </a:rPr>
              <a:t>聚类</a:t>
            </a:r>
            <a:r>
              <a:rPr kumimoji="1" lang="en-US" altLang="zh-CN" sz="3200" b="1" i="0" u="none" strike="noStrike" kern="0" cap="none" spc="0" normalizeH="0" baseline="0" noProof="0" dirty="0">
                <a:ln>
                  <a:noFill/>
                </a:ln>
                <a:solidFill>
                  <a:srgbClr val="0000CC"/>
                </a:solidFill>
                <a:effectLst/>
                <a:uLnTx/>
                <a:uFillTx/>
                <a:latin typeface="宋体" panose="02010600030101010101" pitchFamily="2" charset="-122"/>
                <a:ea typeface="宋体" panose="02010600030101010101" pitchFamily="2" charset="-122"/>
                <a:cs typeface="Times New Roman" panose="02020603050405020304" pitchFamily="18" charset="0"/>
                <a:sym typeface="+mn-ea"/>
              </a:rPr>
              <a:t>-</a:t>
            </a:r>
            <a:r>
              <a:rPr kumimoji="1" lang="zh-CN" altLang="en-US" sz="3200" b="1" i="0" u="none" strike="noStrike" kern="0" cap="none" spc="0" normalizeH="0" baseline="0" noProof="0" dirty="0">
                <a:ln>
                  <a:noFill/>
                </a:ln>
                <a:solidFill>
                  <a:srgbClr val="0000CC"/>
                </a:solidFill>
                <a:effectLst/>
                <a:uLnTx/>
                <a:uFillTx/>
                <a:latin typeface="宋体" panose="02010600030101010101" pitchFamily="2" charset="-122"/>
                <a:ea typeface="宋体" panose="02010600030101010101" pitchFamily="2" charset="-122"/>
                <a:cs typeface="Times New Roman" panose="02020603050405020304" pitchFamily="18" charset="0"/>
                <a:sym typeface="+mn-ea"/>
              </a:rPr>
              <a:t>具体步骤</a:t>
            </a:r>
            <a:endParaRPr kumimoji="1" lang="zh-CN" altLang="en-US" sz="3200" b="1" i="0" u="none" strike="noStrike" kern="0" cap="none" spc="0" normalizeH="0" baseline="0" noProof="0" dirty="0">
              <a:ln>
                <a:noFill/>
              </a:ln>
              <a:solidFill>
                <a:srgbClr val="0000CC"/>
              </a:solidFill>
              <a:effectLst/>
              <a:uLnTx/>
              <a:uFillTx/>
              <a:latin typeface="Times New Roman" panose="02020603050405020304" pitchFamily="18" charset="0"/>
              <a:ea typeface="黑体" panose="02010609060101010101" pitchFamily="49" charset="-122"/>
              <a:cs typeface="Times New Roman" panose="02020603050405020304" pitchFamily="18" charset="0"/>
              <a:sym typeface="+mn-ea"/>
            </a:endParaRPr>
          </a:p>
          <a:p>
            <a:pPr marL="0" marR="0" lvl="0" indent="-457200" algn="just" defTabSz="914400" rtl="0" eaLnBrk="1" fontAlgn="base" latinLnBrk="0" hangingPunct="1">
              <a:lnSpc>
                <a:spcPct val="100000"/>
              </a:lnSpc>
              <a:spcBef>
                <a:spcPts val="600"/>
              </a:spcBef>
              <a:spcAft>
                <a:spcPct val="0"/>
              </a:spcAft>
              <a:buClr>
                <a:srgbClr val="D34817"/>
              </a:buClr>
              <a:buSzPct val="85000"/>
              <a:buFont typeface="Wingdings" panose="05000000000000000000" pitchFamily="2" charset="2"/>
              <a:buNone/>
              <a:defRPr/>
            </a:pPr>
            <a:r>
              <a:rPr kumimoji="1" lang="en-US" altLang="zh-CN" sz="2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Times New Roman" panose="02020603050405020304" pitchFamily="18" charset="0"/>
                <a:sym typeface="+mn-ea"/>
              </a:rPr>
              <a:t>1.</a:t>
            </a:r>
            <a:r>
              <a:rPr kumimoji="1" lang="en-US" altLang="zh-CN" sz="2800" b="1" i="0" u="none" strike="noStrike" kern="0" cap="none" spc="0" normalizeH="0" baseline="0" noProof="0" dirty="0">
                <a:ln>
                  <a:noFill/>
                </a:ln>
                <a:solidFill>
                  <a:srgbClr val="0000CC"/>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mn-ea"/>
              </a:rPr>
              <a:t>样本分类已知</a:t>
            </a:r>
            <a:r>
              <a:rPr kumimoji="0" lang="zh-CN" altLang="en-US" sz="2800" b="1" i="0" u="none" strike="noStrike" kern="1200" cap="none" spc="0" normalizeH="0" baseline="0" noProof="1">
                <a:ln>
                  <a:noFill/>
                </a:ln>
                <a:solidFill>
                  <a:srgbClr val="000000"/>
                </a:solidFill>
                <a:effectLst/>
                <a:uLnTx/>
                <a:uFillTx/>
                <a:latin typeface="Calibri" panose="020F0502020204030204" pitchFamily="34" charset="0"/>
                <a:ea typeface="宋体" panose="02010600030101010101" pitchFamily="2" charset="-122"/>
                <a:cs typeface="+mn-cs"/>
                <a:sym typeface="+mn-ea"/>
              </a:rPr>
              <a:t>情况下的高斯混合模型</a:t>
            </a:r>
            <a:endParaRPr kumimoji="0" lang="zh-CN" altLang="en-US" sz="2800" b="1" i="0" u="none" strike="noStrike" kern="1200" cap="none" spc="0" normalizeH="0" baseline="0" noProof="1">
              <a:ln>
                <a:noFill/>
              </a:ln>
              <a:solidFill>
                <a:srgbClr val="000000"/>
              </a:solidFill>
              <a:effectLst/>
              <a:uLnTx/>
              <a:uFillTx/>
              <a:latin typeface="Calibri" panose="020F0502020204030204" pitchFamily="34" charset="0"/>
              <a:ea typeface="宋体" panose="02010600030101010101" pitchFamily="2" charset="-122"/>
              <a:cs typeface="+mn-cs"/>
              <a:sym typeface="+mn-ea"/>
            </a:endParaRPr>
          </a:p>
          <a:p>
            <a:pPr marL="0" marR="0" lvl="0" indent="-457200" algn="just" defTabSz="914400" rtl="0" eaLnBrk="1" fontAlgn="base" latinLnBrk="0" hangingPunct="1">
              <a:lnSpc>
                <a:spcPct val="100000"/>
              </a:lnSpc>
              <a:spcBef>
                <a:spcPts val="600"/>
              </a:spcBef>
              <a:spcAft>
                <a:spcPct val="0"/>
              </a:spcAft>
              <a:buClr>
                <a:srgbClr val="D34817"/>
              </a:buClr>
              <a:buSzPct val="85000"/>
              <a:buFont typeface="Wingdings" panose="05000000000000000000" pitchFamily="2" charset="2"/>
              <a:buNone/>
              <a:defRPr/>
            </a:pPr>
            <a:r>
              <a:rPr kumimoji="0" lang="zh-CN" altLang="en-US" sz="2800" b="1" i="0" u="none" strike="noStrike" kern="1200" cap="none" spc="0" normalizeH="0" baseline="0" noProof="1">
                <a:ln>
                  <a:noFill/>
                </a:ln>
                <a:solidFill>
                  <a:srgbClr val="000000"/>
                </a:solidFill>
                <a:effectLst/>
                <a:uLnTx/>
                <a:uFillTx/>
                <a:latin typeface="Calibri" panose="020F0502020204030204" pitchFamily="34" charset="0"/>
                <a:ea typeface="宋体" panose="02010600030101010101" pitchFamily="2" charset="-122"/>
                <a:cs typeface="+mn-cs"/>
              </a:rPr>
              <a:t>        此时高斯混合模型的求解是一个</a:t>
            </a:r>
            <a:r>
              <a:rPr kumimoji="1" lang="en-US" altLang="zh-CN" sz="2800" b="1" i="0" u="none" strike="noStrike" kern="0" cap="none" spc="0" normalizeH="0" baseline="0" noProof="0" dirty="0">
                <a:ln>
                  <a:noFill/>
                </a:ln>
                <a:solidFill>
                  <a:srgbClr val="0000CC"/>
                </a:solidFill>
                <a:effectLst/>
                <a:uLnTx/>
                <a:uFillTx/>
                <a:latin typeface="宋体" panose="02010600030101010101" pitchFamily="2" charset="-122"/>
                <a:ea typeface="宋体" panose="02010600030101010101" pitchFamily="2" charset="-122"/>
                <a:cs typeface="Times New Roman" panose="02020603050405020304" pitchFamily="18" charset="0"/>
              </a:rPr>
              <a:t>有监督学习</a:t>
            </a:r>
            <a:r>
              <a:rPr kumimoji="0" lang="zh-CN" altLang="en-US" sz="2800" b="1" i="0" u="none" strike="noStrike" kern="1200" cap="none" spc="0" normalizeH="0" baseline="0" noProof="1">
                <a:ln>
                  <a:noFill/>
                </a:ln>
                <a:solidFill>
                  <a:srgbClr val="000000"/>
                </a:solidFill>
                <a:effectLst/>
                <a:uLnTx/>
                <a:uFillTx/>
                <a:latin typeface="Calibri" panose="020F0502020204030204" pitchFamily="34" charset="0"/>
                <a:ea typeface="宋体" panose="02010600030101010101" pitchFamily="2" charset="-122"/>
                <a:cs typeface="+mn-cs"/>
              </a:rPr>
              <a:t>过程。高斯混合模型的参数可以使用</a:t>
            </a:r>
            <a:r>
              <a:rPr kumimoji="0" lang="zh-CN" altLang="en-US" sz="2800" b="1" i="0" u="none" strike="noStrike" kern="1200" cap="none" spc="0" normalizeH="0" baseline="0" noProof="1">
                <a:ln>
                  <a:noFill/>
                </a:ln>
                <a:solidFill>
                  <a:srgbClr val="FF0000"/>
                </a:solidFill>
                <a:effectLst/>
                <a:uLnTx/>
                <a:uFillTx/>
                <a:latin typeface="微软雅黑" panose="020B0503020204020204" pitchFamily="34" charset="-122"/>
                <a:ea typeface="微软雅黑" panose="020B0503020204020204" pitchFamily="34" charset="-122"/>
                <a:cs typeface="+mn-cs"/>
              </a:rPr>
              <a:t>最大似然估计</a:t>
            </a:r>
            <a:r>
              <a:rPr kumimoji="0" lang="zh-CN" altLang="en-US" sz="2800" b="1" i="0" u="none" strike="noStrike" kern="1200" cap="none" spc="0" normalizeH="0" baseline="0" noProof="1">
                <a:ln>
                  <a:noFill/>
                </a:ln>
                <a:solidFill>
                  <a:srgbClr val="000000"/>
                </a:solidFill>
                <a:effectLst/>
                <a:uLnTx/>
                <a:uFillTx/>
                <a:latin typeface="Calibri" panose="020F0502020204030204" pitchFamily="34" charset="0"/>
                <a:ea typeface="宋体" panose="02010600030101010101" pitchFamily="2" charset="-122"/>
                <a:cs typeface="+mn-cs"/>
              </a:rPr>
              <a:t>求解。具体模型参数按照以下公式求解：</a:t>
            </a:r>
            <a:endParaRPr kumimoji="0" lang="zh-CN" altLang="en-US" sz="2800" b="1" i="0" u="none" strike="noStrike" kern="1200" cap="none" spc="0" normalizeH="0" baseline="0" noProof="1">
              <a:ln>
                <a:noFill/>
              </a:ln>
              <a:solidFill>
                <a:srgbClr val="000000"/>
              </a:solidFill>
              <a:effectLst/>
              <a:uLnTx/>
              <a:uFillTx/>
              <a:latin typeface="Calibri" panose="020F0502020204030204" pitchFamily="34" charset="0"/>
              <a:ea typeface="宋体" panose="02010600030101010101" pitchFamily="2" charset="-122"/>
              <a:cs typeface="+mn-cs"/>
            </a:endParaRPr>
          </a:p>
        </p:txBody>
      </p:sp>
      <p:sp>
        <p:nvSpPr>
          <p:cNvPr id="39939" name="Rectangle 5"/>
          <p:cNvSpPr/>
          <p:nvPr/>
        </p:nvSpPr>
        <p:spPr>
          <a:xfrm>
            <a:off x="0" y="0"/>
            <a:ext cx="9144000" cy="0"/>
          </a:xfrm>
          <a:prstGeom prst="rect">
            <a:avLst/>
          </a:prstGeom>
          <a:noFill/>
          <a:ln w="9525">
            <a:noFill/>
          </a:ln>
        </p:spPr>
        <p:txBody>
          <a:bodyPr wrap="none" anchor="ctr" anchorCtr="0">
            <a:spAutoFit/>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华文新魏" panose="02010800040101010101" pitchFamily="2" charset="-122"/>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ea typeface="+mn-ea"/>
                <a:cs typeface="华文新魏" panose="02010800040101010101" pitchFamily="2" charset="-122"/>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ea typeface="+mn-ea"/>
                <a:cs typeface="华文新魏" panose="02010800040101010101" pitchFamily="2" charset="-122"/>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ea typeface="+mn-ea"/>
                <a:cs typeface="华文新魏" panose="02010800040101010101" pitchFamily="2" charset="-122"/>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ea typeface="+mn-ea"/>
                <a:cs typeface="华文新魏" panose="02010800040101010101" pitchFamily="2" charset="-122"/>
              </a:defRPr>
            </a:lvl5pPr>
          </a:lstStyle>
          <a:p>
            <a:pPr marL="0" lvl="0" indent="0" eaLnBrk="1" hangingPunct="1">
              <a:spcBef>
                <a:spcPct val="0"/>
              </a:spcBef>
              <a:buClrTx/>
              <a:buSzTx/>
              <a:buFontTx/>
              <a:buNone/>
            </a:pPr>
            <a:endParaRPr lang="zh-CN" altLang="en-US" sz="1800" dirty="0">
              <a:latin typeface="Arial" panose="020B0604020202020204" pitchFamily="34" charset="0"/>
            </a:endParaRPr>
          </a:p>
        </p:txBody>
      </p:sp>
      <p:graphicFrame>
        <p:nvGraphicFramePr>
          <p:cNvPr id="39940" name="内容占位符 -2147482609"/>
          <p:cNvGraphicFramePr>
            <a:graphicFrameLocks noGrp="1" noChangeAspect="1"/>
          </p:cNvGraphicFramePr>
          <p:nvPr>
            <p:ph sz="half" idx="1"/>
          </p:nvPr>
        </p:nvGraphicFramePr>
        <p:xfrm>
          <a:off x="1125538" y="3400425"/>
          <a:ext cx="1079500" cy="755650"/>
        </p:xfrm>
        <a:graphic>
          <a:graphicData uri="http://schemas.openxmlformats.org/presentationml/2006/ole">
            <mc:AlternateContent xmlns:mc="http://schemas.openxmlformats.org/markup-compatibility/2006">
              <mc:Choice xmlns:v="urn:schemas-microsoft-com:vml" Requires="v">
                <p:oleObj spid="_x0000_s3114" name="" r:id="rId1" imgW="558800" imgH="393700" progId="Equation.DSMT4">
                  <p:embed/>
                </p:oleObj>
              </mc:Choice>
              <mc:Fallback>
                <p:oleObj name="" r:id="rId1" imgW="558800" imgH="393700" progId="Equation.DSMT4">
                  <p:embed/>
                  <p:pic>
                    <p:nvPicPr>
                      <p:cNvPr id="0" name="图片 3113"/>
                      <p:cNvPicPr/>
                      <p:nvPr/>
                    </p:nvPicPr>
                    <p:blipFill>
                      <a:blip r:embed="rId2"/>
                      <a:srcRect/>
                      <a:stretch>
                        <a:fillRect/>
                      </a:stretch>
                    </p:blipFill>
                    <p:spPr>
                      <a:xfrm>
                        <a:off x="1125538" y="3400425"/>
                        <a:ext cx="1079500" cy="755650"/>
                      </a:xfrm>
                      <a:prstGeom prst="rect">
                        <a:avLst/>
                      </a:prstGeom>
                      <a:noFill/>
                      <a:ln w="38100">
                        <a:miter/>
                      </a:ln>
                    </p:spPr>
                  </p:pic>
                </p:oleObj>
              </mc:Fallback>
            </mc:AlternateContent>
          </a:graphicData>
        </a:graphic>
      </p:graphicFrame>
      <p:graphicFrame>
        <p:nvGraphicFramePr>
          <p:cNvPr id="39941" name="内容占位符 -2147482608"/>
          <p:cNvGraphicFramePr>
            <a:graphicFrameLocks noGrp="1" noChangeAspect="1"/>
          </p:cNvGraphicFramePr>
          <p:nvPr>
            <p:ph sz="half" idx="2"/>
          </p:nvPr>
        </p:nvGraphicFramePr>
        <p:xfrm>
          <a:off x="1125538" y="4275138"/>
          <a:ext cx="1697037" cy="774700"/>
        </p:xfrm>
        <a:graphic>
          <a:graphicData uri="http://schemas.openxmlformats.org/presentationml/2006/ole">
            <mc:AlternateContent xmlns:mc="http://schemas.openxmlformats.org/markup-compatibility/2006">
              <mc:Choice xmlns:v="urn:schemas-microsoft-com:vml" Requires="v">
                <p:oleObj spid="_x0000_s3116" name="" r:id="rId3" imgW="939165" imgH="431800" progId="Equation.DSMT4">
                  <p:embed/>
                </p:oleObj>
              </mc:Choice>
              <mc:Fallback>
                <p:oleObj name="" r:id="rId3" imgW="939165" imgH="431800" progId="Equation.DSMT4">
                  <p:embed/>
                  <p:pic>
                    <p:nvPicPr>
                      <p:cNvPr id="0" name="图片 3115"/>
                      <p:cNvPicPr/>
                      <p:nvPr/>
                    </p:nvPicPr>
                    <p:blipFill>
                      <a:blip r:embed="rId4"/>
                      <a:srcRect/>
                      <a:stretch>
                        <a:fillRect/>
                      </a:stretch>
                    </p:blipFill>
                    <p:spPr>
                      <a:xfrm>
                        <a:off x="1125538" y="4275138"/>
                        <a:ext cx="1697037" cy="774700"/>
                      </a:xfrm>
                      <a:prstGeom prst="rect">
                        <a:avLst/>
                      </a:prstGeom>
                      <a:noFill/>
                      <a:ln w="38100">
                        <a:miter/>
                      </a:ln>
                    </p:spPr>
                  </p:pic>
                </p:oleObj>
              </mc:Fallback>
            </mc:AlternateContent>
          </a:graphicData>
        </a:graphic>
      </p:graphicFrame>
      <p:graphicFrame>
        <p:nvGraphicFramePr>
          <p:cNvPr id="39942" name="对象 -2147482607"/>
          <p:cNvGraphicFramePr>
            <a:graphicFrameLocks noChangeAspect="1"/>
          </p:cNvGraphicFramePr>
          <p:nvPr/>
        </p:nvGraphicFramePr>
        <p:xfrm>
          <a:off x="1125538" y="5194300"/>
          <a:ext cx="3367087" cy="776288"/>
        </p:xfrm>
        <a:graphic>
          <a:graphicData uri="http://schemas.openxmlformats.org/presentationml/2006/ole">
            <mc:AlternateContent xmlns:mc="http://schemas.openxmlformats.org/markup-compatibility/2006">
              <mc:Choice xmlns:v="urn:schemas-microsoft-com:vml" Requires="v">
                <p:oleObj spid="_x0000_s3117" name="" r:id="rId5" imgW="1866900" imgH="431800" progId="Equation.DSMT4">
                  <p:embed/>
                </p:oleObj>
              </mc:Choice>
              <mc:Fallback>
                <p:oleObj name="" r:id="rId5" imgW="1866900" imgH="431800" progId="Equation.DSMT4">
                  <p:embed/>
                  <p:pic>
                    <p:nvPicPr>
                      <p:cNvPr id="0" name="图片 3116"/>
                      <p:cNvPicPr/>
                      <p:nvPr/>
                    </p:nvPicPr>
                    <p:blipFill>
                      <a:blip r:embed="rId6"/>
                      <a:stretch>
                        <a:fillRect/>
                      </a:stretch>
                    </p:blipFill>
                    <p:spPr>
                      <a:xfrm>
                        <a:off x="1125538" y="5194300"/>
                        <a:ext cx="3367087" cy="776288"/>
                      </a:xfrm>
                      <a:prstGeom prst="rect">
                        <a:avLst/>
                      </a:prstGeom>
                      <a:noFill/>
                      <a:ln w="38100">
                        <a:noFill/>
                        <a:miter/>
                      </a:ln>
                    </p:spPr>
                  </p:pic>
                </p:oleObj>
              </mc:Fallback>
            </mc:AlternateContent>
          </a:graphicData>
        </a:graphic>
      </p:graphicFrame>
      <p:sp>
        <p:nvSpPr>
          <p:cNvPr id="36871" name="Rectangle 5"/>
          <p:cNvSpPr>
            <a:spLocks noChangeArrowheads="1"/>
          </p:cNvSpPr>
          <p:nvPr/>
        </p:nvSpPr>
        <p:spPr bwMode="auto">
          <a:xfrm>
            <a:off x="4651375" y="3519488"/>
            <a:ext cx="3735388" cy="2306638"/>
          </a:xfrm>
          <a:prstGeom prst="rect">
            <a:avLst/>
          </a:prstGeom>
          <a:solidFill>
            <a:schemeClr val="accent1">
              <a:lumMod val="20000"/>
              <a:lumOff val="80000"/>
            </a:schemeClr>
          </a:solidFill>
          <a:ln>
            <a:noFill/>
          </a:ln>
        </p:spPr>
        <p:txBody>
          <a:bodyPr>
            <a:spAutoFit/>
          </a:bodyPr>
          <a:lstStyle>
            <a:lvl1pPr indent="-457200">
              <a:spcBef>
                <a:spcPct val="20000"/>
              </a:spcBef>
              <a:buClr>
                <a:schemeClr val="folHlink"/>
              </a:buClr>
              <a:buSzPct val="60000"/>
              <a:buFont typeface="Wingdings" panose="05000000000000000000" pitchFamily="2" charset="2"/>
              <a:buChar char="n"/>
              <a:defRPr sz="3200">
                <a:solidFill>
                  <a:schemeClr val="tx1"/>
                </a:solidFill>
                <a:latin typeface="Calibri" panose="020F0502020204030204" pitchFamily="34" charset="0"/>
                <a:ea typeface="宋体" panose="02010600030101010101" pitchFamily="2" charset="-122"/>
                <a:cs typeface="华文新魏" panose="0201080004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Calibri" panose="020F0502020204030204" pitchFamily="34" charset="0"/>
                <a:ea typeface="宋体" panose="02010600030101010101" pitchFamily="2" charset="-122"/>
                <a:cs typeface="华文新魏" panose="0201080004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Calibri" panose="020F0502020204030204" pitchFamily="34" charset="0"/>
                <a:ea typeface="宋体" panose="02010600030101010101" pitchFamily="2" charset="-122"/>
                <a:cs typeface="华文新魏" panose="0201080004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Calibri" panose="020F0502020204030204" pitchFamily="34" charset="0"/>
                <a:ea typeface="宋体" panose="02010600030101010101" pitchFamily="2" charset="-122"/>
                <a:cs typeface="华文新魏" panose="0201080004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Calibri" panose="020F0502020204030204" pitchFamily="34" charset="0"/>
                <a:ea typeface="宋体" panose="02010600030101010101" pitchFamily="2" charset="-122"/>
                <a:cs typeface="华文新魏" panose="0201080004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alibri" panose="020F0502020204030204" pitchFamily="34" charset="0"/>
                <a:ea typeface="宋体" panose="02010600030101010101" pitchFamily="2" charset="-122"/>
                <a:cs typeface="华文新魏" panose="0201080004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alibri" panose="020F0502020204030204" pitchFamily="34" charset="0"/>
                <a:ea typeface="宋体" panose="02010600030101010101" pitchFamily="2" charset="-122"/>
                <a:cs typeface="华文新魏" panose="0201080004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alibri" panose="020F0502020204030204" pitchFamily="34" charset="0"/>
                <a:ea typeface="宋体" panose="02010600030101010101" pitchFamily="2" charset="-122"/>
                <a:cs typeface="华文新魏" panose="0201080004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alibri" panose="020F0502020204030204" pitchFamily="34" charset="0"/>
                <a:ea typeface="宋体" panose="02010600030101010101" pitchFamily="2" charset="-122"/>
                <a:cs typeface="华文新魏" panose="02010800040101010101" pitchFamily="2" charset="-122"/>
              </a:defRPr>
            </a:lvl9pPr>
          </a:lstStyle>
          <a:p>
            <a:pPr marL="0" marR="0" lvl="0" indent="-457200" algn="just" defTabSz="914400" rtl="0" eaLnBrk="1" fontAlgn="base" latinLnBrk="0" hangingPunct="1">
              <a:lnSpc>
                <a:spcPct val="100000"/>
              </a:lnSpc>
              <a:spcBef>
                <a:spcPts val="600"/>
              </a:spcBef>
              <a:spcAft>
                <a:spcPct val="0"/>
              </a:spcAft>
              <a:buClr>
                <a:srgbClr val="D34817"/>
              </a:buClr>
              <a:buSzPct val="85000"/>
              <a:buFont typeface="Wingdings" panose="05000000000000000000" pitchFamily="2" charset="2"/>
              <a:buNone/>
              <a:defRPr/>
            </a:pPr>
            <a:r>
              <a:rPr kumimoji="0" lang="zh-CN" altLang="en-US" sz="2400" b="1" i="0" u="none" strike="noStrike" kern="1200" cap="none" spc="0" normalizeH="0" baseline="0" noProof="0" dirty="0">
                <a:ln>
                  <a:noFill/>
                </a:ln>
                <a:solidFill>
                  <a:srgbClr val="000000"/>
                </a:solidFill>
                <a:effectLst/>
                <a:uLnTx/>
                <a:uFillTx/>
                <a:latin typeface="Calibri" panose="020F0502020204030204" pitchFamily="34" charset="0"/>
                <a:ea typeface="宋体" panose="02010600030101010101" pitchFamily="2" charset="-122"/>
                <a:cs typeface="华文新魏" panose="02010800040101010101" pitchFamily="2" charset="-122"/>
              </a:rPr>
              <a:t>其中</a:t>
            </a:r>
            <a:r>
              <a:rPr kumimoji="0" lang="zh-CN" altLang="en-US" sz="24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华文新魏" panose="02010800040101010101" pitchFamily="2" charset="-122"/>
              </a:rPr>
              <a:t>N</a:t>
            </a:r>
            <a:r>
              <a:rPr kumimoji="0" lang="zh-CN" altLang="en-US" sz="2400" b="1" i="0" u="none" strike="noStrike" kern="1200" cap="none" spc="0" normalizeH="0" baseline="0" noProof="0" dirty="0">
                <a:ln>
                  <a:noFill/>
                </a:ln>
                <a:solidFill>
                  <a:srgbClr val="000000"/>
                </a:solidFill>
                <a:effectLst/>
                <a:uLnTx/>
                <a:uFillTx/>
                <a:latin typeface="Calibri" panose="020F0502020204030204" pitchFamily="34" charset="0"/>
                <a:ea typeface="宋体" panose="02010600030101010101" pitchFamily="2" charset="-122"/>
                <a:cs typeface="华文新魏" panose="02010800040101010101" pitchFamily="2" charset="-122"/>
              </a:rPr>
              <a:t>为样本容量，即样本的数目，属于每个分类的样本数量分别是</a:t>
            </a:r>
            <a:r>
              <a:rPr kumimoji="0" lang="zh-CN" altLang="en-US" sz="24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华文新魏" panose="02010800040101010101" pitchFamily="2" charset="-122"/>
              </a:rPr>
              <a:t>N1,N2,...,Nk，K</a:t>
            </a:r>
            <a:r>
              <a:rPr kumimoji="0" lang="zh-CN" altLang="en-US" sz="2400" b="1" i="0" u="none" strike="noStrike" kern="1200" cap="none" spc="0" normalizeH="0" baseline="0" noProof="0" dirty="0">
                <a:ln>
                  <a:noFill/>
                </a:ln>
                <a:solidFill>
                  <a:srgbClr val="000000"/>
                </a:solidFill>
                <a:effectLst/>
                <a:uLnTx/>
                <a:uFillTx/>
                <a:latin typeface="Calibri" panose="020F0502020204030204" pitchFamily="34" charset="0"/>
                <a:ea typeface="宋体" panose="02010600030101010101" pitchFamily="2" charset="-122"/>
                <a:cs typeface="华文新魏" panose="02010800040101010101" pitchFamily="2" charset="-122"/>
              </a:rPr>
              <a:t>为类别数目，</a:t>
            </a:r>
            <a:r>
              <a:rPr kumimoji="0" lang="zh-CN" altLang="en-US" sz="24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华文新魏" panose="02010800040101010101" pitchFamily="2" charset="-122"/>
              </a:rPr>
              <a:t>L(k)</a:t>
            </a:r>
            <a:r>
              <a:rPr kumimoji="0" lang="zh-CN" altLang="en-US" sz="2400" b="1" i="0" u="none" strike="noStrike" kern="1200" cap="none" spc="0" normalizeH="0" baseline="0" noProof="0" dirty="0">
                <a:ln>
                  <a:noFill/>
                </a:ln>
                <a:solidFill>
                  <a:srgbClr val="000000"/>
                </a:solidFill>
                <a:effectLst/>
                <a:uLnTx/>
                <a:uFillTx/>
                <a:latin typeface="Calibri" panose="020F0502020204030204" pitchFamily="34" charset="0"/>
                <a:ea typeface="宋体" panose="02010600030101010101" pitchFamily="2" charset="-122"/>
                <a:cs typeface="华文新魏" panose="02010800040101010101" pitchFamily="2" charset="-122"/>
              </a:rPr>
              <a:t>表示属于第</a:t>
            </a:r>
            <a:r>
              <a:rPr kumimoji="0" lang="zh-CN" altLang="en-US" sz="24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华文新魏" panose="02010800040101010101" pitchFamily="2" charset="-122"/>
              </a:rPr>
              <a:t>k</a:t>
            </a:r>
            <a:r>
              <a:rPr kumimoji="0" lang="zh-CN" altLang="en-US" sz="2400" b="1" i="0" u="none" strike="noStrike" kern="1200" cap="none" spc="0" normalizeH="0" baseline="0" noProof="0" dirty="0">
                <a:ln>
                  <a:noFill/>
                </a:ln>
                <a:solidFill>
                  <a:srgbClr val="000000"/>
                </a:solidFill>
                <a:effectLst/>
                <a:uLnTx/>
                <a:uFillTx/>
                <a:latin typeface="Calibri" panose="020F0502020204030204" pitchFamily="34" charset="0"/>
                <a:ea typeface="宋体" panose="02010600030101010101" pitchFamily="2" charset="-122"/>
                <a:cs typeface="华文新魏" panose="02010800040101010101" pitchFamily="2" charset="-122"/>
              </a:rPr>
              <a:t>个分类的样本的集合。</a:t>
            </a:r>
            <a:endParaRPr kumimoji="0" lang="zh-CN" altLang="en-US" sz="2400" b="1" i="0" u="none" strike="noStrike" kern="1200" cap="none" spc="0" normalizeH="0" baseline="0" noProof="0" dirty="0">
              <a:ln>
                <a:noFill/>
              </a:ln>
              <a:solidFill>
                <a:srgbClr val="000000"/>
              </a:solidFill>
              <a:effectLst/>
              <a:uLnTx/>
              <a:uFillTx/>
              <a:latin typeface="Calibri" panose="020F0502020204030204" pitchFamily="34" charset="0"/>
              <a:ea typeface="宋体" panose="02010600030101010101" pitchFamily="2" charset="-122"/>
              <a:cs typeface="华文新魏" panose="02010800040101010101" pitchFamily="2" charset="-122"/>
            </a:endParaRPr>
          </a:p>
        </p:txBody>
      </p:sp>
      <p:sp>
        <p:nvSpPr>
          <p:cNvPr id="39944" name="Text Box 5"/>
          <p:cNvSpPr txBox="1"/>
          <p:nvPr/>
        </p:nvSpPr>
        <p:spPr>
          <a:xfrm>
            <a:off x="3743325" y="0"/>
            <a:ext cx="5400675" cy="706438"/>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华文新魏" panose="02010800040101010101" pitchFamily="2" charset="-122"/>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ea typeface="+mn-ea"/>
                <a:cs typeface="华文新魏" panose="02010800040101010101" pitchFamily="2" charset="-122"/>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ea typeface="+mn-ea"/>
                <a:cs typeface="华文新魏" panose="02010800040101010101" pitchFamily="2" charset="-122"/>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ea typeface="+mn-ea"/>
                <a:cs typeface="华文新魏" panose="02010800040101010101" pitchFamily="2" charset="-122"/>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ea typeface="+mn-ea"/>
                <a:cs typeface="华文新魏" panose="02010800040101010101" pitchFamily="2" charset="-122"/>
              </a:defRPr>
            </a:lvl5pPr>
          </a:lstStyle>
          <a:p>
            <a:pPr marL="0" lvl="0" indent="0" algn="ctr" eaLnBrk="1" hangingPunct="1">
              <a:spcBef>
                <a:spcPct val="0"/>
              </a:spcBef>
              <a:buClrTx/>
              <a:buSzTx/>
              <a:buFontTx/>
              <a:buNone/>
            </a:pPr>
            <a:r>
              <a:rPr lang="en-US" altLang="zh-CN" sz="4000" b="1" dirty="0">
                <a:solidFill>
                  <a:srgbClr val="0000FF"/>
                </a:solidFill>
                <a:latin typeface="Arial" panose="020B0604020202020204" pitchFamily="34" charset="0"/>
                <a:sym typeface="宋体" panose="02010600030101010101" pitchFamily="2" charset="-122"/>
              </a:rPr>
              <a:t>4.1.2 高斯</a:t>
            </a:r>
            <a:r>
              <a:rPr lang="zh-CN" altLang="en-US" sz="4000" b="1" dirty="0">
                <a:solidFill>
                  <a:srgbClr val="0000FF"/>
                </a:solidFill>
                <a:latin typeface="Arial" panose="020B0604020202020204" pitchFamily="34" charset="0"/>
                <a:sym typeface="宋体" panose="02010600030101010101" pitchFamily="2" charset="-122"/>
              </a:rPr>
              <a:t>混合</a:t>
            </a:r>
            <a:r>
              <a:rPr lang="en-US" altLang="zh-CN" sz="4000" b="1" dirty="0">
                <a:solidFill>
                  <a:srgbClr val="0000FF"/>
                </a:solidFill>
                <a:latin typeface="Arial" panose="020B0604020202020204" pitchFamily="34" charset="0"/>
                <a:sym typeface="宋体" panose="02010600030101010101" pitchFamily="2" charset="-122"/>
              </a:rPr>
              <a:t>模型</a:t>
            </a:r>
            <a:endParaRPr lang="en-US" altLang="zh-CN" sz="4000" b="1" dirty="0">
              <a:solidFill>
                <a:srgbClr val="0000FF"/>
              </a:solidFill>
              <a:latin typeface="Arial" panose="020B0604020202020204" pitchFamily="34" charset="0"/>
              <a:sym typeface="宋体" panose="02010600030101010101" pitchFamily="2" charset="-122"/>
            </a:endParaRPr>
          </a:p>
        </p:txBody>
      </p:sp>
    </p:spTree>
  </p:cSld>
  <p:clrMapOvr>
    <a:masterClrMapping/>
  </p:clrMapOvr>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 name="Rectangle 5"/>
          <p:cNvSpPr/>
          <p:nvPr/>
        </p:nvSpPr>
        <p:spPr>
          <a:xfrm>
            <a:off x="919163" y="877888"/>
            <a:ext cx="7618413" cy="4260850"/>
          </a:xfrm>
          <a:prstGeom prst="rect">
            <a:avLst/>
          </a:prstGeom>
          <a:noFill/>
          <a:ln w="9525">
            <a:noFill/>
          </a:ln>
        </p:spPr>
        <p:txBody>
          <a:bodyPr>
            <a:spAutoFit/>
          </a:bodyPr>
          <a:lstStyle/>
          <a:p>
            <a:pPr marL="0" marR="0" lvl="0" indent="0" algn="ctr" defTabSz="914400" rtl="0" eaLnBrk="1" fontAlgn="base" latinLnBrk="0" hangingPunct="1">
              <a:lnSpc>
                <a:spcPct val="100000"/>
              </a:lnSpc>
              <a:spcBef>
                <a:spcPts val="575"/>
              </a:spcBef>
              <a:spcAft>
                <a:spcPct val="0"/>
              </a:spcAft>
              <a:buClr>
                <a:srgbClr val="D34817"/>
              </a:buClr>
              <a:buSzPct val="85000"/>
              <a:buFont typeface="Wingdings" panose="05000000000000000000" pitchFamily="2" charset="2"/>
              <a:buNone/>
              <a:defRPr/>
            </a:pPr>
            <a:r>
              <a:rPr kumimoji="1" lang="zh-CN" altLang="en-US" sz="3200" b="1" i="0" u="none" strike="noStrike" kern="0" cap="none" spc="0" normalizeH="0" baseline="0" noProof="0" dirty="0">
                <a:ln>
                  <a:noFill/>
                </a:ln>
                <a:solidFill>
                  <a:srgbClr val="0000CC"/>
                </a:solidFill>
                <a:effectLst/>
                <a:uLnTx/>
                <a:uFillTx/>
                <a:latin typeface="宋体" panose="02010600030101010101" pitchFamily="2" charset="-122"/>
                <a:ea typeface="宋体" panose="02010600030101010101" pitchFamily="2" charset="-122"/>
                <a:cs typeface="Times New Roman" panose="02020603050405020304" pitchFamily="18" charset="0"/>
                <a:sym typeface="+mn-ea"/>
              </a:rPr>
              <a:t>基于</a:t>
            </a:r>
            <a:r>
              <a:rPr kumimoji="1" lang="en-US" altLang="zh-CN" sz="3200" b="1" i="0" u="none" strike="noStrike" kern="0" cap="none" spc="0" normalizeH="0" baseline="0" noProof="0" dirty="0" err="1">
                <a:ln>
                  <a:noFill/>
                </a:ln>
                <a:solidFill>
                  <a:srgbClr val="0000CC"/>
                </a:solidFill>
                <a:effectLst/>
                <a:uLnTx/>
                <a:uFillTx/>
                <a:latin typeface="宋体" panose="02010600030101010101" pitchFamily="2" charset="-122"/>
                <a:ea typeface="宋体" panose="02010600030101010101" pitchFamily="2" charset="-122"/>
                <a:cs typeface="Times New Roman" panose="02020603050405020304" pitchFamily="18" charset="0"/>
                <a:sym typeface="+mn-ea"/>
              </a:rPr>
              <a:t>高斯混合模型</a:t>
            </a:r>
            <a:r>
              <a:rPr kumimoji="1" lang="zh-CN" altLang="en-US" sz="3200" b="1" i="0" u="none" strike="noStrike" kern="0" cap="none" spc="0" normalizeH="0" baseline="0" noProof="0" dirty="0">
                <a:ln>
                  <a:noFill/>
                </a:ln>
                <a:solidFill>
                  <a:srgbClr val="0000CC"/>
                </a:solidFill>
                <a:effectLst/>
                <a:uLnTx/>
                <a:uFillTx/>
                <a:latin typeface="宋体" panose="02010600030101010101" pitchFamily="2" charset="-122"/>
                <a:ea typeface="宋体" panose="02010600030101010101" pitchFamily="2" charset="-122"/>
                <a:cs typeface="Times New Roman" panose="02020603050405020304" pitchFamily="18" charset="0"/>
                <a:sym typeface="+mn-ea"/>
              </a:rPr>
              <a:t>的</a:t>
            </a:r>
            <a:r>
              <a:rPr kumimoji="1" lang="en-US" altLang="zh-CN" sz="3200" b="1" i="0" u="none" strike="noStrike" kern="0" cap="none" spc="0" normalizeH="0" baseline="0" noProof="0" dirty="0" err="1">
                <a:ln>
                  <a:noFill/>
                </a:ln>
                <a:solidFill>
                  <a:srgbClr val="0000CC"/>
                </a:solidFill>
                <a:effectLst/>
                <a:uLnTx/>
                <a:uFillTx/>
                <a:latin typeface="宋体" panose="02010600030101010101" pitchFamily="2" charset="-122"/>
                <a:ea typeface="宋体" panose="02010600030101010101" pitchFamily="2" charset="-122"/>
                <a:cs typeface="Times New Roman" panose="02020603050405020304" pitchFamily="18" charset="0"/>
                <a:sym typeface="+mn-ea"/>
              </a:rPr>
              <a:t>聚类</a:t>
            </a:r>
            <a:r>
              <a:rPr kumimoji="1" lang="en-US" altLang="zh-CN" sz="3200" b="1" i="0" u="none" strike="noStrike" kern="0" cap="none" spc="0" normalizeH="0" baseline="0" noProof="0" dirty="0">
                <a:ln>
                  <a:noFill/>
                </a:ln>
                <a:solidFill>
                  <a:srgbClr val="0000CC"/>
                </a:solidFill>
                <a:effectLst/>
                <a:uLnTx/>
                <a:uFillTx/>
                <a:latin typeface="宋体" panose="02010600030101010101" pitchFamily="2" charset="-122"/>
                <a:ea typeface="宋体" panose="02010600030101010101" pitchFamily="2" charset="-122"/>
                <a:cs typeface="Times New Roman" panose="02020603050405020304" pitchFamily="18" charset="0"/>
                <a:sym typeface="+mn-ea"/>
              </a:rPr>
              <a:t>-</a:t>
            </a:r>
            <a:r>
              <a:rPr kumimoji="1" lang="zh-CN" altLang="en-US" sz="3200" b="1" i="0" u="none" strike="noStrike" kern="0" cap="none" spc="0" normalizeH="0" baseline="0" noProof="0" dirty="0">
                <a:ln>
                  <a:noFill/>
                </a:ln>
                <a:solidFill>
                  <a:srgbClr val="0000CC"/>
                </a:solidFill>
                <a:effectLst/>
                <a:uLnTx/>
                <a:uFillTx/>
                <a:latin typeface="宋体" panose="02010600030101010101" pitchFamily="2" charset="-122"/>
                <a:ea typeface="宋体" panose="02010600030101010101" pitchFamily="2" charset="-122"/>
                <a:cs typeface="Times New Roman" panose="02020603050405020304" pitchFamily="18" charset="0"/>
                <a:sym typeface="+mn-ea"/>
              </a:rPr>
              <a:t>具体步骤</a:t>
            </a:r>
            <a:endParaRPr kumimoji="1" lang="zh-CN" altLang="en-US" sz="3200" b="1" i="0" u="none" strike="noStrike" kern="0" cap="none" spc="0" normalizeH="0" baseline="0" noProof="0" dirty="0">
              <a:ln>
                <a:noFill/>
              </a:ln>
              <a:solidFill>
                <a:srgbClr val="0000CC"/>
              </a:solidFill>
              <a:effectLst/>
              <a:uLnTx/>
              <a:uFillTx/>
              <a:latin typeface="Times New Roman" panose="02020603050405020304" pitchFamily="18" charset="0"/>
              <a:ea typeface="黑体" panose="02010609060101010101" pitchFamily="49" charset="-122"/>
              <a:cs typeface="Times New Roman" panose="02020603050405020304" pitchFamily="18" charset="0"/>
              <a:sym typeface="+mn-ea"/>
            </a:endParaRPr>
          </a:p>
          <a:p>
            <a:pPr marL="0" marR="0" lvl="0" indent="-457200" algn="just" defTabSz="914400" rtl="0" eaLnBrk="1" fontAlgn="base" latinLnBrk="0" hangingPunct="1">
              <a:lnSpc>
                <a:spcPct val="100000"/>
              </a:lnSpc>
              <a:spcBef>
                <a:spcPts val="600"/>
              </a:spcBef>
              <a:spcAft>
                <a:spcPct val="0"/>
              </a:spcAft>
              <a:buClr>
                <a:srgbClr val="D34817"/>
              </a:buClr>
              <a:buSzPct val="85000"/>
              <a:buFont typeface="Wingdings" panose="05000000000000000000" pitchFamily="2" charset="2"/>
              <a:buNone/>
              <a:defRPr/>
            </a:pPr>
            <a:r>
              <a:rPr kumimoji="1" lang="en-US" altLang="zh-CN" sz="2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Times New Roman" panose="02020603050405020304" pitchFamily="18" charset="0"/>
                <a:sym typeface="+mn-ea"/>
              </a:rPr>
              <a:t>2.</a:t>
            </a:r>
            <a:r>
              <a:rPr kumimoji="1" lang="en-US" altLang="zh-CN" sz="2800" b="1" i="0" u="none" strike="noStrike" kern="0" cap="none" spc="0" normalizeH="0" baseline="0" noProof="0" dirty="0">
                <a:ln>
                  <a:noFill/>
                </a:ln>
                <a:solidFill>
                  <a:srgbClr val="0000CC"/>
                </a:solidFill>
                <a:effectLst/>
                <a:uLnTx/>
                <a:uFillTx/>
                <a:latin typeface="宋体" panose="02010600030101010101" pitchFamily="2" charset="-122"/>
                <a:ea typeface="宋体" panose="02010600030101010101" pitchFamily="2" charset="-122"/>
                <a:cs typeface="Times New Roman" panose="02020603050405020304" pitchFamily="18" charset="0"/>
                <a:sym typeface="+mn-ea"/>
              </a:rPr>
              <a:t>样本分类</a:t>
            </a:r>
            <a:r>
              <a:rPr kumimoji="1" lang="zh-CN" altLang="en-US" sz="2800" b="1" i="0" u="none" strike="noStrike" kern="0" cap="none" spc="0" normalizeH="0" baseline="0" noProof="0" dirty="0">
                <a:ln>
                  <a:noFill/>
                </a:ln>
                <a:solidFill>
                  <a:srgbClr val="0000CC"/>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mn-ea"/>
              </a:rPr>
              <a:t>未</a:t>
            </a:r>
            <a:r>
              <a:rPr kumimoji="1" lang="en-US" altLang="zh-CN" sz="2800" b="1" i="0" u="none" strike="noStrike" kern="0" cap="none" spc="0" normalizeH="0" baseline="0" noProof="0" dirty="0">
                <a:ln>
                  <a:noFill/>
                </a:ln>
                <a:solidFill>
                  <a:srgbClr val="0000CC"/>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mn-ea"/>
              </a:rPr>
              <a:t>知</a:t>
            </a:r>
            <a:r>
              <a:rPr kumimoji="0" lang="zh-CN" altLang="en-US" sz="2800" b="1" i="0" u="none" strike="noStrike" kern="1200" cap="none" spc="0" normalizeH="0" baseline="0" noProof="1">
                <a:ln>
                  <a:noFill/>
                </a:ln>
                <a:solidFill>
                  <a:srgbClr val="000000"/>
                </a:solidFill>
                <a:effectLst/>
                <a:uLnTx/>
                <a:uFillTx/>
                <a:latin typeface="Calibri" panose="020F0502020204030204" pitchFamily="34" charset="0"/>
                <a:ea typeface="宋体" panose="02010600030101010101" pitchFamily="2" charset="-122"/>
                <a:cs typeface="+mn-cs"/>
                <a:sym typeface="+mn-ea"/>
              </a:rPr>
              <a:t>情况下的高斯混合模型</a:t>
            </a:r>
            <a:endParaRPr kumimoji="0" lang="zh-CN" altLang="en-US" sz="2800" b="1" i="0" u="none" strike="noStrike" kern="1200" cap="none" spc="0" normalizeH="0" baseline="0" noProof="1">
              <a:ln>
                <a:noFill/>
              </a:ln>
              <a:solidFill>
                <a:srgbClr val="000000"/>
              </a:solidFill>
              <a:effectLst/>
              <a:uLnTx/>
              <a:uFillTx/>
              <a:latin typeface="Calibri" panose="020F0502020204030204" pitchFamily="34" charset="0"/>
              <a:ea typeface="宋体" panose="02010600030101010101" pitchFamily="2" charset="-122"/>
              <a:cs typeface="+mn-cs"/>
              <a:sym typeface="+mn-ea"/>
            </a:endParaRPr>
          </a:p>
          <a:p>
            <a:pPr marL="0" marR="0" lvl="0" indent="-457200" algn="just" defTabSz="914400" rtl="0" eaLnBrk="1" fontAlgn="base" latinLnBrk="0" hangingPunct="1">
              <a:lnSpc>
                <a:spcPct val="100000"/>
              </a:lnSpc>
              <a:spcBef>
                <a:spcPts val="600"/>
              </a:spcBef>
              <a:spcAft>
                <a:spcPct val="0"/>
              </a:spcAft>
              <a:buClr>
                <a:srgbClr val="D34817"/>
              </a:buClr>
              <a:buSzPct val="85000"/>
              <a:buFont typeface="Wingdings" panose="05000000000000000000" pitchFamily="2" charset="2"/>
              <a:buNone/>
              <a:defRPr/>
            </a:pPr>
            <a:r>
              <a:rPr kumimoji="0" lang="zh-CN" sz="2800" b="1" i="0" u="none" strike="noStrike" kern="1200" cap="none" spc="0" normalizeH="0" baseline="0" noProof="1">
                <a:ln>
                  <a:noFill/>
                </a:ln>
                <a:solidFill>
                  <a:schemeClr val="tx1"/>
                </a:solidFill>
                <a:effectLst/>
                <a:uLnTx/>
                <a:uFillTx/>
                <a:latin typeface="Arial" panose="020B0604020202020204" pitchFamily="34" charset="0"/>
                <a:ea typeface="宋体" panose="02010600030101010101" pitchFamily="2" charset="-122"/>
                <a:cs typeface="+mn-cs"/>
              </a:rPr>
              <a:t>       此时</a:t>
            </a:r>
            <a:r>
              <a:rPr kumimoji="0" lang="zh-CN" altLang="en-US" sz="2800" b="1" i="0" u="none" strike="noStrike" kern="1200" cap="none" spc="0" normalizeH="0" baseline="0" noProof="1">
                <a:ln>
                  <a:noFill/>
                </a:ln>
                <a:solidFill>
                  <a:srgbClr val="000000"/>
                </a:solidFill>
                <a:effectLst/>
                <a:uLnTx/>
                <a:uFillTx/>
                <a:latin typeface="Calibri" panose="020F0502020204030204" pitchFamily="34" charset="0"/>
                <a:ea typeface="宋体" panose="02010600030101010101" pitchFamily="2" charset="-122"/>
                <a:cs typeface="+mn-cs"/>
                <a:sym typeface="+mn-ea"/>
              </a:rPr>
              <a:t>高斯混合</a:t>
            </a:r>
            <a:r>
              <a:rPr kumimoji="0" sz="2800" b="1" i="0" u="none" strike="noStrike" kern="1200" cap="none" spc="0" normalizeH="0" baseline="0" noProof="1">
                <a:ln>
                  <a:noFill/>
                </a:ln>
                <a:solidFill>
                  <a:schemeClr val="tx1"/>
                </a:solidFill>
                <a:effectLst/>
                <a:uLnTx/>
                <a:uFillTx/>
                <a:latin typeface="Arial" panose="020B0604020202020204" pitchFamily="34" charset="0"/>
                <a:ea typeface="宋体" panose="02010600030101010101" pitchFamily="2" charset="-122"/>
                <a:cs typeface="+mn-cs"/>
              </a:rPr>
              <a:t>模型的求解是一个</a:t>
            </a:r>
            <a:r>
              <a:rPr kumimoji="1" lang="en-US" altLang="zh-CN" sz="2800" b="1" i="0" u="none" strike="noStrike" kern="0" cap="none" spc="0" normalizeH="0" baseline="0" noProof="0" dirty="0">
                <a:ln>
                  <a:noFill/>
                </a:ln>
                <a:solidFill>
                  <a:srgbClr val="0000CC"/>
                </a:solidFill>
                <a:effectLst/>
                <a:uLnTx/>
                <a:uFillTx/>
                <a:latin typeface="宋体" panose="02010600030101010101" pitchFamily="2" charset="-122"/>
                <a:ea typeface="宋体" panose="02010600030101010101" pitchFamily="2" charset="-122"/>
                <a:cs typeface="Times New Roman" panose="02020603050405020304" pitchFamily="18" charset="0"/>
              </a:rPr>
              <a:t>无监督学习</a:t>
            </a:r>
            <a:r>
              <a:rPr kumimoji="0" sz="2800" b="1" i="0" u="none" strike="noStrike" kern="1200" cap="none" spc="0" normalizeH="0" baseline="0" noProof="1">
                <a:ln>
                  <a:noFill/>
                </a:ln>
                <a:solidFill>
                  <a:schemeClr val="tx1"/>
                </a:solidFill>
                <a:effectLst/>
                <a:uLnTx/>
                <a:uFillTx/>
                <a:latin typeface="Arial" panose="020B0604020202020204" pitchFamily="34" charset="0"/>
                <a:ea typeface="宋体" panose="02010600030101010101" pitchFamily="2" charset="-122"/>
                <a:cs typeface="+mn-cs"/>
              </a:rPr>
              <a:t>过程。类似</a:t>
            </a:r>
            <a:r>
              <a:rPr kumimoji="0" lang="zh-CN" sz="2800" b="1" i="0" u="none" strike="noStrike" kern="1200" cap="none" spc="0" normalizeH="0" baseline="0" noProof="1">
                <a:ln>
                  <a:noFill/>
                </a:ln>
                <a:solidFill>
                  <a:schemeClr val="tx1"/>
                </a:solidFill>
                <a:effectLst/>
                <a:uLnTx/>
                <a:uFillTx/>
                <a:latin typeface="Arial" panose="020B0604020202020204" pitchFamily="34" charset="0"/>
                <a:ea typeface="宋体" panose="02010600030101010101" pitchFamily="2" charset="-122"/>
                <a:cs typeface="+mn-cs"/>
              </a:rPr>
              <a:t>于</a:t>
            </a:r>
            <a:r>
              <a:rPr kumimoji="0" sz="2800" b="1" i="0" u="none" strike="noStrike" kern="1200" cap="none" spc="0" normalizeH="0" baseline="0" noProof="1">
                <a:ln>
                  <a:noFill/>
                </a:ln>
                <a:solidFill>
                  <a:schemeClr val="tx1"/>
                </a:solidFill>
                <a:effectLst/>
                <a:uLnTx/>
                <a:uFillTx/>
                <a:latin typeface="Arial" panose="020B0604020202020204" pitchFamily="34" charset="0"/>
                <a:ea typeface="宋体" panose="02010600030101010101" pitchFamily="2" charset="-122"/>
                <a:cs typeface="+mn-cs"/>
              </a:rPr>
              <a:t>有监督的情况，假设有</a:t>
            </a:r>
            <a:r>
              <a:rPr kumimoji="0" sz="2800" b="0" i="0" u="none" strike="noStrike" kern="1200" cap="none" spc="0" normalizeH="0" baseline="0" noProof="1">
                <a:ln>
                  <a:noFill/>
                </a:ln>
                <a:solidFill>
                  <a:schemeClr val="tx1"/>
                </a:solidFill>
                <a:effectLst/>
                <a:uLnTx/>
                <a:uFillTx/>
                <a:latin typeface="Times New Roman" panose="02020603050405020304" pitchFamily="18" charset="0"/>
                <a:ea typeface="宋体" panose="02010600030101010101" pitchFamily="2" charset="-122"/>
                <a:cs typeface="Times New Roman" panose="02020603050405020304" pitchFamily="18" charset="0"/>
              </a:rPr>
              <a:t>N</a:t>
            </a:r>
            <a:r>
              <a:rPr kumimoji="0" sz="2800" b="1" i="0" u="none" strike="noStrike" kern="1200" cap="none" spc="0" normalizeH="0" baseline="0" noProof="1">
                <a:ln>
                  <a:noFill/>
                </a:ln>
                <a:solidFill>
                  <a:schemeClr val="tx1"/>
                </a:solidFill>
                <a:effectLst/>
                <a:uLnTx/>
                <a:uFillTx/>
                <a:latin typeface="Arial" panose="020B0604020202020204" pitchFamily="34" charset="0"/>
                <a:ea typeface="宋体" panose="02010600030101010101" pitchFamily="2" charset="-122"/>
                <a:cs typeface="+mn-cs"/>
              </a:rPr>
              <a:t>个数据点，其服从某种分布</a:t>
            </a:r>
            <a:r>
              <a:rPr kumimoji="0" sz="2800" b="0" i="0" u="none" strike="noStrike" kern="1200" cap="none" spc="0" normalizeH="0" baseline="0" noProof="1">
                <a:ln>
                  <a:noFill/>
                </a:ln>
                <a:solidFill>
                  <a:schemeClr val="tx1"/>
                </a:solidFill>
                <a:effectLst/>
                <a:uLnTx/>
                <a:uFillTx/>
                <a:latin typeface="Arial" panose="020B0604020202020204" pitchFamily="34" charset="0"/>
                <a:ea typeface="宋体" panose="02010600030101010101" pitchFamily="2" charset="-122"/>
                <a:cs typeface="+mn-cs"/>
              </a:rPr>
              <a:t>Pr(x;θ)</a:t>
            </a:r>
            <a:r>
              <a:rPr kumimoji="0" sz="2800" b="1" i="0" u="none" strike="noStrike" kern="1200" cap="none" spc="0" normalizeH="0" baseline="0" noProof="1">
                <a:ln>
                  <a:noFill/>
                </a:ln>
                <a:solidFill>
                  <a:schemeClr val="tx1"/>
                </a:solidFill>
                <a:effectLst/>
                <a:uLnTx/>
                <a:uFillTx/>
                <a:latin typeface="Arial" panose="020B0604020202020204" pitchFamily="34" charset="0"/>
                <a:ea typeface="宋体" panose="02010600030101010101" pitchFamily="2" charset="-122"/>
                <a:cs typeface="+mn-cs"/>
              </a:rPr>
              <a:t>，我们的目标是找到一组这种分布</a:t>
            </a:r>
            <a:r>
              <a:rPr kumimoji="0" sz="2800" b="1" i="0" u="none" strike="noStrike" kern="1200" cap="none" spc="0" normalizeH="0" baseline="0" noProof="1">
                <a:ln>
                  <a:noFill/>
                </a:ln>
                <a:solidFill>
                  <a:schemeClr val="tx1"/>
                </a:solidFill>
                <a:effectLst/>
                <a:uLnTx/>
                <a:uFillTx/>
                <a:latin typeface="Arial" panose="020B0604020202020204" pitchFamily="34" charset="0"/>
                <a:ea typeface="宋体" panose="02010600030101010101" pitchFamily="2" charset="-122"/>
                <a:cs typeface="+mn-cs"/>
                <a:sym typeface="+mn-ea"/>
              </a:rPr>
              <a:t>的</a:t>
            </a:r>
            <a:r>
              <a:rPr kumimoji="0" sz="2800" b="1" i="0" u="none" strike="noStrike" kern="1200" cap="none" spc="0" normalizeH="0" baseline="0" noProof="1">
                <a:ln>
                  <a:noFill/>
                </a:ln>
                <a:solidFill>
                  <a:schemeClr val="tx1"/>
                </a:solidFill>
                <a:effectLst/>
                <a:uLnTx/>
                <a:uFillTx/>
                <a:latin typeface="Arial" panose="020B0604020202020204" pitchFamily="34" charset="0"/>
                <a:ea typeface="宋体" panose="02010600030101010101" pitchFamily="2" charset="-122"/>
                <a:cs typeface="+mn-cs"/>
              </a:rPr>
              <a:t>参数</a:t>
            </a:r>
            <a:r>
              <a:rPr kumimoji="0" sz="2800" b="0" i="0" u="none" strike="noStrike" kern="1200" cap="none" spc="0" normalizeH="0" baseline="0" noProof="1">
                <a:ln>
                  <a:noFill/>
                </a:ln>
                <a:solidFill>
                  <a:schemeClr val="tx1"/>
                </a:solidFill>
                <a:effectLst/>
                <a:uLnTx/>
                <a:uFillTx/>
                <a:latin typeface="Arial" panose="020B0604020202020204" pitchFamily="34" charset="0"/>
                <a:ea typeface="宋体" panose="02010600030101010101" pitchFamily="2" charset="-122"/>
                <a:cs typeface="+mn-cs"/>
              </a:rPr>
              <a:t>θ</a:t>
            </a:r>
            <a:r>
              <a:rPr kumimoji="0" sz="2800" b="1" i="0" u="none" strike="noStrike" kern="1200" cap="none" spc="0" normalizeH="0" baseline="0" noProof="1">
                <a:ln>
                  <a:noFill/>
                </a:ln>
                <a:solidFill>
                  <a:schemeClr val="tx1"/>
                </a:solidFill>
                <a:effectLst/>
                <a:uLnTx/>
                <a:uFillTx/>
                <a:latin typeface="Arial" panose="020B0604020202020204" pitchFamily="34" charset="0"/>
                <a:ea typeface="宋体" panose="02010600030101010101" pitchFamily="2" charset="-122"/>
                <a:cs typeface="+mn-cs"/>
              </a:rPr>
              <a:t>，使得在这种分布下生成这些数据点的</a:t>
            </a:r>
            <a:r>
              <a:rPr kumimoji="0" sz="2800" b="1" i="0" u="none" strike="noStrike" kern="1200" cap="none" spc="0" normalizeH="0" baseline="0" noProof="1">
                <a:ln>
                  <a:noFill/>
                </a:ln>
                <a:solidFill>
                  <a:schemeClr val="tx1"/>
                </a:solidFill>
                <a:effectLst/>
                <a:uLnTx/>
                <a:uFillTx/>
                <a:latin typeface="微软雅黑" panose="020B0503020204020204" pitchFamily="34" charset="-122"/>
                <a:ea typeface="微软雅黑" panose="020B0503020204020204" pitchFamily="34" charset="-122"/>
                <a:cs typeface="+mn-cs"/>
              </a:rPr>
              <a:t>概率最大</a:t>
            </a:r>
            <a:r>
              <a:rPr kumimoji="0" lang="zh-CN" sz="2800" b="1" i="0" u="none" strike="noStrike" kern="1200" cap="none" spc="0" normalizeH="0" baseline="0" noProof="1">
                <a:ln>
                  <a:noFill/>
                </a:ln>
                <a:solidFill>
                  <a:schemeClr val="tx1"/>
                </a:solidFill>
                <a:effectLst/>
                <a:uLnTx/>
                <a:uFillTx/>
                <a:latin typeface="Arial" panose="020B0604020202020204" pitchFamily="34" charset="0"/>
                <a:ea typeface="宋体" panose="02010600030101010101" pitchFamily="2" charset="-122"/>
                <a:cs typeface="+mn-cs"/>
              </a:rPr>
              <a:t>，也就是</a:t>
            </a:r>
            <a:r>
              <a:rPr kumimoji="0" sz="2800" b="1" i="0" u="none" strike="noStrike" kern="1200" cap="none" spc="0" normalizeH="0" baseline="0" noProof="1">
                <a:ln>
                  <a:noFill/>
                </a:ln>
                <a:solidFill>
                  <a:schemeClr val="tx1"/>
                </a:solidFill>
                <a:effectLst/>
                <a:uLnTx/>
                <a:uFillTx/>
                <a:latin typeface="Arial" panose="020B0604020202020204" pitchFamily="34" charset="0"/>
                <a:ea typeface="宋体" panose="02010600030101010101" pitchFamily="2" charset="-122"/>
                <a:cs typeface="+mn-cs"/>
                <a:sym typeface="+mn-ea"/>
              </a:rPr>
              <a:t>似然函数</a:t>
            </a:r>
            <a:r>
              <a:rPr kumimoji="0" lang="zh-CN" sz="2800" b="1" i="0" u="none" strike="noStrike" kern="1200" cap="none" spc="0" normalizeH="0" baseline="0" noProof="1">
                <a:ln>
                  <a:noFill/>
                </a:ln>
                <a:solidFill>
                  <a:schemeClr val="tx1"/>
                </a:solidFill>
                <a:effectLst/>
                <a:uLnTx/>
                <a:uFillTx/>
                <a:latin typeface="Arial" panose="020B0604020202020204" pitchFamily="34" charset="0"/>
                <a:ea typeface="宋体" panose="02010600030101010101" pitchFamily="2" charset="-122"/>
                <a:cs typeface="+mn-cs"/>
                <a:sym typeface="+mn-ea"/>
              </a:rPr>
              <a:t>最大</a:t>
            </a:r>
            <a:r>
              <a:rPr kumimoji="0" sz="2800" b="1" i="0" u="none" strike="noStrike" kern="1200" cap="none" spc="0" normalizeH="0" baseline="0" noProof="1">
                <a:ln>
                  <a:noFill/>
                </a:ln>
                <a:solidFill>
                  <a:schemeClr val="tx1"/>
                </a:solidFill>
                <a:effectLst/>
                <a:uLnTx/>
                <a:uFillTx/>
                <a:latin typeface="Arial" panose="020B0604020202020204" pitchFamily="34" charset="0"/>
                <a:ea typeface="宋体" panose="02010600030101010101" pitchFamily="2" charset="-122"/>
                <a:cs typeface="+mn-cs"/>
              </a:rPr>
              <a:t>。</a:t>
            </a:r>
            <a:endParaRPr kumimoji="0" sz="2800" b="1" i="0" u="none" strike="noStrike" kern="1200" cap="none" spc="0" normalizeH="0" baseline="0" noProof="1">
              <a:ln>
                <a:noFill/>
              </a:ln>
              <a:solidFill>
                <a:schemeClr val="tx1"/>
              </a:solidFill>
              <a:effectLst/>
              <a:uLnTx/>
              <a:uFillTx/>
              <a:latin typeface="Arial" panose="020B0604020202020204" pitchFamily="34" charset="0"/>
              <a:ea typeface="宋体" panose="02010600030101010101" pitchFamily="2" charset="-122"/>
              <a:cs typeface="+mn-cs"/>
            </a:endParaRPr>
          </a:p>
          <a:p>
            <a:pPr marL="0" marR="0" lvl="0" indent="-457200" algn="just" defTabSz="914400" rtl="0" eaLnBrk="1" fontAlgn="base" latinLnBrk="0" hangingPunct="1">
              <a:lnSpc>
                <a:spcPct val="100000"/>
              </a:lnSpc>
              <a:spcBef>
                <a:spcPts val="600"/>
              </a:spcBef>
              <a:spcAft>
                <a:spcPct val="0"/>
              </a:spcAft>
              <a:buClr>
                <a:srgbClr val="D34817"/>
              </a:buClr>
              <a:buSzPct val="85000"/>
              <a:buFont typeface="Wingdings" panose="05000000000000000000" pitchFamily="2" charset="2"/>
              <a:buNone/>
              <a:defRPr/>
            </a:pPr>
            <a:r>
              <a:rPr kumimoji="0" lang="zh-CN" sz="2800" b="1" i="0" u="none" strike="noStrike" kern="1200" cap="none" spc="0" normalizeH="0" baseline="0" noProof="1">
                <a:ln>
                  <a:noFill/>
                </a:ln>
                <a:solidFill>
                  <a:schemeClr val="tx1"/>
                </a:solidFill>
                <a:effectLst/>
                <a:uLnTx/>
                <a:uFillTx/>
                <a:latin typeface="Arial" panose="020B0604020202020204" pitchFamily="34" charset="0"/>
                <a:ea typeface="宋体" panose="02010600030101010101" pitchFamily="2" charset="-122"/>
                <a:cs typeface="+mn-cs"/>
              </a:rPr>
              <a:t>       似然函数可表示为：</a:t>
            </a:r>
            <a:endParaRPr kumimoji="0" lang="zh-CN" sz="2800" b="1" i="0" u="none" strike="noStrike" kern="1200" cap="none" spc="0" normalizeH="0" baseline="0" noProof="1">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40963" name="Rectangle 5"/>
          <p:cNvSpPr/>
          <p:nvPr/>
        </p:nvSpPr>
        <p:spPr>
          <a:xfrm>
            <a:off x="0" y="0"/>
            <a:ext cx="9144000" cy="0"/>
          </a:xfrm>
          <a:prstGeom prst="rect">
            <a:avLst/>
          </a:prstGeom>
          <a:noFill/>
          <a:ln w="9525">
            <a:noFill/>
          </a:ln>
        </p:spPr>
        <p:txBody>
          <a:bodyPr wrap="none" anchor="ctr" anchorCtr="0">
            <a:spAutoFit/>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华文新魏" panose="02010800040101010101" pitchFamily="2" charset="-122"/>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ea typeface="+mn-ea"/>
                <a:cs typeface="华文新魏" panose="02010800040101010101" pitchFamily="2" charset="-122"/>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ea typeface="+mn-ea"/>
                <a:cs typeface="华文新魏" panose="02010800040101010101" pitchFamily="2" charset="-122"/>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ea typeface="+mn-ea"/>
                <a:cs typeface="华文新魏" panose="02010800040101010101" pitchFamily="2" charset="-122"/>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ea typeface="+mn-ea"/>
                <a:cs typeface="华文新魏" panose="02010800040101010101" pitchFamily="2" charset="-122"/>
              </a:defRPr>
            </a:lvl5pPr>
          </a:lstStyle>
          <a:p>
            <a:pPr marL="0" lvl="0" indent="0" eaLnBrk="1" hangingPunct="1">
              <a:spcBef>
                <a:spcPct val="0"/>
              </a:spcBef>
              <a:buClrTx/>
              <a:buSzTx/>
              <a:buFontTx/>
              <a:buNone/>
            </a:pPr>
            <a:endParaRPr lang="zh-CN" altLang="en-US" sz="1800" dirty="0">
              <a:latin typeface="Arial" panose="020B0604020202020204" pitchFamily="34" charset="0"/>
            </a:endParaRPr>
          </a:p>
        </p:txBody>
      </p:sp>
      <p:graphicFrame>
        <p:nvGraphicFramePr>
          <p:cNvPr id="40964" name="内容占位符 -2147482606"/>
          <p:cNvGraphicFramePr>
            <a:graphicFrameLocks noGrp="1" noChangeAspect="1"/>
          </p:cNvGraphicFramePr>
          <p:nvPr>
            <p:ph sz="quarter" idx="1"/>
          </p:nvPr>
        </p:nvGraphicFramePr>
        <p:xfrm>
          <a:off x="4873625" y="4410075"/>
          <a:ext cx="1835150" cy="1020763"/>
        </p:xfrm>
        <a:graphic>
          <a:graphicData uri="http://schemas.openxmlformats.org/presentationml/2006/ole">
            <mc:AlternateContent xmlns:mc="http://schemas.openxmlformats.org/markup-compatibility/2006">
              <mc:Choice xmlns:v="urn:schemas-microsoft-com:vml" Requires="v">
                <p:oleObj spid="_x0000_s3115" name="" r:id="rId1" imgW="774065" imgH="431800" progId="Equation.DSMT4">
                  <p:embed/>
                </p:oleObj>
              </mc:Choice>
              <mc:Fallback>
                <p:oleObj name="" r:id="rId1" imgW="774065" imgH="431800" progId="Equation.DSMT4">
                  <p:embed/>
                  <p:pic>
                    <p:nvPicPr>
                      <p:cNvPr id="0" name="图片 3114"/>
                      <p:cNvPicPr/>
                      <p:nvPr/>
                    </p:nvPicPr>
                    <p:blipFill>
                      <a:blip r:embed="rId2"/>
                      <a:srcRect/>
                      <a:stretch>
                        <a:fillRect/>
                      </a:stretch>
                    </p:blipFill>
                    <p:spPr>
                      <a:xfrm>
                        <a:off x="4873625" y="4410075"/>
                        <a:ext cx="1835150" cy="1020763"/>
                      </a:xfrm>
                      <a:prstGeom prst="rect">
                        <a:avLst/>
                      </a:prstGeom>
                      <a:noFill/>
                      <a:ln w="38100">
                        <a:miter/>
                      </a:ln>
                    </p:spPr>
                  </p:pic>
                </p:oleObj>
              </mc:Fallback>
            </mc:AlternateContent>
          </a:graphicData>
        </a:graphic>
      </p:graphicFrame>
      <p:sp>
        <p:nvSpPr>
          <p:cNvPr id="40965" name="Text Box 5"/>
          <p:cNvSpPr txBox="1"/>
          <p:nvPr/>
        </p:nvSpPr>
        <p:spPr>
          <a:xfrm>
            <a:off x="3743325" y="0"/>
            <a:ext cx="5400675" cy="706438"/>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华文新魏" panose="02010800040101010101" pitchFamily="2" charset="-122"/>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ea typeface="+mn-ea"/>
                <a:cs typeface="华文新魏" panose="02010800040101010101" pitchFamily="2" charset="-122"/>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ea typeface="+mn-ea"/>
                <a:cs typeface="华文新魏" panose="02010800040101010101" pitchFamily="2" charset="-122"/>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ea typeface="+mn-ea"/>
                <a:cs typeface="华文新魏" panose="02010800040101010101" pitchFamily="2" charset="-122"/>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ea typeface="+mn-ea"/>
                <a:cs typeface="华文新魏" panose="02010800040101010101" pitchFamily="2" charset="-122"/>
              </a:defRPr>
            </a:lvl5pPr>
          </a:lstStyle>
          <a:p>
            <a:pPr marL="0" lvl="0" indent="0" algn="ctr" eaLnBrk="1" hangingPunct="1">
              <a:spcBef>
                <a:spcPct val="0"/>
              </a:spcBef>
              <a:buClrTx/>
              <a:buSzTx/>
              <a:buFontTx/>
              <a:buNone/>
            </a:pPr>
            <a:r>
              <a:rPr lang="en-US" altLang="zh-CN" sz="4000" b="1" dirty="0">
                <a:solidFill>
                  <a:srgbClr val="0000FF"/>
                </a:solidFill>
                <a:latin typeface="Arial" panose="020B0604020202020204" pitchFamily="34" charset="0"/>
                <a:sym typeface="宋体" panose="02010600030101010101" pitchFamily="2" charset="-122"/>
              </a:rPr>
              <a:t>4.1.2 高斯</a:t>
            </a:r>
            <a:r>
              <a:rPr lang="zh-CN" altLang="en-US" sz="4000" b="1" dirty="0">
                <a:solidFill>
                  <a:srgbClr val="0000FF"/>
                </a:solidFill>
                <a:latin typeface="Arial" panose="020B0604020202020204" pitchFamily="34" charset="0"/>
                <a:sym typeface="宋体" panose="02010600030101010101" pitchFamily="2" charset="-122"/>
              </a:rPr>
              <a:t>混合</a:t>
            </a:r>
            <a:r>
              <a:rPr lang="en-US" altLang="zh-CN" sz="4000" b="1" dirty="0">
                <a:solidFill>
                  <a:srgbClr val="0000FF"/>
                </a:solidFill>
                <a:latin typeface="Arial" panose="020B0604020202020204" pitchFamily="34" charset="0"/>
                <a:sym typeface="宋体" panose="02010600030101010101" pitchFamily="2" charset="-122"/>
              </a:rPr>
              <a:t>模型</a:t>
            </a:r>
            <a:endParaRPr lang="en-US" altLang="zh-CN" sz="4000" b="1" dirty="0">
              <a:solidFill>
                <a:srgbClr val="0000FF"/>
              </a:solidFill>
              <a:latin typeface="Arial" panose="020B0604020202020204" pitchFamily="34" charset="0"/>
              <a:sym typeface="宋体" panose="02010600030101010101" pitchFamily="2" charset="-122"/>
            </a:endParaRPr>
          </a:p>
        </p:txBody>
      </p:sp>
    </p:spTree>
  </p:cSld>
  <p:clrMapOvr>
    <a:masterClrMapping/>
  </p:clrMapOvr>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 name="Rectangle 5"/>
          <p:cNvSpPr/>
          <p:nvPr/>
        </p:nvSpPr>
        <p:spPr>
          <a:xfrm>
            <a:off x="919163" y="877888"/>
            <a:ext cx="7974013" cy="5708650"/>
          </a:xfrm>
          <a:prstGeom prst="rect">
            <a:avLst/>
          </a:prstGeom>
          <a:noFill/>
          <a:ln w="9525">
            <a:noFill/>
          </a:ln>
        </p:spPr>
        <p:txBody>
          <a:bodyPr>
            <a:spAutoFit/>
          </a:bodyPr>
          <a:lstStyle/>
          <a:p>
            <a:pPr marL="0" marR="0" lvl="0" indent="0" algn="ctr" defTabSz="914400" rtl="0" eaLnBrk="1" fontAlgn="base" latinLnBrk="0" hangingPunct="1">
              <a:lnSpc>
                <a:spcPct val="100000"/>
              </a:lnSpc>
              <a:spcBef>
                <a:spcPts val="575"/>
              </a:spcBef>
              <a:spcAft>
                <a:spcPct val="0"/>
              </a:spcAft>
              <a:buClr>
                <a:srgbClr val="D34817"/>
              </a:buClr>
              <a:buSzPct val="85000"/>
              <a:buFont typeface="Wingdings" panose="05000000000000000000" pitchFamily="2" charset="2"/>
              <a:buNone/>
              <a:defRPr/>
            </a:pPr>
            <a:r>
              <a:rPr kumimoji="1" lang="en-US" altLang="zh-CN" sz="3200" b="1" i="0" u="none" strike="noStrike" kern="0" cap="none" spc="0" normalizeH="0" baseline="0" noProof="0" dirty="0">
                <a:ln>
                  <a:noFill/>
                </a:ln>
                <a:solidFill>
                  <a:srgbClr val="0000CC"/>
                </a:solidFill>
                <a:effectLst/>
                <a:uLnTx/>
                <a:uFillTx/>
                <a:latin typeface="宋体" panose="02010600030101010101" pitchFamily="2" charset="-122"/>
                <a:ea typeface="宋体" panose="02010600030101010101" pitchFamily="2" charset="-122"/>
                <a:cs typeface="Times New Roman" panose="02020603050405020304" pitchFamily="18" charset="0"/>
                <a:sym typeface="+mn-ea"/>
              </a:rPr>
              <a:t>将高斯混合模型用于聚类</a:t>
            </a:r>
            <a:r>
              <a:rPr kumimoji="1" lang="zh-CN" altLang="en-US" sz="3200" b="1" i="0" u="none" strike="noStrike" kern="0" cap="none" spc="0" normalizeH="0" baseline="0" noProof="0" dirty="0">
                <a:ln>
                  <a:noFill/>
                </a:ln>
                <a:solidFill>
                  <a:srgbClr val="0000CC"/>
                </a:solidFill>
                <a:effectLst/>
                <a:uLnTx/>
                <a:uFillTx/>
                <a:latin typeface="宋体" panose="02010600030101010101" pitchFamily="2" charset="-122"/>
                <a:ea typeface="宋体" panose="02010600030101010101" pitchFamily="2" charset="-122"/>
                <a:cs typeface="Times New Roman" panose="02020603050405020304" pitchFamily="18" charset="0"/>
                <a:sym typeface="+mn-ea"/>
              </a:rPr>
              <a:t>的具体步骤</a:t>
            </a:r>
            <a:endParaRPr kumimoji="1" lang="zh-CN" altLang="en-US" sz="3200" b="1" i="0" u="none" strike="noStrike" kern="0" cap="none" spc="0" normalizeH="0" baseline="0" noProof="0" dirty="0">
              <a:ln>
                <a:noFill/>
              </a:ln>
              <a:solidFill>
                <a:srgbClr val="0000CC"/>
              </a:solidFill>
              <a:effectLst/>
              <a:uLnTx/>
              <a:uFillTx/>
              <a:latin typeface="Times New Roman" panose="02020603050405020304" pitchFamily="18" charset="0"/>
              <a:ea typeface="黑体" panose="02010609060101010101" pitchFamily="49" charset="-122"/>
              <a:cs typeface="Times New Roman" panose="02020603050405020304" pitchFamily="18" charset="0"/>
              <a:sym typeface="+mn-ea"/>
            </a:endParaRPr>
          </a:p>
          <a:p>
            <a:pPr marL="0" marR="0" lvl="0" indent="-457200" algn="just" defTabSz="914400" rtl="0" eaLnBrk="1" fontAlgn="base" latinLnBrk="0" hangingPunct="1">
              <a:lnSpc>
                <a:spcPct val="100000"/>
              </a:lnSpc>
              <a:spcBef>
                <a:spcPts val="600"/>
              </a:spcBef>
              <a:spcAft>
                <a:spcPct val="0"/>
              </a:spcAft>
              <a:buClr>
                <a:srgbClr val="D34817"/>
              </a:buClr>
              <a:buSzPct val="85000"/>
              <a:buFont typeface="Wingdings" panose="05000000000000000000" pitchFamily="2" charset="2"/>
              <a:buNone/>
              <a:defRPr/>
            </a:pPr>
            <a:r>
              <a:rPr kumimoji="1" lang="en-US" altLang="zh-CN" sz="2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Times New Roman" panose="02020603050405020304" pitchFamily="18" charset="0"/>
                <a:sym typeface="+mn-ea"/>
              </a:rPr>
              <a:t>2.</a:t>
            </a:r>
            <a:r>
              <a:rPr kumimoji="1" lang="en-US" altLang="zh-CN" sz="2800" b="1" i="0" u="none" strike="noStrike" kern="0" cap="none" spc="0" normalizeH="0" baseline="0" noProof="0" dirty="0">
                <a:ln>
                  <a:noFill/>
                </a:ln>
                <a:solidFill>
                  <a:srgbClr val="0000CC"/>
                </a:solidFill>
                <a:effectLst/>
                <a:uLnTx/>
                <a:uFillTx/>
                <a:latin typeface="宋体" panose="02010600030101010101" pitchFamily="2" charset="-122"/>
                <a:ea typeface="宋体" panose="02010600030101010101" pitchFamily="2" charset="-122"/>
                <a:cs typeface="Times New Roman" panose="02020603050405020304" pitchFamily="18" charset="0"/>
                <a:sym typeface="+mn-ea"/>
              </a:rPr>
              <a:t>样本分类</a:t>
            </a:r>
            <a:r>
              <a:rPr kumimoji="1" lang="zh-CN" altLang="en-US" sz="2800" b="1" i="0" u="none" strike="noStrike" kern="0" cap="none" spc="0" normalizeH="0" baseline="0" noProof="0" dirty="0">
                <a:ln>
                  <a:noFill/>
                </a:ln>
                <a:solidFill>
                  <a:srgbClr val="0000CC"/>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mn-ea"/>
              </a:rPr>
              <a:t>未</a:t>
            </a:r>
            <a:r>
              <a:rPr kumimoji="1" lang="en-US" altLang="zh-CN" sz="2800" b="1" i="0" u="none" strike="noStrike" kern="0" cap="none" spc="0" normalizeH="0" baseline="0" noProof="0" dirty="0">
                <a:ln>
                  <a:noFill/>
                </a:ln>
                <a:solidFill>
                  <a:srgbClr val="0000CC"/>
                </a:solidFill>
                <a:effectLst/>
                <a:uLnTx/>
                <a:uFillTx/>
                <a:latin typeface="微软雅黑" panose="020B0503020204020204" pitchFamily="34" charset="-122"/>
                <a:ea typeface="微软雅黑" panose="020B0503020204020204" pitchFamily="34" charset="-122"/>
                <a:cs typeface="Times New Roman" panose="02020603050405020304" pitchFamily="18" charset="0"/>
                <a:sym typeface="+mn-ea"/>
              </a:rPr>
              <a:t>知</a:t>
            </a:r>
            <a:r>
              <a:rPr kumimoji="0" lang="zh-CN" altLang="en-US" sz="2800" b="1" i="0" u="none" strike="noStrike" kern="1200" cap="none" spc="0" normalizeH="0" baseline="0" noProof="1">
                <a:ln>
                  <a:noFill/>
                </a:ln>
                <a:solidFill>
                  <a:srgbClr val="000000"/>
                </a:solidFill>
                <a:effectLst/>
                <a:uLnTx/>
                <a:uFillTx/>
                <a:latin typeface="Calibri" panose="020F0502020204030204" pitchFamily="34" charset="0"/>
                <a:ea typeface="宋体" panose="02010600030101010101" pitchFamily="2" charset="-122"/>
                <a:cs typeface="+mn-cs"/>
                <a:sym typeface="+mn-ea"/>
              </a:rPr>
              <a:t>情况下的高斯混合模型</a:t>
            </a:r>
            <a:endParaRPr kumimoji="0" lang="zh-CN" altLang="en-US" sz="2800" b="1" i="0" u="none" strike="noStrike" kern="1200" cap="none" spc="0" normalizeH="0" baseline="0" noProof="1">
              <a:ln>
                <a:noFill/>
              </a:ln>
              <a:solidFill>
                <a:srgbClr val="000000"/>
              </a:solidFill>
              <a:effectLst/>
              <a:uLnTx/>
              <a:uFillTx/>
              <a:latin typeface="Calibri" panose="020F0502020204030204" pitchFamily="34" charset="0"/>
              <a:ea typeface="宋体" panose="02010600030101010101" pitchFamily="2" charset="-122"/>
              <a:cs typeface="+mn-cs"/>
              <a:sym typeface="+mn-ea"/>
            </a:endParaRPr>
          </a:p>
          <a:p>
            <a:pPr marL="0" marR="0" lvl="0" indent="-457200" algn="just" defTabSz="914400" rtl="0" eaLnBrk="1" fontAlgn="base" latinLnBrk="0" hangingPunct="1">
              <a:lnSpc>
                <a:spcPct val="100000"/>
              </a:lnSpc>
              <a:spcBef>
                <a:spcPts val="600"/>
              </a:spcBef>
              <a:spcAft>
                <a:spcPct val="0"/>
              </a:spcAft>
              <a:buClr>
                <a:srgbClr val="D34817"/>
              </a:buClr>
              <a:buSzPct val="85000"/>
              <a:buFont typeface="Wingdings" panose="05000000000000000000" pitchFamily="2" charset="2"/>
              <a:buNone/>
              <a:defRPr/>
            </a:pPr>
            <a:r>
              <a:rPr kumimoji="0" sz="2800" b="1" i="0" u="none" strike="noStrike" kern="1200" cap="none" spc="0" normalizeH="0" baseline="0" noProof="1">
                <a:ln>
                  <a:noFill/>
                </a:ln>
                <a:solidFill>
                  <a:schemeClr val="tx1"/>
                </a:solidFill>
                <a:effectLst/>
                <a:uLnTx/>
                <a:uFillTx/>
                <a:latin typeface="Arial" panose="020B0604020202020204" pitchFamily="34" charset="0"/>
                <a:ea typeface="宋体" panose="02010600030101010101" pitchFamily="2" charset="-122"/>
                <a:cs typeface="+mn-cs"/>
                <a:sym typeface="+mn-ea"/>
              </a:rPr>
              <a:t>        在实际应用中，往往单个点分布的概率都很小，为了便于求解，</a:t>
            </a:r>
            <a:r>
              <a:rPr kumimoji="0" lang="zh-CN" sz="2800" b="1" i="0" u="none" strike="noStrike" kern="1200" cap="none" spc="0" normalizeH="0" baseline="0" noProof="1">
                <a:ln>
                  <a:noFill/>
                </a:ln>
                <a:solidFill>
                  <a:schemeClr val="tx1"/>
                </a:solidFill>
                <a:effectLst/>
                <a:uLnTx/>
                <a:uFillTx/>
                <a:latin typeface="Arial" panose="020B0604020202020204" pitchFamily="34" charset="0"/>
                <a:ea typeface="宋体" panose="02010600030101010101" pitchFamily="2" charset="-122"/>
                <a:cs typeface="+mn-cs"/>
                <a:sym typeface="+mn-ea"/>
              </a:rPr>
              <a:t>一般</a:t>
            </a:r>
            <a:r>
              <a:rPr kumimoji="0" sz="2800" b="1" i="0" u="none" strike="noStrike" kern="1200" cap="none" spc="0" normalizeH="0" baseline="0" noProof="1">
                <a:ln>
                  <a:noFill/>
                </a:ln>
                <a:solidFill>
                  <a:schemeClr val="tx1"/>
                </a:solidFill>
                <a:effectLst/>
                <a:uLnTx/>
                <a:uFillTx/>
                <a:latin typeface="Arial" panose="020B0604020202020204" pitchFamily="34" charset="0"/>
                <a:ea typeface="宋体" panose="02010600030101010101" pitchFamily="2" charset="-122"/>
                <a:cs typeface="+mn-cs"/>
                <a:sym typeface="+mn-ea"/>
              </a:rPr>
              <a:t>对似然函数取对数</a:t>
            </a:r>
            <a:r>
              <a:rPr kumimoji="0" lang="zh-CN" sz="2800" b="1" i="0" u="none" strike="noStrike" kern="1200" cap="none" spc="0" normalizeH="0" baseline="0" noProof="1">
                <a:ln>
                  <a:noFill/>
                </a:ln>
                <a:solidFill>
                  <a:schemeClr val="tx1"/>
                </a:solidFill>
                <a:effectLst/>
                <a:uLnTx/>
                <a:uFillTx/>
                <a:latin typeface="Arial" panose="020B0604020202020204" pitchFamily="34" charset="0"/>
                <a:ea typeface="宋体" panose="02010600030101010101" pitchFamily="2" charset="-122"/>
                <a:cs typeface="+mn-cs"/>
                <a:sym typeface="+mn-ea"/>
              </a:rPr>
              <a:t>，得到</a:t>
            </a:r>
            <a:r>
              <a:rPr kumimoji="1" lang="en-US" altLang="zh-CN" sz="2800" b="1" i="0" u="none" strike="noStrike" kern="0" cap="none" spc="0" normalizeH="0" baseline="0" noProof="0" dirty="0">
                <a:ln>
                  <a:noFill/>
                </a:ln>
                <a:solidFill>
                  <a:srgbClr val="0000CC"/>
                </a:solidFill>
                <a:effectLst/>
                <a:uLnTx/>
                <a:uFillTx/>
                <a:latin typeface="宋体" panose="02010600030101010101" pitchFamily="2" charset="-122"/>
                <a:ea typeface="宋体" panose="02010600030101010101" pitchFamily="2" charset="-122"/>
                <a:cs typeface="Times New Roman" panose="02020603050405020304" pitchFamily="18" charset="0"/>
                <a:sym typeface="+mn-ea"/>
              </a:rPr>
              <a:t>对数似然函数</a:t>
            </a:r>
            <a:r>
              <a:rPr kumimoji="0" lang="zh-CN" sz="2800" b="1" i="0" u="none" strike="noStrike" kern="1200" cap="none" spc="0" normalizeH="0" baseline="0" noProof="1">
                <a:ln>
                  <a:noFill/>
                </a:ln>
                <a:solidFill>
                  <a:schemeClr val="tx1"/>
                </a:solidFill>
                <a:effectLst/>
                <a:uLnTx/>
                <a:uFillTx/>
                <a:latin typeface="Arial" panose="020B0604020202020204" pitchFamily="34" charset="0"/>
                <a:ea typeface="宋体" panose="02010600030101010101" pitchFamily="2" charset="-122"/>
                <a:cs typeface="+mn-cs"/>
                <a:sym typeface="+mn-ea"/>
              </a:rPr>
              <a:t>。</a:t>
            </a:r>
            <a:r>
              <a:rPr kumimoji="0" lang="zh-CN" sz="2800" b="1" i="0" u="none" strike="noStrike" kern="1200" cap="none" spc="0" normalizeH="0" baseline="0" noProof="1">
                <a:ln>
                  <a:noFill/>
                </a:ln>
                <a:solidFill>
                  <a:schemeClr val="tx1"/>
                </a:solidFill>
                <a:effectLst/>
                <a:uLnTx/>
                <a:uFillTx/>
                <a:latin typeface="Arial" panose="020B0604020202020204" pitchFamily="34" charset="0"/>
                <a:ea typeface="宋体" panose="02010600030101010101" pitchFamily="2" charset="-122"/>
                <a:cs typeface="+mn-cs"/>
              </a:rPr>
              <a:t>对高斯混合模型求对数似然函数：</a:t>
            </a:r>
            <a:endParaRPr kumimoji="0" lang="zh-CN" sz="2800" b="1" i="0" u="none" strike="noStrike" kern="1200" cap="none" spc="0" normalizeH="0" baseline="0" noProof="1">
              <a:ln>
                <a:noFill/>
              </a:ln>
              <a:solidFill>
                <a:schemeClr val="tx1"/>
              </a:solidFill>
              <a:effectLst/>
              <a:uLnTx/>
              <a:uFillTx/>
              <a:latin typeface="Arial" panose="020B0604020202020204" pitchFamily="34" charset="0"/>
              <a:ea typeface="宋体" panose="02010600030101010101" pitchFamily="2" charset="-122"/>
              <a:cs typeface="+mn-cs"/>
            </a:endParaRPr>
          </a:p>
          <a:p>
            <a:pPr marL="0" marR="0" lvl="0" indent="-457200" algn="just" defTabSz="914400" rtl="0" eaLnBrk="1" fontAlgn="base" latinLnBrk="0" hangingPunct="1">
              <a:lnSpc>
                <a:spcPct val="100000"/>
              </a:lnSpc>
              <a:spcBef>
                <a:spcPts val="600"/>
              </a:spcBef>
              <a:spcAft>
                <a:spcPct val="0"/>
              </a:spcAft>
              <a:buClr>
                <a:srgbClr val="D34817"/>
              </a:buClr>
              <a:buSzPct val="85000"/>
              <a:buFont typeface="Wingdings" panose="05000000000000000000" pitchFamily="2" charset="2"/>
              <a:buNone/>
              <a:defRPr/>
            </a:pPr>
            <a:endParaRPr kumimoji="0" lang="zh-CN" sz="2800" b="1" i="0" u="none" strike="noStrike" kern="1200" cap="none" spc="0" normalizeH="0" baseline="0" noProof="1">
              <a:ln>
                <a:noFill/>
              </a:ln>
              <a:solidFill>
                <a:schemeClr val="tx1"/>
              </a:solidFill>
              <a:effectLst/>
              <a:uLnTx/>
              <a:uFillTx/>
              <a:latin typeface="Arial" panose="020B0604020202020204" pitchFamily="34" charset="0"/>
              <a:ea typeface="宋体" panose="02010600030101010101" pitchFamily="2" charset="-122"/>
              <a:cs typeface="+mn-cs"/>
            </a:endParaRPr>
          </a:p>
          <a:p>
            <a:pPr marL="0" marR="0" lvl="0" indent="-457200" algn="just" defTabSz="914400" rtl="0" eaLnBrk="1" fontAlgn="base" latinLnBrk="0" hangingPunct="1">
              <a:lnSpc>
                <a:spcPct val="100000"/>
              </a:lnSpc>
              <a:spcBef>
                <a:spcPts val="600"/>
              </a:spcBef>
              <a:spcAft>
                <a:spcPct val="0"/>
              </a:spcAft>
              <a:buClr>
                <a:srgbClr val="D34817"/>
              </a:buClr>
              <a:buSzPct val="85000"/>
              <a:buFont typeface="Wingdings" panose="05000000000000000000" pitchFamily="2" charset="2"/>
              <a:buNone/>
              <a:defRPr/>
            </a:pPr>
            <a:r>
              <a:rPr kumimoji="0" lang="zh-CN" sz="2800" b="1" i="0" u="none" strike="noStrike" kern="1200" cap="none" spc="0" normalizeH="0" baseline="0" noProof="1">
                <a:ln>
                  <a:noFill/>
                </a:ln>
                <a:solidFill>
                  <a:schemeClr val="tx1"/>
                </a:solidFill>
                <a:effectLst/>
                <a:uLnTx/>
                <a:uFillTx/>
                <a:latin typeface="Arial" panose="020B0604020202020204" pitchFamily="34" charset="0"/>
                <a:ea typeface="宋体" panose="02010600030101010101" pitchFamily="2" charset="-122"/>
                <a:cs typeface="+mn-cs"/>
              </a:rPr>
              <a:t>这里每个样本     所属的类别    是隐含变量。</a:t>
            </a:r>
            <a:endParaRPr kumimoji="0" lang="zh-CN" sz="2800" b="1" i="0" u="none" strike="noStrike" kern="1200" cap="none" spc="0" normalizeH="0" baseline="0" noProof="1">
              <a:ln>
                <a:noFill/>
              </a:ln>
              <a:solidFill>
                <a:schemeClr val="tx1"/>
              </a:solidFill>
              <a:effectLst/>
              <a:uLnTx/>
              <a:uFillTx/>
              <a:latin typeface="Arial" panose="020B0604020202020204" pitchFamily="34" charset="0"/>
              <a:ea typeface="宋体" panose="02010600030101010101" pitchFamily="2" charset="-122"/>
              <a:cs typeface="+mn-cs"/>
            </a:endParaRPr>
          </a:p>
          <a:p>
            <a:pPr marL="0" marR="0" lvl="0" indent="-457200" algn="just" defTabSz="914400" rtl="0" eaLnBrk="1" fontAlgn="base" latinLnBrk="0" hangingPunct="1">
              <a:lnSpc>
                <a:spcPct val="100000"/>
              </a:lnSpc>
              <a:spcBef>
                <a:spcPts val="600"/>
              </a:spcBef>
              <a:spcAft>
                <a:spcPct val="0"/>
              </a:spcAft>
              <a:buClr>
                <a:srgbClr val="D34817"/>
              </a:buClr>
              <a:buSzPct val="85000"/>
              <a:buFont typeface="Wingdings" panose="05000000000000000000" pitchFamily="2" charset="2"/>
              <a:buNone/>
              <a:defRPr/>
            </a:pPr>
            <a:r>
              <a:rPr kumimoji="0" lang="zh-CN" sz="2800" b="1" i="0" u="none" strike="noStrike" kern="1200" cap="none" spc="0" normalizeH="0" baseline="0" noProof="1">
                <a:ln>
                  <a:noFill/>
                </a:ln>
                <a:solidFill>
                  <a:schemeClr val="tx1"/>
                </a:solidFill>
                <a:effectLst/>
                <a:uLnTx/>
                <a:uFillTx/>
                <a:latin typeface="Arial" panose="020B0604020202020204" pitchFamily="34" charset="0"/>
                <a:ea typeface="宋体" panose="02010600030101010101" pitchFamily="2" charset="-122"/>
                <a:cs typeface="+mn-cs"/>
              </a:rPr>
              <a:t>        我们的目标是要找到一组最佳的模型参数，使得上式所示的</a:t>
            </a:r>
            <a:r>
              <a:rPr kumimoji="0" lang="zh-CN" sz="2800" b="1" i="0" u="none" strike="noStrike" kern="1200" cap="none" spc="0" normalizeH="0" baseline="0" noProof="1">
                <a:ln>
                  <a:noFill/>
                </a:ln>
                <a:solidFill>
                  <a:schemeClr val="tx1"/>
                </a:solidFill>
                <a:effectLst/>
                <a:uLnTx/>
                <a:uFillTx/>
                <a:latin typeface="微软雅黑" panose="020B0503020204020204" pitchFamily="34" charset="-122"/>
                <a:ea typeface="微软雅黑" panose="020B0503020204020204" pitchFamily="34" charset="-122"/>
                <a:cs typeface="+mn-cs"/>
              </a:rPr>
              <a:t>期望最大</a:t>
            </a:r>
            <a:r>
              <a:rPr kumimoji="0" lang="zh-CN" sz="2800" b="1" i="0" u="none" strike="noStrike" kern="1200" cap="none" spc="0" normalizeH="0" baseline="0" noProof="1">
                <a:ln>
                  <a:noFill/>
                </a:ln>
                <a:solidFill>
                  <a:schemeClr val="tx1"/>
                </a:solidFill>
                <a:effectLst/>
                <a:uLnTx/>
                <a:uFillTx/>
                <a:latin typeface="Arial" panose="020B0604020202020204" pitchFamily="34" charset="0"/>
                <a:ea typeface="宋体" panose="02010600030101010101" pitchFamily="2" charset="-122"/>
                <a:cs typeface="+mn-cs"/>
              </a:rPr>
              <a:t>，期望最大化算法（</a:t>
            </a:r>
            <a:r>
              <a:rPr kumimoji="0" lang="en-US" altLang="zh-CN" sz="2800" b="1"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Times New Roman" panose="02020603050405020304" pitchFamily="18" charset="0"/>
              </a:rPr>
              <a:t>Expectation-Maximum</a:t>
            </a:r>
            <a:r>
              <a:rPr kumimoji="0" lang="zh-CN" altLang="en-US" sz="2800" b="1"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Times New Roman" panose="02020603050405020304" pitchFamily="18" charset="0"/>
              </a:rPr>
              <a:t>，</a:t>
            </a:r>
            <a:r>
              <a:rPr kumimoji="0" lang="zh-CN" sz="2800" b="1" i="0" u="none" strike="noStrike" kern="1200" cap="none" spc="0" normalizeH="0" baseline="0" noProof="1">
                <a:ln>
                  <a:noFill/>
                </a:ln>
                <a:solidFill>
                  <a:schemeClr val="tx1"/>
                </a:solidFill>
                <a:effectLst/>
                <a:uLnTx/>
                <a:uFillTx/>
                <a:latin typeface="Times New Roman" panose="02020603050405020304" pitchFamily="18" charset="0"/>
                <a:ea typeface="宋体" panose="02010600030101010101" pitchFamily="2" charset="-122"/>
                <a:cs typeface="Times New Roman" panose="02020603050405020304" pitchFamily="18" charset="0"/>
              </a:rPr>
              <a:t>EM</a:t>
            </a:r>
            <a:r>
              <a:rPr kumimoji="0" lang="zh-CN" sz="2800" b="1" i="0" u="none" strike="noStrike" kern="1200" cap="none" spc="0" normalizeH="0" baseline="0" noProof="1">
                <a:ln>
                  <a:noFill/>
                </a:ln>
                <a:solidFill>
                  <a:schemeClr val="tx1"/>
                </a:solidFill>
                <a:effectLst/>
                <a:uLnTx/>
                <a:uFillTx/>
                <a:latin typeface="Arial" panose="020B0604020202020204" pitchFamily="34" charset="0"/>
                <a:ea typeface="宋体" panose="02010600030101010101" pitchFamily="2" charset="-122"/>
                <a:cs typeface="+mn-cs"/>
              </a:rPr>
              <a:t>）的名字就由此而来。</a:t>
            </a:r>
            <a:endParaRPr kumimoji="0" lang="zh-CN" sz="2800" b="1" i="0" u="none" strike="noStrike" kern="1200" cap="none" spc="0" normalizeH="0" baseline="0" noProof="1">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41987" name="Rectangle 5"/>
          <p:cNvSpPr/>
          <p:nvPr/>
        </p:nvSpPr>
        <p:spPr>
          <a:xfrm>
            <a:off x="0" y="0"/>
            <a:ext cx="9144000" cy="0"/>
          </a:xfrm>
          <a:prstGeom prst="rect">
            <a:avLst/>
          </a:prstGeom>
          <a:noFill/>
          <a:ln w="9525">
            <a:noFill/>
          </a:ln>
        </p:spPr>
        <p:txBody>
          <a:bodyPr wrap="none" anchor="ctr" anchorCtr="0">
            <a:spAutoFit/>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华文新魏" panose="02010800040101010101" pitchFamily="2" charset="-122"/>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ea typeface="+mn-ea"/>
                <a:cs typeface="华文新魏" panose="02010800040101010101" pitchFamily="2" charset="-122"/>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ea typeface="+mn-ea"/>
                <a:cs typeface="华文新魏" panose="02010800040101010101" pitchFamily="2" charset="-122"/>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ea typeface="+mn-ea"/>
                <a:cs typeface="华文新魏" panose="02010800040101010101" pitchFamily="2" charset="-122"/>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ea typeface="+mn-ea"/>
                <a:cs typeface="华文新魏" panose="02010800040101010101" pitchFamily="2" charset="-122"/>
              </a:defRPr>
            </a:lvl5pPr>
          </a:lstStyle>
          <a:p>
            <a:pPr marL="0" lvl="0" indent="0" eaLnBrk="1" hangingPunct="1">
              <a:spcBef>
                <a:spcPct val="0"/>
              </a:spcBef>
              <a:buClrTx/>
              <a:buSzTx/>
              <a:buFontTx/>
              <a:buNone/>
            </a:pPr>
            <a:endParaRPr lang="zh-CN" altLang="en-US" sz="1800" dirty="0">
              <a:latin typeface="Arial" panose="020B0604020202020204" pitchFamily="34" charset="0"/>
            </a:endParaRPr>
          </a:p>
        </p:txBody>
      </p:sp>
      <p:graphicFrame>
        <p:nvGraphicFramePr>
          <p:cNvPr id="41988" name="内容占位符 -2147482603"/>
          <p:cNvGraphicFramePr>
            <a:graphicFrameLocks noGrp="1" noChangeAspect="1"/>
          </p:cNvGraphicFramePr>
          <p:nvPr>
            <p:ph sz="half" idx="1"/>
          </p:nvPr>
        </p:nvGraphicFramePr>
        <p:xfrm>
          <a:off x="3468688" y="3276600"/>
          <a:ext cx="3949700" cy="1062038"/>
        </p:xfrm>
        <a:graphic>
          <a:graphicData uri="http://schemas.openxmlformats.org/presentationml/2006/ole">
            <mc:AlternateContent xmlns:mc="http://schemas.openxmlformats.org/markup-compatibility/2006">
              <mc:Choice xmlns:v="urn:schemas-microsoft-com:vml" Requires="v">
                <p:oleObj spid="_x0000_s3089" name="" r:id="rId1" imgW="1600200" imgH="431800" progId="Equation.DSMT4">
                  <p:embed/>
                </p:oleObj>
              </mc:Choice>
              <mc:Fallback>
                <p:oleObj name="" r:id="rId1" imgW="1600200" imgH="431800" progId="Equation.DSMT4">
                  <p:embed/>
                  <p:pic>
                    <p:nvPicPr>
                      <p:cNvPr id="0" name="图片 3088"/>
                      <p:cNvPicPr/>
                      <p:nvPr/>
                    </p:nvPicPr>
                    <p:blipFill>
                      <a:blip r:embed="rId2"/>
                      <a:srcRect/>
                      <a:stretch>
                        <a:fillRect/>
                      </a:stretch>
                    </p:blipFill>
                    <p:spPr>
                      <a:xfrm>
                        <a:off x="3468688" y="3276600"/>
                        <a:ext cx="3949700" cy="1062038"/>
                      </a:xfrm>
                      <a:prstGeom prst="rect">
                        <a:avLst/>
                      </a:prstGeom>
                      <a:noFill/>
                      <a:ln w="38100">
                        <a:miter/>
                      </a:ln>
                    </p:spPr>
                  </p:pic>
                </p:oleObj>
              </mc:Fallback>
            </mc:AlternateContent>
          </a:graphicData>
        </a:graphic>
      </p:graphicFrame>
      <p:graphicFrame>
        <p:nvGraphicFramePr>
          <p:cNvPr id="41989" name="内容占位符 -2147482602"/>
          <p:cNvGraphicFramePr>
            <a:graphicFrameLocks noGrp="1" noChangeAspect="1"/>
          </p:cNvGraphicFramePr>
          <p:nvPr>
            <p:ph sz="half" idx="2"/>
          </p:nvPr>
        </p:nvGraphicFramePr>
        <p:xfrm>
          <a:off x="3162300" y="4213225"/>
          <a:ext cx="485775" cy="606425"/>
        </p:xfrm>
        <a:graphic>
          <a:graphicData uri="http://schemas.openxmlformats.org/presentationml/2006/ole">
            <mc:AlternateContent xmlns:mc="http://schemas.openxmlformats.org/markup-compatibility/2006">
              <mc:Choice xmlns:v="urn:schemas-microsoft-com:vml" Requires="v">
                <p:oleObj spid="_x0000_s3088" name="" r:id="rId3" imgW="152400" imgH="228600" progId="Equation.DSMT4">
                  <p:embed/>
                </p:oleObj>
              </mc:Choice>
              <mc:Fallback>
                <p:oleObj name="" r:id="rId3" imgW="152400" imgH="228600" progId="Equation.DSMT4">
                  <p:embed/>
                  <p:pic>
                    <p:nvPicPr>
                      <p:cNvPr id="0" name="图片 3087"/>
                      <p:cNvPicPr/>
                      <p:nvPr/>
                    </p:nvPicPr>
                    <p:blipFill>
                      <a:blip r:embed="rId4"/>
                      <a:srcRect/>
                      <a:stretch>
                        <a:fillRect/>
                      </a:stretch>
                    </p:blipFill>
                    <p:spPr>
                      <a:xfrm>
                        <a:off x="3162300" y="4213225"/>
                        <a:ext cx="485775" cy="606425"/>
                      </a:xfrm>
                      <a:prstGeom prst="rect">
                        <a:avLst/>
                      </a:prstGeom>
                      <a:noFill/>
                      <a:ln w="38100">
                        <a:miter/>
                      </a:ln>
                    </p:spPr>
                  </p:pic>
                </p:oleObj>
              </mc:Fallback>
            </mc:AlternateContent>
          </a:graphicData>
        </a:graphic>
      </p:graphicFrame>
      <p:graphicFrame>
        <p:nvGraphicFramePr>
          <p:cNvPr id="41990" name="对象 -2147482601"/>
          <p:cNvGraphicFramePr>
            <a:graphicFrameLocks noChangeAspect="1"/>
          </p:cNvGraphicFramePr>
          <p:nvPr/>
        </p:nvGraphicFramePr>
        <p:xfrm>
          <a:off x="5356225" y="4181475"/>
          <a:ext cx="504825" cy="525463"/>
        </p:xfrm>
        <a:graphic>
          <a:graphicData uri="http://schemas.openxmlformats.org/presentationml/2006/ole">
            <mc:AlternateContent xmlns:mc="http://schemas.openxmlformats.org/markup-compatibility/2006">
              <mc:Choice xmlns:v="urn:schemas-microsoft-com:vml" Requires="v">
                <p:oleObj spid="_x0000_s3086" name="" r:id="rId5" imgW="177165" imgH="228600" progId="Equation.DSMT4">
                  <p:embed/>
                </p:oleObj>
              </mc:Choice>
              <mc:Fallback>
                <p:oleObj name="" r:id="rId5" imgW="177165" imgH="228600" progId="Equation.DSMT4">
                  <p:embed/>
                  <p:pic>
                    <p:nvPicPr>
                      <p:cNvPr id="0" name="图片 3085"/>
                      <p:cNvPicPr/>
                      <p:nvPr/>
                    </p:nvPicPr>
                    <p:blipFill>
                      <a:blip r:embed="rId6"/>
                      <a:stretch>
                        <a:fillRect/>
                      </a:stretch>
                    </p:blipFill>
                    <p:spPr>
                      <a:xfrm>
                        <a:off x="5356225" y="4181475"/>
                        <a:ext cx="504825" cy="525463"/>
                      </a:xfrm>
                      <a:prstGeom prst="rect">
                        <a:avLst/>
                      </a:prstGeom>
                      <a:noFill/>
                      <a:ln w="38100">
                        <a:noFill/>
                        <a:miter/>
                      </a:ln>
                    </p:spPr>
                  </p:pic>
                </p:oleObj>
              </mc:Fallback>
            </mc:AlternateContent>
          </a:graphicData>
        </a:graphic>
      </p:graphicFrame>
      <p:sp>
        <p:nvSpPr>
          <p:cNvPr id="41991" name="Text Box 5"/>
          <p:cNvSpPr txBox="1"/>
          <p:nvPr/>
        </p:nvSpPr>
        <p:spPr>
          <a:xfrm>
            <a:off x="3743325" y="0"/>
            <a:ext cx="5400675" cy="706438"/>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华文新魏" panose="02010800040101010101" pitchFamily="2" charset="-122"/>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ea typeface="+mn-ea"/>
                <a:cs typeface="华文新魏" panose="02010800040101010101" pitchFamily="2" charset="-122"/>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ea typeface="+mn-ea"/>
                <a:cs typeface="华文新魏" panose="02010800040101010101" pitchFamily="2" charset="-122"/>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ea typeface="+mn-ea"/>
                <a:cs typeface="华文新魏" panose="02010800040101010101" pitchFamily="2" charset="-122"/>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ea typeface="+mn-ea"/>
                <a:cs typeface="华文新魏" panose="02010800040101010101" pitchFamily="2" charset="-122"/>
              </a:defRPr>
            </a:lvl5pPr>
          </a:lstStyle>
          <a:p>
            <a:pPr marL="0" lvl="0" indent="0" algn="ctr" eaLnBrk="1" hangingPunct="1">
              <a:spcBef>
                <a:spcPct val="0"/>
              </a:spcBef>
              <a:buClrTx/>
              <a:buSzTx/>
              <a:buFontTx/>
              <a:buNone/>
            </a:pPr>
            <a:r>
              <a:rPr lang="en-US" altLang="zh-CN" sz="4000" b="1" dirty="0">
                <a:solidFill>
                  <a:srgbClr val="0000FF"/>
                </a:solidFill>
                <a:latin typeface="Arial" panose="020B0604020202020204" pitchFamily="34" charset="0"/>
                <a:sym typeface="宋体" panose="02010600030101010101" pitchFamily="2" charset="-122"/>
              </a:rPr>
              <a:t>4.1.2 高斯</a:t>
            </a:r>
            <a:r>
              <a:rPr lang="zh-CN" altLang="en-US" sz="4000" b="1" dirty="0">
                <a:solidFill>
                  <a:srgbClr val="0000FF"/>
                </a:solidFill>
                <a:latin typeface="Arial" panose="020B0604020202020204" pitchFamily="34" charset="0"/>
                <a:sym typeface="宋体" panose="02010600030101010101" pitchFamily="2" charset="-122"/>
              </a:rPr>
              <a:t>混合</a:t>
            </a:r>
            <a:r>
              <a:rPr lang="en-US" altLang="zh-CN" sz="4000" b="1" dirty="0">
                <a:solidFill>
                  <a:srgbClr val="0000FF"/>
                </a:solidFill>
                <a:latin typeface="Arial" panose="020B0604020202020204" pitchFamily="34" charset="0"/>
                <a:sym typeface="宋体" panose="02010600030101010101" pitchFamily="2" charset="-122"/>
              </a:rPr>
              <a:t>模型</a:t>
            </a:r>
            <a:endParaRPr lang="en-US" altLang="zh-CN" sz="4000" b="1" dirty="0">
              <a:solidFill>
                <a:srgbClr val="0000FF"/>
              </a:solidFill>
              <a:latin typeface="Arial" panose="020B0604020202020204" pitchFamily="34" charset="0"/>
              <a:sym typeface="宋体" panose="02010600030101010101" pitchFamily="2" charset="-122"/>
            </a:endParaRPr>
          </a:p>
        </p:txBody>
      </p:sp>
    </p:spTree>
  </p:cSld>
  <p:clrMapOvr>
    <a:masterClrMapping/>
  </p:clrMapOvr>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3010" name="Rectangle 5"/>
          <p:cNvSpPr/>
          <p:nvPr/>
        </p:nvSpPr>
        <p:spPr>
          <a:xfrm>
            <a:off x="681038" y="981075"/>
            <a:ext cx="8139112" cy="4832350"/>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华文新魏" panose="02010800040101010101" pitchFamily="2" charset="-122"/>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ea typeface="+mn-ea"/>
                <a:cs typeface="华文新魏" panose="02010800040101010101" pitchFamily="2" charset="-122"/>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ea typeface="+mn-ea"/>
                <a:cs typeface="华文新魏" panose="02010800040101010101" pitchFamily="2" charset="-122"/>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ea typeface="+mn-ea"/>
                <a:cs typeface="华文新魏" panose="02010800040101010101" pitchFamily="2" charset="-122"/>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ea typeface="+mn-ea"/>
                <a:cs typeface="华文新魏" panose="02010800040101010101" pitchFamily="2" charset="-122"/>
              </a:defRPr>
            </a:lvl5pPr>
          </a:lstStyle>
          <a:p>
            <a:pPr marL="0" lvl="0" indent="0" algn="ctr" eaLnBrk="1" hangingPunct="1">
              <a:spcBef>
                <a:spcPts val="575"/>
              </a:spcBef>
              <a:buClr>
                <a:srgbClr val="D34817"/>
              </a:buClr>
              <a:buSzPct val="85000"/>
              <a:buNone/>
            </a:pPr>
            <a:r>
              <a:rPr lang="en-US" altLang="zh-CN" sz="3600" b="1" dirty="0">
                <a:solidFill>
                  <a:srgbClr val="0000CC"/>
                </a:solidFill>
                <a:latin typeface="黑体" panose="02010609060101010101" pitchFamily="49" charset="-122"/>
                <a:ea typeface="黑体" panose="02010609060101010101" pitchFamily="49" charset="-122"/>
                <a:sym typeface="Fences" charset="0"/>
              </a:rPr>
              <a:t>4.1.3 </a:t>
            </a:r>
            <a:r>
              <a:rPr lang="zh-CN" altLang="zh-CN" sz="3600" b="1" dirty="0">
                <a:solidFill>
                  <a:srgbClr val="0000CC"/>
                </a:solidFill>
                <a:latin typeface="黑体" panose="02010609060101010101" pitchFamily="49" charset="-122"/>
                <a:ea typeface="黑体" panose="02010609060101010101" pitchFamily="49" charset="-122"/>
                <a:sym typeface="Fences" charset="0"/>
              </a:rPr>
              <a:t>EM算法求解高斯混合模</a:t>
            </a:r>
            <a:r>
              <a:rPr lang="en-US" altLang="zh-CN" sz="3600" b="1" dirty="0">
                <a:solidFill>
                  <a:srgbClr val="0000CC"/>
                </a:solidFill>
                <a:latin typeface="黑体" panose="02010609060101010101" pitchFamily="49" charset="-122"/>
                <a:ea typeface="黑体" panose="02010609060101010101" pitchFamily="49" charset="-122"/>
                <a:sym typeface="Fences" charset="0"/>
              </a:rPr>
              <a:t>型</a:t>
            </a:r>
            <a:endParaRPr lang="zh-CN" altLang="en-US" sz="3600" b="1" dirty="0">
              <a:solidFill>
                <a:srgbClr val="0000CC"/>
              </a:solidFill>
              <a:latin typeface="黑体" panose="02010609060101010101" pitchFamily="49" charset="-122"/>
              <a:ea typeface="黑体" panose="02010609060101010101" pitchFamily="49" charset="-122"/>
              <a:sym typeface="Fences" charset="0"/>
            </a:endParaRPr>
          </a:p>
          <a:p>
            <a:pPr marL="0" lvl="0" indent="0" algn="just" eaLnBrk="1" hangingPunct="1">
              <a:spcBef>
                <a:spcPts val="575"/>
              </a:spcBef>
              <a:buClr>
                <a:srgbClr val="D34817"/>
              </a:buClr>
              <a:buSzPct val="85000"/>
              <a:buFont typeface="Wingdings" panose="05000000000000000000" pitchFamily="2" charset="2"/>
              <a:buChar char="n"/>
            </a:pPr>
            <a:r>
              <a:rPr lang="zh-CN" altLang="zh-CN" sz="2800" b="1" dirty="0">
                <a:latin typeface="宋体" panose="02010600030101010101" pitchFamily="2" charset="-122"/>
                <a:ea typeface="黑体" panose="02010609060101010101" pitchFamily="49" charset="-122"/>
              </a:rPr>
              <a:t>在统计模型中，EM算法是一种</a:t>
            </a:r>
            <a:r>
              <a:rPr lang="en-US" altLang="zh-CN" sz="2800" b="1" dirty="0">
                <a:solidFill>
                  <a:srgbClr val="0000CC"/>
                </a:solidFill>
                <a:latin typeface="宋体" panose="02010600030101010101" pitchFamily="2" charset="-122"/>
                <a:ea typeface="黑体" panose="02010609060101010101" pitchFamily="49" charset="-122"/>
              </a:rPr>
              <a:t>求参数的最大似然</a:t>
            </a:r>
            <a:r>
              <a:rPr lang="zh-CN" altLang="zh-CN" sz="2800" b="1" dirty="0">
                <a:latin typeface="宋体" panose="02010600030101010101" pitchFamily="2" charset="-122"/>
                <a:ea typeface="黑体" panose="02010609060101010101" pitchFamily="49" charset="-122"/>
              </a:rPr>
              <a:t>或</a:t>
            </a:r>
            <a:r>
              <a:rPr lang="en-US" altLang="zh-CN" sz="2800" b="1" dirty="0">
                <a:solidFill>
                  <a:srgbClr val="0000CC"/>
                </a:solidFill>
                <a:latin typeface="宋体" panose="02010600030101010101" pitchFamily="2" charset="-122"/>
                <a:ea typeface="黑体" panose="02010609060101010101" pitchFamily="49" charset="-122"/>
              </a:rPr>
              <a:t>最大后验概率(</a:t>
            </a:r>
            <a:r>
              <a:rPr lang="zh-CN" altLang="zh-CN" sz="2800" b="1" dirty="0">
                <a:latin typeface="宋体" panose="02010600030101010101" pitchFamily="2" charset="-122"/>
                <a:ea typeface="黑体" panose="02010609060101010101" pitchFamily="49" charset="-122"/>
              </a:rPr>
              <a:t>MAP</a:t>
            </a:r>
            <a:r>
              <a:rPr lang="en-US" altLang="zh-CN" sz="2800" b="1" dirty="0">
                <a:solidFill>
                  <a:srgbClr val="0000CC"/>
                </a:solidFill>
                <a:latin typeface="宋体" panose="02010600030101010101" pitchFamily="2" charset="-122"/>
                <a:ea typeface="黑体" panose="02010609060101010101" pitchFamily="49" charset="-122"/>
              </a:rPr>
              <a:t>)估计</a:t>
            </a:r>
            <a:r>
              <a:rPr lang="zh-CN" altLang="zh-CN" sz="2800" b="1" dirty="0">
                <a:latin typeface="宋体" panose="02010600030101010101" pitchFamily="2" charset="-122"/>
                <a:ea typeface="黑体" panose="02010609060101010101" pitchFamily="49" charset="-122"/>
              </a:rPr>
              <a:t>的迭代方法，其模型依赖于未观测到的隐含变量。</a:t>
            </a:r>
            <a:endParaRPr lang="zh-CN" altLang="zh-CN" sz="2800" b="1" dirty="0">
              <a:latin typeface="宋体" panose="02010600030101010101" pitchFamily="2" charset="-122"/>
              <a:ea typeface="黑体" panose="02010609060101010101" pitchFamily="49" charset="-122"/>
            </a:endParaRPr>
          </a:p>
          <a:p>
            <a:pPr marL="0" lvl="0" indent="0" algn="just" eaLnBrk="1" hangingPunct="1">
              <a:spcBef>
                <a:spcPts val="575"/>
              </a:spcBef>
              <a:buClr>
                <a:srgbClr val="D34817"/>
              </a:buClr>
              <a:buSzPct val="85000"/>
              <a:buFont typeface="Wingdings" panose="05000000000000000000" pitchFamily="2" charset="2"/>
              <a:buChar char="n"/>
            </a:pPr>
            <a:r>
              <a:rPr lang="zh-CN" altLang="zh-CN" sz="2800" b="1" dirty="0">
                <a:latin typeface="宋体" panose="02010600030101010101" pitchFamily="2" charset="-122"/>
                <a:ea typeface="黑体" panose="02010609060101010101" pitchFamily="49" charset="-122"/>
              </a:rPr>
              <a:t>EM算法</a:t>
            </a:r>
            <a:r>
              <a:rPr lang="zh-CN" altLang="zh-CN" sz="2800" b="1" dirty="0">
                <a:solidFill>
                  <a:srgbClr val="FF0000"/>
                </a:solidFill>
                <a:latin typeface="宋体" panose="02010600030101010101" pitchFamily="2" charset="-122"/>
                <a:ea typeface="黑体" panose="02010609060101010101" pitchFamily="49" charset="-122"/>
              </a:rPr>
              <a:t>迭代地交替执行</a:t>
            </a:r>
            <a:r>
              <a:rPr lang="zh-CN" altLang="zh-CN" sz="2800" b="1" dirty="0">
                <a:latin typeface="宋体" panose="02010600030101010101" pitchFamily="2" charset="-122"/>
                <a:ea typeface="黑体" panose="02010609060101010101" pitchFamily="49" charset="-122"/>
              </a:rPr>
              <a:t>期望(E)步和最大化(M)步，</a:t>
            </a:r>
            <a:endParaRPr lang="en-US" altLang="zh-CN" sz="2800" b="1" dirty="0">
              <a:latin typeface="宋体" panose="02010600030101010101" pitchFamily="2" charset="-122"/>
              <a:ea typeface="黑体" panose="02010609060101010101" pitchFamily="49" charset="-122"/>
            </a:endParaRPr>
          </a:p>
          <a:p>
            <a:pPr marL="0" lvl="0" indent="0" algn="just" eaLnBrk="1" hangingPunct="1">
              <a:spcBef>
                <a:spcPts val="575"/>
              </a:spcBef>
              <a:buClr>
                <a:srgbClr val="D34817"/>
              </a:buClr>
              <a:buSzPct val="85000"/>
              <a:buFont typeface="Wingdings" panose="05000000000000000000" pitchFamily="2" charset="2"/>
              <a:buChar char="n"/>
            </a:pPr>
            <a:r>
              <a:rPr lang="zh-CN" altLang="zh-CN" sz="2800" b="1" dirty="0">
                <a:latin typeface="宋体" panose="02010600030101010101" pitchFamily="2" charset="-122"/>
                <a:ea typeface="黑体" panose="02010609060101010101" pitchFamily="49" charset="-122"/>
              </a:rPr>
              <a:t>E</a:t>
            </a:r>
            <a:r>
              <a:rPr lang="zh-CN" altLang="en-US" sz="2800" b="1" dirty="0">
                <a:latin typeface="宋体" panose="02010600030101010101" pitchFamily="2" charset="-122"/>
                <a:ea typeface="黑体" panose="02010609060101010101" pitchFamily="49" charset="-122"/>
              </a:rPr>
              <a:t>步</a:t>
            </a:r>
            <a:r>
              <a:rPr lang="zh-CN" altLang="zh-CN" sz="2800" b="1" dirty="0">
                <a:latin typeface="宋体" panose="02010600030101010101" pitchFamily="2" charset="-122"/>
                <a:ea typeface="黑体" panose="02010609060101010101" pitchFamily="49" charset="-122"/>
              </a:rPr>
              <a:t>使用参数的当前估计计算的对数似然的期望值创建函数</a:t>
            </a:r>
            <a:r>
              <a:rPr lang="zh-CN" altLang="en-US" sz="2800" b="1" dirty="0">
                <a:latin typeface="宋体" panose="02010600030101010101" pitchFamily="2" charset="-122"/>
                <a:ea typeface="黑体" panose="02010609060101010101" pitchFamily="49" charset="-122"/>
              </a:rPr>
              <a:t>。</a:t>
            </a:r>
            <a:endParaRPr lang="en-US" altLang="zh-CN" sz="2800" b="1" dirty="0">
              <a:latin typeface="宋体" panose="02010600030101010101" pitchFamily="2" charset="-122"/>
              <a:ea typeface="黑体" panose="02010609060101010101" pitchFamily="49" charset="-122"/>
            </a:endParaRPr>
          </a:p>
          <a:p>
            <a:pPr marL="0" lvl="0" indent="0" algn="just" eaLnBrk="1" hangingPunct="1">
              <a:spcBef>
                <a:spcPts val="575"/>
              </a:spcBef>
              <a:buClr>
                <a:srgbClr val="D34817"/>
              </a:buClr>
              <a:buSzPct val="85000"/>
              <a:buFont typeface="Wingdings" panose="05000000000000000000" pitchFamily="2" charset="2"/>
              <a:buChar char="n"/>
            </a:pPr>
            <a:r>
              <a:rPr lang="zh-CN" altLang="zh-CN" sz="2800" b="1" dirty="0">
                <a:latin typeface="宋体" panose="02010600030101010101" pitchFamily="2" charset="-122"/>
                <a:ea typeface="黑体" panose="02010609060101010101" pitchFamily="49" charset="-122"/>
              </a:rPr>
              <a:t>M</a:t>
            </a:r>
            <a:r>
              <a:rPr lang="zh-CN" altLang="en-US" sz="2800" b="1" dirty="0">
                <a:latin typeface="宋体" panose="02010600030101010101" pitchFamily="2" charset="-122"/>
                <a:ea typeface="黑体" panose="02010609060101010101" pitchFamily="49" charset="-122"/>
              </a:rPr>
              <a:t>步</a:t>
            </a:r>
            <a:r>
              <a:rPr lang="zh-CN" altLang="zh-CN" sz="2800" b="1" dirty="0">
                <a:latin typeface="宋体" panose="02010600030101010101" pitchFamily="2" charset="-122"/>
                <a:ea typeface="黑体" panose="02010609060101010101" pitchFamily="49" charset="-122"/>
              </a:rPr>
              <a:t>计算最大化在E</a:t>
            </a:r>
            <a:r>
              <a:rPr lang="zh-CN" altLang="en-US" sz="2800" b="1" dirty="0">
                <a:latin typeface="宋体" panose="02010600030101010101" pitchFamily="2" charset="-122"/>
                <a:ea typeface="黑体" panose="02010609060101010101" pitchFamily="49" charset="-122"/>
              </a:rPr>
              <a:t>步</a:t>
            </a:r>
            <a:r>
              <a:rPr lang="zh-CN" altLang="zh-CN" sz="2800" b="1" dirty="0">
                <a:latin typeface="宋体" panose="02010600030101010101" pitchFamily="2" charset="-122"/>
                <a:ea typeface="黑体" panose="02010609060101010101" pitchFamily="49" charset="-122"/>
              </a:rPr>
              <a:t>上找到的期望对数似然的参数。然后用这些参数估计来确定下一步中隐含变量的分布。</a:t>
            </a:r>
            <a:endParaRPr lang="zh-CN" altLang="zh-CN" sz="2800" b="1" dirty="0">
              <a:solidFill>
                <a:srgbClr val="000000"/>
              </a:solidFill>
              <a:latin typeface="宋体" panose="02010600030101010101" pitchFamily="2" charset="-122"/>
              <a:ea typeface="黑体" panose="02010609060101010101" pitchFamily="49" charset="-122"/>
            </a:endParaRPr>
          </a:p>
        </p:txBody>
      </p:sp>
      <p:sp>
        <p:nvSpPr>
          <p:cNvPr id="43011" name="Rectangle 5"/>
          <p:cNvSpPr/>
          <p:nvPr/>
        </p:nvSpPr>
        <p:spPr>
          <a:xfrm>
            <a:off x="0" y="0"/>
            <a:ext cx="9144000" cy="0"/>
          </a:xfrm>
          <a:prstGeom prst="rect">
            <a:avLst/>
          </a:prstGeom>
          <a:noFill/>
          <a:ln w="9525">
            <a:noFill/>
          </a:ln>
        </p:spPr>
        <p:txBody>
          <a:bodyPr wrap="none" anchor="ctr" anchorCtr="0">
            <a:spAutoFit/>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华文新魏" panose="02010800040101010101" pitchFamily="2" charset="-122"/>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ea typeface="+mn-ea"/>
                <a:cs typeface="华文新魏" panose="02010800040101010101" pitchFamily="2" charset="-122"/>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ea typeface="+mn-ea"/>
                <a:cs typeface="华文新魏" panose="02010800040101010101" pitchFamily="2" charset="-122"/>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ea typeface="+mn-ea"/>
                <a:cs typeface="华文新魏" panose="02010800040101010101" pitchFamily="2" charset="-122"/>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ea typeface="+mn-ea"/>
                <a:cs typeface="华文新魏" panose="02010800040101010101" pitchFamily="2" charset="-122"/>
              </a:defRPr>
            </a:lvl5pPr>
          </a:lstStyle>
          <a:p>
            <a:pPr marL="0" lvl="0" indent="0" eaLnBrk="1" hangingPunct="1">
              <a:spcBef>
                <a:spcPct val="0"/>
              </a:spcBef>
              <a:buClrTx/>
              <a:buSzTx/>
              <a:buFontTx/>
              <a:buNone/>
            </a:pPr>
            <a:endParaRPr lang="zh-CN" altLang="en-US" sz="1800" dirty="0">
              <a:latin typeface="Arial" panose="020B0604020202020204" pitchFamily="34" charset="0"/>
            </a:endParaRPr>
          </a:p>
        </p:txBody>
      </p:sp>
    </p:spTree>
  </p:cSld>
  <p:clrMapOvr>
    <a:masterClrMapping/>
  </p:clrMapOvr>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 name="Rectangle 5"/>
          <p:cNvSpPr/>
          <p:nvPr/>
        </p:nvSpPr>
        <p:spPr>
          <a:xfrm>
            <a:off x="728663" y="1044575"/>
            <a:ext cx="7970838" cy="4768850"/>
          </a:xfrm>
          <a:prstGeom prst="rect">
            <a:avLst/>
          </a:prstGeom>
          <a:noFill/>
          <a:ln w="9525">
            <a:noFill/>
          </a:ln>
        </p:spPr>
        <p:txBody>
          <a:bodyPr>
            <a:spAutoFit/>
          </a:bodyPr>
          <a:lstStyle/>
          <a:p>
            <a:pPr marL="0" marR="0" lvl="0" indent="0" algn="just" defTabSz="914400" rtl="0" eaLnBrk="1" fontAlgn="base" latinLnBrk="0" hangingPunct="1">
              <a:lnSpc>
                <a:spcPct val="100000"/>
              </a:lnSpc>
              <a:spcBef>
                <a:spcPts val="575"/>
              </a:spcBef>
              <a:spcAft>
                <a:spcPct val="0"/>
              </a:spcAft>
              <a:buClr>
                <a:srgbClr val="D34817"/>
              </a:buClr>
              <a:buSzPct val="85000"/>
              <a:buFont typeface="Wingdings" panose="05000000000000000000" charset="0"/>
              <a:buNone/>
              <a:defRPr/>
            </a:pPr>
            <a:r>
              <a:rPr kumimoji="1" lang="en-US" sz="2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Times New Roman" panose="02020603050405020304" pitchFamily="18" charset="0"/>
              </a:rPr>
              <a:t>    </a:t>
            </a:r>
            <a:r>
              <a:rPr kumimoji="1" sz="2800" b="1" i="0" u="none" strike="noStrike" kern="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Times New Roman" panose="02020603050405020304" pitchFamily="18" charset="0"/>
              </a:rPr>
              <a:t>EM要求解问题</a:t>
            </a:r>
            <a:r>
              <a:rPr kumimoji="1" sz="2800" b="1" i="0" u="none" strike="noStrike" kern="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Times New Roman" panose="02020603050405020304" pitchFamily="18" charset="0"/>
                <a:sym typeface="+mn-ea"/>
              </a:rPr>
              <a:t>的</a:t>
            </a:r>
            <a:r>
              <a:rPr kumimoji="1" sz="2800" b="1" i="0" u="none" strike="noStrike" kern="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Times New Roman" panose="02020603050405020304" pitchFamily="18" charset="0"/>
              </a:rPr>
              <a:t>一般形式是</a:t>
            </a:r>
            <a:r>
              <a:rPr kumimoji="1" lang="zh-CN" sz="2800" b="1" i="0" u="none" strike="noStrike" kern="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Times New Roman" panose="02020603050405020304" pitchFamily="18" charset="0"/>
              </a:rPr>
              <a:t>：</a:t>
            </a:r>
            <a:endParaRPr kumimoji="1" lang="zh-CN" sz="2800" b="1" i="0" u="none" strike="noStrike" kern="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just" defTabSz="914400" rtl="0" eaLnBrk="1" fontAlgn="base" latinLnBrk="0" hangingPunct="1">
              <a:lnSpc>
                <a:spcPct val="100000"/>
              </a:lnSpc>
              <a:spcBef>
                <a:spcPts val="575"/>
              </a:spcBef>
              <a:spcAft>
                <a:spcPct val="0"/>
              </a:spcAft>
              <a:buClr>
                <a:srgbClr val="D34817"/>
              </a:buClr>
              <a:buSzPct val="85000"/>
              <a:buFont typeface="Wingdings" panose="05000000000000000000" charset="0"/>
              <a:buNone/>
              <a:defRPr/>
            </a:pPr>
            <a:endParaRPr kumimoji="1" lang="zh-CN" sz="28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just" defTabSz="914400" rtl="0" eaLnBrk="1" fontAlgn="base" latinLnBrk="0" hangingPunct="1">
              <a:lnSpc>
                <a:spcPct val="100000"/>
              </a:lnSpc>
              <a:spcBef>
                <a:spcPts val="575"/>
              </a:spcBef>
              <a:spcAft>
                <a:spcPct val="0"/>
              </a:spcAft>
              <a:buClr>
                <a:srgbClr val="D34817"/>
              </a:buClr>
              <a:buSzPct val="85000"/>
              <a:buFont typeface="Wingdings" panose="05000000000000000000" charset="0"/>
              <a:buNone/>
              <a:defRPr/>
            </a:pPr>
            <a:endParaRPr kumimoji="1" lang="zh-CN" sz="28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just" defTabSz="914400" rtl="0" eaLnBrk="1" fontAlgn="base" latinLnBrk="0" hangingPunct="1">
              <a:lnSpc>
                <a:spcPct val="100000"/>
              </a:lnSpc>
              <a:spcBef>
                <a:spcPts val="575"/>
              </a:spcBef>
              <a:spcAft>
                <a:spcPct val="0"/>
              </a:spcAft>
              <a:buClr>
                <a:srgbClr val="D34817"/>
              </a:buClr>
              <a:buSzPct val="85000"/>
              <a:buFont typeface="Wingdings" panose="05000000000000000000" charset="0"/>
              <a:buNone/>
              <a:defRPr/>
            </a:pPr>
            <a:r>
              <a:rPr kumimoji="1" lang="zh-CN" sz="28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其中Y是隐含变量。</a:t>
            </a:r>
            <a:endParaRPr kumimoji="1" lang="zh-CN" sz="28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just" defTabSz="914400" rtl="0" eaLnBrk="1" fontAlgn="base" latinLnBrk="0" hangingPunct="1">
              <a:lnSpc>
                <a:spcPct val="100000"/>
              </a:lnSpc>
              <a:spcBef>
                <a:spcPts val="575"/>
              </a:spcBef>
              <a:spcAft>
                <a:spcPct val="0"/>
              </a:spcAft>
              <a:buClr>
                <a:srgbClr val="D34817"/>
              </a:buClr>
              <a:buSzPct val="85000"/>
              <a:buFont typeface="Wingdings" panose="05000000000000000000" charset="0"/>
              <a:buNone/>
              <a:defRPr/>
            </a:pPr>
            <a:r>
              <a:rPr kumimoji="1" lang="zh-CN" sz="28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        如果已知数据点的分类标签Y，则可以使用</a:t>
            </a:r>
            <a:r>
              <a:rPr kumimoji="1" lang="zh-CN" sz="28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cs typeface="Times New Roman" panose="02020603050405020304" pitchFamily="18" charset="0"/>
              </a:rPr>
              <a:t>最大似然估计</a:t>
            </a:r>
            <a:r>
              <a:rPr kumimoji="1" lang="zh-CN" sz="28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直接求解模型参数。</a:t>
            </a:r>
            <a:endParaRPr kumimoji="1" lang="zh-CN" sz="28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just" defTabSz="914400" rtl="0" eaLnBrk="1" fontAlgn="base" latinLnBrk="0" hangingPunct="1">
              <a:lnSpc>
                <a:spcPct val="100000"/>
              </a:lnSpc>
              <a:spcBef>
                <a:spcPts val="575"/>
              </a:spcBef>
              <a:spcAft>
                <a:spcPct val="0"/>
              </a:spcAft>
              <a:buClr>
                <a:srgbClr val="D34817"/>
              </a:buClr>
              <a:buSzPct val="85000"/>
              <a:buFont typeface="Wingdings" panose="05000000000000000000" charset="0"/>
              <a:buNone/>
              <a:defRPr/>
            </a:pPr>
            <a:r>
              <a:rPr kumimoji="1" lang="zh-CN" sz="28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        EM算法的</a:t>
            </a:r>
            <a:r>
              <a:rPr kumimoji="1" lang="zh-CN" sz="28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cs typeface="Times New Roman" panose="02020603050405020304" pitchFamily="18" charset="0"/>
              </a:rPr>
              <a:t>基本思路</a:t>
            </a:r>
            <a:r>
              <a:rPr kumimoji="1" lang="zh-CN" sz="28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是：随机初始化</a:t>
            </a:r>
            <a:r>
              <a:rPr kumimoji="1" lang="zh-CN" sz="28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一组模型参数     </a:t>
            </a:r>
            <a:r>
              <a:rPr kumimoji="1" lang="zh-CN" sz="28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，并根据后验概率更新Y的预期     ，然后用   </a:t>
            </a:r>
            <a:r>
              <a:rPr kumimoji="1" lang="en-US" altLang="zh-CN" sz="28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	</a:t>
            </a:r>
            <a:r>
              <a:rPr kumimoji="1" lang="zh-CN" sz="28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代替Y求出新的模型参数     。如此迭代直到 趋于稳定。</a:t>
            </a:r>
            <a:endParaRPr kumimoji="1" lang="en-US" altLang="zh-CN" sz="28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
        <p:nvSpPr>
          <p:cNvPr id="44035" name="Rectangle 5"/>
          <p:cNvSpPr/>
          <p:nvPr/>
        </p:nvSpPr>
        <p:spPr>
          <a:xfrm>
            <a:off x="0" y="0"/>
            <a:ext cx="9144000" cy="0"/>
          </a:xfrm>
          <a:prstGeom prst="rect">
            <a:avLst/>
          </a:prstGeom>
          <a:noFill/>
          <a:ln w="9525">
            <a:noFill/>
          </a:ln>
        </p:spPr>
        <p:txBody>
          <a:bodyPr wrap="none" anchor="ctr" anchorCtr="0">
            <a:spAutoFit/>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华文新魏" panose="02010800040101010101" pitchFamily="2" charset="-122"/>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ea typeface="+mn-ea"/>
                <a:cs typeface="华文新魏" panose="02010800040101010101" pitchFamily="2" charset="-122"/>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ea typeface="+mn-ea"/>
                <a:cs typeface="华文新魏" panose="02010800040101010101" pitchFamily="2" charset="-122"/>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ea typeface="+mn-ea"/>
                <a:cs typeface="华文新魏" panose="02010800040101010101" pitchFamily="2" charset="-122"/>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ea typeface="+mn-ea"/>
                <a:cs typeface="华文新魏" panose="02010800040101010101" pitchFamily="2" charset="-122"/>
              </a:defRPr>
            </a:lvl5pPr>
          </a:lstStyle>
          <a:p>
            <a:pPr marL="0" lvl="0" indent="0" eaLnBrk="1" hangingPunct="1">
              <a:spcBef>
                <a:spcPct val="0"/>
              </a:spcBef>
              <a:buClrTx/>
              <a:buSzTx/>
              <a:buFontTx/>
              <a:buNone/>
            </a:pPr>
            <a:endParaRPr lang="zh-CN" altLang="en-US" sz="1800" dirty="0">
              <a:latin typeface="Arial" panose="020B0604020202020204" pitchFamily="34" charset="0"/>
            </a:endParaRPr>
          </a:p>
        </p:txBody>
      </p:sp>
      <p:graphicFrame>
        <p:nvGraphicFramePr>
          <p:cNvPr id="44036" name="内容占位符 -2147482600"/>
          <p:cNvGraphicFramePr>
            <a:graphicFrameLocks noGrp="1" noChangeAspect="1"/>
          </p:cNvGraphicFramePr>
          <p:nvPr>
            <p:ph sz="half" idx="1"/>
          </p:nvPr>
        </p:nvGraphicFramePr>
        <p:xfrm>
          <a:off x="2149475" y="1562100"/>
          <a:ext cx="4845050" cy="933450"/>
        </p:xfrm>
        <a:graphic>
          <a:graphicData uri="http://schemas.openxmlformats.org/presentationml/2006/ole">
            <mc:AlternateContent xmlns:mc="http://schemas.openxmlformats.org/markup-compatibility/2006">
              <mc:Choice xmlns:v="urn:schemas-microsoft-com:vml" Requires="v">
                <p:oleObj spid="_x0000_s3083" name="" r:id="rId1" imgW="2425700" imgH="469900" progId="Equation.DSMT4">
                  <p:embed/>
                </p:oleObj>
              </mc:Choice>
              <mc:Fallback>
                <p:oleObj name="" r:id="rId1" imgW="2425700" imgH="469900" progId="Equation.DSMT4">
                  <p:embed/>
                  <p:pic>
                    <p:nvPicPr>
                      <p:cNvPr id="0" name="图片 3082"/>
                      <p:cNvPicPr/>
                      <p:nvPr/>
                    </p:nvPicPr>
                    <p:blipFill>
                      <a:blip r:embed="rId2"/>
                      <a:srcRect/>
                      <a:stretch>
                        <a:fillRect/>
                      </a:stretch>
                    </p:blipFill>
                    <p:spPr>
                      <a:xfrm>
                        <a:off x="2149475" y="1562100"/>
                        <a:ext cx="4845050" cy="933450"/>
                      </a:xfrm>
                      <a:prstGeom prst="rect">
                        <a:avLst/>
                      </a:prstGeom>
                      <a:noFill/>
                      <a:ln w="38100">
                        <a:miter/>
                      </a:ln>
                    </p:spPr>
                  </p:pic>
                </p:oleObj>
              </mc:Fallback>
            </mc:AlternateContent>
          </a:graphicData>
        </a:graphic>
      </p:graphicFrame>
      <p:graphicFrame>
        <p:nvGraphicFramePr>
          <p:cNvPr id="44037" name="内容占位符 2">
            <a:hlinkClick r:id="" action="ppaction://ole?verb="/>
          </p:cNvPr>
          <p:cNvGraphicFramePr>
            <a:graphicFrameLocks noGrp="1" noChangeAspect="1"/>
          </p:cNvGraphicFramePr>
          <p:nvPr>
            <p:ph sz="half" idx="2"/>
          </p:nvPr>
        </p:nvGraphicFramePr>
        <p:xfrm>
          <a:off x="1563688" y="4418013"/>
          <a:ext cx="585787" cy="498475"/>
        </p:xfrm>
        <a:graphic>
          <a:graphicData uri="http://schemas.openxmlformats.org/presentationml/2006/ole">
            <mc:AlternateContent xmlns:mc="http://schemas.openxmlformats.org/markup-compatibility/2006">
              <mc:Choice xmlns:v="urn:schemas-microsoft-com:vml" Requires="v">
                <p:oleObj spid="_x0000_s3082" name="" r:id="rId3" imgW="254000" imgH="215900" progId="Equation.DSMT4">
                  <p:embed/>
                </p:oleObj>
              </mc:Choice>
              <mc:Fallback>
                <p:oleObj name="" r:id="rId3" imgW="254000" imgH="215900" progId="Equation.DSMT4">
                  <p:embed/>
                  <p:pic>
                    <p:nvPicPr>
                      <p:cNvPr id="0" name="图片 3081"/>
                      <p:cNvPicPr/>
                      <p:nvPr/>
                    </p:nvPicPr>
                    <p:blipFill>
                      <a:blip r:embed="rId4"/>
                      <a:srcRect/>
                      <a:stretch>
                        <a:fillRect/>
                      </a:stretch>
                    </p:blipFill>
                    <p:spPr>
                      <a:xfrm>
                        <a:off x="1563688" y="4418013"/>
                        <a:ext cx="585787" cy="498475"/>
                      </a:xfrm>
                      <a:prstGeom prst="rect">
                        <a:avLst/>
                      </a:prstGeom>
                      <a:noFill/>
                      <a:ln w="38100">
                        <a:miter/>
                      </a:ln>
                    </p:spPr>
                  </p:pic>
                </p:oleObj>
              </mc:Fallback>
            </mc:AlternateContent>
          </a:graphicData>
        </a:graphic>
      </p:graphicFrame>
      <p:graphicFrame>
        <p:nvGraphicFramePr>
          <p:cNvPr id="44038" name="对象 5">
            <a:hlinkClick r:id="" action="ppaction://ole?verb="/>
          </p:cNvPr>
          <p:cNvGraphicFramePr>
            <a:graphicFrameLocks noChangeAspect="1"/>
          </p:cNvGraphicFramePr>
          <p:nvPr/>
        </p:nvGraphicFramePr>
        <p:xfrm>
          <a:off x="5656263" y="4868863"/>
          <a:ext cx="476250" cy="449262"/>
        </p:xfrm>
        <a:graphic>
          <a:graphicData uri="http://schemas.openxmlformats.org/presentationml/2006/ole">
            <mc:AlternateContent xmlns:mc="http://schemas.openxmlformats.org/markup-compatibility/2006">
              <mc:Choice xmlns:v="urn:schemas-microsoft-com:vml" Requires="v">
                <p:oleObj spid="_x0000_s3076" name="" r:id="rId5" imgW="228600" imgH="215900" progId="Equation.DSMT4">
                  <p:embed/>
                </p:oleObj>
              </mc:Choice>
              <mc:Fallback>
                <p:oleObj name="" r:id="rId5" imgW="228600" imgH="215900" progId="Equation.DSMT4">
                  <p:embed/>
                  <p:pic>
                    <p:nvPicPr>
                      <p:cNvPr id="0" name="图片 3075"/>
                      <p:cNvPicPr/>
                      <p:nvPr/>
                    </p:nvPicPr>
                    <p:blipFill>
                      <a:blip r:embed="rId6"/>
                      <a:stretch>
                        <a:fillRect/>
                      </a:stretch>
                    </p:blipFill>
                    <p:spPr>
                      <a:xfrm>
                        <a:off x="5656263" y="4868863"/>
                        <a:ext cx="476250" cy="449262"/>
                      </a:xfrm>
                      <a:prstGeom prst="rect">
                        <a:avLst/>
                      </a:prstGeom>
                      <a:noFill/>
                      <a:ln w="38100">
                        <a:noFill/>
                        <a:miter/>
                      </a:ln>
                    </p:spPr>
                  </p:pic>
                </p:oleObj>
              </mc:Fallback>
            </mc:AlternateContent>
          </a:graphicData>
        </a:graphic>
      </p:graphicFrame>
      <p:graphicFrame>
        <p:nvGraphicFramePr>
          <p:cNvPr id="44039" name="对象 6">
            <a:hlinkClick r:id="" action="ppaction://ole?verb="/>
          </p:cNvPr>
          <p:cNvGraphicFramePr>
            <a:graphicFrameLocks noChangeAspect="1"/>
          </p:cNvGraphicFramePr>
          <p:nvPr/>
        </p:nvGraphicFramePr>
        <p:xfrm>
          <a:off x="6994525" y="4487863"/>
          <a:ext cx="604838" cy="381000"/>
        </p:xfrm>
        <a:graphic>
          <a:graphicData uri="http://schemas.openxmlformats.org/presentationml/2006/ole">
            <mc:AlternateContent xmlns:mc="http://schemas.openxmlformats.org/markup-compatibility/2006">
              <mc:Choice xmlns:v="urn:schemas-microsoft-com:vml" Requires="v">
                <p:oleObj spid="_x0000_s3077" name="" r:id="rId7" imgW="342900" imgH="215900" progId="Equation.KSEE3">
                  <p:embed/>
                </p:oleObj>
              </mc:Choice>
              <mc:Fallback>
                <p:oleObj name="" r:id="rId7" imgW="342900" imgH="215900" progId="Equation.KSEE3">
                  <p:embed/>
                  <p:pic>
                    <p:nvPicPr>
                      <p:cNvPr id="0" name="图片 3076"/>
                      <p:cNvPicPr/>
                      <p:nvPr/>
                    </p:nvPicPr>
                    <p:blipFill>
                      <a:blip r:embed="rId8"/>
                      <a:stretch>
                        <a:fillRect/>
                      </a:stretch>
                    </p:blipFill>
                    <p:spPr>
                      <a:xfrm>
                        <a:off x="6994525" y="4487863"/>
                        <a:ext cx="604838" cy="381000"/>
                      </a:xfrm>
                      <a:prstGeom prst="rect">
                        <a:avLst/>
                      </a:prstGeom>
                      <a:noFill/>
                      <a:ln w="38100">
                        <a:noFill/>
                        <a:miter/>
                      </a:ln>
                    </p:spPr>
                  </p:pic>
                </p:oleObj>
              </mc:Fallback>
            </mc:AlternateContent>
          </a:graphicData>
        </a:graphic>
      </p:graphicFrame>
      <p:graphicFrame>
        <p:nvGraphicFramePr>
          <p:cNvPr id="44040" name="对象 9">
            <a:hlinkClick r:id="" action="ppaction://ole?verb="/>
          </p:cNvPr>
          <p:cNvGraphicFramePr>
            <a:graphicFrameLocks noChangeAspect="1"/>
          </p:cNvGraphicFramePr>
          <p:nvPr/>
        </p:nvGraphicFramePr>
        <p:xfrm>
          <a:off x="1177925" y="4916488"/>
          <a:ext cx="606425" cy="381000"/>
        </p:xfrm>
        <a:graphic>
          <a:graphicData uri="http://schemas.openxmlformats.org/presentationml/2006/ole">
            <mc:AlternateContent xmlns:mc="http://schemas.openxmlformats.org/markup-compatibility/2006">
              <mc:Choice xmlns:v="urn:schemas-microsoft-com:vml" Requires="v">
                <p:oleObj spid="_x0000_s3087" name="" r:id="rId9" imgW="342900" imgH="215900" progId="Equation.KSEE3">
                  <p:embed/>
                </p:oleObj>
              </mc:Choice>
              <mc:Fallback>
                <p:oleObj name="" r:id="rId9" imgW="342900" imgH="215900" progId="Equation.KSEE3">
                  <p:embed/>
                  <p:pic>
                    <p:nvPicPr>
                      <p:cNvPr id="0" name="图片 3086"/>
                      <p:cNvPicPr/>
                      <p:nvPr/>
                    </p:nvPicPr>
                    <p:blipFill>
                      <a:blip r:embed="rId8"/>
                      <a:stretch>
                        <a:fillRect/>
                      </a:stretch>
                    </p:blipFill>
                    <p:spPr>
                      <a:xfrm>
                        <a:off x="1177925" y="4916488"/>
                        <a:ext cx="606425" cy="381000"/>
                      </a:xfrm>
                      <a:prstGeom prst="rect">
                        <a:avLst/>
                      </a:prstGeom>
                      <a:noFill/>
                      <a:ln w="38100">
                        <a:noFill/>
                        <a:miter/>
                      </a:ln>
                    </p:spPr>
                  </p:pic>
                </p:oleObj>
              </mc:Fallback>
            </mc:AlternateContent>
          </a:graphicData>
        </a:graphic>
      </p:graphicFrame>
      <p:graphicFrame>
        <p:nvGraphicFramePr>
          <p:cNvPr id="44041" name="对象 13">
            <a:hlinkClick r:id="" action="ppaction://ole?verb="/>
          </p:cNvPr>
          <p:cNvGraphicFramePr>
            <a:graphicFrameLocks noChangeAspect="1"/>
          </p:cNvGraphicFramePr>
          <p:nvPr/>
        </p:nvGraphicFramePr>
        <p:xfrm>
          <a:off x="8545513" y="4916488"/>
          <a:ext cx="323850" cy="382587"/>
        </p:xfrm>
        <a:graphic>
          <a:graphicData uri="http://schemas.openxmlformats.org/presentationml/2006/ole">
            <mc:AlternateContent xmlns:mc="http://schemas.openxmlformats.org/markup-compatibility/2006">
              <mc:Choice xmlns:v="urn:schemas-microsoft-com:vml" Requires="v">
                <p:oleObj spid="_x0000_s3078" name="" r:id="rId10" imgW="127000" imgH="177165" progId="Equation.KSEE3">
                  <p:embed/>
                </p:oleObj>
              </mc:Choice>
              <mc:Fallback>
                <p:oleObj name="" r:id="rId10" imgW="127000" imgH="177165" progId="Equation.KSEE3">
                  <p:embed/>
                  <p:pic>
                    <p:nvPicPr>
                      <p:cNvPr id="0" name="图片 3077"/>
                      <p:cNvPicPr/>
                      <p:nvPr/>
                    </p:nvPicPr>
                    <p:blipFill>
                      <a:blip r:embed="rId11"/>
                      <a:stretch>
                        <a:fillRect/>
                      </a:stretch>
                    </p:blipFill>
                    <p:spPr>
                      <a:xfrm>
                        <a:off x="8545513" y="4916488"/>
                        <a:ext cx="323850" cy="382587"/>
                      </a:xfrm>
                      <a:prstGeom prst="rect">
                        <a:avLst/>
                      </a:prstGeom>
                      <a:noFill/>
                      <a:ln w="38100">
                        <a:noFill/>
                        <a:miter/>
                      </a:ln>
                    </p:spPr>
                  </p:pic>
                </p:oleObj>
              </mc:Fallback>
            </mc:AlternateContent>
          </a:graphicData>
        </a:graphic>
      </p:graphicFrame>
      <p:sp>
        <p:nvSpPr>
          <p:cNvPr id="44042" name="Text Box 5"/>
          <p:cNvSpPr txBox="1"/>
          <p:nvPr/>
        </p:nvSpPr>
        <p:spPr>
          <a:xfrm>
            <a:off x="2443163" y="0"/>
            <a:ext cx="6700837" cy="644525"/>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华文新魏" panose="02010800040101010101" pitchFamily="2" charset="-122"/>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ea typeface="+mn-ea"/>
                <a:cs typeface="华文新魏" panose="02010800040101010101" pitchFamily="2" charset="-122"/>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ea typeface="+mn-ea"/>
                <a:cs typeface="华文新魏" panose="02010800040101010101" pitchFamily="2" charset="-122"/>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ea typeface="+mn-ea"/>
                <a:cs typeface="华文新魏" panose="02010800040101010101" pitchFamily="2" charset="-122"/>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ea typeface="+mn-ea"/>
                <a:cs typeface="华文新魏" panose="02010800040101010101" pitchFamily="2" charset="-122"/>
              </a:defRPr>
            </a:lvl5pPr>
          </a:lstStyle>
          <a:p>
            <a:pPr marL="0" lvl="0" indent="0" algn="ctr" eaLnBrk="1" hangingPunct="1">
              <a:spcBef>
                <a:spcPct val="0"/>
              </a:spcBef>
              <a:buClrTx/>
              <a:buSzTx/>
              <a:buFontTx/>
              <a:buNone/>
            </a:pPr>
            <a:r>
              <a:rPr lang="en-US" altLang="zh-CN" sz="3600" b="1" dirty="0">
                <a:solidFill>
                  <a:srgbClr val="0000FF"/>
                </a:solidFill>
                <a:latin typeface="Arial" panose="020B0604020202020204" pitchFamily="34" charset="0"/>
                <a:sym typeface="宋体" panose="02010600030101010101" pitchFamily="2" charset="-122"/>
              </a:rPr>
              <a:t>4.1.3 EM算法求解高斯</a:t>
            </a:r>
            <a:r>
              <a:rPr lang="zh-CN" altLang="en-US" sz="3600" b="1" dirty="0">
                <a:solidFill>
                  <a:srgbClr val="0000FF"/>
                </a:solidFill>
                <a:latin typeface="Arial" panose="020B0604020202020204" pitchFamily="34" charset="0"/>
                <a:sym typeface="宋体" panose="02010600030101010101" pitchFamily="2" charset="-122"/>
              </a:rPr>
              <a:t>混合</a:t>
            </a:r>
            <a:r>
              <a:rPr lang="en-US" altLang="zh-CN" sz="3600" b="1" dirty="0">
                <a:solidFill>
                  <a:srgbClr val="0000FF"/>
                </a:solidFill>
                <a:latin typeface="Arial" panose="020B0604020202020204" pitchFamily="34" charset="0"/>
                <a:sym typeface="宋体" panose="02010600030101010101" pitchFamily="2" charset="-122"/>
              </a:rPr>
              <a:t>模型</a:t>
            </a:r>
            <a:endParaRPr lang="en-US" altLang="zh-CN" sz="3600" b="1" dirty="0">
              <a:solidFill>
                <a:srgbClr val="0000FF"/>
              </a:solidFill>
              <a:latin typeface="Arial" panose="020B0604020202020204" pitchFamily="34" charset="0"/>
              <a:sym typeface="宋体" panose="02010600030101010101" pitchFamily="2" charset="-122"/>
            </a:endParaRPr>
          </a:p>
        </p:txBody>
      </p:sp>
    </p:spTree>
  </p:cSld>
  <p:clrMapOvr>
    <a:masterClrMapping/>
  </p:clrMapOvr>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7" name="Rectangle 5"/>
          <p:cNvSpPr/>
          <p:nvPr/>
        </p:nvSpPr>
        <p:spPr>
          <a:xfrm>
            <a:off x="896938" y="971550"/>
            <a:ext cx="7723188" cy="2970213"/>
          </a:xfrm>
          <a:prstGeom prst="rect">
            <a:avLst/>
          </a:prstGeom>
          <a:noFill/>
          <a:ln w="9525">
            <a:noFill/>
          </a:ln>
        </p:spPr>
        <p:txBody>
          <a:bodyPr>
            <a:spAutoFit/>
          </a:bodyPr>
          <a:lstStyle/>
          <a:p>
            <a:pPr marL="0" marR="0" lvl="0" indent="0" algn="ctr" defTabSz="914400" rtl="0" eaLnBrk="1" fontAlgn="base" latinLnBrk="0" hangingPunct="1">
              <a:lnSpc>
                <a:spcPct val="100000"/>
              </a:lnSpc>
              <a:spcBef>
                <a:spcPts val="575"/>
              </a:spcBef>
              <a:spcAft>
                <a:spcPct val="0"/>
              </a:spcAft>
              <a:buClr>
                <a:srgbClr val="D34817"/>
              </a:buClr>
              <a:buSzPct val="85000"/>
              <a:buFont typeface="Wingdings" panose="05000000000000000000" pitchFamily="2" charset="2"/>
              <a:buNone/>
              <a:defRPr/>
            </a:pPr>
            <a:r>
              <a:rPr kumimoji="1" lang="en-US" altLang="zh-CN" sz="3200" b="1" i="0" u="none" strike="noStrike" kern="0" cap="none" spc="0" normalizeH="0" baseline="0" noProof="0" dirty="0">
                <a:ln>
                  <a:noFill/>
                </a:ln>
                <a:solidFill>
                  <a:srgbClr val="0000CC"/>
                </a:solidFill>
                <a:effectLst/>
                <a:uLnTx/>
                <a:uFillTx/>
                <a:latin typeface="宋体" panose="02010600030101010101" pitchFamily="2" charset="-122"/>
                <a:ea typeface="宋体" panose="02010600030101010101" pitchFamily="2" charset="-122"/>
                <a:cs typeface="Times New Roman" panose="02020603050405020304" pitchFamily="18" charset="0"/>
                <a:sym typeface="+mn-ea"/>
              </a:rPr>
              <a:t>EM算法</a:t>
            </a:r>
            <a:r>
              <a:rPr kumimoji="1" lang="zh-CN" altLang="en-US" sz="3200" b="1" i="0" u="none" strike="noStrike" kern="0" cap="none" spc="0" normalizeH="0" baseline="0" noProof="0" dirty="0">
                <a:ln>
                  <a:noFill/>
                </a:ln>
                <a:solidFill>
                  <a:srgbClr val="0000CC"/>
                </a:solidFill>
                <a:effectLst/>
                <a:uLnTx/>
                <a:uFillTx/>
                <a:latin typeface="宋体" panose="02010600030101010101" pitchFamily="2" charset="-122"/>
                <a:ea typeface="宋体" panose="02010600030101010101" pitchFamily="2" charset="-122"/>
                <a:cs typeface="Times New Roman" panose="02020603050405020304" pitchFamily="18" charset="0"/>
                <a:sym typeface="+mn-ea"/>
              </a:rPr>
              <a:t>的具体步骤</a:t>
            </a:r>
            <a:endParaRPr kumimoji="1" lang="zh-CN" altLang="en-US" sz="3200" b="1" i="0" u="none" strike="noStrike" kern="0" cap="none" spc="0" normalizeH="0" baseline="0" noProof="0" dirty="0">
              <a:ln>
                <a:noFill/>
              </a:ln>
              <a:solidFill>
                <a:srgbClr val="0000CC"/>
              </a:solidFill>
              <a:effectLst/>
              <a:uLnTx/>
              <a:uFillTx/>
              <a:latin typeface="Times New Roman" panose="02020603050405020304" pitchFamily="18" charset="0"/>
              <a:ea typeface="黑体" panose="02010609060101010101" pitchFamily="49" charset="-122"/>
              <a:cs typeface="Times New Roman" panose="02020603050405020304" pitchFamily="18" charset="0"/>
              <a:sym typeface="+mn-ea"/>
            </a:endParaRPr>
          </a:p>
          <a:p>
            <a:pPr marL="0" marR="0" lvl="0" indent="-457200" algn="just" defTabSz="914400" rtl="0" eaLnBrk="1" fontAlgn="base" latinLnBrk="0" hangingPunct="1">
              <a:lnSpc>
                <a:spcPct val="100000"/>
              </a:lnSpc>
              <a:spcBef>
                <a:spcPts val="600"/>
              </a:spcBef>
              <a:spcAft>
                <a:spcPct val="0"/>
              </a:spcAft>
              <a:buClr>
                <a:srgbClr val="D34817"/>
              </a:buClr>
              <a:buSzPct val="85000"/>
              <a:buFont typeface="Wingdings" panose="05000000000000000000" pitchFamily="2" charset="2"/>
              <a:buNone/>
              <a:defRPr/>
            </a:pPr>
            <a:r>
              <a:rPr kumimoji="0" lang="en-US" altLang="zh-CN" sz="2600" b="1" i="0" u="none" strike="noStrike" kern="1200" cap="none" spc="0" normalizeH="0" baseline="0" noProof="0" dirty="0">
                <a:ln>
                  <a:noFill/>
                </a:ln>
                <a:solidFill>
                  <a:schemeClr val="tx2"/>
                </a:solidFill>
                <a:effectLst/>
                <a:uLnTx/>
                <a:uFillTx/>
                <a:latin typeface="Times New Roman" panose="02020603050405020304" pitchFamily="18" charset="0"/>
                <a:ea typeface="宋体" panose="02010600030101010101" pitchFamily="2" charset="-122"/>
                <a:cs typeface="+mn-cs"/>
                <a:sym typeface="+mn-ea"/>
              </a:rPr>
              <a:t>Step1</a:t>
            </a:r>
            <a:r>
              <a:rPr kumimoji="0" lang="en-US" altLang="zh-CN" sz="2800" b="1" i="0" u="none" strike="noStrike" kern="1200" cap="none" spc="0" normalizeH="0" baseline="0" noProof="1">
                <a:ln>
                  <a:noFill/>
                </a:ln>
                <a:solidFill>
                  <a:srgbClr val="000000"/>
                </a:solidFill>
                <a:effectLst/>
                <a:uLnTx/>
                <a:uFillTx/>
                <a:latin typeface="Calibri" panose="020F0502020204030204" pitchFamily="34" charset="0"/>
                <a:ea typeface="宋体" panose="02010600030101010101" pitchFamily="2" charset="-122"/>
                <a:cs typeface="+mn-cs"/>
                <a:sym typeface="+mn-ea"/>
              </a:rPr>
              <a:t>:</a:t>
            </a:r>
            <a:r>
              <a:rPr kumimoji="0" lang="zh-CN" altLang="en-US" sz="2800" b="1" i="0" u="none" strike="noStrike" kern="1200" cap="none" spc="0" normalizeH="0" baseline="0" noProof="1">
                <a:ln>
                  <a:noFill/>
                </a:ln>
                <a:solidFill>
                  <a:srgbClr val="000000"/>
                </a:solidFill>
                <a:effectLst/>
                <a:uLnTx/>
                <a:uFillTx/>
                <a:latin typeface="Calibri" panose="020F0502020204030204" pitchFamily="34" charset="0"/>
                <a:ea typeface="宋体" panose="02010600030101010101" pitchFamily="2" charset="-122"/>
                <a:cs typeface="+mn-cs"/>
                <a:sym typeface="+mn-ea"/>
              </a:rPr>
              <a:t>定义分量数目</a:t>
            </a:r>
            <a:r>
              <a:rPr kumimoji="0" lang="zh-CN" altLang="en-US" sz="2800" b="1" i="0" u="none" strike="noStrike" kern="1200" cap="none" spc="0" normalizeH="0" baseline="0" noProof="1">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sym typeface="+mn-ea"/>
              </a:rPr>
              <a:t>K</a:t>
            </a:r>
            <a:r>
              <a:rPr kumimoji="0" lang="zh-CN" altLang="en-US" sz="2800" b="1" i="0" u="none" strike="noStrike" kern="1200" cap="none" spc="0" normalizeH="0" baseline="0" noProof="1">
                <a:ln>
                  <a:noFill/>
                </a:ln>
                <a:solidFill>
                  <a:srgbClr val="000000"/>
                </a:solidFill>
                <a:effectLst/>
                <a:uLnTx/>
                <a:uFillTx/>
                <a:latin typeface="Calibri" panose="020F0502020204030204" pitchFamily="34" charset="0"/>
                <a:ea typeface="宋体" panose="02010600030101010101" pitchFamily="2" charset="-122"/>
                <a:cs typeface="+mn-cs"/>
                <a:sym typeface="+mn-ea"/>
              </a:rPr>
              <a:t>，对每个分量</a:t>
            </a:r>
            <a:r>
              <a:rPr kumimoji="0" lang="zh-CN" altLang="en-US" sz="2800" b="1" i="0" u="none" strike="noStrike" kern="1200" cap="none" spc="0" normalizeH="0" baseline="0" noProof="1">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sym typeface="+mn-ea"/>
              </a:rPr>
              <a:t>k</a:t>
            </a:r>
            <a:r>
              <a:rPr kumimoji="0" lang="zh-CN" altLang="en-US" sz="2800" b="1" i="0" u="none" strike="noStrike" kern="1200" cap="none" spc="0" normalizeH="0" baseline="0" noProof="1">
                <a:ln>
                  <a:noFill/>
                </a:ln>
                <a:solidFill>
                  <a:srgbClr val="000000"/>
                </a:solidFill>
                <a:effectLst/>
                <a:uLnTx/>
                <a:uFillTx/>
                <a:latin typeface="Calibri" panose="020F0502020204030204" pitchFamily="34" charset="0"/>
                <a:ea typeface="宋体" panose="02010600030101010101" pitchFamily="2" charset="-122"/>
                <a:cs typeface="+mn-cs"/>
                <a:sym typeface="+mn-ea"/>
              </a:rPr>
              <a:t>设置    ， </a:t>
            </a:r>
            <a:r>
              <a:rPr kumimoji="0" lang="en-US" altLang="zh-CN" sz="2800" b="1" i="0" u="none" strike="noStrike" kern="1200" cap="none" spc="0" normalizeH="0" baseline="0" noProof="1">
                <a:ln>
                  <a:noFill/>
                </a:ln>
                <a:solidFill>
                  <a:srgbClr val="000000"/>
                </a:solidFill>
                <a:effectLst/>
                <a:uLnTx/>
                <a:uFillTx/>
                <a:latin typeface="Calibri" panose="020F0502020204030204" pitchFamily="34" charset="0"/>
                <a:ea typeface="宋体" panose="02010600030101010101" pitchFamily="2" charset="-122"/>
                <a:cs typeface="+mn-cs"/>
                <a:sym typeface="+mn-ea"/>
              </a:rPr>
              <a:t>		</a:t>
            </a:r>
            <a:r>
              <a:rPr kumimoji="0" lang="zh-CN" altLang="en-US" sz="2800" b="1" i="0" u="none" strike="noStrike" kern="1200" cap="none" spc="0" normalizeH="0" baseline="0" noProof="1">
                <a:ln>
                  <a:noFill/>
                </a:ln>
                <a:solidFill>
                  <a:srgbClr val="000000"/>
                </a:solidFill>
                <a:effectLst/>
                <a:uLnTx/>
                <a:uFillTx/>
                <a:latin typeface="Calibri" panose="020F0502020204030204" pitchFamily="34" charset="0"/>
                <a:ea typeface="宋体" panose="02010600030101010101" pitchFamily="2" charset="-122"/>
                <a:cs typeface="+mn-cs"/>
                <a:sym typeface="+mn-ea"/>
              </a:rPr>
              <a:t>和      的</a:t>
            </a:r>
            <a:r>
              <a:rPr kumimoji="0" lang="zh-CN" altLang="en-US" sz="2800" b="1" i="0" u="none" strike="noStrike" kern="1200" cap="none" spc="0" normalizeH="0" baseline="0" noProof="1">
                <a:ln>
                  <a:noFill/>
                </a:ln>
                <a:solidFill>
                  <a:srgbClr val="FF0000"/>
                </a:solidFill>
                <a:effectLst/>
                <a:uLnTx/>
                <a:uFillTx/>
                <a:latin typeface="Calibri" panose="020F0502020204030204" pitchFamily="34" charset="0"/>
                <a:ea typeface="宋体" panose="02010600030101010101" pitchFamily="2" charset="-122"/>
                <a:cs typeface="+mn-cs"/>
                <a:sym typeface="+mn-ea"/>
              </a:rPr>
              <a:t>初始值</a:t>
            </a:r>
            <a:r>
              <a:rPr kumimoji="0" lang="zh-CN" altLang="en-US" sz="2800" b="1" i="0" u="none" strike="noStrike" kern="1200" cap="none" spc="0" normalizeH="0" baseline="0" noProof="1">
                <a:ln>
                  <a:noFill/>
                </a:ln>
                <a:solidFill>
                  <a:srgbClr val="000000"/>
                </a:solidFill>
                <a:effectLst/>
                <a:uLnTx/>
                <a:uFillTx/>
                <a:latin typeface="Calibri" panose="020F0502020204030204" pitchFamily="34" charset="0"/>
                <a:ea typeface="宋体" panose="02010600030101010101" pitchFamily="2" charset="-122"/>
                <a:cs typeface="+mn-cs"/>
                <a:sym typeface="+mn-ea"/>
              </a:rPr>
              <a:t>，然后计算对数似然函数；</a:t>
            </a:r>
            <a:endParaRPr kumimoji="0" lang="zh-CN" altLang="en-US" sz="2800" b="1" i="0" u="none" strike="noStrike" kern="1200" cap="none" spc="0" normalizeH="0" baseline="0" noProof="1">
              <a:ln>
                <a:noFill/>
              </a:ln>
              <a:solidFill>
                <a:srgbClr val="000000"/>
              </a:solidFill>
              <a:effectLst/>
              <a:uLnTx/>
              <a:uFillTx/>
              <a:latin typeface="Calibri" panose="020F0502020204030204" pitchFamily="34" charset="0"/>
              <a:ea typeface="宋体" panose="02010600030101010101" pitchFamily="2" charset="-122"/>
              <a:cs typeface="+mn-cs"/>
              <a:sym typeface="+mn-ea"/>
            </a:endParaRPr>
          </a:p>
          <a:p>
            <a:pPr marL="0" marR="0" lvl="0" indent="-457200" algn="just" defTabSz="914400" rtl="0" eaLnBrk="1" fontAlgn="base" latinLnBrk="0" hangingPunct="1">
              <a:lnSpc>
                <a:spcPct val="100000"/>
              </a:lnSpc>
              <a:spcBef>
                <a:spcPts val="600"/>
              </a:spcBef>
              <a:spcAft>
                <a:spcPct val="0"/>
              </a:spcAft>
              <a:buClr>
                <a:srgbClr val="D34817"/>
              </a:buClr>
              <a:buSzPct val="85000"/>
              <a:buFont typeface="Wingdings" panose="05000000000000000000" pitchFamily="2" charset="2"/>
              <a:buNone/>
              <a:defRPr/>
            </a:pPr>
            <a:r>
              <a:rPr kumimoji="0" lang="en-US" altLang="zh-CN" sz="2600" b="1" i="0" u="none" strike="noStrike" kern="1200" cap="none" spc="0" normalizeH="0" baseline="0" noProof="0" dirty="0">
                <a:ln>
                  <a:noFill/>
                </a:ln>
                <a:solidFill>
                  <a:schemeClr val="tx2"/>
                </a:solidFill>
                <a:effectLst/>
                <a:uLnTx/>
                <a:uFillTx/>
                <a:latin typeface="Times New Roman" panose="02020603050405020304" pitchFamily="18" charset="0"/>
                <a:ea typeface="宋体" panose="02010600030101010101" pitchFamily="2" charset="-122"/>
                <a:cs typeface="+mn-cs"/>
                <a:sym typeface="+mn-ea"/>
              </a:rPr>
              <a:t>Step2</a:t>
            </a:r>
            <a:r>
              <a:rPr kumimoji="0" lang="en-US" altLang="zh-CN" sz="2800" b="1" i="0" u="none" strike="noStrike" kern="1200" cap="none" spc="0" normalizeH="0" baseline="0" noProof="1">
                <a:ln>
                  <a:noFill/>
                </a:ln>
                <a:solidFill>
                  <a:srgbClr val="000000"/>
                </a:solidFill>
                <a:effectLst/>
                <a:uLnTx/>
                <a:uFillTx/>
                <a:latin typeface="Calibri" panose="020F0502020204030204" pitchFamily="34" charset="0"/>
                <a:ea typeface="宋体" panose="02010600030101010101" pitchFamily="2" charset="-122"/>
                <a:cs typeface="+mn-cs"/>
                <a:sym typeface="+mn-ea"/>
              </a:rPr>
              <a:t>:</a:t>
            </a:r>
            <a:r>
              <a:rPr kumimoji="0" sz="2800" b="1" i="0" u="none" strike="noStrike" kern="1200" cap="none" spc="0" normalizeH="0" baseline="0" noProof="1">
                <a:ln>
                  <a:noFill/>
                </a:ln>
                <a:solidFill>
                  <a:schemeClr val="tx1"/>
                </a:solidFill>
                <a:effectLst/>
                <a:uLnTx/>
                <a:uFillTx/>
                <a:latin typeface="Times New Roman" panose="02020603050405020304" pitchFamily="18" charset="0"/>
                <a:ea typeface="宋体" panose="02010600030101010101" pitchFamily="2" charset="-122"/>
                <a:cs typeface="Times New Roman" panose="02020603050405020304" pitchFamily="18" charset="0"/>
                <a:sym typeface="+mn-ea"/>
              </a:rPr>
              <a:t>E</a:t>
            </a:r>
            <a:r>
              <a:rPr kumimoji="0" sz="2800" b="1" i="0" u="none" strike="noStrike" kern="1200" cap="none" spc="0" normalizeH="0" baseline="0" noProof="1">
                <a:ln>
                  <a:noFill/>
                </a:ln>
                <a:solidFill>
                  <a:schemeClr val="tx1"/>
                </a:solidFill>
                <a:effectLst/>
                <a:uLnTx/>
                <a:uFillTx/>
                <a:latin typeface="Arial" panose="020B0604020202020204" pitchFamily="34" charset="0"/>
                <a:ea typeface="宋体" panose="02010600030101010101" pitchFamily="2" charset="-122"/>
                <a:cs typeface="+mn-cs"/>
                <a:sym typeface="+mn-ea"/>
              </a:rPr>
              <a:t>步：假设模型参数已知，</a:t>
            </a:r>
            <a:r>
              <a:rPr kumimoji="0" lang="zh-CN" altLang="en-US" sz="2800" b="1" i="0" u="none" strike="noStrike" kern="1200" cap="none" spc="0" normalizeH="0" baseline="0" noProof="1">
                <a:ln>
                  <a:noFill/>
                </a:ln>
                <a:solidFill>
                  <a:schemeClr val="tx1"/>
                </a:solidFill>
                <a:effectLst/>
                <a:uLnTx/>
                <a:uFillTx/>
                <a:latin typeface="Arial" panose="020B0604020202020204" pitchFamily="34" charset="0"/>
                <a:ea typeface="宋体" panose="02010600030101010101" pitchFamily="2" charset="-122"/>
                <a:cs typeface="+mn-cs"/>
                <a:sym typeface="+mn-ea"/>
              </a:rPr>
              <a:t>引入隐含变量   ，</a:t>
            </a:r>
            <a:endParaRPr kumimoji="0" lang="en-US" sz="2800" b="1" i="0" u="none" strike="noStrike" kern="1200" cap="none" spc="0" normalizeH="0" baseline="0" noProof="1">
              <a:ln>
                <a:noFill/>
              </a:ln>
              <a:solidFill>
                <a:schemeClr val="tx1"/>
              </a:solidFill>
              <a:effectLst/>
              <a:uLnTx/>
              <a:uFillTx/>
              <a:latin typeface="Arial" panose="020B0604020202020204" pitchFamily="34" charset="0"/>
              <a:ea typeface="宋体" panose="02010600030101010101" pitchFamily="2" charset="-122"/>
              <a:cs typeface="+mn-cs"/>
              <a:sym typeface="+mn-ea"/>
            </a:endParaRPr>
          </a:p>
          <a:p>
            <a:pPr marL="0" marR="0" lvl="0" indent="-457200" algn="just" defTabSz="914400" rtl="0" eaLnBrk="1" fontAlgn="base" latinLnBrk="0" hangingPunct="1">
              <a:lnSpc>
                <a:spcPct val="100000"/>
              </a:lnSpc>
              <a:spcBef>
                <a:spcPts val="600"/>
              </a:spcBef>
              <a:spcAft>
                <a:spcPct val="0"/>
              </a:spcAft>
              <a:buClr>
                <a:srgbClr val="D34817"/>
              </a:buClr>
              <a:buSzPct val="85000"/>
              <a:buFont typeface="Wingdings" panose="05000000000000000000" pitchFamily="2" charset="2"/>
              <a:buNone/>
              <a:defRPr/>
            </a:pPr>
            <a:r>
              <a:rPr kumimoji="0" lang="zh-CN" altLang="en-US" sz="2800" b="1" i="0" u="none" strike="noStrike" kern="1200" cap="none" spc="0" normalizeH="0" baseline="0" noProof="1">
                <a:ln>
                  <a:noFill/>
                </a:ln>
                <a:solidFill>
                  <a:schemeClr val="tx1"/>
                </a:solidFill>
                <a:effectLst/>
                <a:uLnTx/>
                <a:uFillTx/>
                <a:latin typeface="Arial" panose="020B0604020202020204" pitchFamily="34" charset="0"/>
                <a:ea typeface="宋体" panose="02010600030101010101" pitchFamily="2" charset="-122"/>
                <a:cs typeface="+mn-cs"/>
                <a:sym typeface="+mn-ea"/>
              </a:rPr>
              <a:t>该隐变量在高斯混合模型中表示数据点由各个分量生成的概率。</a:t>
            </a:r>
            <a:endParaRPr kumimoji="0" lang="zh-CN" altLang="en-US" sz="2800" b="1" i="0" u="none" strike="noStrike" kern="1200" cap="none" spc="0" normalizeH="0" baseline="0" noProof="1">
              <a:ln>
                <a:noFill/>
              </a:ln>
              <a:solidFill>
                <a:srgbClr val="000000"/>
              </a:solidFill>
              <a:effectLst/>
              <a:uLnTx/>
              <a:uFillTx/>
              <a:latin typeface="Calibri" panose="020F0502020204030204" pitchFamily="34" charset="0"/>
              <a:ea typeface="宋体" panose="02010600030101010101" pitchFamily="2" charset="-122"/>
              <a:cs typeface="+mn-cs"/>
            </a:endParaRPr>
          </a:p>
        </p:txBody>
      </p:sp>
      <p:sp>
        <p:nvSpPr>
          <p:cNvPr id="45059" name="Rectangle 5"/>
          <p:cNvSpPr/>
          <p:nvPr/>
        </p:nvSpPr>
        <p:spPr>
          <a:xfrm>
            <a:off x="0" y="0"/>
            <a:ext cx="9144000" cy="0"/>
          </a:xfrm>
          <a:prstGeom prst="rect">
            <a:avLst/>
          </a:prstGeom>
          <a:noFill/>
          <a:ln w="9525">
            <a:noFill/>
          </a:ln>
        </p:spPr>
        <p:txBody>
          <a:bodyPr wrap="none" anchor="ctr" anchorCtr="0">
            <a:spAutoFit/>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华文新魏" panose="02010800040101010101" pitchFamily="2" charset="-122"/>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ea typeface="+mn-ea"/>
                <a:cs typeface="华文新魏" panose="02010800040101010101" pitchFamily="2" charset="-122"/>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ea typeface="+mn-ea"/>
                <a:cs typeface="华文新魏" panose="02010800040101010101" pitchFamily="2" charset="-122"/>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ea typeface="+mn-ea"/>
                <a:cs typeface="华文新魏" panose="02010800040101010101" pitchFamily="2" charset="-122"/>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ea typeface="+mn-ea"/>
                <a:cs typeface="华文新魏" panose="02010800040101010101" pitchFamily="2" charset="-122"/>
              </a:defRPr>
            </a:lvl5pPr>
          </a:lstStyle>
          <a:p>
            <a:pPr marL="0" lvl="0" indent="0" eaLnBrk="1" hangingPunct="1">
              <a:spcBef>
                <a:spcPct val="0"/>
              </a:spcBef>
              <a:buClrTx/>
              <a:buSzTx/>
              <a:buFontTx/>
              <a:buNone/>
            </a:pPr>
            <a:endParaRPr lang="zh-CN" altLang="en-US" sz="1800" dirty="0">
              <a:latin typeface="Arial" panose="020B0604020202020204" pitchFamily="34" charset="0"/>
            </a:endParaRPr>
          </a:p>
        </p:txBody>
      </p:sp>
      <p:graphicFrame>
        <p:nvGraphicFramePr>
          <p:cNvPr id="45060" name="对象 -2147482617"/>
          <p:cNvGraphicFramePr>
            <a:graphicFrameLocks noGrp="1" noChangeAspect="1"/>
          </p:cNvGraphicFramePr>
          <p:nvPr>
            <p:ph sz="half" idx="1"/>
          </p:nvPr>
        </p:nvGraphicFramePr>
        <p:xfrm>
          <a:off x="7308850" y="1520825"/>
          <a:ext cx="450850" cy="539750"/>
        </p:xfrm>
        <a:graphic>
          <a:graphicData uri="http://schemas.openxmlformats.org/presentationml/2006/ole">
            <mc:AlternateContent xmlns:mc="http://schemas.openxmlformats.org/markup-compatibility/2006">
              <mc:Choice xmlns:v="urn:schemas-microsoft-com:vml" Requires="v">
                <p:oleObj spid="_x0000_s3079" name="" r:id="rId1" imgW="190500" imgH="228600" progId="Equation.DSMT4">
                  <p:embed/>
                </p:oleObj>
              </mc:Choice>
              <mc:Fallback>
                <p:oleObj name="" r:id="rId1" imgW="190500" imgH="228600" progId="Equation.DSMT4">
                  <p:embed/>
                  <p:pic>
                    <p:nvPicPr>
                      <p:cNvPr id="0" name="图片 3078"/>
                      <p:cNvPicPr/>
                      <p:nvPr/>
                    </p:nvPicPr>
                    <p:blipFill>
                      <a:blip r:embed="rId2"/>
                      <a:srcRect/>
                      <a:stretch>
                        <a:fillRect/>
                      </a:stretch>
                    </p:blipFill>
                    <p:spPr>
                      <a:xfrm>
                        <a:off x="7308850" y="1520825"/>
                        <a:ext cx="450850" cy="539750"/>
                      </a:xfrm>
                      <a:prstGeom prst="rect">
                        <a:avLst/>
                      </a:prstGeom>
                      <a:noFill/>
                      <a:ln w="38100">
                        <a:miter/>
                      </a:ln>
                    </p:spPr>
                  </p:pic>
                </p:oleObj>
              </mc:Fallback>
            </mc:AlternateContent>
          </a:graphicData>
        </a:graphic>
      </p:graphicFrame>
      <p:graphicFrame>
        <p:nvGraphicFramePr>
          <p:cNvPr id="45061" name="内容占位符 18">
            <a:hlinkClick r:id="" action="ppaction://ole?verb="/>
          </p:cNvPr>
          <p:cNvGraphicFramePr>
            <a:graphicFrameLocks noGrp="1" noChangeAspect="1"/>
          </p:cNvGraphicFramePr>
          <p:nvPr/>
        </p:nvGraphicFramePr>
        <p:xfrm>
          <a:off x="7834313" y="1477963"/>
          <a:ext cx="482600" cy="623887"/>
        </p:xfrm>
        <a:graphic>
          <a:graphicData uri="http://schemas.openxmlformats.org/presentationml/2006/ole">
            <mc:AlternateContent xmlns:mc="http://schemas.openxmlformats.org/markup-compatibility/2006">
              <mc:Choice xmlns:v="urn:schemas-microsoft-com:vml" Requires="v">
                <p:oleObj spid="_x0000_s3084" name="" r:id="rId3" imgW="177165" imgH="228600" progId="Equation.KSEE3">
                  <p:embed/>
                </p:oleObj>
              </mc:Choice>
              <mc:Fallback>
                <p:oleObj name="" r:id="rId3" imgW="177165" imgH="228600" progId="Equation.KSEE3">
                  <p:embed/>
                  <p:pic>
                    <p:nvPicPr>
                      <p:cNvPr id="0" name="图片 3083"/>
                      <p:cNvPicPr/>
                      <p:nvPr/>
                    </p:nvPicPr>
                    <p:blipFill>
                      <a:blip r:embed="rId4"/>
                      <a:stretch>
                        <a:fillRect/>
                      </a:stretch>
                    </p:blipFill>
                    <p:spPr>
                      <a:xfrm>
                        <a:off x="7834313" y="1477963"/>
                        <a:ext cx="482600" cy="623887"/>
                      </a:xfrm>
                      <a:prstGeom prst="rect">
                        <a:avLst/>
                      </a:prstGeom>
                      <a:noFill/>
                      <a:ln w="38100">
                        <a:noFill/>
                        <a:miter/>
                      </a:ln>
                    </p:spPr>
                  </p:pic>
                </p:oleObj>
              </mc:Fallback>
            </mc:AlternateContent>
          </a:graphicData>
        </a:graphic>
      </p:graphicFrame>
      <p:graphicFrame>
        <p:nvGraphicFramePr>
          <p:cNvPr id="45062" name="对象 20">
            <a:hlinkClick r:id="" action="ppaction://ole?verb="/>
          </p:cNvPr>
          <p:cNvGraphicFramePr>
            <a:graphicFrameLocks noChangeAspect="1"/>
          </p:cNvGraphicFramePr>
          <p:nvPr/>
        </p:nvGraphicFramePr>
        <p:xfrm>
          <a:off x="2339975" y="2043113"/>
          <a:ext cx="469900" cy="366712"/>
        </p:xfrm>
        <a:graphic>
          <a:graphicData uri="http://schemas.openxmlformats.org/presentationml/2006/ole">
            <mc:AlternateContent xmlns:mc="http://schemas.openxmlformats.org/markup-compatibility/2006">
              <mc:Choice xmlns:v="urn:schemas-microsoft-com:vml" Requires="v">
                <p:oleObj spid="_x0000_s3080" name="" r:id="rId5" imgW="342900" imgH="266700" progId="Equation.KSEE3">
                  <p:embed/>
                </p:oleObj>
              </mc:Choice>
              <mc:Fallback>
                <p:oleObj name="" r:id="rId5" imgW="342900" imgH="266700" progId="Equation.KSEE3">
                  <p:embed/>
                  <p:pic>
                    <p:nvPicPr>
                      <p:cNvPr id="0" name="图片 3079"/>
                      <p:cNvPicPr/>
                      <p:nvPr/>
                    </p:nvPicPr>
                    <p:blipFill>
                      <a:blip r:embed="rId6"/>
                      <a:stretch>
                        <a:fillRect/>
                      </a:stretch>
                    </p:blipFill>
                    <p:spPr>
                      <a:xfrm>
                        <a:off x="2339975" y="2043113"/>
                        <a:ext cx="469900" cy="366712"/>
                      </a:xfrm>
                      <a:prstGeom prst="rect">
                        <a:avLst/>
                      </a:prstGeom>
                      <a:noFill/>
                      <a:ln w="38100">
                        <a:noFill/>
                        <a:miter/>
                      </a:ln>
                    </p:spPr>
                  </p:pic>
                </p:oleObj>
              </mc:Fallback>
            </mc:AlternateContent>
          </a:graphicData>
        </a:graphic>
      </p:graphicFrame>
      <p:sp>
        <p:nvSpPr>
          <p:cNvPr id="45063" name="Text Box 5"/>
          <p:cNvSpPr txBox="1"/>
          <p:nvPr/>
        </p:nvSpPr>
        <p:spPr>
          <a:xfrm>
            <a:off x="2443163" y="0"/>
            <a:ext cx="6700837" cy="644525"/>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华文新魏" panose="02010800040101010101" pitchFamily="2" charset="-122"/>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ea typeface="+mn-ea"/>
                <a:cs typeface="华文新魏" panose="02010800040101010101" pitchFamily="2" charset="-122"/>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ea typeface="+mn-ea"/>
                <a:cs typeface="华文新魏" panose="02010800040101010101" pitchFamily="2" charset="-122"/>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ea typeface="+mn-ea"/>
                <a:cs typeface="华文新魏" panose="02010800040101010101" pitchFamily="2" charset="-122"/>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ea typeface="+mn-ea"/>
                <a:cs typeface="华文新魏" panose="02010800040101010101" pitchFamily="2" charset="-122"/>
              </a:defRPr>
            </a:lvl5pPr>
          </a:lstStyle>
          <a:p>
            <a:pPr marL="0" lvl="0" indent="0" algn="ctr" eaLnBrk="1" hangingPunct="1">
              <a:spcBef>
                <a:spcPct val="0"/>
              </a:spcBef>
              <a:buClrTx/>
              <a:buSzTx/>
              <a:buFontTx/>
              <a:buNone/>
            </a:pPr>
            <a:r>
              <a:rPr lang="en-US" altLang="zh-CN" sz="3600" b="1" dirty="0">
                <a:solidFill>
                  <a:srgbClr val="0000FF"/>
                </a:solidFill>
                <a:latin typeface="Arial" panose="020B0604020202020204" pitchFamily="34" charset="0"/>
                <a:sym typeface="宋体" panose="02010600030101010101" pitchFamily="2" charset="-122"/>
              </a:rPr>
              <a:t>4.1.3 EM算法求解高斯</a:t>
            </a:r>
            <a:r>
              <a:rPr lang="zh-CN" altLang="en-US" sz="3600" b="1" dirty="0">
                <a:solidFill>
                  <a:srgbClr val="0000FF"/>
                </a:solidFill>
                <a:latin typeface="Arial" panose="020B0604020202020204" pitchFamily="34" charset="0"/>
                <a:sym typeface="宋体" panose="02010600030101010101" pitchFamily="2" charset="-122"/>
              </a:rPr>
              <a:t>混合</a:t>
            </a:r>
            <a:r>
              <a:rPr lang="en-US" altLang="zh-CN" sz="3600" b="1" dirty="0">
                <a:solidFill>
                  <a:srgbClr val="0000FF"/>
                </a:solidFill>
                <a:latin typeface="Arial" panose="020B0604020202020204" pitchFamily="34" charset="0"/>
                <a:sym typeface="宋体" panose="02010600030101010101" pitchFamily="2" charset="-122"/>
              </a:rPr>
              <a:t>模型</a:t>
            </a:r>
            <a:endParaRPr lang="en-US" altLang="zh-CN" sz="3600" b="1" dirty="0">
              <a:solidFill>
                <a:srgbClr val="0000FF"/>
              </a:solidFill>
              <a:latin typeface="Arial" panose="020B0604020202020204" pitchFamily="34" charset="0"/>
              <a:sym typeface="宋体" panose="02010600030101010101" pitchFamily="2" charset="-122"/>
            </a:endParaRPr>
          </a:p>
        </p:txBody>
      </p:sp>
      <p:graphicFrame>
        <p:nvGraphicFramePr>
          <p:cNvPr id="45064" name="对象 1"/>
          <p:cNvGraphicFramePr>
            <a:graphicFrameLocks noChangeAspect="1"/>
          </p:cNvGraphicFramePr>
          <p:nvPr/>
        </p:nvGraphicFramePr>
        <p:xfrm>
          <a:off x="8216900" y="2565400"/>
          <a:ext cx="242888" cy="315913"/>
        </p:xfrm>
        <a:graphic>
          <a:graphicData uri="http://schemas.openxmlformats.org/presentationml/2006/ole">
            <mc:AlternateContent xmlns:mc="http://schemas.openxmlformats.org/markup-compatibility/2006">
              <mc:Choice xmlns:v="urn:schemas-microsoft-com:vml" Requires="v">
                <p:oleObj spid="_x0000_s3081" name="" r:id="rId7" imgW="127000" imgH="165100" progId="Equation.DSMT4">
                  <p:embed/>
                </p:oleObj>
              </mc:Choice>
              <mc:Fallback>
                <p:oleObj name="" r:id="rId7" imgW="127000" imgH="165100" progId="Equation.DSMT4">
                  <p:embed/>
                  <p:pic>
                    <p:nvPicPr>
                      <p:cNvPr id="0" name="图片 3080"/>
                      <p:cNvPicPr/>
                      <p:nvPr/>
                    </p:nvPicPr>
                    <p:blipFill>
                      <a:blip r:embed="rId8"/>
                      <a:stretch>
                        <a:fillRect/>
                      </a:stretch>
                    </p:blipFill>
                    <p:spPr>
                      <a:xfrm>
                        <a:off x="8216900" y="2565400"/>
                        <a:ext cx="242888" cy="315913"/>
                      </a:xfrm>
                      <a:prstGeom prst="rect">
                        <a:avLst/>
                      </a:prstGeom>
                      <a:noFill/>
                      <a:ln w="38100">
                        <a:noFill/>
                        <a:miter/>
                      </a:ln>
                    </p:spPr>
                  </p:pic>
                </p:oleObj>
              </mc:Fallback>
            </mc:AlternateContent>
          </a:graphicData>
        </a:graphic>
      </p:graphicFrame>
      <p:graphicFrame>
        <p:nvGraphicFramePr>
          <p:cNvPr id="45065" name="对象 3"/>
          <p:cNvGraphicFramePr>
            <a:graphicFrameLocks noChangeAspect="1"/>
          </p:cNvGraphicFramePr>
          <p:nvPr/>
        </p:nvGraphicFramePr>
        <p:xfrm>
          <a:off x="2557463" y="3973513"/>
          <a:ext cx="4029075" cy="1466850"/>
        </p:xfrm>
        <a:graphic>
          <a:graphicData uri="http://schemas.openxmlformats.org/presentationml/2006/ole">
            <mc:AlternateContent xmlns:mc="http://schemas.openxmlformats.org/markup-compatibility/2006">
              <mc:Choice xmlns:v="urn:schemas-microsoft-com:vml" Requires="v">
                <p:oleObj spid="_x0000_s3085" name="" r:id="rId9" imgW="4124325" imgH="1507490" progId="Equation.DSMT4">
                  <p:embed/>
                </p:oleObj>
              </mc:Choice>
              <mc:Fallback>
                <p:oleObj name="" r:id="rId9" imgW="4124325" imgH="1507490" progId="Equation.DSMT4">
                  <p:embed/>
                  <p:pic>
                    <p:nvPicPr>
                      <p:cNvPr id="0" name="图片 3084"/>
                      <p:cNvPicPr/>
                      <p:nvPr/>
                    </p:nvPicPr>
                    <p:blipFill>
                      <a:blip r:embed="rId10"/>
                      <a:stretch>
                        <a:fillRect/>
                      </a:stretch>
                    </p:blipFill>
                    <p:spPr>
                      <a:xfrm>
                        <a:off x="2557463" y="3973513"/>
                        <a:ext cx="4029075" cy="1466850"/>
                      </a:xfrm>
                      <a:prstGeom prst="rect">
                        <a:avLst/>
                      </a:prstGeom>
                      <a:noFill/>
                      <a:ln w="38100">
                        <a:noFill/>
                        <a:miter/>
                      </a:ln>
                    </p:spPr>
                  </p:pic>
                </p:oleObj>
              </mc:Fallback>
            </mc:AlternateContent>
          </a:graphicData>
        </a:graphic>
      </p:graphicFrame>
      <p:sp>
        <p:nvSpPr>
          <p:cNvPr id="11" name="文本框 10"/>
          <p:cNvSpPr txBox="1"/>
          <p:nvPr/>
        </p:nvSpPr>
        <p:spPr>
          <a:xfrm>
            <a:off x="322913" y="5229200"/>
            <a:ext cx="7232322" cy="923330"/>
          </a:xfrm>
          <a:prstGeom prst="rect">
            <a:avLst/>
          </a:prstGeom>
          <a:noFill/>
        </p:spPr>
        <p:txBody>
          <a:bodyPr>
            <a:spAutoFit/>
          </a:bodyPr>
          <a:lstStyle/>
          <a:p>
            <a:pPr marR="0" defTabSz="914400">
              <a:buClrTx/>
              <a:buSzTx/>
              <a:buFontTx/>
              <a:buNone/>
              <a:defRPr/>
            </a:pPr>
            <a:r>
              <a:rPr kumimoji="0" lang="en-US" altLang="zh-CN" i="1" kern="1200" cap="none" spc="0" normalizeH="0" baseline="0" noProof="0" dirty="0">
                <a:highlight>
                  <a:srgbClr val="00FFFF"/>
                </a:highlight>
                <a:latin typeface="Arial" panose="020B0604020202020204" pitchFamily="34" charset="0"/>
                <a:ea typeface="宋体" panose="02010600030101010101" pitchFamily="2" charset="-122"/>
                <a:cs typeface="+mn-cs"/>
              </a:rPr>
              <a:t> for </a:t>
            </a:r>
            <a:r>
              <a:rPr kumimoji="0" lang="en-US" altLang="zh-CN" i="1" kern="1200" cap="none" spc="0" normalizeH="0" baseline="0" noProof="0" dirty="0" err="1">
                <a:highlight>
                  <a:srgbClr val="00FFFF"/>
                </a:highlight>
                <a:latin typeface="Arial" panose="020B0604020202020204" pitchFamily="34" charset="0"/>
                <a:ea typeface="宋体" panose="02010600030101010101" pitchFamily="2" charset="-122"/>
                <a:cs typeface="+mn-cs"/>
              </a:rPr>
              <a:t>i</a:t>
            </a:r>
            <a:r>
              <a:rPr kumimoji="0" lang="en-US" altLang="zh-CN" i="1" kern="1200" cap="none" spc="0" normalizeH="0" baseline="0" noProof="0" dirty="0">
                <a:highlight>
                  <a:srgbClr val="00FFFF"/>
                </a:highlight>
                <a:latin typeface="Arial" panose="020B0604020202020204" pitchFamily="34" charset="0"/>
                <a:ea typeface="宋体" panose="02010600030101010101" pitchFamily="2" charset="-122"/>
                <a:cs typeface="+mn-cs"/>
              </a:rPr>
              <a:t> in range(clusters):</a:t>
            </a:r>
            <a:endParaRPr kumimoji="0" lang="en-US" altLang="zh-CN" i="1" kern="1200" cap="none" spc="0" normalizeH="0" baseline="0" noProof="0" dirty="0">
              <a:highlight>
                <a:srgbClr val="00FFFF"/>
              </a:highlight>
              <a:latin typeface="Arial" panose="020B0604020202020204" pitchFamily="34" charset="0"/>
              <a:ea typeface="宋体" panose="02010600030101010101" pitchFamily="2" charset="-122"/>
              <a:cs typeface="+mn-cs"/>
            </a:endParaRPr>
          </a:p>
          <a:p>
            <a:pPr marR="0" defTabSz="914400">
              <a:buClrTx/>
              <a:buSzTx/>
              <a:buFontTx/>
              <a:buNone/>
              <a:defRPr/>
            </a:pPr>
            <a:r>
              <a:rPr kumimoji="0" lang="en-US" altLang="zh-CN" i="1" kern="1200" cap="none" spc="0" normalizeH="0" baseline="0" noProof="0" dirty="0">
                <a:highlight>
                  <a:srgbClr val="00FFFF"/>
                </a:highlight>
                <a:latin typeface="Arial" panose="020B0604020202020204" pitchFamily="34" charset="0"/>
                <a:ea typeface="宋体" panose="02010600030101010101" pitchFamily="2" charset="-122"/>
                <a:cs typeface="+mn-cs"/>
              </a:rPr>
              <a:t>        gamma[:, </a:t>
            </a:r>
            <a:r>
              <a:rPr kumimoji="0" lang="en-US" altLang="zh-CN" i="1" kern="1200" cap="none" spc="0" normalizeH="0" baseline="0" noProof="0" dirty="0" err="1">
                <a:highlight>
                  <a:srgbClr val="00FFFF"/>
                </a:highlight>
                <a:latin typeface="Arial" panose="020B0604020202020204" pitchFamily="34" charset="0"/>
                <a:ea typeface="宋体" panose="02010600030101010101" pitchFamily="2" charset="-122"/>
                <a:cs typeface="+mn-cs"/>
              </a:rPr>
              <a:t>i</a:t>
            </a:r>
            <a:r>
              <a:rPr kumimoji="0" lang="en-US" altLang="zh-CN" i="1" kern="1200" cap="none" spc="0" normalizeH="0" baseline="0" noProof="0" dirty="0">
                <a:highlight>
                  <a:srgbClr val="00FFFF"/>
                </a:highlight>
                <a:latin typeface="Arial" panose="020B0604020202020204" pitchFamily="34" charset="0"/>
                <a:ea typeface="宋体" panose="02010600030101010101" pitchFamily="2" charset="-122"/>
                <a:cs typeface="+mn-cs"/>
              </a:rPr>
              <a:t>] = pi[</a:t>
            </a:r>
            <a:r>
              <a:rPr kumimoji="0" lang="en-US" altLang="zh-CN" i="1" kern="1200" cap="none" spc="0" normalizeH="0" baseline="0" noProof="0" dirty="0" err="1">
                <a:highlight>
                  <a:srgbClr val="00FFFF"/>
                </a:highlight>
                <a:latin typeface="Arial" panose="020B0604020202020204" pitchFamily="34" charset="0"/>
                <a:ea typeface="宋体" panose="02010600030101010101" pitchFamily="2" charset="-122"/>
                <a:cs typeface="+mn-cs"/>
              </a:rPr>
              <a:t>i</a:t>
            </a:r>
            <a:r>
              <a:rPr kumimoji="0" lang="en-US" altLang="zh-CN" i="1" kern="1200" cap="none" spc="0" normalizeH="0" baseline="0" noProof="0" dirty="0">
                <a:highlight>
                  <a:srgbClr val="00FFFF"/>
                </a:highlight>
                <a:latin typeface="Arial" panose="020B0604020202020204" pitchFamily="34" charset="0"/>
                <a:ea typeface="宋体" panose="02010600030101010101" pitchFamily="2" charset="-122"/>
                <a:cs typeface="+mn-cs"/>
              </a:rPr>
              <a:t>] * multivariate_normal.pdf(data, mean[</a:t>
            </a:r>
            <a:r>
              <a:rPr kumimoji="0" lang="en-US" altLang="zh-CN" i="1" kern="1200" cap="none" spc="0" normalizeH="0" baseline="0" noProof="0" dirty="0" err="1">
                <a:highlight>
                  <a:srgbClr val="00FFFF"/>
                </a:highlight>
                <a:latin typeface="Arial" panose="020B0604020202020204" pitchFamily="34" charset="0"/>
                <a:ea typeface="宋体" panose="02010600030101010101" pitchFamily="2" charset="-122"/>
                <a:cs typeface="+mn-cs"/>
              </a:rPr>
              <a:t>i</a:t>
            </a:r>
            <a:r>
              <a:rPr kumimoji="0" lang="en-US" altLang="zh-CN" i="1" kern="1200" cap="none" spc="0" normalizeH="0" baseline="0" noProof="0" dirty="0">
                <a:highlight>
                  <a:srgbClr val="00FFFF"/>
                </a:highlight>
                <a:latin typeface="Arial" panose="020B0604020202020204" pitchFamily="34" charset="0"/>
                <a:ea typeface="宋体" panose="02010600030101010101" pitchFamily="2" charset="-122"/>
                <a:cs typeface="+mn-cs"/>
              </a:rPr>
              <a:t>], </a:t>
            </a:r>
            <a:r>
              <a:rPr kumimoji="0" lang="en-US" altLang="zh-CN" i="1" kern="1200" cap="none" spc="0" normalizeH="0" baseline="0" noProof="0" dirty="0" err="1">
                <a:highlight>
                  <a:srgbClr val="00FFFF"/>
                </a:highlight>
                <a:latin typeface="Arial" panose="020B0604020202020204" pitchFamily="34" charset="0"/>
                <a:ea typeface="宋体" panose="02010600030101010101" pitchFamily="2" charset="-122"/>
                <a:cs typeface="+mn-cs"/>
              </a:rPr>
              <a:t>cov</a:t>
            </a:r>
            <a:r>
              <a:rPr kumimoji="0" lang="en-US" altLang="zh-CN" i="1" kern="1200" cap="none" spc="0" normalizeH="0" baseline="0" noProof="0" dirty="0">
                <a:highlight>
                  <a:srgbClr val="00FFFF"/>
                </a:highlight>
                <a:latin typeface="Arial" panose="020B0604020202020204" pitchFamily="34" charset="0"/>
                <a:ea typeface="宋体" panose="02010600030101010101" pitchFamily="2" charset="-122"/>
                <a:cs typeface="+mn-cs"/>
              </a:rPr>
              <a:t>[</a:t>
            </a:r>
            <a:r>
              <a:rPr kumimoji="0" lang="en-US" altLang="zh-CN" i="1" kern="1200" cap="none" spc="0" normalizeH="0" baseline="0" noProof="0" dirty="0" err="1">
                <a:highlight>
                  <a:srgbClr val="00FFFF"/>
                </a:highlight>
                <a:latin typeface="Arial" panose="020B0604020202020204" pitchFamily="34" charset="0"/>
                <a:ea typeface="宋体" panose="02010600030101010101" pitchFamily="2" charset="-122"/>
                <a:cs typeface="+mn-cs"/>
              </a:rPr>
              <a:t>i</a:t>
            </a:r>
            <a:r>
              <a:rPr kumimoji="0" lang="en-US" altLang="zh-CN" i="1" kern="1200" cap="none" spc="0" normalizeH="0" baseline="0" noProof="0" dirty="0">
                <a:highlight>
                  <a:srgbClr val="00FFFF"/>
                </a:highlight>
                <a:latin typeface="Arial" panose="020B0604020202020204" pitchFamily="34" charset="0"/>
                <a:ea typeface="宋体" panose="02010600030101010101" pitchFamily="2" charset="-122"/>
                <a:cs typeface="+mn-cs"/>
              </a:rPr>
              <a:t>])</a:t>
            </a:r>
            <a:endParaRPr kumimoji="0" lang="en-US" altLang="zh-CN" i="1" kern="1200" cap="none" spc="0" normalizeH="0" baseline="0" noProof="0" dirty="0">
              <a:highlight>
                <a:srgbClr val="00FFFF"/>
              </a:highlight>
              <a:latin typeface="Arial" panose="020B0604020202020204" pitchFamily="34" charset="0"/>
              <a:ea typeface="宋体" panose="02010600030101010101" pitchFamily="2" charset="-122"/>
              <a:cs typeface="+mn-cs"/>
            </a:endParaRPr>
          </a:p>
          <a:p>
            <a:pPr marR="0" defTabSz="914400">
              <a:buClrTx/>
              <a:buSzTx/>
              <a:buFontTx/>
              <a:buNone/>
              <a:defRPr/>
            </a:pPr>
            <a:r>
              <a:rPr kumimoji="0" lang="en-US" altLang="zh-CN" i="1" kern="1200" cap="none" spc="0" normalizeH="0" baseline="0" noProof="0" dirty="0">
                <a:highlight>
                  <a:srgbClr val="00FFFF"/>
                </a:highlight>
                <a:latin typeface="Arial" panose="020B0604020202020204" pitchFamily="34" charset="0"/>
                <a:ea typeface="宋体" panose="02010600030101010101" pitchFamily="2" charset="-122"/>
                <a:cs typeface="+mn-cs"/>
              </a:rPr>
              <a:t> gamma = gamma / </a:t>
            </a:r>
            <a:r>
              <a:rPr kumimoji="0" lang="en-US" altLang="zh-CN" i="1" kern="1200" cap="none" spc="0" normalizeH="0" baseline="0" noProof="0" dirty="0" err="1">
                <a:highlight>
                  <a:srgbClr val="00FFFF"/>
                </a:highlight>
                <a:latin typeface="Arial" panose="020B0604020202020204" pitchFamily="34" charset="0"/>
                <a:ea typeface="宋体" panose="02010600030101010101" pitchFamily="2" charset="-122"/>
                <a:cs typeface="+mn-cs"/>
              </a:rPr>
              <a:t>gamma.sum</a:t>
            </a:r>
            <a:r>
              <a:rPr kumimoji="0" lang="en-US" altLang="zh-CN" i="1" kern="1200" cap="none" spc="0" normalizeH="0" baseline="0" noProof="0" dirty="0">
                <a:highlight>
                  <a:srgbClr val="00FFFF"/>
                </a:highlight>
                <a:latin typeface="Arial" panose="020B0604020202020204" pitchFamily="34" charset="0"/>
                <a:ea typeface="宋体" panose="02010600030101010101" pitchFamily="2" charset="-122"/>
                <a:cs typeface="+mn-cs"/>
              </a:rPr>
              <a:t>(axis=1).reshape(-1, 1)</a:t>
            </a:r>
            <a:endParaRPr kumimoji="0" lang="zh-CN" altLang="en-US" i="1" kern="1200" cap="none" spc="0" normalizeH="0" baseline="0" noProof="0" dirty="0">
              <a:highlight>
                <a:srgbClr val="00FFFF"/>
              </a:highlight>
              <a:latin typeface="Arial" panose="020B0604020202020204" pitchFamily="34" charset="0"/>
              <a:ea typeface="宋体" panose="02010600030101010101" pitchFamily="2" charset="-122"/>
              <a:cs typeface="+mn-cs"/>
            </a:endParaRPr>
          </a:p>
        </p:txBody>
      </p:sp>
    </p:spTree>
  </p:cSld>
  <p:clrMapOvr>
    <a:masterClrMapping/>
  </p:clrMapOvr>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7" name="Rectangle 5"/>
          <p:cNvSpPr/>
          <p:nvPr/>
        </p:nvSpPr>
        <p:spPr>
          <a:xfrm>
            <a:off x="896938" y="971550"/>
            <a:ext cx="7616825" cy="2384425"/>
          </a:xfrm>
          <a:prstGeom prst="rect">
            <a:avLst/>
          </a:prstGeom>
          <a:noFill/>
          <a:ln w="9525">
            <a:noFill/>
          </a:ln>
        </p:spPr>
        <p:txBody>
          <a:bodyPr>
            <a:spAutoFit/>
          </a:bodyPr>
          <a:lstStyle/>
          <a:p>
            <a:pPr marL="0" marR="0" lvl="0" indent="0" algn="ctr" defTabSz="914400" rtl="0" eaLnBrk="1" fontAlgn="base" latinLnBrk="0" hangingPunct="1">
              <a:lnSpc>
                <a:spcPct val="100000"/>
              </a:lnSpc>
              <a:spcBef>
                <a:spcPts val="575"/>
              </a:spcBef>
              <a:spcAft>
                <a:spcPct val="0"/>
              </a:spcAft>
              <a:buClr>
                <a:srgbClr val="D34817"/>
              </a:buClr>
              <a:buSzPct val="85000"/>
              <a:buFont typeface="Wingdings" panose="05000000000000000000" pitchFamily="2" charset="2"/>
              <a:buNone/>
              <a:defRPr/>
            </a:pPr>
            <a:r>
              <a:rPr kumimoji="1" lang="en-US" altLang="zh-CN" sz="3200" b="1" i="0" u="none" strike="noStrike" kern="0" cap="none" spc="0" normalizeH="0" baseline="0" noProof="0" dirty="0">
                <a:ln>
                  <a:noFill/>
                </a:ln>
                <a:solidFill>
                  <a:srgbClr val="0000CC"/>
                </a:solidFill>
                <a:effectLst/>
                <a:uLnTx/>
                <a:uFillTx/>
                <a:latin typeface="宋体" panose="02010600030101010101" pitchFamily="2" charset="-122"/>
                <a:ea typeface="宋体" panose="02010600030101010101" pitchFamily="2" charset="-122"/>
                <a:cs typeface="Times New Roman" panose="02020603050405020304" pitchFamily="18" charset="0"/>
                <a:sym typeface="+mn-ea"/>
              </a:rPr>
              <a:t>EM算法</a:t>
            </a:r>
            <a:r>
              <a:rPr kumimoji="1" lang="zh-CN" altLang="en-US" sz="3200" b="1" i="0" u="none" strike="noStrike" kern="0" cap="none" spc="0" normalizeH="0" baseline="0" noProof="0" dirty="0">
                <a:ln>
                  <a:noFill/>
                </a:ln>
                <a:solidFill>
                  <a:srgbClr val="0000CC"/>
                </a:solidFill>
                <a:effectLst/>
                <a:uLnTx/>
                <a:uFillTx/>
                <a:latin typeface="宋体" panose="02010600030101010101" pitchFamily="2" charset="-122"/>
                <a:ea typeface="宋体" panose="02010600030101010101" pitchFamily="2" charset="-122"/>
                <a:cs typeface="Times New Roman" panose="02020603050405020304" pitchFamily="18" charset="0"/>
                <a:sym typeface="+mn-ea"/>
              </a:rPr>
              <a:t>的具体步骤</a:t>
            </a:r>
            <a:endParaRPr kumimoji="1" lang="zh-CN" altLang="en-US" sz="3200" b="1" i="0" u="none" strike="noStrike" kern="0" cap="none" spc="0" normalizeH="0" baseline="0" noProof="0" dirty="0">
              <a:ln>
                <a:noFill/>
              </a:ln>
              <a:solidFill>
                <a:srgbClr val="0000CC"/>
              </a:solidFill>
              <a:effectLst/>
              <a:uLnTx/>
              <a:uFillTx/>
              <a:latin typeface="Times New Roman" panose="02020603050405020304" pitchFamily="18" charset="0"/>
              <a:ea typeface="黑体" panose="02010609060101010101" pitchFamily="49" charset="-122"/>
              <a:cs typeface="Times New Roman" panose="02020603050405020304" pitchFamily="18" charset="0"/>
              <a:sym typeface="+mn-ea"/>
            </a:endParaRPr>
          </a:p>
          <a:p>
            <a:pPr marL="0" marR="0" lvl="0" indent="-457200" algn="just" defTabSz="914400" rtl="0" eaLnBrk="1" fontAlgn="base" latinLnBrk="0" hangingPunct="1">
              <a:lnSpc>
                <a:spcPct val="100000"/>
              </a:lnSpc>
              <a:spcBef>
                <a:spcPts val="600"/>
              </a:spcBef>
              <a:spcAft>
                <a:spcPct val="0"/>
              </a:spcAft>
              <a:buClr>
                <a:srgbClr val="D34817"/>
              </a:buClr>
              <a:buSzPct val="85000"/>
              <a:buFont typeface="Wingdings" panose="05000000000000000000" pitchFamily="2" charset="2"/>
              <a:buNone/>
              <a:defRPr/>
            </a:pPr>
            <a:r>
              <a:rPr kumimoji="0" lang="en-US" altLang="zh-CN" sz="2600" b="1" i="0" u="none" strike="noStrike" kern="1200" cap="none" spc="0" normalizeH="0" baseline="0" noProof="0" dirty="0">
                <a:ln>
                  <a:noFill/>
                </a:ln>
                <a:solidFill>
                  <a:schemeClr val="tx2"/>
                </a:solidFill>
                <a:effectLst/>
                <a:uLnTx/>
                <a:uFillTx/>
                <a:latin typeface="Times New Roman" panose="02020603050405020304" pitchFamily="18" charset="0"/>
                <a:ea typeface="宋体" panose="02010600030101010101" pitchFamily="2" charset="-122"/>
                <a:cs typeface="+mn-cs"/>
                <a:sym typeface="+mn-ea"/>
              </a:rPr>
              <a:t>Step3</a:t>
            </a:r>
            <a:r>
              <a:rPr kumimoji="0" lang="en-US" altLang="zh-CN" sz="2800" b="1" i="0" u="none" strike="noStrike" kern="1200" cap="none" spc="0" normalizeH="0" baseline="0" noProof="1">
                <a:ln>
                  <a:noFill/>
                </a:ln>
                <a:solidFill>
                  <a:srgbClr val="000000"/>
                </a:solidFill>
                <a:effectLst/>
                <a:uLnTx/>
                <a:uFillTx/>
                <a:latin typeface="Calibri" panose="020F0502020204030204" pitchFamily="34" charset="0"/>
                <a:ea typeface="宋体" panose="02010600030101010101" pitchFamily="2" charset="-122"/>
                <a:cs typeface="+mn-cs"/>
                <a:sym typeface="+mn-ea"/>
              </a:rPr>
              <a:t>:</a:t>
            </a:r>
            <a:r>
              <a:rPr kumimoji="0" lang="zh-CN" altLang="en-US" sz="2800" b="1" i="0" u="none" strike="noStrike" kern="1200" cap="none" spc="0" normalizeH="0" baseline="0" noProof="1">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sym typeface="+mn-ea"/>
              </a:rPr>
              <a:t>M</a:t>
            </a:r>
            <a:r>
              <a:rPr kumimoji="0" lang="zh-CN" altLang="en-US" sz="2800" b="1" i="0" u="none" strike="noStrike" kern="1200" cap="none" spc="0" normalizeH="0" baseline="0" noProof="1">
                <a:ln>
                  <a:noFill/>
                </a:ln>
                <a:solidFill>
                  <a:srgbClr val="000000"/>
                </a:solidFill>
                <a:effectLst/>
                <a:uLnTx/>
                <a:uFillTx/>
                <a:latin typeface="Calibri" panose="020F0502020204030204" pitchFamily="34" charset="0"/>
                <a:ea typeface="宋体" panose="02010600030101010101" pitchFamily="2" charset="-122"/>
                <a:cs typeface="+mn-cs"/>
                <a:sym typeface="+mn-ea"/>
              </a:rPr>
              <a:t>步：通过</a:t>
            </a:r>
            <a:r>
              <a:rPr kumimoji="0" lang="zh-CN" altLang="en-US" sz="2800" b="1" i="0" u="none" strike="noStrike" kern="1200" cap="none" spc="0" normalizeH="0" baseline="0" noProof="1">
                <a:ln>
                  <a:noFill/>
                </a:ln>
                <a:solidFill>
                  <a:srgbClr val="FF0000"/>
                </a:solidFill>
                <a:effectLst/>
                <a:uLnTx/>
                <a:uFillTx/>
                <a:latin typeface="Calibri" panose="020F0502020204030204" pitchFamily="34" charset="0"/>
                <a:ea typeface="宋体" panose="02010600030101010101" pitchFamily="2" charset="-122"/>
                <a:cs typeface="+mn-cs"/>
                <a:sym typeface="+mn-ea"/>
              </a:rPr>
              <a:t>最大似然估计</a:t>
            </a:r>
            <a:r>
              <a:rPr kumimoji="0" lang="zh-CN" altLang="en-US" sz="2800" b="1" i="0" u="none" strike="noStrike" kern="1200" cap="none" spc="0" normalizeH="0" baseline="0" noProof="1">
                <a:ln>
                  <a:noFill/>
                </a:ln>
                <a:solidFill>
                  <a:srgbClr val="000000"/>
                </a:solidFill>
                <a:effectLst/>
                <a:uLnTx/>
                <a:uFillTx/>
                <a:latin typeface="Calibri" panose="020F0502020204030204" pitchFamily="34" charset="0"/>
                <a:ea typeface="宋体" panose="02010600030101010101" pitchFamily="2" charset="-122"/>
                <a:cs typeface="+mn-cs"/>
                <a:sym typeface="+mn-ea"/>
              </a:rPr>
              <a:t>来求解模型参数。</a:t>
            </a:r>
            <a:r>
              <a:rPr kumimoji="0" lang="en-US" altLang="zh-CN" sz="2800" b="1" i="0" u="none" strike="noStrike" kern="1200" cap="none" spc="0" normalizeH="0" baseline="0" noProof="1">
                <a:ln>
                  <a:noFill/>
                </a:ln>
                <a:solidFill>
                  <a:srgbClr val="000000"/>
                </a:solidFill>
                <a:effectLst/>
                <a:uLnTx/>
                <a:uFillTx/>
                <a:latin typeface="Calibri" panose="020F0502020204030204" pitchFamily="34" charset="0"/>
                <a:ea typeface="宋体" panose="02010600030101010101" pitchFamily="2" charset="-122"/>
                <a:cs typeface="+mn-cs"/>
                <a:sym typeface="+mn-ea"/>
              </a:rPr>
              <a:t>	</a:t>
            </a:r>
            <a:r>
              <a:rPr kumimoji="0" lang="zh-CN" altLang="en-US" sz="2800" b="1" i="0" u="none" strike="noStrike" kern="1200" cap="none" spc="0" normalizeH="0" baseline="0" noProof="1">
                <a:ln>
                  <a:noFill/>
                </a:ln>
                <a:solidFill>
                  <a:srgbClr val="000000"/>
                </a:solidFill>
                <a:effectLst/>
                <a:uLnTx/>
                <a:uFillTx/>
                <a:latin typeface="Calibri" panose="020F0502020204030204" pitchFamily="34" charset="0"/>
                <a:ea typeface="宋体" panose="02010600030101010101" pitchFamily="2" charset="-122"/>
                <a:cs typeface="+mn-cs"/>
                <a:sym typeface="+mn-ea"/>
              </a:rPr>
              <a:t>现在我们认为上一步求出的         就是“数</a:t>
            </a:r>
            <a:r>
              <a:rPr kumimoji="0" lang="en-US" altLang="zh-CN" sz="2800" b="1" i="0" u="none" strike="noStrike" kern="1200" cap="none" spc="0" normalizeH="0" baseline="0" noProof="1">
                <a:ln>
                  <a:noFill/>
                </a:ln>
                <a:solidFill>
                  <a:srgbClr val="000000"/>
                </a:solidFill>
                <a:effectLst/>
                <a:uLnTx/>
                <a:uFillTx/>
                <a:latin typeface="Calibri" panose="020F0502020204030204" pitchFamily="34" charset="0"/>
                <a:ea typeface="宋体" panose="02010600030101010101" pitchFamily="2" charset="-122"/>
                <a:cs typeface="+mn-cs"/>
                <a:sym typeface="+mn-ea"/>
              </a:rPr>
              <a:t>	</a:t>
            </a:r>
            <a:r>
              <a:rPr kumimoji="0" lang="zh-CN" altLang="en-US" sz="2800" b="1" i="0" u="none" strike="noStrike" kern="1200" cap="none" spc="0" normalizeH="0" baseline="0" noProof="1">
                <a:ln>
                  <a:noFill/>
                </a:ln>
                <a:solidFill>
                  <a:srgbClr val="000000"/>
                </a:solidFill>
                <a:effectLst/>
                <a:uLnTx/>
                <a:uFillTx/>
                <a:latin typeface="Calibri" panose="020F0502020204030204" pitchFamily="34" charset="0"/>
                <a:ea typeface="宋体" panose="02010600030101010101" pitchFamily="2" charset="-122"/>
                <a:cs typeface="+mn-cs"/>
                <a:sym typeface="+mn-ea"/>
              </a:rPr>
              <a:t>据点    由分量</a:t>
            </a:r>
            <a:r>
              <a:rPr kumimoji="0" lang="zh-CN" altLang="en-US" sz="2800" b="1" i="0" u="none" strike="noStrike" kern="1200" cap="none" spc="0" normalizeH="0" baseline="0" noProof="1">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sym typeface="+mn-ea"/>
              </a:rPr>
              <a:t>k</a:t>
            </a:r>
            <a:r>
              <a:rPr kumimoji="0" lang="zh-CN" altLang="en-US" sz="2800" b="1" i="0" u="none" strike="noStrike" kern="1200" cap="none" spc="0" normalizeH="0" baseline="0" noProof="1">
                <a:ln>
                  <a:noFill/>
                </a:ln>
                <a:solidFill>
                  <a:srgbClr val="000000"/>
                </a:solidFill>
                <a:effectLst/>
                <a:uLnTx/>
                <a:uFillTx/>
                <a:latin typeface="Calibri" panose="020F0502020204030204" pitchFamily="34" charset="0"/>
                <a:ea typeface="宋体" panose="02010600030101010101" pitchFamily="2" charset="-122"/>
                <a:cs typeface="+mn-cs"/>
                <a:sym typeface="+mn-ea"/>
              </a:rPr>
              <a:t>生成的概率”。根据</a:t>
            </a:r>
            <a:r>
              <a:rPr kumimoji="0" lang="en-US" altLang="zh-CN" sz="2800" b="1" i="0" u="none" strike="noStrike" kern="1200" cap="none" spc="0" normalizeH="0" baseline="0" noProof="1">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sym typeface="+mn-ea"/>
              </a:rPr>
              <a:t>4.1.2</a:t>
            </a:r>
            <a:r>
              <a:rPr kumimoji="0" lang="en-US" altLang="zh-CN" sz="2800" b="1" i="0" u="none" strike="noStrike" kern="1200" cap="none" spc="0" normalizeH="0" baseline="0" noProof="1">
                <a:ln>
                  <a:noFill/>
                </a:ln>
                <a:solidFill>
                  <a:srgbClr val="000000"/>
                </a:solidFill>
                <a:effectLst/>
                <a:uLnTx/>
                <a:uFillTx/>
                <a:latin typeface="Calibri" panose="020F0502020204030204" pitchFamily="34" charset="0"/>
                <a:ea typeface="宋体" panose="02010600030101010101" pitchFamily="2" charset="-122"/>
                <a:cs typeface="+mn-cs"/>
                <a:sym typeface="+mn-ea"/>
              </a:rPr>
              <a:t>		</a:t>
            </a:r>
            <a:r>
              <a:rPr kumimoji="0" lang="zh-CN" altLang="en-US" sz="2800" b="1" i="0" u="none" strike="noStrike" kern="1200" cap="none" spc="0" normalizeH="0" baseline="0" noProof="1">
                <a:ln>
                  <a:noFill/>
                </a:ln>
                <a:solidFill>
                  <a:srgbClr val="000000"/>
                </a:solidFill>
                <a:effectLst/>
                <a:uLnTx/>
                <a:uFillTx/>
                <a:latin typeface="Calibri" panose="020F0502020204030204" pitchFamily="34" charset="0"/>
                <a:ea typeface="宋体" panose="02010600030101010101" pitchFamily="2" charset="-122"/>
                <a:cs typeface="+mn-cs"/>
                <a:sym typeface="+mn-ea"/>
              </a:rPr>
              <a:t>节介绍的 </a:t>
            </a:r>
            <a:r>
              <a:rPr kumimoji="0" lang="en-US" altLang="zh-CN" sz="2800" b="1" i="0" u="none" strike="noStrike" kern="1200" cap="none" spc="0" normalizeH="0" baseline="0" noProof="1">
                <a:ln>
                  <a:noFill/>
                </a:ln>
                <a:solidFill>
                  <a:srgbClr val="000000"/>
                </a:solidFill>
                <a:effectLst/>
                <a:uLnTx/>
                <a:uFillTx/>
                <a:latin typeface="Calibri" panose="020F0502020204030204" pitchFamily="34" charset="0"/>
                <a:ea typeface="宋体" panose="02010600030101010101" pitchFamily="2" charset="-122"/>
                <a:cs typeface="+mn-cs"/>
                <a:sym typeface="+mn-ea"/>
              </a:rPr>
              <a:t>	</a:t>
            </a:r>
            <a:r>
              <a:rPr kumimoji="0" lang="zh-CN" altLang="en-US" sz="2800" b="1" i="0" u="none" strike="noStrike" kern="1200" cap="none" spc="0" normalizeH="0" baseline="0" noProof="1">
                <a:ln>
                  <a:noFill/>
                </a:ln>
                <a:solidFill>
                  <a:srgbClr val="000000"/>
                </a:solidFill>
                <a:effectLst/>
                <a:uLnTx/>
                <a:uFillTx/>
                <a:latin typeface="Calibri" panose="020F0502020204030204" pitchFamily="34" charset="0"/>
                <a:ea typeface="宋体" panose="02010600030101010101" pitchFamily="2" charset="-122"/>
                <a:cs typeface="+mn-cs"/>
                <a:sym typeface="+mn-ea"/>
              </a:rPr>
              <a:t>，   和     的公式可以推出：</a:t>
            </a:r>
            <a:endParaRPr kumimoji="0" lang="zh-CN" altLang="en-US" sz="2800" b="1" i="0" u="none" strike="noStrike" kern="1200" cap="none" spc="0" normalizeH="0" baseline="0" noProof="1">
              <a:ln>
                <a:noFill/>
              </a:ln>
              <a:solidFill>
                <a:srgbClr val="000000"/>
              </a:solidFill>
              <a:effectLst/>
              <a:uLnTx/>
              <a:uFillTx/>
              <a:latin typeface="Calibri" panose="020F0502020204030204" pitchFamily="34" charset="0"/>
              <a:ea typeface="宋体" panose="02010600030101010101" pitchFamily="2" charset="-122"/>
              <a:cs typeface="+mn-cs"/>
            </a:endParaRPr>
          </a:p>
        </p:txBody>
      </p:sp>
      <p:sp>
        <p:nvSpPr>
          <p:cNvPr id="46083" name="Rectangle 5"/>
          <p:cNvSpPr/>
          <p:nvPr/>
        </p:nvSpPr>
        <p:spPr>
          <a:xfrm>
            <a:off x="0" y="0"/>
            <a:ext cx="9144000" cy="0"/>
          </a:xfrm>
          <a:prstGeom prst="rect">
            <a:avLst/>
          </a:prstGeom>
          <a:noFill/>
          <a:ln w="9525">
            <a:noFill/>
          </a:ln>
        </p:spPr>
        <p:txBody>
          <a:bodyPr wrap="none" anchor="ctr" anchorCtr="0">
            <a:spAutoFit/>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华文新魏" panose="02010800040101010101" pitchFamily="2" charset="-122"/>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ea typeface="+mn-ea"/>
                <a:cs typeface="华文新魏" panose="02010800040101010101" pitchFamily="2" charset="-122"/>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ea typeface="+mn-ea"/>
                <a:cs typeface="华文新魏" panose="02010800040101010101" pitchFamily="2" charset="-122"/>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ea typeface="+mn-ea"/>
                <a:cs typeface="华文新魏" panose="02010800040101010101" pitchFamily="2" charset="-122"/>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ea typeface="+mn-ea"/>
                <a:cs typeface="华文新魏" panose="02010800040101010101" pitchFamily="2" charset="-122"/>
              </a:defRPr>
            </a:lvl5pPr>
          </a:lstStyle>
          <a:p>
            <a:pPr marL="0" lvl="0" indent="0" eaLnBrk="1" hangingPunct="1">
              <a:spcBef>
                <a:spcPct val="0"/>
              </a:spcBef>
              <a:buClrTx/>
              <a:buSzTx/>
              <a:buFontTx/>
              <a:buNone/>
            </a:pPr>
            <a:endParaRPr lang="zh-CN" altLang="en-US" sz="1800" dirty="0">
              <a:latin typeface="Arial" panose="020B0604020202020204" pitchFamily="34" charset="0"/>
            </a:endParaRPr>
          </a:p>
        </p:txBody>
      </p:sp>
      <p:graphicFrame>
        <p:nvGraphicFramePr>
          <p:cNvPr id="46084" name="对象 -2147482617"/>
          <p:cNvGraphicFramePr>
            <a:graphicFrameLocks noGrp="1" noChangeAspect="1"/>
          </p:cNvGraphicFramePr>
          <p:nvPr>
            <p:ph sz="half" idx="1"/>
          </p:nvPr>
        </p:nvGraphicFramePr>
        <p:xfrm>
          <a:off x="2635250" y="2363788"/>
          <a:ext cx="360363" cy="539750"/>
        </p:xfrm>
        <a:graphic>
          <a:graphicData uri="http://schemas.openxmlformats.org/presentationml/2006/ole">
            <mc:AlternateContent xmlns:mc="http://schemas.openxmlformats.org/markup-compatibility/2006">
              <mc:Choice xmlns:v="urn:schemas-microsoft-com:vml" Requires="v">
                <p:oleObj spid="_x0000_s3126" name="" r:id="rId1" imgW="152400" imgH="228600" progId="Equation.DSMT4">
                  <p:embed/>
                </p:oleObj>
              </mc:Choice>
              <mc:Fallback>
                <p:oleObj name="" r:id="rId1" imgW="152400" imgH="228600" progId="Equation.DSMT4">
                  <p:embed/>
                  <p:pic>
                    <p:nvPicPr>
                      <p:cNvPr id="0" name="图片 3125"/>
                      <p:cNvPicPr/>
                      <p:nvPr/>
                    </p:nvPicPr>
                    <p:blipFill>
                      <a:blip r:embed="rId2"/>
                      <a:srcRect/>
                      <a:stretch>
                        <a:fillRect/>
                      </a:stretch>
                    </p:blipFill>
                    <p:spPr>
                      <a:xfrm>
                        <a:off x="2635250" y="2363788"/>
                        <a:ext cx="360363" cy="539750"/>
                      </a:xfrm>
                      <a:prstGeom prst="rect">
                        <a:avLst/>
                      </a:prstGeom>
                      <a:noFill/>
                      <a:ln w="38100">
                        <a:miter/>
                      </a:ln>
                    </p:spPr>
                  </p:pic>
                </p:oleObj>
              </mc:Fallback>
            </mc:AlternateContent>
          </a:graphicData>
        </a:graphic>
      </p:graphicFrame>
      <p:graphicFrame>
        <p:nvGraphicFramePr>
          <p:cNvPr id="46085" name="对象 -2147482594"/>
          <p:cNvGraphicFramePr>
            <a:graphicFrameLocks noGrp="1" noChangeAspect="1"/>
          </p:cNvGraphicFramePr>
          <p:nvPr>
            <p:ph sz="half" idx="2"/>
          </p:nvPr>
        </p:nvGraphicFramePr>
        <p:xfrm>
          <a:off x="6164263" y="1992313"/>
          <a:ext cx="884237" cy="430212"/>
        </p:xfrm>
        <a:graphic>
          <a:graphicData uri="http://schemas.openxmlformats.org/presentationml/2006/ole">
            <mc:AlternateContent xmlns:mc="http://schemas.openxmlformats.org/markup-compatibility/2006">
              <mc:Choice xmlns:v="urn:schemas-microsoft-com:vml" Requires="v">
                <p:oleObj spid="_x0000_s3120" name="" r:id="rId3" imgW="419100" imgH="203200" progId="Equation.DSMT4">
                  <p:embed/>
                </p:oleObj>
              </mc:Choice>
              <mc:Fallback>
                <p:oleObj name="" r:id="rId3" imgW="419100" imgH="203200" progId="Equation.DSMT4">
                  <p:embed/>
                  <p:pic>
                    <p:nvPicPr>
                      <p:cNvPr id="0" name="图片 3119"/>
                      <p:cNvPicPr/>
                      <p:nvPr/>
                    </p:nvPicPr>
                    <p:blipFill>
                      <a:blip r:embed="rId4"/>
                      <a:srcRect/>
                      <a:stretch>
                        <a:fillRect/>
                      </a:stretch>
                    </p:blipFill>
                    <p:spPr>
                      <a:xfrm>
                        <a:off x="6164263" y="1992313"/>
                        <a:ext cx="884237" cy="430212"/>
                      </a:xfrm>
                      <a:prstGeom prst="rect">
                        <a:avLst/>
                      </a:prstGeom>
                      <a:noFill/>
                      <a:ln w="38100">
                        <a:miter/>
                      </a:ln>
                    </p:spPr>
                  </p:pic>
                </p:oleObj>
              </mc:Fallback>
            </mc:AlternateContent>
          </a:graphicData>
        </a:graphic>
      </p:graphicFrame>
      <p:graphicFrame>
        <p:nvGraphicFramePr>
          <p:cNvPr id="46086" name="对象 -2147482617"/>
          <p:cNvGraphicFramePr>
            <a:graphicFrameLocks noGrp="1" noChangeAspect="1"/>
          </p:cNvGraphicFramePr>
          <p:nvPr/>
        </p:nvGraphicFramePr>
        <p:xfrm>
          <a:off x="3321050" y="2808288"/>
          <a:ext cx="450850" cy="539750"/>
        </p:xfrm>
        <a:graphic>
          <a:graphicData uri="http://schemas.openxmlformats.org/presentationml/2006/ole">
            <mc:AlternateContent xmlns:mc="http://schemas.openxmlformats.org/markup-compatibility/2006">
              <mc:Choice xmlns:v="urn:schemas-microsoft-com:vml" Requires="v">
                <p:oleObj spid="_x0000_s3124" name="" r:id="rId5" imgW="190500" imgH="228600" progId="Equation.DSMT4">
                  <p:embed/>
                </p:oleObj>
              </mc:Choice>
              <mc:Fallback>
                <p:oleObj name="" r:id="rId5" imgW="190500" imgH="228600" progId="Equation.DSMT4">
                  <p:embed/>
                  <p:pic>
                    <p:nvPicPr>
                      <p:cNvPr id="0" name="图片 3123"/>
                      <p:cNvPicPr/>
                      <p:nvPr/>
                    </p:nvPicPr>
                    <p:blipFill>
                      <a:blip r:embed="rId6"/>
                      <a:stretch>
                        <a:fillRect/>
                      </a:stretch>
                    </p:blipFill>
                    <p:spPr>
                      <a:xfrm>
                        <a:off x="3321050" y="2808288"/>
                        <a:ext cx="450850" cy="539750"/>
                      </a:xfrm>
                      <a:prstGeom prst="rect">
                        <a:avLst/>
                      </a:prstGeom>
                      <a:noFill/>
                      <a:ln w="38100">
                        <a:noFill/>
                        <a:miter/>
                      </a:ln>
                    </p:spPr>
                  </p:pic>
                </p:oleObj>
              </mc:Fallback>
            </mc:AlternateContent>
          </a:graphicData>
        </a:graphic>
      </p:graphicFrame>
      <p:graphicFrame>
        <p:nvGraphicFramePr>
          <p:cNvPr id="46087" name="内容占位符 18">
            <a:hlinkClick r:id="" action="ppaction://ole?verb="/>
          </p:cNvPr>
          <p:cNvGraphicFramePr>
            <a:graphicFrameLocks noGrp="1" noChangeAspect="1"/>
          </p:cNvGraphicFramePr>
          <p:nvPr/>
        </p:nvGraphicFramePr>
        <p:xfrm>
          <a:off x="3854450" y="2765425"/>
          <a:ext cx="482600" cy="623888"/>
        </p:xfrm>
        <a:graphic>
          <a:graphicData uri="http://schemas.openxmlformats.org/presentationml/2006/ole">
            <mc:AlternateContent xmlns:mc="http://schemas.openxmlformats.org/markup-compatibility/2006">
              <mc:Choice xmlns:v="urn:schemas-microsoft-com:vml" Requires="v">
                <p:oleObj spid="_x0000_s3127" name="" r:id="rId7" imgW="177165" imgH="228600" progId="Equation.KSEE3">
                  <p:embed/>
                </p:oleObj>
              </mc:Choice>
              <mc:Fallback>
                <p:oleObj name="" r:id="rId7" imgW="177165" imgH="228600" progId="Equation.KSEE3">
                  <p:embed/>
                  <p:pic>
                    <p:nvPicPr>
                      <p:cNvPr id="0" name="图片 3126"/>
                      <p:cNvPicPr/>
                      <p:nvPr/>
                    </p:nvPicPr>
                    <p:blipFill>
                      <a:blip r:embed="rId8"/>
                      <a:stretch>
                        <a:fillRect/>
                      </a:stretch>
                    </p:blipFill>
                    <p:spPr>
                      <a:xfrm>
                        <a:off x="3854450" y="2765425"/>
                        <a:ext cx="482600" cy="623888"/>
                      </a:xfrm>
                      <a:prstGeom prst="rect">
                        <a:avLst/>
                      </a:prstGeom>
                      <a:noFill/>
                      <a:ln w="38100">
                        <a:noFill/>
                        <a:miter/>
                      </a:ln>
                    </p:spPr>
                  </p:pic>
                </p:oleObj>
              </mc:Fallback>
            </mc:AlternateContent>
          </a:graphicData>
        </a:graphic>
      </p:graphicFrame>
      <p:graphicFrame>
        <p:nvGraphicFramePr>
          <p:cNvPr id="46088" name="对象 20">
            <a:hlinkClick r:id="" action="ppaction://ole?verb="/>
          </p:cNvPr>
          <p:cNvGraphicFramePr>
            <a:graphicFrameLocks noChangeAspect="1"/>
          </p:cNvGraphicFramePr>
          <p:nvPr/>
        </p:nvGraphicFramePr>
        <p:xfrm>
          <a:off x="4762500" y="2903538"/>
          <a:ext cx="469900" cy="366712"/>
        </p:xfrm>
        <a:graphic>
          <a:graphicData uri="http://schemas.openxmlformats.org/presentationml/2006/ole">
            <mc:AlternateContent xmlns:mc="http://schemas.openxmlformats.org/markup-compatibility/2006">
              <mc:Choice xmlns:v="urn:schemas-microsoft-com:vml" Requires="v">
                <p:oleObj spid="_x0000_s3118" name="" r:id="rId9" imgW="342900" imgH="266700" progId="Equation.KSEE3">
                  <p:embed/>
                </p:oleObj>
              </mc:Choice>
              <mc:Fallback>
                <p:oleObj name="" r:id="rId9" imgW="342900" imgH="266700" progId="Equation.KSEE3">
                  <p:embed/>
                  <p:pic>
                    <p:nvPicPr>
                      <p:cNvPr id="0" name="图片 3117"/>
                      <p:cNvPicPr/>
                      <p:nvPr/>
                    </p:nvPicPr>
                    <p:blipFill>
                      <a:blip r:embed="rId10"/>
                      <a:stretch>
                        <a:fillRect/>
                      </a:stretch>
                    </p:blipFill>
                    <p:spPr>
                      <a:xfrm>
                        <a:off x="4762500" y="2903538"/>
                        <a:ext cx="469900" cy="366712"/>
                      </a:xfrm>
                      <a:prstGeom prst="rect">
                        <a:avLst/>
                      </a:prstGeom>
                      <a:noFill/>
                      <a:ln w="38100">
                        <a:noFill/>
                        <a:miter/>
                      </a:ln>
                    </p:spPr>
                  </p:pic>
                </p:oleObj>
              </mc:Fallback>
            </mc:AlternateContent>
          </a:graphicData>
        </a:graphic>
      </p:graphicFrame>
      <p:graphicFrame>
        <p:nvGraphicFramePr>
          <p:cNvPr id="46089" name="对象 -2147482592"/>
          <p:cNvGraphicFramePr>
            <a:graphicFrameLocks noChangeAspect="1"/>
          </p:cNvGraphicFramePr>
          <p:nvPr/>
        </p:nvGraphicFramePr>
        <p:xfrm>
          <a:off x="1685925" y="3328988"/>
          <a:ext cx="2259013" cy="1049337"/>
        </p:xfrm>
        <a:graphic>
          <a:graphicData uri="http://schemas.openxmlformats.org/presentationml/2006/ole">
            <mc:AlternateContent xmlns:mc="http://schemas.openxmlformats.org/markup-compatibility/2006">
              <mc:Choice xmlns:v="urn:schemas-microsoft-com:vml" Requires="v">
                <p:oleObj spid="_x0000_s3121" name="" r:id="rId11" imgW="927100" imgH="431800" progId="Equation.DSMT4">
                  <p:embed/>
                </p:oleObj>
              </mc:Choice>
              <mc:Fallback>
                <p:oleObj name="" r:id="rId11" imgW="927100" imgH="431800" progId="Equation.DSMT4">
                  <p:embed/>
                  <p:pic>
                    <p:nvPicPr>
                      <p:cNvPr id="0" name="图片 3120"/>
                      <p:cNvPicPr/>
                      <p:nvPr/>
                    </p:nvPicPr>
                    <p:blipFill>
                      <a:blip r:embed="rId12"/>
                      <a:stretch>
                        <a:fillRect/>
                      </a:stretch>
                    </p:blipFill>
                    <p:spPr>
                      <a:xfrm>
                        <a:off x="1685925" y="3328988"/>
                        <a:ext cx="2259013" cy="1049337"/>
                      </a:xfrm>
                      <a:prstGeom prst="rect">
                        <a:avLst/>
                      </a:prstGeom>
                      <a:noFill/>
                      <a:ln w="38100">
                        <a:noFill/>
                        <a:miter/>
                      </a:ln>
                    </p:spPr>
                  </p:pic>
                </p:oleObj>
              </mc:Fallback>
            </mc:AlternateContent>
          </a:graphicData>
        </a:graphic>
      </p:graphicFrame>
      <p:graphicFrame>
        <p:nvGraphicFramePr>
          <p:cNvPr id="46090" name="对象 -2147482591"/>
          <p:cNvGraphicFramePr>
            <a:graphicFrameLocks noChangeAspect="1"/>
          </p:cNvGraphicFramePr>
          <p:nvPr/>
        </p:nvGraphicFramePr>
        <p:xfrm>
          <a:off x="1692275" y="4556125"/>
          <a:ext cx="2555875" cy="942975"/>
        </p:xfrm>
        <a:graphic>
          <a:graphicData uri="http://schemas.openxmlformats.org/presentationml/2006/ole">
            <mc:AlternateContent xmlns:mc="http://schemas.openxmlformats.org/markup-compatibility/2006">
              <mc:Choice xmlns:v="urn:schemas-microsoft-com:vml" Requires="v">
                <p:oleObj spid="_x0000_s3119" name="" r:id="rId13" imgW="1205865" imgH="444500" progId="Equation.DSMT4">
                  <p:embed/>
                </p:oleObj>
              </mc:Choice>
              <mc:Fallback>
                <p:oleObj name="" r:id="rId13" imgW="1205865" imgH="444500" progId="Equation.DSMT4">
                  <p:embed/>
                  <p:pic>
                    <p:nvPicPr>
                      <p:cNvPr id="0" name="图片 3118"/>
                      <p:cNvPicPr/>
                      <p:nvPr/>
                    </p:nvPicPr>
                    <p:blipFill>
                      <a:blip r:embed="rId14"/>
                      <a:stretch>
                        <a:fillRect/>
                      </a:stretch>
                    </p:blipFill>
                    <p:spPr>
                      <a:xfrm>
                        <a:off x="1692275" y="4556125"/>
                        <a:ext cx="2555875" cy="942975"/>
                      </a:xfrm>
                      <a:prstGeom prst="rect">
                        <a:avLst/>
                      </a:prstGeom>
                      <a:noFill/>
                      <a:ln w="38100">
                        <a:noFill/>
                        <a:miter/>
                      </a:ln>
                    </p:spPr>
                  </p:pic>
                </p:oleObj>
              </mc:Fallback>
            </mc:AlternateContent>
          </a:graphicData>
        </a:graphic>
      </p:graphicFrame>
      <p:graphicFrame>
        <p:nvGraphicFramePr>
          <p:cNvPr id="46091" name="对象 -2147482590"/>
          <p:cNvGraphicFramePr>
            <a:graphicFrameLocks noChangeAspect="1"/>
          </p:cNvGraphicFramePr>
          <p:nvPr/>
        </p:nvGraphicFramePr>
        <p:xfrm>
          <a:off x="4248150" y="3389313"/>
          <a:ext cx="4786313" cy="971550"/>
        </p:xfrm>
        <a:graphic>
          <a:graphicData uri="http://schemas.openxmlformats.org/presentationml/2006/ole">
            <mc:AlternateContent xmlns:mc="http://schemas.openxmlformats.org/markup-compatibility/2006">
              <mc:Choice xmlns:v="urn:schemas-microsoft-com:vml" Requires="v">
                <p:oleObj spid="_x0000_s3125" name="" r:id="rId15" imgW="2197100" imgH="444500" progId="Equation.DSMT4">
                  <p:embed/>
                </p:oleObj>
              </mc:Choice>
              <mc:Fallback>
                <p:oleObj name="" r:id="rId15" imgW="2197100" imgH="444500" progId="Equation.DSMT4">
                  <p:embed/>
                  <p:pic>
                    <p:nvPicPr>
                      <p:cNvPr id="0" name="图片 3124"/>
                      <p:cNvPicPr/>
                      <p:nvPr/>
                    </p:nvPicPr>
                    <p:blipFill>
                      <a:blip r:embed="rId16"/>
                      <a:stretch>
                        <a:fillRect/>
                      </a:stretch>
                    </p:blipFill>
                    <p:spPr>
                      <a:xfrm>
                        <a:off x="4248150" y="3389313"/>
                        <a:ext cx="4786313" cy="971550"/>
                      </a:xfrm>
                      <a:prstGeom prst="rect">
                        <a:avLst/>
                      </a:prstGeom>
                      <a:noFill/>
                      <a:ln w="38100">
                        <a:noFill/>
                        <a:miter/>
                      </a:ln>
                    </p:spPr>
                  </p:pic>
                </p:oleObj>
              </mc:Fallback>
            </mc:AlternateContent>
          </a:graphicData>
        </a:graphic>
      </p:graphicFrame>
      <p:graphicFrame>
        <p:nvGraphicFramePr>
          <p:cNvPr id="46092" name="对象 -2147482589"/>
          <p:cNvGraphicFramePr>
            <a:graphicFrameLocks noChangeAspect="1"/>
          </p:cNvGraphicFramePr>
          <p:nvPr/>
        </p:nvGraphicFramePr>
        <p:xfrm>
          <a:off x="4549775" y="4556125"/>
          <a:ext cx="1401763" cy="977900"/>
        </p:xfrm>
        <a:graphic>
          <a:graphicData uri="http://schemas.openxmlformats.org/presentationml/2006/ole">
            <mc:AlternateContent xmlns:mc="http://schemas.openxmlformats.org/markup-compatibility/2006">
              <mc:Choice xmlns:v="urn:schemas-microsoft-com:vml" Requires="v">
                <p:oleObj spid="_x0000_s3122" name="" r:id="rId17" imgW="558800" imgH="393700" progId="Equation.DSMT4">
                  <p:embed/>
                </p:oleObj>
              </mc:Choice>
              <mc:Fallback>
                <p:oleObj name="" r:id="rId17" imgW="558800" imgH="393700" progId="Equation.DSMT4">
                  <p:embed/>
                  <p:pic>
                    <p:nvPicPr>
                      <p:cNvPr id="0" name="图片 3121"/>
                      <p:cNvPicPr/>
                      <p:nvPr/>
                    </p:nvPicPr>
                    <p:blipFill>
                      <a:blip r:embed="rId18"/>
                      <a:stretch>
                        <a:fillRect/>
                      </a:stretch>
                    </p:blipFill>
                    <p:spPr>
                      <a:xfrm>
                        <a:off x="4549775" y="4556125"/>
                        <a:ext cx="1401763" cy="977900"/>
                      </a:xfrm>
                      <a:prstGeom prst="rect">
                        <a:avLst/>
                      </a:prstGeom>
                      <a:noFill/>
                      <a:ln w="38100">
                        <a:noFill/>
                        <a:miter/>
                      </a:ln>
                    </p:spPr>
                  </p:pic>
                </p:oleObj>
              </mc:Fallback>
            </mc:AlternateContent>
          </a:graphicData>
        </a:graphic>
      </p:graphicFrame>
      <p:sp>
        <p:nvSpPr>
          <p:cNvPr id="46093" name="Text Box 5"/>
          <p:cNvSpPr txBox="1"/>
          <p:nvPr/>
        </p:nvSpPr>
        <p:spPr>
          <a:xfrm>
            <a:off x="2443163" y="0"/>
            <a:ext cx="6700837" cy="644525"/>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华文新魏" panose="02010800040101010101" pitchFamily="2" charset="-122"/>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ea typeface="+mn-ea"/>
                <a:cs typeface="华文新魏" panose="02010800040101010101" pitchFamily="2" charset="-122"/>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ea typeface="+mn-ea"/>
                <a:cs typeface="华文新魏" panose="02010800040101010101" pitchFamily="2" charset="-122"/>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ea typeface="+mn-ea"/>
                <a:cs typeface="华文新魏" panose="02010800040101010101" pitchFamily="2" charset="-122"/>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ea typeface="+mn-ea"/>
                <a:cs typeface="华文新魏" panose="02010800040101010101" pitchFamily="2" charset="-122"/>
              </a:defRPr>
            </a:lvl5pPr>
          </a:lstStyle>
          <a:p>
            <a:pPr marL="0" lvl="0" indent="0" algn="ctr" eaLnBrk="1" hangingPunct="1">
              <a:spcBef>
                <a:spcPct val="0"/>
              </a:spcBef>
              <a:buClrTx/>
              <a:buSzTx/>
              <a:buFontTx/>
              <a:buNone/>
            </a:pPr>
            <a:r>
              <a:rPr lang="en-US" altLang="zh-CN" sz="3600" b="1" dirty="0">
                <a:solidFill>
                  <a:srgbClr val="0000FF"/>
                </a:solidFill>
                <a:latin typeface="Arial" panose="020B0604020202020204" pitchFamily="34" charset="0"/>
                <a:sym typeface="宋体" panose="02010600030101010101" pitchFamily="2" charset="-122"/>
              </a:rPr>
              <a:t>4.1.3 EM算法求解高斯</a:t>
            </a:r>
            <a:r>
              <a:rPr lang="zh-CN" altLang="en-US" sz="3600" b="1" dirty="0">
                <a:solidFill>
                  <a:srgbClr val="0000FF"/>
                </a:solidFill>
                <a:latin typeface="Arial" panose="020B0604020202020204" pitchFamily="34" charset="0"/>
                <a:sym typeface="宋体" panose="02010600030101010101" pitchFamily="2" charset="-122"/>
              </a:rPr>
              <a:t>混合</a:t>
            </a:r>
            <a:r>
              <a:rPr lang="en-US" altLang="zh-CN" sz="3600" b="1" dirty="0">
                <a:solidFill>
                  <a:srgbClr val="0000FF"/>
                </a:solidFill>
                <a:latin typeface="Arial" panose="020B0604020202020204" pitchFamily="34" charset="0"/>
                <a:sym typeface="宋体" panose="02010600030101010101" pitchFamily="2" charset="-122"/>
              </a:rPr>
              <a:t>模型</a:t>
            </a:r>
            <a:endParaRPr lang="en-US" altLang="zh-CN" sz="3600" b="1" dirty="0">
              <a:solidFill>
                <a:srgbClr val="0000FF"/>
              </a:solidFill>
              <a:latin typeface="Arial" panose="020B0604020202020204" pitchFamily="34" charset="0"/>
              <a:sym typeface="宋体" panose="02010600030101010101" pitchFamily="2" charset="-122"/>
            </a:endParaRPr>
          </a:p>
        </p:txBody>
      </p:sp>
    </p:spTree>
  </p:cSld>
  <p:clrMapOvr>
    <a:masterClrMapping/>
  </p:clrMapOvr>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47106" name="图片 4"/>
          <p:cNvPicPr>
            <a:picLocks noChangeAspect="1"/>
          </p:cNvPicPr>
          <p:nvPr/>
        </p:nvPicPr>
        <p:blipFill>
          <a:blip r:embed="rId1"/>
          <a:stretch>
            <a:fillRect/>
          </a:stretch>
        </p:blipFill>
        <p:spPr>
          <a:xfrm>
            <a:off x="1187450" y="1484313"/>
            <a:ext cx="6651625" cy="3889375"/>
          </a:xfrm>
          <a:prstGeom prst="rect">
            <a:avLst/>
          </a:prstGeom>
          <a:noFill/>
          <a:ln w="9525">
            <a:noFill/>
          </a:ln>
        </p:spPr>
      </p:pic>
      <p:sp>
        <p:nvSpPr>
          <p:cNvPr id="47107" name="文本框 6"/>
          <p:cNvSpPr txBox="1"/>
          <p:nvPr/>
        </p:nvSpPr>
        <p:spPr>
          <a:xfrm>
            <a:off x="2339975" y="6092825"/>
            <a:ext cx="4572000" cy="369888"/>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华文新魏" panose="02010800040101010101" pitchFamily="2" charset="-122"/>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ea typeface="+mn-ea"/>
                <a:cs typeface="华文新魏" panose="02010800040101010101" pitchFamily="2" charset="-122"/>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ea typeface="+mn-ea"/>
                <a:cs typeface="华文新魏" panose="02010800040101010101" pitchFamily="2" charset="-122"/>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ea typeface="+mn-ea"/>
                <a:cs typeface="华文新魏" panose="02010800040101010101" pitchFamily="2" charset="-122"/>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ea typeface="+mn-ea"/>
                <a:cs typeface="华文新魏" panose="02010800040101010101" pitchFamily="2" charset="-122"/>
              </a:defRPr>
            </a:lvl5pPr>
          </a:lstStyle>
          <a:p>
            <a:pPr marL="0" lvl="0" indent="0">
              <a:spcBef>
                <a:spcPct val="0"/>
              </a:spcBef>
              <a:buClrTx/>
              <a:buSzTx/>
              <a:buFontTx/>
              <a:buNone/>
            </a:pPr>
            <a:r>
              <a:rPr lang="zh-CN" altLang="en-US" sz="1800" dirty="0">
                <a:latin typeface="Arial" panose="020B0604020202020204" pitchFamily="34" charset="0"/>
              </a:rPr>
              <a:t>https://zhuanlan.zhihu.com/p/655018030</a:t>
            </a:r>
            <a:endParaRPr lang="zh-CN" altLang="en-US" sz="1800" dirty="0">
              <a:latin typeface="Arial" panose="020B0604020202020204" pitchFamily="34" charset="0"/>
            </a:endParaRPr>
          </a:p>
        </p:txBody>
      </p:sp>
    </p:spTree>
  </p:cSld>
  <p:clrMapOvr>
    <a:masterClrMapping/>
  </p:clrMapOvr>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7" name="Rectangle 5"/>
          <p:cNvSpPr/>
          <p:nvPr/>
        </p:nvSpPr>
        <p:spPr>
          <a:xfrm>
            <a:off x="896938" y="971550"/>
            <a:ext cx="7616825" cy="4570413"/>
          </a:xfrm>
          <a:prstGeom prst="rect">
            <a:avLst/>
          </a:prstGeom>
          <a:noFill/>
          <a:ln w="9525">
            <a:noFill/>
          </a:ln>
        </p:spPr>
        <p:txBody>
          <a:bodyPr>
            <a:spAutoFit/>
          </a:bodyPr>
          <a:lstStyle/>
          <a:p>
            <a:pPr marL="0" marR="0" lvl="0" indent="0" algn="ctr" defTabSz="914400" rtl="0" eaLnBrk="1" fontAlgn="base" latinLnBrk="0" hangingPunct="1">
              <a:lnSpc>
                <a:spcPct val="100000"/>
              </a:lnSpc>
              <a:spcBef>
                <a:spcPts val="575"/>
              </a:spcBef>
              <a:spcAft>
                <a:spcPct val="0"/>
              </a:spcAft>
              <a:buClr>
                <a:srgbClr val="D34817"/>
              </a:buClr>
              <a:buSzPct val="85000"/>
              <a:buFont typeface="Wingdings" panose="05000000000000000000" pitchFamily="2" charset="2"/>
              <a:buNone/>
              <a:defRPr/>
            </a:pPr>
            <a:r>
              <a:rPr kumimoji="1" lang="en-US" altLang="zh-CN" sz="3200" b="1" i="0" u="none" strike="noStrike" kern="0" cap="none" spc="0" normalizeH="0" baseline="0" noProof="0" dirty="0">
                <a:ln>
                  <a:noFill/>
                </a:ln>
                <a:solidFill>
                  <a:srgbClr val="0000CC"/>
                </a:solidFill>
                <a:effectLst/>
                <a:uLnTx/>
                <a:uFillTx/>
                <a:latin typeface="宋体" panose="02010600030101010101" pitchFamily="2" charset="-122"/>
                <a:ea typeface="宋体" panose="02010600030101010101" pitchFamily="2" charset="-122"/>
                <a:cs typeface="Times New Roman" panose="02020603050405020304" pitchFamily="18" charset="0"/>
                <a:sym typeface="+mn-ea"/>
              </a:rPr>
              <a:t>EM算法</a:t>
            </a:r>
            <a:r>
              <a:rPr kumimoji="1" lang="zh-CN" altLang="en-US" sz="3200" b="1" i="0" u="none" strike="noStrike" kern="0" cap="none" spc="0" normalizeH="0" baseline="0" noProof="0" dirty="0">
                <a:ln>
                  <a:noFill/>
                </a:ln>
                <a:solidFill>
                  <a:srgbClr val="0000CC"/>
                </a:solidFill>
                <a:effectLst/>
                <a:uLnTx/>
                <a:uFillTx/>
                <a:latin typeface="宋体" panose="02010600030101010101" pitchFamily="2" charset="-122"/>
                <a:ea typeface="宋体" panose="02010600030101010101" pitchFamily="2" charset="-122"/>
                <a:cs typeface="Times New Roman" panose="02020603050405020304" pitchFamily="18" charset="0"/>
                <a:sym typeface="+mn-ea"/>
              </a:rPr>
              <a:t>的具体步骤</a:t>
            </a:r>
            <a:endParaRPr kumimoji="1" lang="zh-CN" altLang="en-US" sz="3200" b="1" i="0" u="none" strike="noStrike" kern="0" cap="none" spc="0" normalizeH="0" baseline="0" noProof="0" dirty="0">
              <a:ln>
                <a:noFill/>
              </a:ln>
              <a:solidFill>
                <a:srgbClr val="0000CC"/>
              </a:solidFill>
              <a:effectLst/>
              <a:uLnTx/>
              <a:uFillTx/>
              <a:latin typeface="Times New Roman" panose="02020603050405020304" pitchFamily="18" charset="0"/>
              <a:ea typeface="黑体" panose="02010609060101010101" pitchFamily="49" charset="-122"/>
              <a:cs typeface="Times New Roman" panose="02020603050405020304" pitchFamily="18" charset="0"/>
              <a:sym typeface="+mn-ea"/>
            </a:endParaRPr>
          </a:p>
          <a:p>
            <a:pPr marL="0" marR="0" lvl="0" indent="-457200" algn="just" defTabSz="914400" rtl="0" eaLnBrk="1" fontAlgn="base" latinLnBrk="0" hangingPunct="1">
              <a:lnSpc>
                <a:spcPct val="100000"/>
              </a:lnSpc>
              <a:spcBef>
                <a:spcPts val="600"/>
              </a:spcBef>
              <a:spcAft>
                <a:spcPct val="0"/>
              </a:spcAft>
              <a:buClr>
                <a:srgbClr val="D34817"/>
              </a:buClr>
              <a:buSzPct val="85000"/>
              <a:buFont typeface="Wingdings" panose="05000000000000000000" pitchFamily="2" charset="2"/>
              <a:buNone/>
              <a:defRPr/>
            </a:pPr>
            <a:r>
              <a:rPr kumimoji="0" lang="en-US" altLang="zh-CN" sz="2600" b="1" i="0" u="none" strike="noStrike" kern="1200" cap="none" spc="0" normalizeH="0" baseline="0" noProof="0" dirty="0">
                <a:ln>
                  <a:noFill/>
                </a:ln>
                <a:solidFill>
                  <a:schemeClr val="tx2"/>
                </a:solidFill>
                <a:effectLst/>
                <a:uLnTx/>
                <a:uFillTx/>
                <a:latin typeface="Times New Roman" panose="02020603050405020304" pitchFamily="18" charset="0"/>
                <a:ea typeface="宋体" panose="02010600030101010101" pitchFamily="2" charset="-122"/>
                <a:cs typeface="+mn-cs"/>
                <a:sym typeface="+mn-ea"/>
              </a:rPr>
              <a:t>Step4</a:t>
            </a:r>
            <a:r>
              <a:rPr kumimoji="0" lang="en-US" altLang="zh-CN" sz="2800" b="1" i="0" u="none" strike="noStrike" kern="1200" cap="none" spc="0" normalizeH="0" baseline="0" noProof="1">
                <a:ln>
                  <a:noFill/>
                </a:ln>
                <a:solidFill>
                  <a:srgbClr val="000000"/>
                </a:solidFill>
                <a:effectLst/>
                <a:uLnTx/>
                <a:uFillTx/>
                <a:latin typeface="Calibri" panose="020F0502020204030204" pitchFamily="34" charset="0"/>
                <a:ea typeface="宋体" panose="02010600030101010101" pitchFamily="2" charset="-122"/>
                <a:cs typeface="+mn-cs"/>
                <a:sym typeface="+mn-ea"/>
              </a:rPr>
              <a:t>:计算对数似然函数</a:t>
            </a:r>
            <a:r>
              <a:rPr kumimoji="0" lang="zh-CN" altLang="en-US" sz="2800" b="1" i="0" u="none" strike="noStrike" kern="1200" cap="none" spc="0" normalizeH="0" baseline="0" noProof="1">
                <a:ln>
                  <a:noFill/>
                </a:ln>
                <a:solidFill>
                  <a:srgbClr val="000000"/>
                </a:solidFill>
                <a:effectLst/>
                <a:uLnTx/>
                <a:uFillTx/>
                <a:latin typeface="Calibri" panose="020F0502020204030204" pitchFamily="34" charset="0"/>
                <a:ea typeface="宋体" panose="02010600030101010101" pitchFamily="2" charset="-122"/>
                <a:cs typeface="+mn-cs"/>
                <a:sym typeface="+mn-ea"/>
              </a:rPr>
              <a:t>：</a:t>
            </a:r>
            <a:endParaRPr kumimoji="0" lang="en-US" altLang="zh-CN" sz="2800" b="1" i="0" u="none" strike="noStrike" kern="1200" cap="none" spc="0" normalizeH="0" baseline="0" noProof="1">
              <a:ln>
                <a:noFill/>
              </a:ln>
              <a:solidFill>
                <a:srgbClr val="000000"/>
              </a:solidFill>
              <a:effectLst/>
              <a:uLnTx/>
              <a:uFillTx/>
              <a:latin typeface="Calibri" panose="020F0502020204030204" pitchFamily="34" charset="0"/>
              <a:ea typeface="宋体" panose="02010600030101010101" pitchFamily="2" charset="-122"/>
              <a:cs typeface="+mn-cs"/>
              <a:sym typeface="+mn-ea"/>
            </a:endParaRPr>
          </a:p>
          <a:p>
            <a:pPr marL="0" marR="0" lvl="0" indent="-457200" algn="just" defTabSz="914400" rtl="0" eaLnBrk="1" fontAlgn="base" latinLnBrk="0" hangingPunct="1">
              <a:lnSpc>
                <a:spcPct val="100000"/>
              </a:lnSpc>
              <a:spcBef>
                <a:spcPts val="600"/>
              </a:spcBef>
              <a:spcAft>
                <a:spcPct val="0"/>
              </a:spcAft>
              <a:buClr>
                <a:srgbClr val="D34817"/>
              </a:buClr>
              <a:buSzPct val="85000"/>
              <a:buFont typeface="Wingdings" panose="05000000000000000000" pitchFamily="2" charset="2"/>
              <a:buNone/>
              <a:defRPr/>
            </a:pPr>
            <a:endParaRPr kumimoji="0" lang="en-US" altLang="zh-CN" sz="2800" b="1" i="0" u="none" strike="noStrike" kern="1200" cap="none" spc="0" normalizeH="0" baseline="0" noProof="1">
              <a:ln>
                <a:noFill/>
              </a:ln>
              <a:solidFill>
                <a:srgbClr val="000000"/>
              </a:solidFill>
              <a:effectLst/>
              <a:uLnTx/>
              <a:uFillTx/>
              <a:latin typeface="Calibri" panose="020F0502020204030204" pitchFamily="34" charset="0"/>
              <a:ea typeface="宋体" panose="02010600030101010101" pitchFamily="2" charset="-122"/>
              <a:cs typeface="+mn-cs"/>
              <a:sym typeface="+mn-ea"/>
            </a:endParaRPr>
          </a:p>
          <a:p>
            <a:pPr marL="0" marR="0" lvl="0" indent="-457200" algn="just" defTabSz="914400" rtl="0" eaLnBrk="1" fontAlgn="base" latinLnBrk="0" hangingPunct="1">
              <a:lnSpc>
                <a:spcPct val="100000"/>
              </a:lnSpc>
              <a:spcBef>
                <a:spcPts val="600"/>
              </a:spcBef>
              <a:spcAft>
                <a:spcPct val="0"/>
              </a:spcAft>
              <a:buClr>
                <a:srgbClr val="D34817"/>
              </a:buClr>
              <a:buSzPct val="85000"/>
              <a:buFont typeface="Wingdings" panose="05000000000000000000" pitchFamily="2" charset="2"/>
              <a:buNone/>
              <a:defRPr/>
            </a:pPr>
            <a:endParaRPr kumimoji="0" lang="en-US" altLang="zh-CN" sz="2800" b="1" i="0" u="none" strike="noStrike" kern="1200" cap="none" spc="0" normalizeH="0" baseline="0" noProof="1">
              <a:ln>
                <a:noFill/>
              </a:ln>
              <a:solidFill>
                <a:srgbClr val="000000"/>
              </a:solidFill>
              <a:effectLst/>
              <a:uLnTx/>
              <a:uFillTx/>
              <a:latin typeface="Calibri" panose="020F0502020204030204" pitchFamily="34" charset="0"/>
              <a:ea typeface="宋体" panose="02010600030101010101" pitchFamily="2" charset="-122"/>
              <a:cs typeface="+mn-cs"/>
              <a:sym typeface="+mn-ea"/>
            </a:endParaRPr>
          </a:p>
          <a:p>
            <a:pPr marL="0" marR="0" lvl="0" indent="-457200" algn="just" defTabSz="914400" rtl="0" eaLnBrk="1" fontAlgn="base" latinLnBrk="0" hangingPunct="1">
              <a:lnSpc>
                <a:spcPct val="100000"/>
              </a:lnSpc>
              <a:spcBef>
                <a:spcPts val="600"/>
              </a:spcBef>
              <a:spcAft>
                <a:spcPct val="0"/>
              </a:spcAft>
              <a:buClr>
                <a:srgbClr val="D34817"/>
              </a:buClr>
              <a:buSzPct val="85000"/>
              <a:buFont typeface="Wingdings" panose="05000000000000000000" pitchFamily="2" charset="2"/>
              <a:buNone/>
              <a:defRPr/>
            </a:pPr>
            <a:endParaRPr kumimoji="0" lang="en-US" altLang="zh-CN" sz="2800" b="1" i="0" u="none" strike="noStrike" kern="1200" cap="none" spc="0" normalizeH="0" baseline="0" noProof="1">
              <a:ln>
                <a:noFill/>
              </a:ln>
              <a:solidFill>
                <a:srgbClr val="000000"/>
              </a:solidFill>
              <a:effectLst/>
              <a:uLnTx/>
              <a:uFillTx/>
              <a:latin typeface="Calibri" panose="020F0502020204030204" pitchFamily="34" charset="0"/>
              <a:ea typeface="宋体" panose="02010600030101010101" pitchFamily="2" charset="-122"/>
              <a:cs typeface="+mn-cs"/>
              <a:sym typeface="+mn-ea"/>
            </a:endParaRPr>
          </a:p>
          <a:p>
            <a:pPr marL="0" marR="0" lvl="0" indent="-457200" algn="just" defTabSz="914400" rtl="0" eaLnBrk="1" fontAlgn="base" latinLnBrk="0" hangingPunct="1">
              <a:lnSpc>
                <a:spcPct val="100000"/>
              </a:lnSpc>
              <a:spcBef>
                <a:spcPts val="600"/>
              </a:spcBef>
              <a:spcAft>
                <a:spcPct val="0"/>
              </a:spcAft>
              <a:buClr>
                <a:srgbClr val="D34817"/>
              </a:buClr>
              <a:buSzPct val="85000"/>
              <a:buFont typeface="Wingdings" panose="05000000000000000000" pitchFamily="2" charset="2"/>
              <a:buNone/>
              <a:defRPr/>
            </a:pPr>
            <a:r>
              <a:rPr kumimoji="0" lang="en-US" altLang="zh-CN" sz="2800" b="1" i="0" u="none" strike="noStrike" kern="1200" cap="none" spc="0" normalizeH="0" baseline="0" noProof="0" dirty="0">
                <a:ln>
                  <a:noFill/>
                </a:ln>
                <a:solidFill>
                  <a:schemeClr val="tx2"/>
                </a:solidFill>
                <a:effectLst/>
                <a:uLnTx/>
                <a:uFillTx/>
                <a:latin typeface="Times New Roman" panose="02020603050405020304" pitchFamily="18" charset="0"/>
                <a:ea typeface="宋体" panose="02010600030101010101" pitchFamily="2" charset="-122"/>
                <a:cs typeface="+mn-cs"/>
                <a:sym typeface="+mn-ea"/>
              </a:rPr>
              <a:t>Step5</a:t>
            </a:r>
            <a:r>
              <a:rPr kumimoji="0" lang="en-US" altLang="zh-CN" sz="2800" b="1" i="0" u="none" strike="noStrike" kern="1200" cap="none" spc="0" normalizeH="0" baseline="0" noProof="1">
                <a:ln>
                  <a:noFill/>
                </a:ln>
                <a:solidFill>
                  <a:srgbClr val="000000"/>
                </a:solidFill>
                <a:effectLst/>
                <a:uLnTx/>
                <a:uFillTx/>
                <a:latin typeface="Calibri" panose="020F0502020204030204" pitchFamily="34" charset="0"/>
                <a:ea typeface="宋体" panose="02010600030101010101" pitchFamily="2" charset="-122"/>
                <a:cs typeface="+mn-cs"/>
                <a:sym typeface="+mn-ea"/>
              </a:rPr>
              <a:t>:检查参数是否收敛或对数似然函数是否收	敛，若不收敛，则返回</a:t>
            </a:r>
            <a:r>
              <a:rPr kumimoji="0" lang="en-US" altLang="zh-CN" sz="2800" b="1" i="0" u="none" strike="noStrike" kern="1200" cap="none" spc="0" normalizeH="0" baseline="0" noProof="0" dirty="0">
                <a:ln>
                  <a:noFill/>
                </a:ln>
                <a:solidFill>
                  <a:schemeClr val="tx2"/>
                </a:solidFill>
                <a:effectLst/>
                <a:uLnTx/>
                <a:uFillTx/>
                <a:latin typeface="Times New Roman" panose="02020603050405020304" pitchFamily="18" charset="0"/>
                <a:ea typeface="宋体" panose="02010600030101010101" pitchFamily="2" charset="-122"/>
                <a:cs typeface="+mn-cs"/>
                <a:sym typeface="+mn-ea"/>
              </a:rPr>
              <a:t>Step2</a:t>
            </a:r>
            <a:r>
              <a:rPr kumimoji="0" lang="zh-CN" altLang="en-US" sz="2800" b="1" i="0" u="none" strike="noStrike" kern="1200" cap="none" spc="0" normalizeH="0" baseline="0" noProof="0" dirty="0">
                <a:ln>
                  <a:noFill/>
                </a:ln>
                <a:solidFill>
                  <a:schemeClr val="tx2"/>
                </a:solidFill>
                <a:effectLst/>
                <a:uLnTx/>
                <a:uFillTx/>
                <a:latin typeface="Times New Roman" panose="02020603050405020304" pitchFamily="18" charset="0"/>
                <a:ea typeface="宋体" panose="02010600030101010101" pitchFamily="2" charset="-122"/>
                <a:cs typeface="+mn-cs"/>
                <a:sym typeface="+mn-ea"/>
              </a:rPr>
              <a:t>。</a:t>
            </a:r>
            <a:endParaRPr kumimoji="0" lang="en-US" altLang="zh-CN" sz="2800" b="1" i="0" u="none" strike="noStrike" kern="1200" cap="none" spc="0" normalizeH="0" baseline="0" noProof="1">
              <a:ln>
                <a:noFill/>
              </a:ln>
              <a:solidFill>
                <a:srgbClr val="000000"/>
              </a:solidFill>
              <a:effectLst/>
              <a:uLnTx/>
              <a:uFillTx/>
              <a:latin typeface="Calibri" panose="020F0502020204030204" pitchFamily="34" charset="0"/>
              <a:ea typeface="宋体" panose="02010600030101010101" pitchFamily="2" charset="-122"/>
              <a:cs typeface="+mn-cs"/>
              <a:sym typeface="+mn-ea"/>
            </a:endParaRPr>
          </a:p>
          <a:p>
            <a:pPr marL="0" marR="0" lvl="0" indent="-457200" algn="just" defTabSz="914400" rtl="0" eaLnBrk="1" fontAlgn="base" latinLnBrk="0" hangingPunct="1">
              <a:lnSpc>
                <a:spcPct val="100000"/>
              </a:lnSpc>
              <a:spcBef>
                <a:spcPts val="600"/>
              </a:spcBef>
              <a:spcAft>
                <a:spcPct val="0"/>
              </a:spcAft>
              <a:buClr>
                <a:srgbClr val="D34817"/>
              </a:buClr>
              <a:buSzPct val="85000"/>
              <a:buFont typeface="Wingdings" panose="05000000000000000000" pitchFamily="2" charset="2"/>
              <a:buNone/>
              <a:defRPr/>
            </a:pPr>
            <a:endParaRPr kumimoji="0" lang="en-US" altLang="zh-CN" sz="2800" b="1" i="0" u="none" strike="noStrike" kern="1200" cap="none" spc="0" normalizeH="0" baseline="0" noProof="1">
              <a:ln>
                <a:noFill/>
              </a:ln>
              <a:solidFill>
                <a:srgbClr val="000000"/>
              </a:solidFill>
              <a:effectLst/>
              <a:uLnTx/>
              <a:uFillTx/>
              <a:latin typeface="Calibri" panose="020F0502020204030204" pitchFamily="34" charset="0"/>
              <a:ea typeface="宋体" panose="02010600030101010101" pitchFamily="2" charset="-122"/>
              <a:cs typeface="+mn-cs"/>
              <a:sym typeface="+mn-ea"/>
            </a:endParaRPr>
          </a:p>
          <a:p>
            <a:pPr marL="0" marR="0" lvl="0" indent="-457200" algn="just" defTabSz="914400" rtl="0" eaLnBrk="1" fontAlgn="base" latinLnBrk="0" hangingPunct="1">
              <a:lnSpc>
                <a:spcPct val="100000"/>
              </a:lnSpc>
              <a:spcBef>
                <a:spcPts val="600"/>
              </a:spcBef>
              <a:spcAft>
                <a:spcPct val="0"/>
              </a:spcAft>
              <a:buClr>
                <a:srgbClr val="D34817"/>
              </a:buClr>
              <a:buSzPct val="85000"/>
              <a:buFont typeface="Wingdings" panose="05000000000000000000" pitchFamily="2" charset="2"/>
              <a:buNone/>
              <a:defRPr/>
            </a:pPr>
            <a:endParaRPr kumimoji="0" lang="zh-CN" altLang="en-US" sz="2800" b="1" i="0" u="none" strike="noStrike" kern="1200" cap="none" spc="0" normalizeH="0" baseline="0" noProof="1">
              <a:ln>
                <a:noFill/>
              </a:ln>
              <a:solidFill>
                <a:srgbClr val="000000"/>
              </a:solidFill>
              <a:effectLst/>
              <a:uLnTx/>
              <a:uFillTx/>
              <a:latin typeface="Calibri" panose="020F0502020204030204" pitchFamily="34" charset="0"/>
              <a:ea typeface="宋体" panose="02010600030101010101" pitchFamily="2" charset="-122"/>
              <a:cs typeface="+mn-cs"/>
            </a:endParaRPr>
          </a:p>
        </p:txBody>
      </p:sp>
      <p:sp>
        <p:nvSpPr>
          <p:cNvPr id="48131" name="Rectangle 5"/>
          <p:cNvSpPr/>
          <p:nvPr/>
        </p:nvSpPr>
        <p:spPr>
          <a:xfrm>
            <a:off x="0" y="0"/>
            <a:ext cx="9144000" cy="0"/>
          </a:xfrm>
          <a:prstGeom prst="rect">
            <a:avLst/>
          </a:prstGeom>
          <a:noFill/>
          <a:ln w="9525">
            <a:noFill/>
          </a:ln>
        </p:spPr>
        <p:txBody>
          <a:bodyPr wrap="none" anchor="ctr" anchorCtr="0">
            <a:spAutoFit/>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华文新魏" panose="02010800040101010101" pitchFamily="2" charset="-122"/>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ea typeface="+mn-ea"/>
                <a:cs typeface="华文新魏" panose="02010800040101010101" pitchFamily="2" charset="-122"/>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ea typeface="+mn-ea"/>
                <a:cs typeface="华文新魏" panose="02010800040101010101" pitchFamily="2" charset="-122"/>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ea typeface="+mn-ea"/>
                <a:cs typeface="华文新魏" panose="02010800040101010101" pitchFamily="2" charset="-122"/>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ea typeface="+mn-ea"/>
                <a:cs typeface="华文新魏" panose="02010800040101010101" pitchFamily="2" charset="-122"/>
              </a:defRPr>
            </a:lvl5pPr>
          </a:lstStyle>
          <a:p>
            <a:pPr marL="0" lvl="0" indent="0" eaLnBrk="1" hangingPunct="1">
              <a:spcBef>
                <a:spcPct val="0"/>
              </a:spcBef>
              <a:buClrTx/>
              <a:buSzTx/>
              <a:buFontTx/>
              <a:buNone/>
            </a:pPr>
            <a:endParaRPr lang="zh-CN" altLang="en-US" sz="1800" dirty="0">
              <a:latin typeface="Arial" panose="020B0604020202020204" pitchFamily="34" charset="0"/>
            </a:endParaRPr>
          </a:p>
        </p:txBody>
      </p:sp>
      <p:graphicFrame>
        <p:nvGraphicFramePr>
          <p:cNvPr id="48132" name="内容占位符 -2147482588"/>
          <p:cNvGraphicFramePr>
            <a:graphicFrameLocks noGrp="1" noChangeAspect="1"/>
          </p:cNvGraphicFramePr>
          <p:nvPr>
            <p:ph sz="quarter" idx="1"/>
          </p:nvPr>
        </p:nvGraphicFramePr>
        <p:xfrm>
          <a:off x="2698750" y="2279650"/>
          <a:ext cx="3748088" cy="1008063"/>
        </p:xfrm>
        <a:graphic>
          <a:graphicData uri="http://schemas.openxmlformats.org/presentationml/2006/ole">
            <mc:AlternateContent xmlns:mc="http://schemas.openxmlformats.org/markup-compatibility/2006">
              <mc:Choice xmlns:v="urn:schemas-microsoft-com:vml" Requires="v">
                <p:oleObj spid="_x0000_s3123" name="" r:id="rId1" imgW="1600200" imgH="431800" progId="Equation.DSMT4">
                  <p:embed/>
                </p:oleObj>
              </mc:Choice>
              <mc:Fallback>
                <p:oleObj name="" r:id="rId1" imgW="1600200" imgH="431800" progId="Equation.DSMT4">
                  <p:embed/>
                  <p:pic>
                    <p:nvPicPr>
                      <p:cNvPr id="0" name="图片 3122"/>
                      <p:cNvPicPr/>
                      <p:nvPr/>
                    </p:nvPicPr>
                    <p:blipFill>
                      <a:blip r:embed="rId2"/>
                      <a:srcRect/>
                      <a:stretch>
                        <a:fillRect/>
                      </a:stretch>
                    </p:blipFill>
                    <p:spPr>
                      <a:xfrm>
                        <a:off x="2698750" y="2279650"/>
                        <a:ext cx="3748088" cy="1008063"/>
                      </a:xfrm>
                      <a:prstGeom prst="rect">
                        <a:avLst/>
                      </a:prstGeom>
                      <a:noFill/>
                      <a:ln w="38100">
                        <a:miter/>
                      </a:ln>
                    </p:spPr>
                  </p:pic>
                </p:oleObj>
              </mc:Fallback>
            </mc:AlternateContent>
          </a:graphicData>
        </a:graphic>
      </p:graphicFrame>
      <p:sp>
        <p:nvSpPr>
          <p:cNvPr id="48133" name="Text Box 5"/>
          <p:cNvSpPr txBox="1"/>
          <p:nvPr/>
        </p:nvSpPr>
        <p:spPr>
          <a:xfrm>
            <a:off x="2443163" y="0"/>
            <a:ext cx="6700837" cy="644525"/>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华文新魏" panose="02010800040101010101" pitchFamily="2" charset="-122"/>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ea typeface="+mn-ea"/>
                <a:cs typeface="华文新魏" panose="02010800040101010101" pitchFamily="2" charset="-122"/>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ea typeface="+mn-ea"/>
                <a:cs typeface="华文新魏" panose="02010800040101010101" pitchFamily="2" charset="-122"/>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ea typeface="+mn-ea"/>
                <a:cs typeface="华文新魏" panose="02010800040101010101" pitchFamily="2" charset="-122"/>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ea typeface="+mn-ea"/>
                <a:cs typeface="华文新魏" panose="02010800040101010101" pitchFamily="2" charset="-122"/>
              </a:defRPr>
            </a:lvl5pPr>
          </a:lstStyle>
          <a:p>
            <a:pPr marL="0" lvl="0" indent="0" algn="ctr" eaLnBrk="1" hangingPunct="1">
              <a:spcBef>
                <a:spcPct val="0"/>
              </a:spcBef>
              <a:buClrTx/>
              <a:buSzTx/>
              <a:buFontTx/>
              <a:buNone/>
            </a:pPr>
            <a:r>
              <a:rPr lang="en-US" altLang="zh-CN" sz="3600" b="1" dirty="0">
                <a:solidFill>
                  <a:srgbClr val="0000FF"/>
                </a:solidFill>
                <a:latin typeface="Arial" panose="020B0604020202020204" pitchFamily="34" charset="0"/>
                <a:sym typeface="宋体" panose="02010600030101010101" pitchFamily="2" charset="-122"/>
              </a:rPr>
              <a:t>4.1.3 EM算法求解高斯</a:t>
            </a:r>
            <a:r>
              <a:rPr lang="zh-CN" altLang="en-US" sz="3600" b="1" dirty="0">
                <a:solidFill>
                  <a:srgbClr val="0000FF"/>
                </a:solidFill>
                <a:latin typeface="Arial" panose="020B0604020202020204" pitchFamily="34" charset="0"/>
                <a:sym typeface="宋体" panose="02010600030101010101" pitchFamily="2" charset="-122"/>
              </a:rPr>
              <a:t>混合</a:t>
            </a:r>
            <a:r>
              <a:rPr lang="en-US" altLang="zh-CN" sz="3600" b="1" dirty="0">
                <a:solidFill>
                  <a:srgbClr val="0000FF"/>
                </a:solidFill>
                <a:latin typeface="Arial" panose="020B0604020202020204" pitchFamily="34" charset="0"/>
                <a:sym typeface="宋体" panose="02010600030101010101" pitchFamily="2" charset="-122"/>
              </a:rPr>
              <a:t>模型</a:t>
            </a:r>
            <a:endParaRPr lang="en-US" altLang="zh-CN" sz="3600" b="1" dirty="0">
              <a:solidFill>
                <a:srgbClr val="0000FF"/>
              </a:solidFill>
              <a:latin typeface="Arial" panose="020B0604020202020204" pitchFamily="34" charset="0"/>
              <a:sym typeface="宋体" panose="02010600030101010101" pitchFamily="2" charset="-122"/>
            </a:endParaRPr>
          </a:p>
        </p:txBody>
      </p:sp>
    </p:spTree>
  </p:cSld>
  <p:clrMapOvr>
    <a:masterClrMapping/>
  </p:clrMapOvr>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9154" name="Rectangle 5"/>
          <p:cNvSpPr/>
          <p:nvPr/>
        </p:nvSpPr>
        <p:spPr>
          <a:xfrm>
            <a:off x="0" y="0"/>
            <a:ext cx="9144000" cy="0"/>
          </a:xfrm>
          <a:prstGeom prst="rect">
            <a:avLst/>
          </a:prstGeom>
          <a:noFill/>
          <a:ln w="9525">
            <a:noFill/>
          </a:ln>
        </p:spPr>
        <p:txBody>
          <a:bodyPr wrap="none" anchor="ctr" anchorCtr="0">
            <a:spAutoFit/>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华文新魏" panose="02010800040101010101" pitchFamily="2" charset="-122"/>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ea typeface="+mn-ea"/>
                <a:cs typeface="华文新魏" panose="02010800040101010101" pitchFamily="2" charset="-122"/>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ea typeface="+mn-ea"/>
                <a:cs typeface="华文新魏" panose="02010800040101010101" pitchFamily="2" charset="-122"/>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ea typeface="+mn-ea"/>
                <a:cs typeface="华文新魏" panose="02010800040101010101" pitchFamily="2" charset="-122"/>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ea typeface="+mn-ea"/>
                <a:cs typeface="华文新魏" panose="02010800040101010101" pitchFamily="2" charset="-122"/>
              </a:defRPr>
            </a:lvl5pPr>
          </a:lstStyle>
          <a:p>
            <a:pPr marL="0" lvl="0" indent="0" eaLnBrk="1" hangingPunct="1">
              <a:spcBef>
                <a:spcPct val="0"/>
              </a:spcBef>
              <a:buClrTx/>
              <a:buSzTx/>
              <a:buFontTx/>
              <a:buNone/>
            </a:pPr>
            <a:endParaRPr lang="zh-CN" altLang="en-US" sz="1800" dirty="0">
              <a:latin typeface="Arial" panose="020B0604020202020204" pitchFamily="34" charset="0"/>
            </a:endParaRPr>
          </a:p>
        </p:txBody>
      </p:sp>
      <p:sp>
        <p:nvSpPr>
          <p:cNvPr id="49155" name="Text Box 5"/>
          <p:cNvSpPr txBox="1"/>
          <p:nvPr/>
        </p:nvSpPr>
        <p:spPr>
          <a:xfrm>
            <a:off x="2443163" y="0"/>
            <a:ext cx="6700837" cy="644525"/>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华文新魏" panose="02010800040101010101" pitchFamily="2" charset="-122"/>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ea typeface="+mn-ea"/>
                <a:cs typeface="华文新魏" panose="02010800040101010101" pitchFamily="2" charset="-122"/>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ea typeface="+mn-ea"/>
                <a:cs typeface="华文新魏" panose="02010800040101010101" pitchFamily="2" charset="-122"/>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ea typeface="+mn-ea"/>
                <a:cs typeface="华文新魏" panose="02010800040101010101" pitchFamily="2" charset="-122"/>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ea typeface="+mn-ea"/>
                <a:cs typeface="华文新魏" panose="02010800040101010101" pitchFamily="2" charset="-122"/>
              </a:defRPr>
            </a:lvl5pPr>
          </a:lstStyle>
          <a:p>
            <a:pPr marL="0" lvl="0" indent="0" algn="ctr" eaLnBrk="1" hangingPunct="1">
              <a:spcBef>
                <a:spcPct val="0"/>
              </a:spcBef>
              <a:buClrTx/>
              <a:buSzTx/>
              <a:buFontTx/>
              <a:buNone/>
            </a:pPr>
            <a:r>
              <a:rPr lang="en-US" altLang="zh-CN" sz="3600" b="1" dirty="0">
                <a:solidFill>
                  <a:srgbClr val="0000FF"/>
                </a:solidFill>
                <a:latin typeface="Arial" panose="020B0604020202020204" pitchFamily="34" charset="0"/>
                <a:sym typeface="宋体" panose="02010600030101010101" pitchFamily="2" charset="-122"/>
              </a:rPr>
              <a:t>4.1.3 EM算法求解高斯</a:t>
            </a:r>
            <a:r>
              <a:rPr lang="zh-CN" altLang="en-US" sz="3600" b="1" dirty="0">
                <a:solidFill>
                  <a:srgbClr val="0000FF"/>
                </a:solidFill>
                <a:latin typeface="Arial" panose="020B0604020202020204" pitchFamily="34" charset="0"/>
                <a:sym typeface="宋体" panose="02010600030101010101" pitchFamily="2" charset="-122"/>
              </a:rPr>
              <a:t>混合</a:t>
            </a:r>
            <a:r>
              <a:rPr lang="en-US" altLang="zh-CN" sz="3600" b="1" dirty="0">
                <a:solidFill>
                  <a:srgbClr val="0000FF"/>
                </a:solidFill>
                <a:latin typeface="Arial" panose="020B0604020202020204" pitchFamily="34" charset="0"/>
                <a:sym typeface="宋体" panose="02010600030101010101" pitchFamily="2" charset="-122"/>
              </a:rPr>
              <a:t>模型</a:t>
            </a:r>
            <a:endParaRPr lang="en-US" altLang="zh-CN" sz="3600" b="1" dirty="0">
              <a:solidFill>
                <a:srgbClr val="0000FF"/>
              </a:solidFill>
              <a:latin typeface="Arial" panose="020B0604020202020204" pitchFamily="34" charset="0"/>
              <a:sym typeface="宋体" panose="02010600030101010101" pitchFamily="2" charset="-122"/>
            </a:endParaRPr>
          </a:p>
        </p:txBody>
      </p:sp>
      <p:pic>
        <p:nvPicPr>
          <p:cNvPr id="49156" name="图片 2"/>
          <p:cNvPicPr>
            <a:picLocks noChangeAspect="1"/>
          </p:cNvPicPr>
          <p:nvPr/>
        </p:nvPicPr>
        <p:blipFill>
          <a:blip r:embed="rId1"/>
          <a:stretch>
            <a:fillRect/>
          </a:stretch>
        </p:blipFill>
        <p:spPr>
          <a:xfrm>
            <a:off x="804863" y="1052513"/>
            <a:ext cx="7534275" cy="4752975"/>
          </a:xfrm>
          <a:prstGeom prst="rect">
            <a:avLst/>
          </a:prstGeom>
          <a:noFill/>
          <a:ln w="9525">
            <a:noFill/>
          </a:ln>
        </p:spPr>
      </p:pic>
    </p:spTree>
  </p:cSld>
  <p:clrMapOvr>
    <a:masterClrMapping/>
  </p:clrMapOvr>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50178" name="Picture 4"/>
          <p:cNvPicPr>
            <a:picLocks noChangeAspect="1"/>
          </p:cNvPicPr>
          <p:nvPr/>
        </p:nvPicPr>
        <p:blipFill>
          <a:blip r:embed="rId1"/>
          <a:stretch>
            <a:fillRect/>
          </a:stretch>
        </p:blipFill>
        <p:spPr>
          <a:xfrm>
            <a:off x="1116013" y="1268413"/>
            <a:ext cx="6807200" cy="4681537"/>
          </a:xfrm>
          <a:prstGeom prst="rect">
            <a:avLst/>
          </a:prstGeom>
          <a:noFill/>
          <a:ln w="9525">
            <a:noFill/>
          </a:ln>
        </p:spPr>
      </p:pic>
    </p:spTree>
  </p:cSld>
  <p:clrMapOvr>
    <a:masterClrMapping/>
  </p:clrMapOvr>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1202" name="Rectangle 5"/>
          <p:cNvSpPr/>
          <p:nvPr/>
        </p:nvSpPr>
        <p:spPr>
          <a:xfrm>
            <a:off x="0" y="0"/>
            <a:ext cx="9144000" cy="0"/>
          </a:xfrm>
          <a:prstGeom prst="rect">
            <a:avLst/>
          </a:prstGeom>
          <a:noFill/>
          <a:ln w="9525">
            <a:noFill/>
          </a:ln>
        </p:spPr>
        <p:txBody>
          <a:bodyPr wrap="none" anchor="ctr" anchorCtr="0">
            <a:spAutoFit/>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华文新魏" panose="02010800040101010101" pitchFamily="2" charset="-122"/>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ea typeface="+mn-ea"/>
                <a:cs typeface="华文新魏" panose="02010800040101010101" pitchFamily="2" charset="-122"/>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ea typeface="+mn-ea"/>
                <a:cs typeface="华文新魏" panose="02010800040101010101" pitchFamily="2" charset="-122"/>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ea typeface="+mn-ea"/>
                <a:cs typeface="华文新魏" panose="02010800040101010101" pitchFamily="2" charset="-122"/>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ea typeface="+mn-ea"/>
                <a:cs typeface="华文新魏" panose="02010800040101010101" pitchFamily="2" charset="-122"/>
              </a:defRPr>
            </a:lvl5pPr>
          </a:lstStyle>
          <a:p>
            <a:pPr marL="0" lvl="0" indent="0" eaLnBrk="1" hangingPunct="1">
              <a:spcBef>
                <a:spcPct val="0"/>
              </a:spcBef>
              <a:buClrTx/>
              <a:buSzTx/>
              <a:buFontTx/>
              <a:buNone/>
            </a:pPr>
            <a:endParaRPr lang="zh-CN" altLang="en-US" sz="1800" dirty="0">
              <a:latin typeface="Arial" panose="020B0604020202020204" pitchFamily="34" charset="0"/>
            </a:endParaRPr>
          </a:p>
        </p:txBody>
      </p:sp>
      <p:sp>
        <p:nvSpPr>
          <p:cNvPr id="51203" name="Text Box 5"/>
          <p:cNvSpPr txBox="1"/>
          <p:nvPr/>
        </p:nvSpPr>
        <p:spPr>
          <a:xfrm>
            <a:off x="2443163" y="0"/>
            <a:ext cx="6700837" cy="644525"/>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华文新魏" panose="02010800040101010101" pitchFamily="2" charset="-122"/>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ea typeface="+mn-ea"/>
                <a:cs typeface="华文新魏" panose="02010800040101010101" pitchFamily="2" charset="-122"/>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ea typeface="+mn-ea"/>
                <a:cs typeface="华文新魏" panose="02010800040101010101" pitchFamily="2" charset="-122"/>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ea typeface="+mn-ea"/>
                <a:cs typeface="华文新魏" panose="02010800040101010101" pitchFamily="2" charset="-122"/>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ea typeface="+mn-ea"/>
                <a:cs typeface="华文新魏" panose="02010800040101010101" pitchFamily="2" charset="-122"/>
              </a:defRPr>
            </a:lvl5pPr>
          </a:lstStyle>
          <a:p>
            <a:pPr marL="0" lvl="0" indent="0" algn="ctr" eaLnBrk="1" hangingPunct="1">
              <a:spcBef>
                <a:spcPct val="0"/>
              </a:spcBef>
              <a:buClrTx/>
              <a:buSzTx/>
              <a:buFontTx/>
              <a:buNone/>
            </a:pPr>
            <a:r>
              <a:rPr lang="en-US" altLang="zh-CN" sz="3600" b="1" dirty="0">
                <a:solidFill>
                  <a:srgbClr val="0000FF"/>
                </a:solidFill>
                <a:latin typeface="Arial" panose="020B0604020202020204" pitchFamily="34" charset="0"/>
                <a:sym typeface="宋体" panose="02010600030101010101" pitchFamily="2" charset="-122"/>
              </a:rPr>
              <a:t>4.1.3 EM算法求解高斯</a:t>
            </a:r>
            <a:r>
              <a:rPr lang="zh-CN" altLang="en-US" sz="3600" b="1" dirty="0">
                <a:solidFill>
                  <a:srgbClr val="0000FF"/>
                </a:solidFill>
                <a:latin typeface="Arial" panose="020B0604020202020204" pitchFamily="34" charset="0"/>
                <a:sym typeface="宋体" panose="02010600030101010101" pitchFamily="2" charset="-122"/>
              </a:rPr>
              <a:t>混合</a:t>
            </a:r>
            <a:r>
              <a:rPr lang="en-US" altLang="zh-CN" sz="3600" b="1" dirty="0">
                <a:solidFill>
                  <a:srgbClr val="0000FF"/>
                </a:solidFill>
                <a:latin typeface="Arial" panose="020B0604020202020204" pitchFamily="34" charset="0"/>
                <a:sym typeface="宋体" panose="02010600030101010101" pitchFamily="2" charset="-122"/>
              </a:rPr>
              <a:t>模型</a:t>
            </a:r>
            <a:endParaRPr lang="en-US" altLang="zh-CN" sz="3600" b="1" dirty="0">
              <a:solidFill>
                <a:srgbClr val="0000FF"/>
              </a:solidFill>
              <a:latin typeface="Arial" panose="020B0604020202020204" pitchFamily="34" charset="0"/>
              <a:sym typeface="宋体" panose="02010600030101010101" pitchFamily="2" charset="-122"/>
            </a:endParaRPr>
          </a:p>
        </p:txBody>
      </p:sp>
      <p:sp>
        <p:nvSpPr>
          <p:cNvPr id="5" name="Rectangle 5"/>
          <p:cNvSpPr/>
          <p:nvPr/>
        </p:nvSpPr>
        <p:spPr>
          <a:xfrm>
            <a:off x="900113" y="1268413"/>
            <a:ext cx="7616825" cy="4202113"/>
          </a:xfrm>
          <a:prstGeom prst="rect">
            <a:avLst/>
          </a:prstGeom>
          <a:noFill/>
          <a:ln w="9525">
            <a:noFill/>
          </a:ln>
        </p:spPr>
        <p:txBody>
          <a:bodyPr>
            <a:spAutoFit/>
          </a:bodyPr>
          <a:lstStyle/>
          <a:p>
            <a:pPr marL="0" marR="0" lvl="0" indent="0" algn="ctr" defTabSz="914400" rtl="0" eaLnBrk="1" fontAlgn="base" latinLnBrk="0" hangingPunct="1">
              <a:lnSpc>
                <a:spcPct val="100000"/>
              </a:lnSpc>
              <a:spcBef>
                <a:spcPts val="575"/>
              </a:spcBef>
              <a:spcAft>
                <a:spcPct val="0"/>
              </a:spcAft>
              <a:buClr>
                <a:srgbClr val="D34817"/>
              </a:buClr>
              <a:buSzPct val="85000"/>
              <a:buFont typeface="Wingdings" panose="05000000000000000000" pitchFamily="2" charset="2"/>
              <a:buNone/>
              <a:defRPr/>
            </a:pPr>
            <a:r>
              <a:rPr kumimoji="1" lang="en-US" altLang="zh-CN" sz="3200" b="1" i="0" u="none" strike="noStrike" kern="0" cap="none" spc="0" normalizeH="0" baseline="0" noProof="0" dirty="0" err="1">
                <a:ln>
                  <a:noFill/>
                </a:ln>
                <a:solidFill>
                  <a:srgbClr val="0000CC"/>
                </a:solidFill>
                <a:effectLst/>
                <a:uLnTx/>
                <a:uFillTx/>
                <a:latin typeface="宋体" panose="02010600030101010101" pitchFamily="2" charset="-122"/>
                <a:ea typeface="宋体" panose="02010600030101010101" pitchFamily="2" charset="-122"/>
                <a:cs typeface="Times New Roman" panose="02020603050405020304" pitchFamily="18" charset="0"/>
                <a:sym typeface="+mn-ea"/>
              </a:rPr>
              <a:t>EM算法</a:t>
            </a:r>
            <a:r>
              <a:rPr kumimoji="1" lang="zh-CN" altLang="en-US" sz="3200" b="1" i="0" u="none" strike="noStrike" kern="0" cap="none" spc="0" normalizeH="0" baseline="0" noProof="0" dirty="0">
                <a:ln>
                  <a:noFill/>
                </a:ln>
                <a:solidFill>
                  <a:srgbClr val="0000CC"/>
                </a:solidFill>
                <a:effectLst/>
                <a:uLnTx/>
                <a:uFillTx/>
                <a:latin typeface="宋体" panose="02010600030101010101" pitchFamily="2" charset="-122"/>
                <a:ea typeface="宋体" panose="02010600030101010101" pitchFamily="2" charset="-122"/>
                <a:cs typeface="Times New Roman" panose="02020603050405020304" pitchFamily="18" charset="0"/>
                <a:sym typeface="+mn-ea"/>
              </a:rPr>
              <a:t>的实例</a:t>
            </a:r>
            <a:endParaRPr kumimoji="1" lang="en-US" altLang="zh-CN" sz="3200" b="1" i="0" u="none" strike="noStrike" kern="0" cap="none" spc="0" normalizeH="0" baseline="0" noProof="0" dirty="0">
              <a:ln>
                <a:noFill/>
              </a:ln>
              <a:solidFill>
                <a:srgbClr val="0000CC"/>
              </a:solidFill>
              <a:effectLst/>
              <a:uLnTx/>
              <a:uFillTx/>
              <a:latin typeface="宋体" panose="02010600030101010101" pitchFamily="2" charset="-122"/>
              <a:ea typeface="宋体" panose="02010600030101010101" pitchFamily="2" charset="-122"/>
              <a:cs typeface="Times New Roman" panose="02020603050405020304" pitchFamily="18" charset="0"/>
              <a:sym typeface="+mn-ea"/>
            </a:endParaRPr>
          </a:p>
          <a:p>
            <a:pPr marL="0" marR="0" lvl="0" indent="0" algn="ctr" defTabSz="914400" rtl="0" eaLnBrk="1" fontAlgn="base" latinLnBrk="0" hangingPunct="1">
              <a:lnSpc>
                <a:spcPct val="100000"/>
              </a:lnSpc>
              <a:spcBef>
                <a:spcPts val="575"/>
              </a:spcBef>
              <a:spcAft>
                <a:spcPct val="0"/>
              </a:spcAft>
              <a:buClr>
                <a:srgbClr val="D34817"/>
              </a:buClr>
              <a:buSzPct val="85000"/>
              <a:buFont typeface="Wingdings" panose="05000000000000000000" pitchFamily="2" charset="2"/>
              <a:buNone/>
              <a:defRPr/>
            </a:pPr>
            <a:endParaRPr kumimoji="1" lang="zh-CN" altLang="en-US" sz="3200" b="1" i="0" u="none" strike="noStrike" kern="0" cap="none" spc="0" normalizeH="0" baseline="0" noProof="0" dirty="0">
              <a:ln>
                <a:noFill/>
              </a:ln>
              <a:solidFill>
                <a:srgbClr val="0000CC"/>
              </a:solidFill>
              <a:effectLst/>
              <a:uLnTx/>
              <a:uFillTx/>
              <a:latin typeface="Times New Roman" panose="02020603050405020304" pitchFamily="18" charset="0"/>
              <a:ea typeface="黑体" panose="02010609060101010101" pitchFamily="49" charset="-122"/>
              <a:cs typeface="Times New Roman" panose="02020603050405020304" pitchFamily="18" charset="0"/>
              <a:sym typeface="+mn-ea"/>
            </a:endParaRPr>
          </a:p>
          <a:p>
            <a:pPr marL="0" marR="0" lvl="0" indent="-457200" algn="just" defTabSz="914400" rtl="0" eaLnBrk="1" fontAlgn="base" latinLnBrk="0" hangingPunct="1">
              <a:lnSpc>
                <a:spcPct val="100000"/>
              </a:lnSpc>
              <a:spcBef>
                <a:spcPts val="600"/>
              </a:spcBef>
              <a:spcAft>
                <a:spcPct val="0"/>
              </a:spcAft>
              <a:buClr>
                <a:srgbClr val="D34817"/>
              </a:buClr>
              <a:buSzPct val="85000"/>
              <a:buFont typeface="Wingdings" panose="05000000000000000000" pitchFamily="2" charset="2"/>
              <a:buNone/>
              <a:defRPr/>
            </a:pPr>
            <a:r>
              <a:rPr kumimoji="0" lang="zh-CN" altLang="en-US" sz="2800" b="1" i="0" u="none" strike="noStrike" kern="1200" cap="none" spc="0" normalizeH="0" baseline="0" noProof="1">
                <a:ln>
                  <a:noFill/>
                </a:ln>
                <a:solidFill>
                  <a:srgbClr val="000000"/>
                </a:solidFill>
                <a:effectLst/>
                <a:uLnTx/>
                <a:uFillTx/>
                <a:latin typeface="Calibri" panose="020F0502020204030204" pitchFamily="34" charset="0"/>
                <a:ea typeface="宋体" panose="02010600030101010101" pitchFamily="2" charset="-122"/>
                <a:cs typeface="+mn-cs"/>
                <a:sym typeface="+mn-ea"/>
              </a:rPr>
              <a:t>怎么通俗易懂地解释</a:t>
            </a:r>
            <a:r>
              <a:rPr kumimoji="0" lang="en-US" altLang="zh-CN" sz="2800" b="1" i="0" u="none" strike="noStrike" kern="1200" cap="none" spc="0" normalizeH="0" baseline="0" noProof="1">
                <a:ln>
                  <a:noFill/>
                </a:ln>
                <a:solidFill>
                  <a:srgbClr val="000000"/>
                </a:solidFill>
                <a:effectLst/>
                <a:uLnTx/>
                <a:uFillTx/>
                <a:latin typeface="Calibri" panose="020F0502020204030204" pitchFamily="34" charset="0"/>
                <a:ea typeface="宋体" panose="02010600030101010101" pitchFamily="2" charset="-122"/>
                <a:cs typeface="+mn-cs"/>
                <a:sym typeface="+mn-ea"/>
              </a:rPr>
              <a:t>EM</a:t>
            </a:r>
            <a:r>
              <a:rPr kumimoji="0" lang="zh-CN" altLang="en-US" sz="2800" b="1" i="0" u="none" strike="noStrike" kern="1200" cap="none" spc="0" normalizeH="0" baseline="0" noProof="1">
                <a:ln>
                  <a:noFill/>
                </a:ln>
                <a:solidFill>
                  <a:srgbClr val="000000"/>
                </a:solidFill>
                <a:effectLst/>
                <a:uLnTx/>
                <a:uFillTx/>
                <a:latin typeface="Calibri" panose="020F0502020204030204" pitchFamily="34" charset="0"/>
                <a:ea typeface="宋体" panose="02010600030101010101" pitchFamily="2" charset="-122"/>
                <a:cs typeface="+mn-cs"/>
                <a:sym typeface="+mn-ea"/>
              </a:rPr>
              <a:t>算法并且举个例子</a:t>
            </a:r>
            <a:r>
              <a:rPr kumimoji="0" lang="en-US" altLang="zh-CN" sz="2800" b="1" i="0" u="none" strike="noStrike" kern="1200" cap="none" spc="0" normalizeH="0" baseline="0" noProof="1">
                <a:ln>
                  <a:noFill/>
                </a:ln>
                <a:solidFill>
                  <a:srgbClr val="000000"/>
                </a:solidFill>
                <a:effectLst/>
                <a:uLnTx/>
                <a:uFillTx/>
                <a:latin typeface="Calibri" panose="020F0502020204030204" pitchFamily="34" charset="0"/>
                <a:ea typeface="宋体" panose="02010600030101010101" pitchFamily="2" charset="-122"/>
                <a:cs typeface="+mn-cs"/>
                <a:sym typeface="+mn-ea"/>
              </a:rPr>
              <a:t>?</a:t>
            </a:r>
            <a:endParaRPr kumimoji="0" lang="en-US" altLang="zh-CN" sz="2800" b="1" i="0" u="none" strike="noStrike" kern="1200" cap="none" spc="0" normalizeH="0" baseline="0" noProof="1">
              <a:ln>
                <a:noFill/>
              </a:ln>
              <a:solidFill>
                <a:srgbClr val="000000"/>
              </a:solidFill>
              <a:effectLst/>
              <a:uLnTx/>
              <a:uFillTx/>
              <a:latin typeface="Calibri" panose="020F0502020204030204" pitchFamily="34" charset="0"/>
              <a:ea typeface="宋体" panose="02010600030101010101" pitchFamily="2" charset="-122"/>
              <a:cs typeface="+mn-cs"/>
              <a:sym typeface="+mn-ea"/>
            </a:endParaRPr>
          </a:p>
          <a:p>
            <a:pPr marL="0" marR="0" lvl="0" indent="-457200" algn="just" defTabSz="914400" rtl="0" eaLnBrk="1" fontAlgn="base" latinLnBrk="0" hangingPunct="1">
              <a:lnSpc>
                <a:spcPct val="100000"/>
              </a:lnSpc>
              <a:spcBef>
                <a:spcPts val="600"/>
              </a:spcBef>
              <a:spcAft>
                <a:spcPct val="0"/>
              </a:spcAft>
              <a:buClr>
                <a:srgbClr val="D34817"/>
              </a:buClr>
              <a:buSzPct val="85000"/>
              <a:buFont typeface="Wingdings" panose="05000000000000000000" pitchFamily="2" charset="2"/>
              <a:buNone/>
              <a:defRPr/>
            </a:pPr>
            <a:r>
              <a:rPr kumimoji="0" lang="en-US" altLang="zh-CN" sz="2800" b="1" i="0" u="none" strike="noStrike" kern="1200" cap="none" spc="0" normalizeH="0" baseline="0" noProof="1">
                <a:ln>
                  <a:noFill/>
                </a:ln>
                <a:solidFill>
                  <a:srgbClr val="000000"/>
                </a:solidFill>
                <a:effectLst/>
                <a:uLnTx/>
                <a:uFillTx/>
                <a:latin typeface="Calibri" panose="020F0502020204030204" pitchFamily="34" charset="0"/>
                <a:ea typeface="宋体" panose="02010600030101010101" pitchFamily="2" charset="-122"/>
                <a:cs typeface="+mn-cs"/>
                <a:sym typeface="+mn-ea"/>
                <a:hlinkClick r:id="rId1"/>
              </a:rPr>
              <a:t>https://www.zhihu.com/question/27976634</a:t>
            </a:r>
            <a:endParaRPr kumimoji="0" lang="en-US" altLang="zh-CN" sz="2800" b="1" i="0" u="none" strike="noStrike" kern="1200" cap="none" spc="0" normalizeH="0" baseline="0" noProof="1">
              <a:ln>
                <a:noFill/>
              </a:ln>
              <a:solidFill>
                <a:srgbClr val="000000"/>
              </a:solidFill>
              <a:effectLst/>
              <a:uLnTx/>
              <a:uFillTx/>
              <a:latin typeface="Calibri" panose="020F0502020204030204" pitchFamily="34" charset="0"/>
              <a:ea typeface="宋体" panose="02010600030101010101" pitchFamily="2" charset="-122"/>
              <a:cs typeface="+mn-cs"/>
              <a:sym typeface="+mn-ea"/>
            </a:endParaRPr>
          </a:p>
          <a:p>
            <a:pPr marL="0" marR="0" lvl="0" indent="-457200" algn="just" defTabSz="914400" rtl="0" eaLnBrk="1" fontAlgn="base" latinLnBrk="0" hangingPunct="1">
              <a:lnSpc>
                <a:spcPct val="100000"/>
              </a:lnSpc>
              <a:spcBef>
                <a:spcPts val="600"/>
              </a:spcBef>
              <a:spcAft>
                <a:spcPct val="0"/>
              </a:spcAft>
              <a:buClr>
                <a:srgbClr val="D34817"/>
              </a:buClr>
              <a:buSzPct val="85000"/>
              <a:buFont typeface="Wingdings" panose="05000000000000000000" pitchFamily="2" charset="2"/>
              <a:buNone/>
              <a:defRPr/>
            </a:pPr>
            <a:r>
              <a:rPr kumimoji="0" lang="zh-CN" altLang="en-US" sz="2800" b="1" i="0" u="none" strike="noStrike" kern="1200" cap="none" spc="0" normalizeH="0" baseline="0" noProof="1">
                <a:ln>
                  <a:noFill/>
                </a:ln>
                <a:solidFill>
                  <a:srgbClr val="000000"/>
                </a:solidFill>
                <a:effectLst/>
                <a:uLnTx/>
                <a:uFillTx/>
                <a:latin typeface="Calibri" panose="020F0502020204030204" pitchFamily="34" charset="0"/>
                <a:ea typeface="宋体" panose="02010600030101010101" pitchFamily="2" charset="-122"/>
                <a:cs typeface="+mn-cs"/>
                <a:sym typeface="+mn-ea"/>
              </a:rPr>
              <a:t>高斯混合模型</a:t>
            </a:r>
            <a:endParaRPr kumimoji="0" lang="en-US" altLang="zh-CN" sz="2800" b="1" i="0" u="none" strike="noStrike" kern="1200" cap="none" spc="0" normalizeH="0" baseline="0" noProof="1">
              <a:ln>
                <a:noFill/>
              </a:ln>
              <a:solidFill>
                <a:srgbClr val="000000"/>
              </a:solidFill>
              <a:effectLst/>
              <a:uLnTx/>
              <a:uFillTx/>
              <a:latin typeface="Calibri" panose="020F0502020204030204" pitchFamily="34" charset="0"/>
              <a:ea typeface="宋体" panose="02010600030101010101" pitchFamily="2" charset="-122"/>
              <a:cs typeface="+mn-cs"/>
              <a:sym typeface="+mn-ea"/>
            </a:endParaRPr>
          </a:p>
          <a:p>
            <a:pPr marL="0" marR="0" lvl="0" indent="-457200" algn="just" defTabSz="914400" rtl="0" eaLnBrk="1" fontAlgn="base" latinLnBrk="0" hangingPunct="1">
              <a:lnSpc>
                <a:spcPct val="100000"/>
              </a:lnSpc>
              <a:spcBef>
                <a:spcPts val="600"/>
              </a:spcBef>
              <a:spcAft>
                <a:spcPct val="0"/>
              </a:spcAft>
              <a:buClr>
                <a:srgbClr val="D34817"/>
              </a:buClr>
              <a:buSzPct val="85000"/>
              <a:buFont typeface="Wingdings" panose="05000000000000000000" pitchFamily="2" charset="2"/>
              <a:buNone/>
              <a:defRPr/>
            </a:pPr>
            <a:r>
              <a:rPr kumimoji="0" lang="en-US" altLang="zh-CN" sz="2800" b="1" i="0" u="none" strike="noStrike" kern="1200" cap="none" spc="0" normalizeH="0" baseline="0" noProof="1">
                <a:ln>
                  <a:noFill/>
                </a:ln>
                <a:solidFill>
                  <a:srgbClr val="000000"/>
                </a:solidFill>
                <a:effectLst/>
                <a:uLnTx/>
                <a:uFillTx/>
                <a:latin typeface="Calibri" panose="020F0502020204030204" pitchFamily="34" charset="0"/>
                <a:ea typeface="宋体" panose="02010600030101010101" pitchFamily="2" charset="-122"/>
                <a:cs typeface="+mn-cs"/>
                <a:sym typeface="+mn-ea"/>
              </a:rPr>
              <a:t>https://zhuanlan.zhihu.com/p/45793456</a:t>
            </a:r>
            <a:endParaRPr kumimoji="0" lang="en-US" altLang="zh-CN" sz="2800" b="1" i="0" u="none" strike="noStrike" kern="1200" cap="none" spc="0" normalizeH="0" baseline="0" noProof="1">
              <a:ln>
                <a:noFill/>
              </a:ln>
              <a:solidFill>
                <a:srgbClr val="000000"/>
              </a:solidFill>
              <a:effectLst/>
              <a:uLnTx/>
              <a:uFillTx/>
              <a:latin typeface="Calibri" panose="020F0502020204030204" pitchFamily="34" charset="0"/>
              <a:ea typeface="宋体" panose="02010600030101010101" pitchFamily="2" charset="-122"/>
              <a:cs typeface="+mn-cs"/>
              <a:sym typeface="+mn-ea"/>
            </a:endParaRPr>
          </a:p>
          <a:p>
            <a:pPr marL="0" marR="0" lvl="0" indent="-457200" algn="just" defTabSz="914400" rtl="0" eaLnBrk="1" fontAlgn="base" latinLnBrk="0" hangingPunct="1">
              <a:lnSpc>
                <a:spcPct val="100000"/>
              </a:lnSpc>
              <a:spcBef>
                <a:spcPts val="600"/>
              </a:spcBef>
              <a:spcAft>
                <a:spcPct val="0"/>
              </a:spcAft>
              <a:buClr>
                <a:srgbClr val="D34817"/>
              </a:buClr>
              <a:buSzPct val="85000"/>
              <a:buFont typeface="Wingdings" panose="05000000000000000000" pitchFamily="2" charset="2"/>
              <a:buNone/>
              <a:defRPr/>
            </a:pPr>
            <a:r>
              <a:rPr kumimoji="0" lang="zh-CN" altLang="en-US" sz="2800" b="1" i="0" u="none" strike="noStrike" kern="1200" cap="none" spc="0" normalizeH="0" baseline="0" noProof="1">
                <a:ln>
                  <a:noFill/>
                </a:ln>
                <a:solidFill>
                  <a:srgbClr val="000000"/>
                </a:solidFill>
                <a:effectLst/>
                <a:uLnTx/>
                <a:uFillTx/>
                <a:latin typeface="Calibri" panose="020F0502020204030204" pitchFamily="34" charset="0"/>
                <a:ea typeface="宋体" panose="02010600030101010101" pitchFamily="2" charset="-122"/>
                <a:cs typeface="+mn-cs"/>
                <a:sym typeface="+mn-ea"/>
              </a:rPr>
              <a:t>如何感性地理解</a:t>
            </a:r>
            <a:r>
              <a:rPr kumimoji="0" lang="en-US" altLang="zh-CN" sz="2800" b="1" i="0" u="none" strike="noStrike" kern="1200" cap="none" spc="0" normalizeH="0" baseline="0" noProof="1">
                <a:ln>
                  <a:noFill/>
                </a:ln>
                <a:solidFill>
                  <a:srgbClr val="000000"/>
                </a:solidFill>
                <a:effectLst/>
                <a:uLnTx/>
                <a:uFillTx/>
                <a:latin typeface="Calibri" panose="020F0502020204030204" pitchFamily="34" charset="0"/>
                <a:ea typeface="宋体" panose="02010600030101010101" pitchFamily="2" charset="-122"/>
                <a:cs typeface="+mn-cs"/>
                <a:sym typeface="+mn-ea"/>
              </a:rPr>
              <a:t>EM</a:t>
            </a:r>
            <a:r>
              <a:rPr kumimoji="0" lang="zh-CN" altLang="en-US" sz="2800" b="1" i="0" u="none" strike="noStrike" kern="1200" cap="none" spc="0" normalizeH="0" baseline="0" noProof="1">
                <a:ln>
                  <a:noFill/>
                </a:ln>
                <a:solidFill>
                  <a:srgbClr val="000000"/>
                </a:solidFill>
                <a:effectLst/>
                <a:uLnTx/>
                <a:uFillTx/>
                <a:latin typeface="Calibri" panose="020F0502020204030204" pitchFamily="34" charset="0"/>
                <a:ea typeface="宋体" panose="02010600030101010101" pitchFamily="2" charset="-122"/>
                <a:cs typeface="+mn-cs"/>
                <a:sym typeface="+mn-ea"/>
              </a:rPr>
              <a:t>算法？</a:t>
            </a:r>
            <a:endParaRPr kumimoji="0" lang="en-US" altLang="zh-CN" sz="2800" b="1" i="0" u="none" strike="noStrike" kern="1200" cap="none" spc="0" normalizeH="0" baseline="0" noProof="1">
              <a:ln>
                <a:noFill/>
              </a:ln>
              <a:solidFill>
                <a:srgbClr val="000000"/>
              </a:solidFill>
              <a:effectLst/>
              <a:uLnTx/>
              <a:uFillTx/>
              <a:latin typeface="Calibri" panose="020F0502020204030204" pitchFamily="34" charset="0"/>
              <a:ea typeface="宋体" panose="02010600030101010101" pitchFamily="2" charset="-122"/>
              <a:cs typeface="+mn-cs"/>
              <a:sym typeface="+mn-ea"/>
            </a:endParaRPr>
          </a:p>
          <a:p>
            <a:pPr marL="0" marR="0" lvl="0" indent="-457200" algn="just" defTabSz="914400" rtl="0" eaLnBrk="1" fontAlgn="base" latinLnBrk="0" hangingPunct="1">
              <a:lnSpc>
                <a:spcPct val="100000"/>
              </a:lnSpc>
              <a:spcBef>
                <a:spcPts val="600"/>
              </a:spcBef>
              <a:spcAft>
                <a:spcPct val="0"/>
              </a:spcAft>
              <a:buClr>
                <a:srgbClr val="D34817"/>
              </a:buClr>
              <a:buSzPct val="85000"/>
              <a:buFont typeface="Wingdings" panose="05000000000000000000" pitchFamily="2" charset="2"/>
              <a:buNone/>
              <a:defRPr/>
            </a:pPr>
            <a:r>
              <a:rPr kumimoji="0" lang="en-US" altLang="zh-CN" sz="2800" b="1" i="0" u="none" strike="noStrike" kern="1200" cap="none" spc="0" normalizeH="0" baseline="0" noProof="1">
                <a:ln>
                  <a:noFill/>
                </a:ln>
                <a:solidFill>
                  <a:srgbClr val="000000"/>
                </a:solidFill>
                <a:effectLst/>
                <a:uLnTx/>
                <a:uFillTx/>
                <a:latin typeface="Calibri" panose="020F0502020204030204" pitchFamily="34" charset="0"/>
                <a:ea typeface="宋体" panose="02010600030101010101" pitchFamily="2" charset="-122"/>
                <a:cs typeface="+mn-cs"/>
                <a:sym typeface="+mn-ea"/>
              </a:rPr>
              <a:t>https://www.jianshu.com/p/1121509ac1dc</a:t>
            </a:r>
            <a:endParaRPr kumimoji="0" lang="en-US" altLang="zh-CN" sz="2800" b="1" i="0" u="none" strike="noStrike" kern="1200" cap="none" spc="0" normalizeH="0" baseline="0" noProof="1">
              <a:ln>
                <a:noFill/>
              </a:ln>
              <a:solidFill>
                <a:srgbClr val="000000"/>
              </a:solidFill>
              <a:effectLst/>
              <a:uLnTx/>
              <a:uFillTx/>
              <a:latin typeface="Calibri" panose="020F0502020204030204" pitchFamily="34" charset="0"/>
              <a:ea typeface="宋体" panose="02010600030101010101" pitchFamily="2" charset="-122"/>
              <a:cs typeface="+mn-cs"/>
              <a:sym typeface="+mn-ea"/>
            </a:endParaRPr>
          </a:p>
        </p:txBody>
      </p:sp>
    </p:spTree>
  </p:cSld>
  <p:clrMapOvr>
    <a:masterClrMapping/>
  </p:clrMapOvr>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2226" name="Rectangle 3"/>
          <p:cNvSpPr txBox="1"/>
          <p:nvPr/>
        </p:nvSpPr>
        <p:spPr>
          <a:xfrm>
            <a:off x="1854200" y="2151063"/>
            <a:ext cx="5651500" cy="3354387"/>
          </a:xfrm>
          <a:prstGeom prst="rect">
            <a:avLst/>
          </a:prstGeom>
          <a:noFill/>
          <a:ln w="9525">
            <a:noFill/>
          </a:ln>
        </p:spPr>
        <p:txBody>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华文新魏" panose="02010800040101010101" pitchFamily="2" charset="-122"/>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ea typeface="+mn-ea"/>
                <a:cs typeface="华文新魏" panose="02010800040101010101" pitchFamily="2" charset="-122"/>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ea typeface="+mn-ea"/>
                <a:cs typeface="华文新魏" panose="02010800040101010101" pitchFamily="2" charset="-122"/>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ea typeface="+mn-ea"/>
                <a:cs typeface="华文新魏" panose="02010800040101010101" pitchFamily="2" charset="-122"/>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ea typeface="+mn-ea"/>
                <a:cs typeface="华文新魏" panose="02010800040101010101" pitchFamily="2" charset="-122"/>
              </a:defRPr>
            </a:lvl5pPr>
          </a:lstStyle>
          <a:p>
            <a:pPr marL="0" lvl="0" indent="0" eaLnBrk="1" hangingPunct="1">
              <a:lnSpc>
                <a:spcPct val="150000"/>
              </a:lnSpc>
              <a:buClr>
                <a:srgbClr val="C00000"/>
              </a:buClr>
              <a:buFont typeface="Wingdings" panose="05000000000000000000" pitchFamily="2" charset="2"/>
              <a:buChar char="u"/>
            </a:pPr>
            <a:r>
              <a:rPr lang="en-US" altLang="zh-CN" sz="3600" b="1" dirty="0">
                <a:latin typeface="黑体" panose="02010609060101010101" pitchFamily="49" charset="-122"/>
                <a:ea typeface="黑体" panose="02010609060101010101" pitchFamily="49" charset="-122"/>
              </a:rPr>
              <a:t>4.1</a:t>
            </a:r>
            <a:r>
              <a:rPr lang="en-US" altLang="zh-CN" sz="3600" b="1" dirty="0">
                <a:solidFill>
                  <a:srgbClr val="0000FF"/>
                </a:solidFill>
                <a:latin typeface="黑体" panose="02010609060101010101" pitchFamily="49" charset="-122"/>
                <a:ea typeface="黑体" panose="02010609060101010101" pitchFamily="49" charset="-122"/>
              </a:rPr>
              <a:t> </a:t>
            </a:r>
            <a:r>
              <a:rPr lang="zh-CN" altLang="en-US" sz="3600" b="1" dirty="0">
                <a:latin typeface="黑体" panose="02010609060101010101" pitchFamily="49" charset="-122"/>
                <a:ea typeface="黑体" panose="02010609060101010101" pitchFamily="49" charset="-122"/>
                <a:sym typeface="宋体" panose="02010600030101010101" pitchFamily="2" charset="-122"/>
              </a:rPr>
              <a:t>高斯混合模型</a:t>
            </a:r>
            <a:endParaRPr lang="en-US" altLang="zh-CN" sz="3600" b="1" dirty="0">
              <a:solidFill>
                <a:srgbClr val="0000FF"/>
              </a:solidFill>
              <a:latin typeface="黑体" panose="02010609060101010101" pitchFamily="49" charset="-122"/>
              <a:ea typeface="黑体" panose="02010609060101010101" pitchFamily="49" charset="-122"/>
            </a:endParaRPr>
          </a:p>
          <a:p>
            <a:pPr marL="0" lvl="0" indent="0" eaLnBrk="1" hangingPunct="1">
              <a:lnSpc>
                <a:spcPct val="150000"/>
              </a:lnSpc>
              <a:buClr>
                <a:srgbClr val="C00000"/>
              </a:buClr>
              <a:buFont typeface="Wingdings" panose="05000000000000000000" pitchFamily="2" charset="2"/>
              <a:buChar char="u"/>
            </a:pPr>
            <a:r>
              <a:rPr lang="en-US" altLang="zh-CN" sz="3600" b="1" dirty="0">
                <a:solidFill>
                  <a:srgbClr val="0000FF"/>
                </a:solidFill>
                <a:latin typeface="黑体" panose="02010609060101010101" pitchFamily="49" charset="-122"/>
                <a:ea typeface="黑体" panose="02010609060101010101" pitchFamily="49" charset="-122"/>
              </a:rPr>
              <a:t>4.2 </a:t>
            </a:r>
            <a:r>
              <a:rPr lang="en-US" altLang="zh-CN" sz="3600" b="1" dirty="0">
                <a:solidFill>
                  <a:srgbClr val="0000FF"/>
                </a:solidFill>
                <a:latin typeface="黑体" panose="02010609060101010101" pitchFamily="49" charset="-122"/>
                <a:ea typeface="黑体" panose="02010609060101010101" pitchFamily="49" charset="-122"/>
                <a:sym typeface="宋体" panose="02010600030101010101" pitchFamily="2" charset="-122"/>
              </a:rPr>
              <a:t>动态聚类</a:t>
            </a:r>
            <a:r>
              <a:rPr lang="zh-CN" altLang="en-US" sz="3600" b="1" dirty="0">
                <a:solidFill>
                  <a:srgbClr val="0000FF"/>
                </a:solidFill>
                <a:latin typeface="黑体" panose="02010609060101010101" pitchFamily="49" charset="-122"/>
                <a:ea typeface="黑体" panose="02010609060101010101" pitchFamily="49" charset="-122"/>
                <a:sym typeface="宋体" panose="02010600030101010101" pitchFamily="2" charset="-122"/>
              </a:rPr>
              <a:t>算</a:t>
            </a:r>
            <a:r>
              <a:rPr lang="en-US" altLang="zh-CN" sz="3600" b="1" dirty="0">
                <a:solidFill>
                  <a:srgbClr val="0000FF"/>
                </a:solidFill>
                <a:latin typeface="黑体" panose="02010609060101010101" pitchFamily="49" charset="-122"/>
                <a:ea typeface="黑体" panose="02010609060101010101" pitchFamily="49" charset="-122"/>
                <a:sym typeface="宋体" panose="02010600030101010101" pitchFamily="2" charset="-122"/>
              </a:rPr>
              <a:t>法</a:t>
            </a:r>
            <a:endParaRPr lang="en-US" altLang="zh-CN" sz="3600" b="1" dirty="0">
              <a:solidFill>
                <a:srgbClr val="0000FF"/>
              </a:solidFill>
              <a:latin typeface="黑体" panose="02010609060101010101" pitchFamily="49" charset="-122"/>
              <a:ea typeface="黑体" panose="02010609060101010101" pitchFamily="49" charset="-122"/>
            </a:endParaRPr>
          </a:p>
          <a:p>
            <a:pPr marL="0" lvl="0" indent="0" eaLnBrk="1" hangingPunct="1">
              <a:lnSpc>
                <a:spcPct val="150000"/>
              </a:lnSpc>
              <a:buClr>
                <a:srgbClr val="C00000"/>
              </a:buClr>
              <a:buFont typeface="Wingdings" panose="05000000000000000000" pitchFamily="2" charset="2"/>
              <a:buChar char="u"/>
            </a:pPr>
            <a:r>
              <a:rPr lang="en-US" altLang="zh-CN" sz="3600" b="1" dirty="0">
                <a:latin typeface="黑体" panose="02010609060101010101" pitchFamily="49" charset="-122"/>
                <a:ea typeface="黑体" panose="02010609060101010101" pitchFamily="49" charset="-122"/>
              </a:rPr>
              <a:t>4.3 </a:t>
            </a:r>
            <a:r>
              <a:rPr lang="zh-CN" altLang="en-US" sz="3600" b="1" dirty="0">
                <a:latin typeface="黑体" panose="02010609060101010101" pitchFamily="49" charset="-122"/>
                <a:ea typeface="黑体" panose="02010609060101010101" pitchFamily="49" charset="-122"/>
                <a:sym typeface="宋体" panose="02010600030101010101" pitchFamily="2" charset="-122"/>
              </a:rPr>
              <a:t>层次聚类算法</a:t>
            </a:r>
            <a:r>
              <a:rPr lang="en-US" altLang="zh-CN" sz="3600" b="1" dirty="0">
                <a:latin typeface="黑体" panose="02010609060101010101" pitchFamily="49" charset="-122"/>
                <a:ea typeface="黑体" panose="02010609060101010101" pitchFamily="49" charset="-122"/>
              </a:rPr>
              <a:t> </a:t>
            </a:r>
            <a:endParaRPr lang="en-US" altLang="zh-CN" sz="3600" b="1" dirty="0">
              <a:latin typeface="黑体" panose="02010609060101010101" pitchFamily="49" charset="-122"/>
              <a:ea typeface="黑体" panose="02010609060101010101" pitchFamily="49" charset="-122"/>
            </a:endParaRPr>
          </a:p>
        </p:txBody>
      </p:sp>
      <p:sp>
        <p:nvSpPr>
          <p:cNvPr id="52227" name="Text Box 5"/>
          <p:cNvSpPr txBox="1"/>
          <p:nvPr/>
        </p:nvSpPr>
        <p:spPr>
          <a:xfrm>
            <a:off x="2343150" y="1155700"/>
            <a:ext cx="4248150" cy="644525"/>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华文新魏" panose="02010800040101010101" pitchFamily="2" charset="-122"/>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ea typeface="+mn-ea"/>
                <a:cs typeface="华文新魏" panose="02010800040101010101" pitchFamily="2" charset="-122"/>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ea typeface="+mn-ea"/>
                <a:cs typeface="华文新魏" panose="02010800040101010101" pitchFamily="2" charset="-122"/>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ea typeface="+mn-ea"/>
                <a:cs typeface="华文新魏" panose="02010800040101010101" pitchFamily="2" charset="-122"/>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ea typeface="+mn-ea"/>
                <a:cs typeface="华文新魏" panose="02010800040101010101" pitchFamily="2" charset="-122"/>
              </a:defRPr>
            </a:lvl5pPr>
          </a:lstStyle>
          <a:p>
            <a:pPr marL="0" lvl="0" indent="0" eaLnBrk="1" hangingPunct="1">
              <a:spcBef>
                <a:spcPct val="50000"/>
              </a:spcBef>
              <a:buClrTx/>
              <a:buSzTx/>
              <a:buFontTx/>
              <a:buNone/>
            </a:pPr>
            <a:r>
              <a:rPr lang="zh-CN" altLang="en-US" sz="4400" b="1" dirty="0">
                <a:solidFill>
                  <a:srgbClr val="FF0000"/>
                </a:solidFill>
                <a:latin typeface="Arial" panose="020B0604020202020204" pitchFamily="34" charset="0"/>
              </a:rPr>
              <a:t>无监督模式识别</a:t>
            </a:r>
            <a:endParaRPr lang="zh-CN" altLang="en-US" sz="4400" b="1" dirty="0">
              <a:solidFill>
                <a:srgbClr val="FF0000"/>
              </a:solidFill>
              <a:latin typeface="Arial" panose="020B0604020202020204" pitchFamily="34" charset="0"/>
            </a:endParaRPr>
          </a:p>
        </p:txBody>
      </p:sp>
    </p:spTree>
  </p:cSld>
  <p:clrMapOvr>
    <a:masterClrMapping/>
  </p:clrMapOvr>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3426" name="Rectangle 2"/>
          <p:cNvSpPr>
            <a:spLocks noGrp="1" noChangeArrowheads="1"/>
          </p:cNvSpPr>
          <p:nvPr>
            <p:ph type="title"/>
          </p:nvPr>
        </p:nvSpPr>
        <p:spPr>
          <a:xfrm>
            <a:off x="1071563" y="1071563"/>
            <a:ext cx="7143750" cy="609600"/>
          </a:xfrm>
        </p:spPr>
        <p:txBody>
          <a:bodyPr vert="horz" wrap="square" lIns="91440" tIns="45720" rIns="91440" bIns="45720" numCol="1" anchor="b" anchorCtr="0" compatLnSpc="1">
            <a:noAutofit/>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en-US" altLang="zh-CN" sz="3600" b="1" i="0" u="none" strike="noStrike" kern="1200" cap="none" spc="0" normalizeH="0" baseline="0" noProof="0" dirty="0">
                <a:ln>
                  <a:noFill/>
                </a:ln>
                <a:solidFill>
                  <a:srgbClr val="0000CC"/>
                </a:solidFill>
                <a:effectLst>
                  <a:outerShdw blurRad="38100" dist="38100" dir="2700000" algn="tl">
                    <a:srgbClr val="C0C0C0"/>
                  </a:outerShdw>
                </a:effectLst>
                <a:uLnTx/>
                <a:uFillTx/>
                <a:latin typeface="黑体" panose="02010609060101010101" pitchFamily="49" charset="-122"/>
                <a:ea typeface="黑体" panose="02010609060101010101" pitchFamily="49" charset="-122"/>
                <a:cs typeface="华文新魏" panose="02010800040101010101" pitchFamily="2" charset="-122"/>
              </a:rPr>
              <a:t>4.2 </a:t>
            </a:r>
            <a:r>
              <a:rPr kumimoji="1" lang="en-US" altLang="zh-CN" sz="3600" b="1" i="0" u="none" strike="noStrike" kern="0" cap="none" spc="0" normalizeH="0" baseline="0" noProof="1">
                <a:ln>
                  <a:noFill/>
                </a:ln>
                <a:solidFill>
                  <a:srgbClr val="0000FF"/>
                </a:solidFill>
                <a:effectLst/>
                <a:uLnTx/>
                <a:uFillTx/>
                <a:latin typeface="黑体" panose="02010609060101010101" pitchFamily="49" charset="-122"/>
                <a:ea typeface="黑体" panose="02010609060101010101" pitchFamily="49" charset="-122"/>
                <a:cs typeface="华文新魏" panose="02010800040101010101" pitchFamily="2" charset="-122"/>
                <a:sym typeface="宋体" panose="02010600030101010101" pitchFamily="2" charset="-122"/>
              </a:rPr>
              <a:t>动态聚类</a:t>
            </a:r>
            <a:r>
              <a:rPr kumimoji="1" lang="zh-CN" altLang="en-US" sz="3600" b="1" i="0" u="none" strike="noStrike" kern="0" cap="none" spc="0" normalizeH="0" baseline="0" noProof="1">
                <a:ln>
                  <a:noFill/>
                </a:ln>
                <a:solidFill>
                  <a:srgbClr val="0000FF"/>
                </a:solidFill>
                <a:effectLst/>
                <a:uLnTx/>
                <a:uFillTx/>
                <a:latin typeface="黑体" panose="02010609060101010101" pitchFamily="49" charset="-122"/>
                <a:ea typeface="黑体" panose="02010609060101010101" pitchFamily="49" charset="-122"/>
                <a:cs typeface="华文新魏" panose="02010800040101010101" pitchFamily="2" charset="-122"/>
                <a:sym typeface="宋体" panose="02010600030101010101" pitchFamily="2" charset="-122"/>
              </a:rPr>
              <a:t>算</a:t>
            </a:r>
            <a:r>
              <a:rPr kumimoji="1" lang="en-US" altLang="zh-CN" sz="3600" b="1" i="0" u="none" strike="noStrike" kern="0" cap="none" spc="0" normalizeH="0" baseline="0" noProof="1">
                <a:ln>
                  <a:noFill/>
                </a:ln>
                <a:solidFill>
                  <a:srgbClr val="0000FF"/>
                </a:solidFill>
                <a:effectLst/>
                <a:uLnTx/>
                <a:uFillTx/>
                <a:latin typeface="黑体" panose="02010609060101010101" pitchFamily="49" charset="-122"/>
                <a:ea typeface="黑体" panose="02010609060101010101" pitchFamily="49" charset="-122"/>
                <a:cs typeface="华文新魏" panose="02010800040101010101" pitchFamily="2" charset="-122"/>
                <a:sym typeface="宋体" panose="02010600030101010101" pitchFamily="2" charset="-122"/>
              </a:rPr>
              <a:t>法</a:t>
            </a:r>
            <a:endParaRPr kumimoji="1" lang="zh-CN" altLang="en-US" sz="3600" b="1" i="0" u="none" strike="noStrike" kern="1200" cap="none" spc="0" normalizeH="0" baseline="0" noProof="0" dirty="0">
              <a:ln>
                <a:noFill/>
              </a:ln>
              <a:solidFill>
                <a:srgbClr val="0000CC"/>
              </a:solidFill>
              <a:effectLst>
                <a:outerShdw blurRad="38100" dist="38100" dir="2700000" algn="tl">
                  <a:srgbClr val="C0C0C0"/>
                </a:outerShdw>
              </a:effectLst>
              <a:uLnTx/>
              <a:uFillTx/>
              <a:latin typeface="黑体" panose="02010609060101010101" pitchFamily="49" charset="-122"/>
              <a:ea typeface="黑体" panose="02010609060101010101" pitchFamily="49" charset="-122"/>
              <a:cs typeface="华文新魏" panose="02010800040101010101" pitchFamily="2" charset="-122"/>
            </a:endParaRPr>
          </a:p>
        </p:txBody>
      </p:sp>
      <p:sp>
        <p:nvSpPr>
          <p:cNvPr id="16386" name="Rectangle 5"/>
          <p:cNvSpPr/>
          <p:nvPr/>
        </p:nvSpPr>
        <p:spPr>
          <a:xfrm>
            <a:off x="863600" y="1681163"/>
            <a:ext cx="7723188" cy="4237038"/>
          </a:xfrm>
          <a:prstGeom prst="rect">
            <a:avLst/>
          </a:prstGeom>
          <a:noFill/>
          <a:ln w="9525">
            <a:noFill/>
          </a:ln>
        </p:spPr>
        <p:txBody>
          <a:bodyPr>
            <a:spAutoFit/>
          </a:bodyPr>
          <a:lstStyle/>
          <a:p>
            <a:pPr marL="457200" marR="0" lvl="0" indent="-457200" algn="just" defTabSz="914400" rtl="0" eaLnBrk="1" fontAlgn="base" latinLnBrk="0" hangingPunct="1">
              <a:lnSpc>
                <a:spcPct val="120000"/>
              </a:lnSpc>
              <a:spcBef>
                <a:spcPts val="575"/>
              </a:spcBef>
              <a:spcAft>
                <a:spcPct val="0"/>
              </a:spcAft>
              <a:buClr>
                <a:srgbClr val="D34817"/>
              </a:buClr>
              <a:buSzPct val="85000"/>
              <a:buFont typeface="Wingdings" panose="05000000000000000000" charset="0"/>
              <a:buChar char="l"/>
              <a:defRPr/>
            </a:pPr>
            <a:r>
              <a:rPr kumimoji="0" lang="zh-CN" altLang="en-US" sz="2800" b="1" i="0" u="none" strike="noStrike" kern="1200" cap="none" spc="0" normalizeH="0" baseline="0" noProof="1">
                <a:ln>
                  <a:noFill/>
                </a:ln>
                <a:solidFill>
                  <a:schemeClr val="tx1"/>
                </a:solidFill>
                <a:effectLst/>
                <a:uLnTx/>
                <a:uFillTx/>
                <a:latin typeface="宋体" panose="02010600030101010101" pitchFamily="2" charset="-122"/>
                <a:ea typeface="宋体" panose="02010600030101010101" pitchFamily="2" charset="-122"/>
                <a:cs typeface="+mn-cs"/>
                <a:sym typeface="+mn-ea"/>
              </a:rPr>
              <a:t>除了基于</a:t>
            </a:r>
            <a:r>
              <a:rPr kumimoji="1" lang="en-US" altLang="zh-CN" sz="2800" b="1" i="0" u="none" strike="noStrike" kern="0" cap="none" spc="0" normalizeH="0" baseline="0" noProof="0" dirty="0">
                <a:ln>
                  <a:noFill/>
                </a:ln>
                <a:solidFill>
                  <a:srgbClr val="0000CC"/>
                </a:solidFill>
                <a:effectLst/>
                <a:uLnTx/>
                <a:uFillTx/>
                <a:latin typeface="宋体" panose="02010600030101010101" pitchFamily="2" charset="-122"/>
                <a:ea typeface="宋体" panose="02010600030101010101" pitchFamily="2" charset="-122"/>
                <a:cs typeface="Times New Roman" panose="02020603050405020304" pitchFamily="18" charset="0"/>
                <a:sym typeface="+mn-ea"/>
              </a:rPr>
              <a:t>样本概率分布模型</a:t>
            </a:r>
            <a:r>
              <a:rPr kumimoji="0" lang="zh-CN" altLang="en-US" sz="2800" b="1" i="0" u="none" strike="noStrike" kern="1200" cap="none" spc="0" normalizeH="0" baseline="0" noProof="1">
                <a:ln>
                  <a:noFill/>
                </a:ln>
                <a:solidFill>
                  <a:schemeClr val="tx1"/>
                </a:solidFill>
                <a:effectLst/>
                <a:uLnTx/>
                <a:uFillTx/>
                <a:latin typeface="宋体" panose="02010600030101010101" pitchFamily="2" charset="-122"/>
                <a:ea typeface="宋体" panose="02010600030101010101" pitchFamily="2" charset="-122"/>
                <a:cs typeface="+mn-cs"/>
                <a:sym typeface="+mn-ea"/>
              </a:rPr>
              <a:t>的聚类方法外，基于</a:t>
            </a:r>
            <a:r>
              <a:rPr kumimoji="1" lang="en-US" altLang="zh-CN" sz="2800" b="1" i="0" u="none" strike="noStrike" kern="0" cap="none" spc="0" normalizeH="0" baseline="0" noProof="0" dirty="0">
                <a:ln>
                  <a:noFill/>
                </a:ln>
                <a:solidFill>
                  <a:srgbClr val="0000CC"/>
                </a:solidFill>
                <a:effectLst/>
                <a:uLnTx/>
                <a:uFillTx/>
                <a:latin typeface="宋体" panose="02010600030101010101" pitchFamily="2" charset="-122"/>
                <a:ea typeface="宋体" panose="02010600030101010101" pitchFamily="2" charset="-122"/>
                <a:cs typeface="Times New Roman" panose="02020603050405020304" pitchFamily="18" charset="0"/>
                <a:sym typeface="+mn-ea"/>
              </a:rPr>
              <a:t>样本间相似性度量</a:t>
            </a:r>
            <a:r>
              <a:rPr kumimoji="0" lang="zh-CN" altLang="en-US" sz="2800" b="1" i="0" u="none" strike="noStrike" kern="1200" cap="none" spc="0" normalizeH="0" baseline="0" noProof="1">
                <a:ln>
                  <a:noFill/>
                </a:ln>
                <a:solidFill>
                  <a:schemeClr val="tx1"/>
                </a:solidFill>
                <a:effectLst/>
                <a:uLnTx/>
                <a:uFillTx/>
                <a:latin typeface="宋体" panose="02010600030101010101" pitchFamily="2" charset="-122"/>
                <a:ea typeface="宋体" panose="02010600030101010101" pitchFamily="2" charset="-122"/>
                <a:cs typeface="+mn-cs"/>
                <a:sym typeface="+mn-ea"/>
              </a:rPr>
              <a:t>的聚类方法也是非监督学习的重要组成部分。</a:t>
            </a:r>
            <a:endParaRPr kumimoji="0" lang="zh-CN" altLang="en-US" sz="2800" b="1" i="0" u="none" strike="noStrike" kern="1200" cap="none" spc="0" normalizeH="0" baseline="0" noProof="1">
              <a:ln>
                <a:noFill/>
              </a:ln>
              <a:solidFill>
                <a:schemeClr val="tx1"/>
              </a:solidFill>
              <a:effectLst/>
              <a:uLnTx/>
              <a:uFillTx/>
              <a:latin typeface="宋体" panose="02010600030101010101" pitchFamily="2" charset="-122"/>
              <a:ea typeface="宋体" panose="02010600030101010101" pitchFamily="2" charset="-122"/>
              <a:cs typeface="+mn-cs"/>
              <a:sym typeface="+mn-ea"/>
            </a:endParaRPr>
          </a:p>
          <a:p>
            <a:pPr marL="457200" marR="0" lvl="0" indent="-457200" algn="just" defTabSz="914400" rtl="0" eaLnBrk="1" fontAlgn="base" latinLnBrk="0" hangingPunct="1">
              <a:lnSpc>
                <a:spcPct val="120000"/>
              </a:lnSpc>
              <a:spcBef>
                <a:spcPts val="575"/>
              </a:spcBef>
              <a:spcAft>
                <a:spcPct val="0"/>
              </a:spcAft>
              <a:buClr>
                <a:srgbClr val="D34817"/>
              </a:buClr>
              <a:buSzPct val="85000"/>
              <a:buFont typeface="Wingdings" panose="05000000000000000000" charset="0"/>
              <a:buChar char="l"/>
              <a:defRPr/>
            </a:pPr>
            <a:r>
              <a:rPr kumimoji="0" lang="zh-CN" altLang="en-US" sz="2800" b="1" i="0" u="none" strike="noStrike" kern="1200" cap="none" spc="0" normalizeH="0" baseline="0" noProof="1">
                <a:ln>
                  <a:noFill/>
                </a:ln>
                <a:solidFill>
                  <a:schemeClr val="tx1"/>
                </a:solidFill>
                <a:effectLst/>
                <a:uLnTx/>
                <a:uFillTx/>
                <a:latin typeface="宋体" panose="02010600030101010101" pitchFamily="2" charset="-122"/>
                <a:ea typeface="宋体" panose="02010600030101010101" pitchFamily="2" charset="-122"/>
                <a:cs typeface="+mn-cs"/>
                <a:sym typeface="+mn-ea"/>
              </a:rPr>
              <a:t>一般来说，</a:t>
            </a:r>
            <a:r>
              <a:rPr kumimoji="1" lang="en-US" altLang="zh-CN" sz="2800" b="1" i="0" u="none" strike="noStrike" kern="0" cap="none" spc="0" normalizeH="0" baseline="0" noProof="0" dirty="0">
                <a:ln>
                  <a:noFill/>
                </a:ln>
                <a:solidFill>
                  <a:srgbClr val="0000CC"/>
                </a:solidFill>
                <a:effectLst/>
                <a:uLnTx/>
                <a:uFillTx/>
                <a:latin typeface="宋体" panose="02010600030101010101" pitchFamily="2" charset="-122"/>
                <a:ea typeface="宋体" panose="02010600030101010101" pitchFamily="2" charset="-122"/>
                <a:cs typeface="Times New Roman" panose="02020603050405020304" pitchFamily="18" charset="0"/>
                <a:sym typeface="+mn-ea"/>
              </a:rPr>
              <a:t>聚类准则</a:t>
            </a:r>
            <a:r>
              <a:rPr kumimoji="0" lang="zh-CN" altLang="en-US" sz="2800" b="1" i="0" u="none" strike="noStrike" kern="1200" cap="none" spc="0" normalizeH="0" baseline="0" noProof="1">
                <a:ln>
                  <a:noFill/>
                </a:ln>
                <a:solidFill>
                  <a:schemeClr val="tx1"/>
                </a:solidFill>
                <a:effectLst/>
                <a:uLnTx/>
                <a:uFillTx/>
                <a:latin typeface="宋体" panose="02010600030101010101" pitchFamily="2" charset="-122"/>
                <a:ea typeface="宋体" panose="02010600030101010101" pitchFamily="2" charset="-122"/>
                <a:cs typeface="+mn-cs"/>
                <a:sym typeface="+mn-ea"/>
              </a:rPr>
              <a:t>是根据样本之间的</a:t>
            </a:r>
            <a:r>
              <a:rPr kumimoji="0" lang="zh-CN" altLang="en-US" sz="2800" b="1" i="0" u="none" strike="noStrike" kern="1200" cap="none" spc="0" normalizeH="0" baseline="0" noProof="1">
                <a:ln>
                  <a:noFill/>
                </a:ln>
                <a:solidFill>
                  <a:srgbClr val="FF0000"/>
                </a:solidFill>
                <a:effectLst/>
                <a:uLnTx/>
                <a:uFillTx/>
                <a:latin typeface="宋体" panose="02010600030101010101" pitchFamily="2" charset="-122"/>
                <a:ea typeface="宋体" panose="02010600030101010101" pitchFamily="2" charset="-122"/>
                <a:cs typeface="+mn-cs"/>
                <a:sym typeface="+mn-ea"/>
              </a:rPr>
              <a:t>距离或相似程度</a:t>
            </a:r>
            <a:r>
              <a:rPr kumimoji="0" lang="zh-CN" altLang="en-US" sz="2800" b="1" i="0" u="none" strike="noStrike" kern="1200" cap="none" spc="0" normalizeH="0" baseline="0" noProof="1">
                <a:ln>
                  <a:noFill/>
                </a:ln>
                <a:solidFill>
                  <a:schemeClr val="tx1"/>
                </a:solidFill>
                <a:effectLst/>
                <a:uLnTx/>
                <a:uFillTx/>
                <a:latin typeface="宋体" panose="02010600030101010101" pitchFamily="2" charset="-122"/>
                <a:ea typeface="宋体" panose="02010600030101010101" pitchFamily="2" charset="-122"/>
                <a:cs typeface="+mn-cs"/>
                <a:sym typeface="+mn-ea"/>
              </a:rPr>
              <a:t>来定义的。例如以“类内的差异尽量小，类间的差异尽量大”为聚类准则，也就是将相似或相近的样本分成一组，不同的或相距较远的样本聚集在其他组中。</a:t>
            </a:r>
            <a:endParaRPr kumimoji="0" lang="zh-CN" altLang="en-US" sz="2800" b="1" i="0" u="none" strike="noStrike" kern="1200" cap="none" spc="0" normalizeH="0" baseline="0" noProof="1">
              <a:ln>
                <a:noFill/>
              </a:ln>
              <a:solidFill>
                <a:srgbClr val="000000"/>
              </a:solidFill>
              <a:effectLst/>
              <a:uLnTx/>
              <a:uFillTx/>
              <a:latin typeface="宋体" panose="02010600030101010101" pitchFamily="2" charset="-122"/>
              <a:ea typeface="宋体" panose="02010600030101010101" pitchFamily="2" charset="-122"/>
              <a:cs typeface="+mn-cs"/>
              <a:sym typeface="+mn-ea"/>
            </a:endParaRPr>
          </a:p>
        </p:txBody>
      </p:sp>
    </p:spTree>
  </p:cSld>
  <p:clrMapOvr>
    <a:masterClrMapping/>
  </p:clrMapOvr>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54274" name="Picture 2"/>
          <p:cNvPicPr>
            <a:picLocks noChangeAspect="1"/>
          </p:cNvPicPr>
          <p:nvPr/>
        </p:nvPicPr>
        <p:blipFill>
          <a:blip r:embed="rId1"/>
          <a:stretch>
            <a:fillRect/>
          </a:stretch>
        </p:blipFill>
        <p:spPr>
          <a:xfrm>
            <a:off x="542925" y="1052513"/>
            <a:ext cx="8058150" cy="5276850"/>
          </a:xfrm>
          <a:prstGeom prst="rect">
            <a:avLst/>
          </a:prstGeom>
          <a:noFill/>
          <a:ln w="9525">
            <a:noFill/>
          </a:ln>
        </p:spPr>
      </p:pic>
    </p:spTree>
  </p:cSld>
  <p:clrMapOvr>
    <a:masterClrMapping/>
  </p:clrMapOvr>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6386" name="Rectangle 5"/>
          <p:cNvSpPr/>
          <p:nvPr/>
        </p:nvSpPr>
        <p:spPr>
          <a:xfrm>
            <a:off x="839788" y="2252663"/>
            <a:ext cx="7464425" cy="3328988"/>
          </a:xfrm>
          <a:prstGeom prst="rect">
            <a:avLst/>
          </a:prstGeom>
          <a:noFill/>
          <a:ln w="9525">
            <a:noFill/>
          </a:ln>
        </p:spPr>
        <p:txBody>
          <a:bodyPr>
            <a:spAutoFit/>
          </a:bodyPr>
          <a:lstStyle/>
          <a:p>
            <a:pPr marL="273050" marR="0" lvl="0" indent="-273050" algn="just" defTabSz="914400" rtl="0" eaLnBrk="1" fontAlgn="base" latinLnBrk="0" hangingPunct="1">
              <a:lnSpc>
                <a:spcPct val="100000"/>
              </a:lnSpc>
              <a:spcBef>
                <a:spcPts val="575"/>
              </a:spcBef>
              <a:spcAft>
                <a:spcPct val="0"/>
              </a:spcAft>
              <a:buClr>
                <a:srgbClr val="D34817"/>
              </a:buClr>
              <a:buSzPct val="85000"/>
              <a:buFontTx/>
              <a:buNone/>
              <a:defRPr/>
            </a:pPr>
            <a:r>
              <a:rPr kumimoji="1" lang="en-US" altLang="zh-CN" sz="2800" b="1" i="0" u="none" strike="noStrike" kern="0" cap="none" spc="0" normalizeH="0" baseline="0" noProof="0" dirty="0">
                <a:ln>
                  <a:noFill/>
                </a:ln>
                <a:solidFill>
                  <a:srgbClr val="0000CC"/>
                </a:solidFill>
                <a:effectLst/>
                <a:uLnTx/>
                <a:uFillTx/>
                <a:latin typeface="宋体" panose="02010600030101010101" pitchFamily="2" charset="-122"/>
                <a:ea typeface="宋体" panose="02010600030101010101" pitchFamily="2" charset="-122"/>
                <a:cs typeface="Times New Roman" panose="02020603050405020304" pitchFamily="18" charset="0"/>
              </a:rPr>
              <a:t>    动态聚类算法</a:t>
            </a:r>
            <a:r>
              <a:rPr kumimoji="0" lang="zh-CN" altLang="en-US" sz="2800" b="1" i="0" u="none" strike="noStrike" kern="1200" cap="none" spc="0" normalizeH="0" baseline="0" noProof="1">
                <a:ln>
                  <a:noFill/>
                </a:ln>
                <a:solidFill>
                  <a:srgbClr val="000000"/>
                </a:solidFill>
                <a:effectLst/>
                <a:uLnTx/>
                <a:uFillTx/>
                <a:latin typeface="Calibri" panose="020F0502020204030204" pitchFamily="34" charset="0"/>
                <a:ea typeface="宋体" panose="02010600030101010101" pitchFamily="2" charset="-122"/>
                <a:cs typeface="+mn-cs"/>
              </a:rPr>
              <a:t>的关键点是：</a:t>
            </a:r>
            <a:endParaRPr kumimoji="0" lang="zh-CN" altLang="en-US" sz="2800" b="1" i="0" u="none" strike="noStrike" kern="1200" cap="none" spc="0" normalizeH="0" baseline="0" noProof="1">
              <a:ln>
                <a:noFill/>
              </a:ln>
              <a:solidFill>
                <a:srgbClr val="000000"/>
              </a:solidFill>
              <a:effectLst/>
              <a:uLnTx/>
              <a:uFillTx/>
              <a:latin typeface="Calibri" panose="020F0502020204030204" pitchFamily="34" charset="0"/>
              <a:ea typeface="宋体" panose="02010600030101010101" pitchFamily="2" charset="-122"/>
              <a:cs typeface="+mn-cs"/>
            </a:endParaRPr>
          </a:p>
          <a:p>
            <a:pPr marL="273050" marR="0" lvl="0" indent="-273050" algn="just" defTabSz="914400" rtl="0" eaLnBrk="1" fontAlgn="base" latinLnBrk="0" hangingPunct="1">
              <a:lnSpc>
                <a:spcPct val="100000"/>
              </a:lnSpc>
              <a:spcBef>
                <a:spcPts val="575"/>
              </a:spcBef>
              <a:spcAft>
                <a:spcPct val="0"/>
              </a:spcAft>
              <a:buClr>
                <a:srgbClr val="D34817"/>
              </a:buClr>
              <a:buSzPct val="85000"/>
              <a:buFontTx/>
              <a:buNone/>
              <a:defRPr/>
            </a:pPr>
            <a:r>
              <a:rPr kumimoji="0" lang="zh-CN" altLang="en-US" sz="2800" b="1" i="0" u="none" strike="noStrike" kern="1200" cap="none" spc="0" normalizeH="0" baseline="0" noProof="1">
                <a:ln>
                  <a:noFill/>
                </a:ln>
                <a:solidFill>
                  <a:srgbClr val="000000"/>
                </a:solidFill>
                <a:effectLst/>
                <a:uLnTx/>
                <a:uFillTx/>
                <a:latin typeface="Calibri" panose="020F0502020204030204" pitchFamily="34" charset="0"/>
                <a:ea typeface="宋体" panose="02010600030101010101" pitchFamily="2" charset="-122"/>
                <a:cs typeface="+mn-cs"/>
              </a:rPr>
              <a:t>1.选取一定的</a:t>
            </a:r>
            <a:r>
              <a:rPr kumimoji="1" lang="en-US" altLang="zh-CN" sz="2800" b="1" i="0" u="none" strike="noStrike" kern="0" cap="none" spc="0" normalizeH="0" baseline="0" noProof="0" dirty="0">
                <a:ln>
                  <a:noFill/>
                </a:ln>
                <a:solidFill>
                  <a:srgbClr val="0000CC"/>
                </a:solidFill>
                <a:effectLst/>
                <a:uLnTx/>
                <a:uFillTx/>
                <a:latin typeface="宋体" panose="02010600030101010101" pitchFamily="2" charset="-122"/>
                <a:ea typeface="宋体" panose="02010600030101010101" pitchFamily="2" charset="-122"/>
                <a:cs typeface="Times New Roman" panose="02020603050405020304" pitchFamily="18" charset="0"/>
              </a:rPr>
              <a:t>距离度量方法</a:t>
            </a:r>
            <a:r>
              <a:rPr kumimoji="0" lang="zh-CN" altLang="en-US" sz="2800" b="1" i="0" u="none" strike="noStrike" kern="1200" cap="none" spc="0" normalizeH="0" baseline="0" noProof="1">
                <a:ln>
                  <a:noFill/>
                </a:ln>
                <a:solidFill>
                  <a:srgbClr val="000000"/>
                </a:solidFill>
                <a:effectLst/>
                <a:uLnTx/>
                <a:uFillTx/>
                <a:latin typeface="Calibri" panose="020F0502020204030204" pitchFamily="34" charset="0"/>
                <a:ea typeface="宋体" panose="02010600030101010101" pitchFamily="2" charset="-122"/>
                <a:cs typeface="+mn-cs"/>
              </a:rPr>
              <a:t>作为样本间的相似性度量准则。</a:t>
            </a:r>
            <a:endParaRPr kumimoji="0" lang="zh-CN" altLang="en-US" sz="2800" b="1" i="0" u="none" strike="noStrike" kern="1200" cap="none" spc="0" normalizeH="0" baseline="0" noProof="1">
              <a:ln>
                <a:noFill/>
              </a:ln>
              <a:solidFill>
                <a:srgbClr val="000000"/>
              </a:solidFill>
              <a:effectLst/>
              <a:uLnTx/>
              <a:uFillTx/>
              <a:latin typeface="Calibri" panose="020F0502020204030204" pitchFamily="34" charset="0"/>
              <a:ea typeface="宋体" panose="02010600030101010101" pitchFamily="2" charset="-122"/>
              <a:cs typeface="+mn-cs"/>
            </a:endParaRPr>
          </a:p>
          <a:p>
            <a:pPr marL="273050" marR="0" lvl="0" indent="-273050" algn="just" defTabSz="914400" rtl="0" eaLnBrk="1" fontAlgn="base" latinLnBrk="0" hangingPunct="1">
              <a:lnSpc>
                <a:spcPct val="100000"/>
              </a:lnSpc>
              <a:spcBef>
                <a:spcPts val="575"/>
              </a:spcBef>
              <a:spcAft>
                <a:spcPct val="0"/>
              </a:spcAft>
              <a:buClr>
                <a:srgbClr val="D34817"/>
              </a:buClr>
              <a:buSzPct val="85000"/>
              <a:buFontTx/>
              <a:buNone/>
              <a:defRPr/>
            </a:pPr>
            <a:r>
              <a:rPr kumimoji="0" lang="zh-CN" altLang="en-US" sz="2800" b="1" i="0" u="none" strike="noStrike" kern="1200" cap="none" spc="0" normalizeH="0" baseline="0" noProof="1">
                <a:ln>
                  <a:noFill/>
                </a:ln>
                <a:solidFill>
                  <a:srgbClr val="000000"/>
                </a:solidFill>
                <a:effectLst/>
                <a:uLnTx/>
                <a:uFillTx/>
                <a:latin typeface="Calibri" panose="020F0502020204030204" pitchFamily="34" charset="0"/>
                <a:ea typeface="宋体" panose="02010600030101010101" pitchFamily="2" charset="-122"/>
                <a:cs typeface="+mn-cs"/>
              </a:rPr>
              <a:t>2.确定样本的</a:t>
            </a:r>
            <a:r>
              <a:rPr kumimoji="1" lang="en-US" altLang="zh-CN" sz="2800" b="1" i="0" u="none" strike="noStrike" kern="0" cap="none" spc="0" normalizeH="0" baseline="0" noProof="0" dirty="0">
                <a:ln>
                  <a:noFill/>
                </a:ln>
                <a:solidFill>
                  <a:srgbClr val="0000CC"/>
                </a:solidFill>
                <a:effectLst/>
                <a:uLnTx/>
                <a:uFillTx/>
                <a:latin typeface="宋体" panose="02010600030101010101" pitchFamily="2" charset="-122"/>
                <a:ea typeface="宋体" panose="02010600030101010101" pitchFamily="2" charset="-122"/>
                <a:cs typeface="Times New Roman" panose="02020603050405020304" pitchFamily="18" charset="0"/>
              </a:rPr>
              <a:t>合理初始划分</a:t>
            </a:r>
            <a:r>
              <a:rPr kumimoji="0" lang="zh-CN" altLang="en-US" sz="2800" b="1" i="0" u="none" strike="noStrike" kern="1200" cap="none" spc="0" normalizeH="0" baseline="0" noProof="1">
                <a:ln>
                  <a:noFill/>
                </a:ln>
                <a:solidFill>
                  <a:srgbClr val="000000"/>
                </a:solidFill>
                <a:effectLst/>
                <a:uLnTx/>
                <a:uFillTx/>
                <a:latin typeface="Calibri" panose="020F0502020204030204" pitchFamily="34" charset="0"/>
                <a:ea typeface="宋体" panose="02010600030101010101" pitchFamily="2" charset="-122"/>
                <a:cs typeface="+mn-cs"/>
              </a:rPr>
              <a:t>，包括代表点的选择，初始分类方法的选择等。</a:t>
            </a:r>
            <a:endParaRPr kumimoji="0" lang="zh-CN" altLang="en-US" sz="2800" b="1" i="0" u="none" strike="noStrike" kern="1200" cap="none" spc="0" normalizeH="0" baseline="0" noProof="1">
              <a:ln>
                <a:noFill/>
              </a:ln>
              <a:solidFill>
                <a:srgbClr val="000000"/>
              </a:solidFill>
              <a:effectLst/>
              <a:uLnTx/>
              <a:uFillTx/>
              <a:latin typeface="Calibri" panose="020F0502020204030204" pitchFamily="34" charset="0"/>
              <a:ea typeface="宋体" panose="02010600030101010101" pitchFamily="2" charset="-122"/>
              <a:cs typeface="+mn-cs"/>
            </a:endParaRPr>
          </a:p>
          <a:p>
            <a:pPr marL="273050" marR="0" lvl="0" indent="-273050" algn="just" defTabSz="914400" rtl="0" eaLnBrk="1" fontAlgn="base" latinLnBrk="0" hangingPunct="1">
              <a:lnSpc>
                <a:spcPct val="100000"/>
              </a:lnSpc>
              <a:spcBef>
                <a:spcPts val="575"/>
              </a:spcBef>
              <a:spcAft>
                <a:spcPct val="0"/>
              </a:spcAft>
              <a:buClr>
                <a:srgbClr val="D34817"/>
              </a:buClr>
              <a:buSzPct val="85000"/>
              <a:buFontTx/>
              <a:buNone/>
              <a:defRPr/>
            </a:pPr>
            <a:r>
              <a:rPr kumimoji="0" lang="zh-CN" altLang="en-US" sz="2800" b="1" i="0" u="none" strike="noStrike" kern="1200" cap="none" spc="0" normalizeH="0" baseline="0" noProof="1">
                <a:ln>
                  <a:noFill/>
                </a:ln>
                <a:solidFill>
                  <a:srgbClr val="000000"/>
                </a:solidFill>
                <a:effectLst/>
                <a:uLnTx/>
                <a:uFillTx/>
                <a:latin typeface="Calibri" panose="020F0502020204030204" pitchFamily="34" charset="0"/>
                <a:ea typeface="宋体" panose="02010600030101010101" pitchFamily="2" charset="-122"/>
                <a:cs typeface="+mn-cs"/>
              </a:rPr>
              <a:t>3.确定评价聚类结果质量的</a:t>
            </a:r>
            <a:r>
              <a:rPr kumimoji="1" lang="en-US" altLang="zh-CN" sz="2800" b="1" i="0" u="none" strike="noStrike" kern="0" cap="none" spc="0" normalizeH="0" baseline="0" noProof="0" dirty="0">
                <a:ln>
                  <a:noFill/>
                </a:ln>
                <a:solidFill>
                  <a:srgbClr val="0000CC"/>
                </a:solidFill>
                <a:effectLst/>
                <a:uLnTx/>
                <a:uFillTx/>
                <a:latin typeface="宋体" panose="02010600030101010101" pitchFamily="2" charset="-122"/>
                <a:ea typeface="宋体" panose="02010600030101010101" pitchFamily="2" charset="-122"/>
                <a:cs typeface="Times New Roman" panose="02020603050405020304" pitchFamily="18" charset="0"/>
              </a:rPr>
              <a:t>准则函数</a:t>
            </a:r>
            <a:r>
              <a:rPr kumimoji="0" lang="zh-CN" altLang="en-US" sz="2800" b="1" i="0" u="none" strike="noStrike" kern="1200" cap="none" spc="0" normalizeH="0" baseline="0" noProof="1">
                <a:ln>
                  <a:noFill/>
                </a:ln>
                <a:solidFill>
                  <a:srgbClr val="000000"/>
                </a:solidFill>
                <a:effectLst/>
                <a:uLnTx/>
                <a:uFillTx/>
                <a:latin typeface="Calibri" panose="020F0502020204030204" pitchFamily="34" charset="0"/>
                <a:ea typeface="宋体" panose="02010600030101010101" pitchFamily="2" charset="-122"/>
                <a:cs typeface="+mn-cs"/>
              </a:rPr>
              <a:t>，对初始分类进行调整，使其达到该准则函数的极值。</a:t>
            </a:r>
            <a:endParaRPr kumimoji="0" lang="zh-CN" altLang="en-US" sz="2800" b="1" i="0" u="none" strike="noStrike" kern="1200" cap="none" spc="0" normalizeH="0" baseline="0" noProof="1">
              <a:ln>
                <a:noFill/>
              </a:ln>
              <a:solidFill>
                <a:srgbClr val="000000"/>
              </a:solidFill>
              <a:effectLst/>
              <a:uLnTx/>
              <a:uFillTx/>
              <a:latin typeface="Calibri" panose="020F0502020204030204" pitchFamily="34" charset="0"/>
              <a:ea typeface="宋体" panose="02010600030101010101" pitchFamily="2" charset="-122"/>
              <a:cs typeface="+mn-cs"/>
            </a:endParaRPr>
          </a:p>
        </p:txBody>
      </p:sp>
      <p:sp>
        <p:nvSpPr>
          <p:cNvPr id="55299" name="Text Box 5"/>
          <p:cNvSpPr txBox="1"/>
          <p:nvPr/>
        </p:nvSpPr>
        <p:spPr>
          <a:xfrm>
            <a:off x="3224213" y="0"/>
            <a:ext cx="5919787" cy="706438"/>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华文新魏" panose="02010800040101010101" pitchFamily="2" charset="-122"/>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ea typeface="+mn-ea"/>
                <a:cs typeface="华文新魏" panose="02010800040101010101" pitchFamily="2" charset="-122"/>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ea typeface="+mn-ea"/>
                <a:cs typeface="华文新魏" panose="02010800040101010101" pitchFamily="2" charset="-122"/>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ea typeface="+mn-ea"/>
                <a:cs typeface="华文新魏" panose="02010800040101010101" pitchFamily="2" charset="-122"/>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ea typeface="+mn-ea"/>
                <a:cs typeface="华文新魏" panose="02010800040101010101" pitchFamily="2" charset="-122"/>
              </a:defRPr>
            </a:lvl5pPr>
          </a:lstStyle>
          <a:p>
            <a:pPr marL="0" lvl="0" indent="0" algn="ctr" eaLnBrk="1" hangingPunct="1">
              <a:spcBef>
                <a:spcPct val="0"/>
              </a:spcBef>
              <a:buClrTx/>
              <a:buSzTx/>
              <a:buFontTx/>
              <a:buNone/>
            </a:pPr>
            <a:r>
              <a:rPr lang="en-US" altLang="zh-CN" sz="4000" b="1" dirty="0">
                <a:solidFill>
                  <a:srgbClr val="0000FF"/>
                </a:solidFill>
                <a:latin typeface="Arial" panose="020B0604020202020204" pitchFamily="34" charset="0"/>
                <a:sym typeface="宋体" panose="02010600030101010101" pitchFamily="2" charset="-122"/>
              </a:rPr>
              <a:t>4.2 动态聚类算法</a:t>
            </a:r>
            <a:endParaRPr lang="en-US" altLang="zh-CN" sz="4000" b="1" dirty="0">
              <a:solidFill>
                <a:srgbClr val="0000FF"/>
              </a:solidFill>
              <a:latin typeface="Arial" panose="020B0604020202020204" pitchFamily="34" charset="0"/>
              <a:sym typeface="宋体" panose="02010600030101010101" pitchFamily="2" charset="-122"/>
            </a:endParaRPr>
          </a:p>
        </p:txBody>
      </p:sp>
      <p:sp>
        <p:nvSpPr>
          <p:cNvPr id="50180" name="文本框 2"/>
          <p:cNvSpPr txBox="1">
            <a:spLocks noChangeArrowheads="1"/>
          </p:cNvSpPr>
          <p:nvPr/>
        </p:nvSpPr>
        <p:spPr bwMode="auto">
          <a:xfrm>
            <a:off x="839788" y="1104900"/>
            <a:ext cx="7199313" cy="952500"/>
          </a:xfrm>
          <a:prstGeom prst="rect">
            <a:avLst/>
          </a:prstGeom>
          <a:noFill/>
          <a:ln>
            <a:noFill/>
          </a:ln>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Calibri" panose="020F0502020204030204" pitchFamily="34" charset="0"/>
                <a:ea typeface="宋体" panose="02010600030101010101" pitchFamily="2" charset="-122"/>
                <a:cs typeface="华文新魏" panose="02010800040101010101" pitchFamily="2"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Calibri" panose="020F0502020204030204" pitchFamily="34" charset="0"/>
                <a:ea typeface="宋体" panose="02010600030101010101" pitchFamily="2" charset="-122"/>
                <a:cs typeface="华文新魏" panose="02010800040101010101" pitchFamily="2"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Calibri" panose="020F0502020204030204" pitchFamily="34" charset="0"/>
                <a:ea typeface="宋体" panose="02010600030101010101" pitchFamily="2" charset="-122"/>
                <a:cs typeface="华文新魏" panose="02010800040101010101" pitchFamily="2"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Calibri" panose="020F0502020204030204" pitchFamily="34" charset="0"/>
                <a:ea typeface="宋体" panose="02010600030101010101" pitchFamily="2" charset="-122"/>
                <a:cs typeface="华文新魏" panose="02010800040101010101" pitchFamily="2"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Calibri" panose="020F0502020204030204" pitchFamily="34" charset="0"/>
                <a:ea typeface="宋体" panose="02010600030101010101" pitchFamily="2" charset="-122"/>
                <a:cs typeface="华文新魏" panose="0201080004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alibri" panose="020F0502020204030204" pitchFamily="34" charset="0"/>
                <a:ea typeface="宋体" panose="02010600030101010101" pitchFamily="2" charset="-122"/>
                <a:cs typeface="华文新魏" panose="0201080004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alibri" panose="020F0502020204030204" pitchFamily="34" charset="0"/>
                <a:ea typeface="宋体" panose="02010600030101010101" pitchFamily="2" charset="-122"/>
                <a:cs typeface="华文新魏" panose="0201080004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alibri" panose="020F0502020204030204" pitchFamily="34" charset="0"/>
                <a:ea typeface="宋体" panose="02010600030101010101" pitchFamily="2" charset="-122"/>
                <a:cs typeface="华文新魏" panose="0201080004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Calibri" panose="020F0502020204030204" pitchFamily="34" charset="0"/>
                <a:ea typeface="宋体" panose="02010600030101010101" pitchFamily="2" charset="-122"/>
                <a:cs typeface="华文新魏" panose="0201080004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2800" b="1" i="0" u="none" strike="noStrike" kern="1200" cap="none" spc="0" normalizeH="0" baseline="0" noProof="0" dirty="0">
                <a:ln>
                  <a:noFill/>
                </a:ln>
                <a:solidFill>
                  <a:srgbClr val="000000"/>
                </a:solidFill>
                <a:effectLst/>
                <a:uLnTx/>
                <a:uFillTx/>
                <a:latin typeface="宋体" panose="02010600030101010101" pitchFamily="2" charset="-122"/>
                <a:ea typeface="宋体" panose="02010600030101010101" pitchFamily="2" charset="-122"/>
                <a:cs typeface="华文新魏" panose="02010800040101010101" pitchFamily="2" charset="-122"/>
                <a:sym typeface="宋体" panose="02010600030101010101" pitchFamily="2" charset="-122"/>
              </a:rPr>
              <a:t>    </a:t>
            </a:r>
            <a:r>
              <a:rPr kumimoji="0" lang="zh-CN" altLang="en-US" sz="2800" b="1" i="0" u="none" strike="noStrike" kern="1200" cap="none" spc="0" normalizeH="0" baseline="0" noProof="0" dirty="0">
                <a:ln>
                  <a:noFill/>
                </a:ln>
                <a:solidFill>
                  <a:srgbClr val="000000"/>
                </a:solidFill>
                <a:effectLst/>
                <a:uLnTx/>
                <a:uFillTx/>
                <a:latin typeface="宋体" panose="02010600030101010101" pitchFamily="2" charset="-122"/>
                <a:ea typeface="宋体" panose="02010600030101010101" pitchFamily="2" charset="-122"/>
                <a:cs typeface="华文新魏" panose="02010800040101010101" pitchFamily="2" charset="-122"/>
                <a:sym typeface="宋体" panose="02010600030101010101" pitchFamily="2" charset="-122"/>
              </a:rPr>
              <a:t>基于相似性度量的聚类方法又可以分为</a:t>
            </a:r>
            <a:r>
              <a:rPr kumimoji="0" lang="en-US" altLang="zh-CN" sz="2800" b="1" i="0" u="none" strike="noStrike" kern="1200" cap="none" spc="0" normalizeH="0" baseline="0" noProof="0" dirty="0" err="1">
                <a:ln>
                  <a:noFill/>
                </a:ln>
                <a:solidFill>
                  <a:srgbClr val="0000CC"/>
                </a:solidFill>
                <a:effectLst/>
                <a:uLnTx/>
                <a:uFillTx/>
                <a:latin typeface="微软雅黑" panose="020B0503020204020204" pitchFamily="34" charset="-122"/>
                <a:ea typeface="微软雅黑" panose="020B0503020204020204" pitchFamily="34" charset="-122"/>
                <a:cs typeface="华文新魏" panose="02010800040101010101" pitchFamily="2" charset="-122"/>
                <a:sym typeface="宋体" panose="02010600030101010101" pitchFamily="2" charset="-122"/>
              </a:rPr>
              <a:t>动态</a:t>
            </a:r>
            <a:r>
              <a:rPr kumimoji="0" lang="en-US" altLang="zh-CN" sz="2800" b="1" i="0" u="none" strike="noStrike" kern="1200" cap="none" spc="0" normalizeH="0" baseline="0" noProof="0" dirty="0" err="1">
                <a:ln>
                  <a:noFill/>
                </a:ln>
                <a:solidFill>
                  <a:srgbClr val="0000CC"/>
                </a:solidFill>
                <a:effectLst/>
                <a:uLnTx/>
                <a:uFillTx/>
                <a:latin typeface="+mj-ea"/>
                <a:ea typeface="+mj-ea"/>
                <a:cs typeface="华文新魏" panose="02010800040101010101" pitchFamily="2" charset="-122"/>
                <a:sym typeface="宋体" panose="02010600030101010101" pitchFamily="2" charset="-122"/>
              </a:rPr>
              <a:t>聚类法</a:t>
            </a:r>
            <a:r>
              <a:rPr kumimoji="0" lang="zh-CN" altLang="en-US" sz="2800" b="1" i="0" u="none" strike="noStrike" kern="1200" cap="none" spc="0" normalizeH="0" baseline="0" noProof="0" dirty="0">
                <a:ln>
                  <a:noFill/>
                </a:ln>
                <a:solidFill>
                  <a:srgbClr val="000000"/>
                </a:solidFill>
                <a:effectLst/>
                <a:uLnTx/>
                <a:uFillTx/>
                <a:latin typeface="宋体" panose="02010600030101010101" pitchFamily="2" charset="-122"/>
                <a:ea typeface="宋体" panose="02010600030101010101" pitchFamily="2" charset="-122"/>
                <a:cs typeface="华文新魏" panose="02010800040101010101" pitchFamily="2" charset="-122"/>
                <a:sym typeface="宋体" panose="02010600030101010101" pitchFamily="2" charset="-122"/>
              </a:rPr>
              <a:t>和</a:t>
            </a:r>
            <a:r>
              <a:rPr kumimoji="0" lang="en-US" altLang="zh-CN" sz="2800" b="1" i="0" u="none" strike="noStrike" kern="1200" cap="none" spc="0" normalizeH="0" baseline="0" noProof="0" dirty="0" err="1">
                <a:ln>
                  <a:noFill/>
                </a:ln>
                <a:solidFill>
                  <a:srgbClr val="0000CC"/>
                </a:solidFill>
                <a:effectLst/>
                <a:uLnTx/>
                <a:uFillTx/>
                <a:latin typeface="微软雅黑" panose="020B0503020204020204" pitchFamily="34" charset="-122"/>
                <a:ea typeface="微软雅黑" panose="020B0503020204020204" pitchFamily="34" charset="-122"/>
                <a:cs typeface="华文新魏" panose="02010800040101010101" pitchFamily="2" charset="-122"/>
                <a:sym typeface="宋体" panose="02010600030101010101" pitchFamily="2" charset="-122"/>
              </a:rPr>
              <a:t>层次</a:t>
            </a:r>
            <a:r>
              <a:rPr kumimoji="0" lang="en-US" altLang="zh-CN" sz="2800" b="1" i="0" u="none" strike="noStrike" kern="1200" cap="none" spc="0" normalizeH="0" baseline="0" noProof="0" dirty="0" err="1">
                <a:ln>
                  <a:noFill/>
                </a:ln>
                <a:solidFill>
                  <a:srgbClr val="0000CC"/>
                </a:solidFill>
                <a:effectLst/>
                <a:uLnTx/>
                <a:uFillTx/>
                <a:latin typeface="宋体" panose="02010600030101010101" pitchFamily="2" charset="-122"/>
                <a:ea typeface="宋体" panose="02010600030101010101" pitchFamily="2" charset="-122"/>
                <a:cs typeface="华文新魏" panose="02010800040101010101" pitchFamily="2" charset="-122"/>
                <a:sym typeface="宋体" panose="02010600030101010101" pitchFamily="2" charset="-122"/>
              </a:rPr>
              <a:t>聚类法</a:t>
            </a:r>
            <a:r>
              <a:rPr kumimoji="0" lang="zh-CN" altLang="en-US" sz="2800" b="1" i="0" u="none" strike="noStrike" kern="1200" cap="none" spc="0" normalizeH="0" baseline="0" noProof="0" dirty="0">
                <a:ln>
                  <a:noFill/>
                </a:ln>
                <a:solidFill>
                  <a:srgbClr val="000000"/>
                </a:solidFill>
                <a:effectLst/>
                <a:uLnTx/>
                <a:uFillTx/>
                <a:latin typeface="宋体" panose="02010600030101010101" pitchFamily="2" charset="-122"/>
                <a:ea typeface="宋体" panose="02010600030101010101" pitchFamily="2" charset="-122"/>
                <a:cs typeface="华文新魏" panose="02010800040101010101" pitchFamily="2" charset="-122"/>
                <a:sym typeface="宋体" panose="02010600030101010101" pitchFamily="2" charset="-122"/>
              </a:rPr>
              <a:t>。</a:t>
            </a:r>
            <a:endParaRPr kumimoji="0" lang="zh-CN" altLang="en-US" sz="2800" b="1" i="0" u="none" strike="noStrike" kern="1200" cap="none" spc="0" normalizeH="0" baseline="0" noProof="0" dirty="0">
              <a:ln>
                <a:noFill/>
              </a:ln>
              <a:solidFill>
                <a:srgbClr val="000000"/>
              </a:solidFill>
              <a:effectLst/>
              <a:uLnTx/>
              <a:uFillTx/>
              <a:latin typeface="宋体" panose="02010600030101010101" pitchFamily="2" charset="-122"/>
              <a:ea typeface="宋体" panose="02010600030101010101" pitchFamily="2" charset="-122"/>
              <a:cs typeface="华文新魏" panose="02010800040101010101" pitchFamily="2" charset="-122"/>
              <a:sym typeface="宋体" panose="02010600030101010101" pitchFamily="2" charset="-122"/>
            </a:endParaRPr>
          </a:p>
        </p:txBody>
      </p:sp>
    </p:spTree>
  </p:cSld>
  <p:clrMapOvr>
    <a:masterClrMapping/>
  </p:clrMapOvr>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6322" name="Text Box 5"/>
          <p:cNvSpPr txBox="1"/>
          <p:nvPr/>
        </p:nvSpPr>
        <p:spPr>
          <a:xfrm>
            <a:off x="3224213" y="0"/>
            <a:ext cx="5919787" cy="706438"/>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华文新魏" panose="02010800040101010101" pitchFamily="2" charset="-122"/>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ea typeface="+mn-ea"/>
                <a:cs typeface="华文新魏" panose="02010800040101010101" pitchFamily="2" charset="-122"/>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ea typeface="+mn-ea"/>
                <a:cs typeface="华文新魏" panose="02010800040101010101" pitchFamily="2" charset="-122"/>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ea typeface="+mn-ea"/>
                <a:cs typeface="华文新魏" panose="02010800040101010101" pitchFamily="2" charset="-122"/>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ea typeface="+mn-ea"/>
                <a:cs typeface="华文新魏" panose="02010800040101010101" pitchFamily="2" charset="-122"/>
              </a:defRPr>
            </a:lvl5pPr>
          </a:lstStyle>
          <a:p>
            <a:pPr marL="0" lvl="0" indent="0" algn="ctr" eaLnBrk="1" hangingPunct="1">
              <a:spcBef>
                <a:spcPct val="0"/>
              </a:spcBef>
              <a:buClrTx/>
              <a:buSzTx/>
              <a:buFontTx/>
              <a:buNone/>
            </a:pPr>
            <a:r>
              <a:rPr lang="en-US" altLang="zh-CN" sz="4000" b="1" dirty="0">
                <a:solidFill>
                  <a:srgbClr val="0000FF"/>
                </a:solidFill>
                <a:latin typeface="Arial" panose="020B0604020202020204" pitchFamily="34" charset="0"/>
                <a:sym typeface="宋体" panose="02010600030101010101" pitchFamily="2" charset="-122"/>
              </a:rPr>
              <a:t>4.2 动态聚类算法</a:t>
            </a:r>
            <a:endParaRPr lang="en-US" altLang="zh-CN" sz="4000" b="1" dirty="0">
              <a:solidFill>
                <a:srgbClr val="0000FF"/>
              </a:solidFill>
              <a:latin typeface="Arial" panose="020B0604020202020204" pitchFamily="34" charset="0"/>
              <a:sym typeface="宋体" panose="02010600030101010101" pitchFamily="2" charset="-122"/>
            </a:endParaRPr>
          </a:p>
        </p:txBody>
      </p:sp>
      <p:sp>
        <p:nvSpPr>
          <p:cNvPr id="5" name="Rectangle 2"/>
          <p:cNvSpPr>
            <a:spLocks noGrp="1" noChangeArrowheads="1"/>
          </p:cNvSpPr>
          <p:nvPr>
            <p:ph type="title"/>
          </p:nvPr>
        </p:nvSpPr>
        <p:spPr>
          <a:xfrm>
            <a:off x="1071563" y="1071563"/>
            <a:ext cx="7143750" cy="609600"/>
          </a:xfrm>
        </p:spPr>
        <p:txBody>
          <a:bodyPr vert="horz" wrap="square" lIns="91440" tIns="45720" rIns="91440" bIns="45720" numCol="1" anchor="b" anchorCtr="0" compatLnSpc="1">
            <a:noAutofit/>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3600" b="1" i="0" u="none" strike="noStrike" kern="1200" cap="none" spc="0" normalizeH="0" baseline="0" noProof="0" dirty="0">
                <a:ln>
                  <a:noFill/>
                </a:ln>
                <a:solidFill>
                  <a:srgbClr val="0000CC"/>
                </a:solidFill>
                <a:effectLst>
                  <a:outerShdw blurRad="38100" dist="38100" dir="2700000" algn="tl">
                    <a:srgbClr val="C0C0C0"/>
                  </a:outerShdw>
                </a:effectLst>
                <a:uLnTx/>
                <a:uFillTx/>
                <a:latin typeface="黑体" panose="02010609060101010101" pitchFamily="49" charset="-122"/>
                <a:ea typeface="黑体" panose="02010609060101010101" pitchFamily="49" charset="-122"/>
                <a:cs typeface="华文新魏" panose="02010800040101010101" pitchFamily="2" charset="-122"/>
              </a:rPr>
              <a:t>基于相似性度量的间接方法</a:t>
            </a:r>
            <a:endParaRPr kumimoji="0" lang="en-US" altLang="zh-CN" sz="3600" b="1" i="0" u="none" strike="noStrike" kern="1200" cap="none" spc="0" normalizeH="0" baseline="0" noProof="0" dirty="0">
              <a:ln>
                <a:noFill/>
              </a:ln>
              <a:solidFill>
                <a:srgbClr val="0000CC"/>
              </a:solidFill>
              <a:effectLst>
                <a:outerShdw blurRad="38100" dist="38100" dir="2700000" algn="tl">
                  <a:srgbClr val="C0C0C0"/>
                </a:outerShdw>
              </a:effectLst>
              <a:uLnTx/>
              <a:uFillTx/>
              <a:latin typeface="黑体" panose="02010609060101010101" pitchFamily="49" charset="-122"/>
              <a:ea typeface="黑体" panose="02010609060101010101" pitchFamily="49" charset="-122"/>
              <a:cs typeface="华文新魏" panose="02010800040101010101" pitchFamily="2" charset="-122"/>
            </a:endParaRPr>
          </a:p>
        </p:txBody>
      </p:sp>
      <p:sp>
        <p:nvSpPr>
          <p:cNvPr id="56324" name="Rectangle 5"/>
          <p:cNvSpPr/>
          <p:nvPr/>
        </p:nvSpPr>
        <p:spPr>
          <a:xfrm>
            <a:off x="714375" y="1714500"/>
            <a:ext cx="8107363" cy="3467100"/>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华文新魏" panose="02010800040101010101" pitchFamily="2" charset="-122"/>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ea typeface="+mn-ea"/>
                <a:cs typeface="华文新魏" panose="02010800040101010101" pitchFamily="2" charset="-122"/>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ea typeface="+mn-ea"/>
                <a:cs typeface="华文新魏" panose="02010800040101010101" pitchFamily="2" charset="-122"/>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ea typeface="+mn-ea"/>
                <a:cs typeface="华文新魏" panose="02010800040101010101" pitchFamily="2" charset="-122"/>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ea typeface="+mn-ea"/>
                <a:cs typeface="华文新魏" panose="02010800040101010101" pitchFamily="2" charset="-122"/>
              </a:defRPr>
            </a:lvl5pPr>
          </a:lstStyle>
          <a:p>
            <a:pPr marL="273050" lvl="0" indent="-273050">
              <a:spcBef>
                <a:spcPts val="575"/>
              </a:spcBef>
              <a:buClr>
                <a:srgbClr val="D34817"/>
              </a:buClr>
              <a:buSzPct val="85000"/>
            </a:pPr>
            <a:r>
              <a:rPr lang="zh-CN" altLang="en-US" sz="2600" b="1" dirty="0">
                <a:solidFill>
                  <a:schemeClr val="tx2"/>
                </a:solidFill>
                <a:latin typeface="华文中宋" panose="02010600040101010101" pitchFamily="2" charset="-122"/>
                <a:ea typeface="华文中宋" panose="02010600040101010101" pitchFamily="2" charset="-122"/>
              </a:rPr>
              <a:t>目标：</a:t>
            </a:r>
            <a:endParaRPr lang="zh-CN" altLang="en-US" sz="2600" b="1" dirty="0">
              <a:solidFill>
                <a:schemeClr val="tx2"/>
              </a:solidFill>
              <a:latin typeface="华文中宋" panose="02010600040101010101" pitchFamily="2" charset="-122"/>
              <a:ea typeface="华文中宋" panose="02010600040101010101" pitchFamily="2" charset="-122"/>
            </a:endParaRPr>
          </a:p>
          <a:p>
            <a:pPr marL="548005" lvl="1" indent="-228600">
              <a:spcBef>
                <a:spcPts val="375"/>
              </a:spcBef>
              <a:buClr>
                <a:srgbClr val="9B2D1F"/>
              </a:buClr>
              <a:buSzPct val="70000"/>
              <a:buFontTx/>
              <a:buNone/>
            </a:pPr>
            <a:r>
              <a:rPr lang="zh-CN" altLang="en-US" sz="2400" b="1" dirty="0">
                <a:solidFill>
                  <a:srgbClr val="FF0000"/>
                </a:solidFill>
                <a:ea typeface="华文中宋" panose="02010600040101010101" pitchFamily="2" charset="-122"/>
              </a:rPr>
              <a:t>类内样本相似性高，类间样本相似性低。</a:t>
            </a:r>
            <a:endParaRPr lang="zh-CN" altLang="en-US" sz="2400" b="1" dirty="0">
              <a:solidFill>
                <a:srgbClr val="FF0000"/>
              </a:solidFill>
              <a:ea typeface="华文中宋" panose="02010600040101010101" pitchFamily="2" charset="-122"/>
            </a:endParaRPr>
          </a:p>
          <a:p>
            <a:pPr marL="273050" lvl="0" indent="-273050">
              <a:spcBef>
                <a:spcPts val="575"/>
              </a:spcBef>
              <a:buClr>
                <a:srgbClr val="D34817"/>
              </a:buClr>
              <a:buSzPct val="85000"/>
            </a:pPr>
            <a:r>
              <a:rPr lang="zh-CN" altLang="en-US" sz="2600" b="1" dirty="0">
                <a:solidFill>
                  <a:schemeClr val="tx2"/>
                </a:solidFill>
                <a:latin typeface="华文中宋" panose="02010600040101010101" pitchFamily="2" charset="-122"/>
                <a:ea typeface="华文中宋" panose="02010600040101010101" pitchFamily="2" charset="-122"/>
              </a:rPr>
              <a:t>要点：</a:t>
            </a:r>
            <a:endParaRPr lang="en-US" altLang="zh-CN" sz="2600" b="1" dirty="0">
              <a:solidFill>
                <a:schemeClr val="tx2"/>
              </a:solidFill>
              <a:latin typeface="华文中宋" panose="02010600040101010101" pitchFamily="2" charset="-122"/>
              <a:ea typeface="华文中宋" panose="02010600040101010101" pitchFamily="2" charset="-122"/>
            </a:endParaRPr>
          </a:p>
          <a:p>
            <a:pPr marL="548005" lvl="1" indent="-228600">
              <a:spcBef>
                <a:spcPts val="575"/>
              </a:spcBef>
              <a:buClr>
                <a:srgbClr val="D34817"/>
              </a:buClr>
              <a:buSzPct val="80000"/>
              <a:buFont typeface="Wingdings" panose="05000000000000000000" pitchFamily="2" charset="2"/>
              <a:buChar char="l"/>
            </a:pPr>
            <a:r>
              <a:rPr lang="zh-CN" altLang="en-US" sz="2400" b="1" dirty="0">
                <a:solidFill>
                  <a:srgbClr val="00B050"/>
                </a:solidFill>
                <a:ea typeface="华文中宋" panose="02010600040101010101" pitchFamily="2" charset="-122"/>
              </a:rPr>
              <a:t> 相似性度量：</a:t>
            </a:r>
            <a:r>
              <a:rPr lang="zh-CN" altLang="en-US" sz="2400" b="1" dirty="0">
                <a:solidFill>
                  <a:srgbClr val="000000"/>
                </a:solidFill>
                <a:ea typeface="华文中宋" panose="02010600040101010101" pitchFamily="2" charset="-122"/>
              </a:rPr>
              <a:t>特征空间的某种距离度量。最常用欧式距离：</a:t>
            </a:r>
            <a:endParaRPr lang="en-US" altLang="zh-CN" sz="2400" b="1" dirty="0">
              <a:solidFill>
                <a:srgbClr val="000000"/>
              </a:solidFill>
              <a:ea typeface="华文中宋" panose="02010600040101010101" pitchFamily="2" charset="-122"/>
            </a:endParaRPr>
          </a:p>
          <a:p>
            <a:pPr marL="273050" lvl="0" indent="-273050">
              <a:spcBef>
                <a:spcPts val="575"/>
              </a:spcBef>
              <a:buClr>
                <a:srgbClr val="D34817"/>
              </a:buClr>
              <a:buSzPct val="80000"/>
              <a:buFontTx/>
              <a:buNone/>
            </a:pPr>
            <a:endParaRPr lang="en-US" altLang="zh-CN" sz="2400" b="1" dirty="0">
              <a:solidFill>
                <a:srgbClr val="000000"/>
              </a:solidFill>
              <a:ea typeface="华文中宋" panose="02010600040101010101" pitchFamily="2" charset="-122"/>
            </a:endParaRPr>
          </a:p>
          <a:p>
            <a:pPr marL="548005" lvl="1" indent="-228600">
              <a:spcBef>
                <a:spcPts val="575"/>
              </a:spcBef>
              <a:buClr>
                <a:srgbClr val="D34817"/>
              </a:buClr>
              <a:buSzPct val="80000"/>
              <a:buFont typeface="Wingdings" panose="05000000000000000000" pitchFamily="2" charset="2"/>
              <a:buChar char="l"/>
            </a:pPr>
            <a:r>
              <a:rPr lang="zh-CN" altLang="en-US" sz="2400" b="1" dirty="0">
                <a:solidFill>
                  <a:srgbClr val="00B050"/>
                </a:solidFill>
                <a:ea typeface="华文中宋" panose="02010600040101010101" pitchFamily="2" charset="-122"/>
              </a:rPr>
              <a:t> 准则函数：</a:t>
            </a:r>
            <a:r>
              <a:rPr lang="zh-CN" altLang="en-US" sz="2400" b="1" dirty="0">
                <a:ea typeface="华文中宋" panose="02010600040101010101" pitchFamily="2" charset="-122"/>
              </a:rPr>
              <a:t>聚类质量的判别标准。常用最小误差平方和准则：</a:t>
            </a:r>
            <a:endParaRPr lang="en-US" altLang="zh-CN" sz="2400" b="1" dirty="0">
              <a:ea typeface="华文中宋" panose="02010600040101010101" pitchFamily="2" charset="-122"/>
            </a:endParaRPr>
          </a:p>
        </p:txBody>
      </p:sp>
      <p:graphicFrame>
        <p:nvGraphicFramePr>
          <p:cNvPr id="56325" name="Object 3"/>
          <p:cNvGraphicFramePr>
            <a:graphicFrameLocks noChangeAspect="1"/>
          </p:cNvGraphicFramePr>
          <p:nvPr/>
        </p:nvGraphicFramePr>
        <p:xfrm>
          <a:off x="3000375" y="3571875"/>
          <a:ext cx="4043363" cy="500063"/>
        </p:xfrm>
        <a:graphic>
          <a:graphicData uri="http://schemas.openxmlformats.org/presentationml/2006/ole">
            <mc:AlternateContent xmlns:mc="http://schemas.openxmlformats.org/markup-compatibility/2006">
              <mc:Choice xmlns:v="urn:schemas-microsoft-com:vml" Requires="v">
                <p:oleObj spid="_x0000_s3131" name="" r:id="rId1" imgW="2315210" imgH="193040" progId="Equation.DSMT4">
                  <p:embed/>
                </p:oleObj>
              </mc:Choice>
              <mc:Fallback>
                <p:oleObj name="" r:id="rId1" imgW="2315210" imgH="193040" progId="Equation.DSMT4">
                  <p:embed/>
                  <p:pic>
                    <p:nvPicPr>
                      <p:cNvPr id="0" name="图片 3130"/>
                      <p:cNvPicPr/>
                      <p:nvPr/>
                    </p:nvPicPr>
                    <p:blipFill>
                      <a:blip r:embed="rId2">
                        <a:clrChange>
                          <a:clrFrom>
                            <a:srgbClr val="FFFFFF"/>
                          </a:clrFrom>
                          <a:clrTo>
                            <a:srgbClr val="000000"/>
                          </a:clrTo>
                        </a:clrChange>
                      </a:blip>
                      <a:stretch>
                        <a:fillRect/>
                      </a:stretch>
                    </p:blipFill>
                    <p:spPr>
                      <a:xfrm>
                        <a:off x="3000375" y="3571875"/>
                        <a:ext cx="4043363" cy="500063"/>
                      </a:xfrm>
                      <a:prstGeom prst="rect">
                        <a:avLst/>
                      </a:prstGeom>
                      <a:noFill/>
                      <a:ln w="38100">
                        <a:noFill/>
                        <a:miter/>
                      </a:ln>
                    </p:spPr>
                  </p:pic>
                </p:oleObj>
              </mc:Fallback>
            </mc:AlternateContent>
          </a:graphicData>
        </a:graphic>
      </p:graphicFrame>
      <p:graphicFrame>
        <p:nvGraphicFramePr>
          <p:cNvPr id="56326" name="Object 2"/>
          <p:cNvGraphicFramePr>
            <a:graphicFrameLocks noChangeAspect="1"/>
          </p:cNvGraphicFramePr>
          <p:nvPr/>
        </p:nvGraphicFramePr>
        <p:xfrm>
          <a:off x="3476625" y="4643438"/>
          <a:ext cx="2952750" cy="919162"/>
        </p:xfrm>
        <a:graphic>
          <a:graphicData uri="http://schemas.openxmlformats.org/presentationml/2006/ole">
            <mc:AlternateContent xmlns:mc="http://schemas.openxmlformats.org/markup-compatibility/2006">
              <mc:Choice xmlns:v="urn:schemas-microsoft-com:vml" Requires="v">
                <p:oleObj spid="_x0000_s3128" name="" r:id="rId3" imgW="1451610" imgH="452755" progId="Equation.DSMT4">
                  <p:embed/>
                </p:oleObj>
              </mc:Choice>
              <mc:Fallback>
                <p:oleObj name="" r:id="rId3" imgW="1451610" imgH="452755" progId="Equation.DSMT4">
                  <p:embed/>
                  <p:pic>
                    <p:nvPicPr>
                      <p:cNvPr id="0" name="图片 3127"/>
                      <p:cNvPicPr/>
                      <p:nvPr/>
                    </p:nvPicPr>
                    <p:blipFill>
                      <a:blip r:embed="rId4">
                        <a:clrChange>
                          <a:clrFrom>
                            <a:srgbClr val="FFFFFF"/>
                          </a:clrFrom>
                          <a:clrTo>
                            <a:srgbClr val="000000"/>
                          </a:clrTo>
                        </a:clrChange>
                      </a:blip>
                      <a:stretch>
                        <a:fillRect/>
                      </a:stretch>
                    </p:blipFill>
                    <p:spPr>
                      <a:xfrm>
                        <a:off x="3476625" y="4643438"/>
                        <a:ext cx="2952750" cy="919162"/>
                      </a:xfrm>
                      <a:prstGeom prst="rect">
                        <a:avLst/>
                      </a:prstGeom>
                      <a:noFill/>
                      <a:ln w="38100">
                        <a:noFill/>
                        <a:miter/>
                      </a:ln>
                    </p:spPr>
                  </p:pic>
                </p:oleObj>
              </mc:Fallback>
            </mc:AlternateContent>
          </a:graphicData>
        </a:graphic>
      </p:graphicFrame>
    </p:spTree>
  </p:cSld>
  <p:clrMapOvr>
    <a:masterClrMapping/>
  </p:clrMapOvr>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7346" name="Text Box 5"/>
          <p:cNvSpPr txBox="1"/>
          <p:nvPr/>
        </p:nvSpPr>
        <p:spPr>
          <a:xfrm>
            <a:off x="3224213" y="0"/>
            <a:ext cx="5919787" cy="706438"/>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华文新魏" panose="02010800040101010101" pitchFamily="2" charset="-122"/>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ea typeface="+mn-ea"/>
                <a:cs typeface="华文新魏" panose="02010800040101010101" pitchFamily="2" charset="-122"/>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ea typeface="+mn-ea"/>
                <a:cs typeface="华文新魏" panose="02010800040101010101" pitchFamily="2" charset="-122"/>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ea typeface="+mn-ea"/>
                <a:cs typeface="华文新魏" panose="02010800040101010101" pitchFamily="2" charset="-122"/>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ea typeface="+mn-ea"/>
                <a:cs typeface="华文新魏" panose="02010800040101010101" pitchFamily="2" charset="-122"/>
              </a:defRPr>
            </a:lvl5pPr>
          </a:lstStyle>
          <a:p>
            <a:pPr marL="0" lvl="0" indent="0" algn="ctr" eaLnBrk="1" hangingPunct="1">
              <a:spcBef>
                <a:spcPct val="0"/>
              </a:spcBef>
              <a:buClrTx/>
              <a:buSzTx/>
              <a:buFontTx/>
              <a:buNone/>
            </a:pPr>
            <a:r>
              <a:rPr lang="en-US" altLang="zh-CN" sz="4000" b="1" dirty="0">
                <a:solidFill>
                  <a:srgbClr val="0000FF"/>
                </a:solidFill>
                <a:latin typeface="Arial" panose="020B0604020202020204" pitchFamily="34" charset="0"/>
                <a:sym typeface="宋体" panose="02010600030101010101" pitchFamily="2" charset="-122"/>
              </a:rPr>
              <a:t>4.2 动态聚类算法</a:t>
            </a:r>
            <a:endParaRPr lang="en-US" altLang="zh-CN" sz="4000" b="1" dirty="0">
              <a:solidFill>
                <a:srgbClr val="0000FF"/>
              </a:solidFill>
              <a:latin typeface="Arial" panose="020B0604020202020204" pitchFamily="34" charset="0"/>
              <a:sym typeface="宋体" panose="02010600030101010101" pitchFamily="2" charset="-122"/>
            </a:endParaRPr>
          </a:p>
        </p:txBody>
      </p:sp>
      <p:sp>
        <p:nvSpPr>
          <p:cNvPr id="57347" name="Rectangle 5"/>
          <p:cNvSpPr/>
          <p:nvPr/>
        </p:nvSpPr>
        <p:spPr>
          <a:xfrm>
            <a:off x="468313" y="1125538"/>
            <a:ext cx="7994650" cy="4478337"/>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华文新魏" panose="02010800040101010101" pitchFamily="2" charset="-122"/>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ea typeface="+mn-ea"/>
                <a:cs typeface="华文新魏" panose="02010800040101010101" pitchFamily="2" charset="-122"/>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ea typeface="+mn-ea"/>
                <a:cs typeface="华文新魏" panose="02010800040101010101" pitchFamily="2" charset="-122"/>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ea typeface="+mn-ea"/>
                <a:cs typeface="华文新魏" panose="02010800040101010101" pitchFamily="2" charset="-122"/>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ea typeface="+mn-ea"/>
                <a:cs typeface="华文新魏" panose="02010800040101010101" pitchFamily="2" charset="-122"/>
              </a:defRPr>
            </a:lvl5pPr>
          </a:lstStyle>
          <a:p>
            <a:pPr marL="273050" lvl="0" indent="-273050" eaLnBrk="1" hangingPunct="1">
              <a:spcBef>
                <a:spcPts val="575"/>
              </a:spcBef>
              <a:buClr>
                <a:srgbClr val="D34817"/>
              </a:buClr>
              <a:buSzPct val="85000"/>
            </a:pPr>
            <a:r>
              <a:rPr lang="zh-CN" altLang="en-US" b="1" dirty="0">
                <a:solidFill>
                  <a:srgbClr val="0070C0"/>
                </a:solidFill>
                <a:latin typeface="宋体" panose="02010600030101010101" pitchFamily="2" charset="-122"/>
              </a:rPr>
              <a:t>动态聚类方法：</a:t>
            </a:r>
            <a:endParaRPr lang="en-US" altLang="zh-CN" b="1" dirty="0">
              <a:solidFill>
                <a:srgbClr val="0070C0"/>
              </a:solidFill>
              <a:latin typeface="宋体" panose="02010600030101010101" pitchFamily="2" charset="-122"/>
            </a:endParaRPr>
          </a:p>
          <a:p>
            <a:pPr marL="273050" lvl="0" indent="-273050" eaLnBrk="1" hangingPunct="1">
              <a:spcBef>
                <a:spcPts val="575"/>
              </a:spcBef>
              <a:buClr>
                <a:srgbClr val="D34817"/>
              </a:buClr>
              <a:buSzPct val="85000"/>
              <a:buFontTx/>
              <a:buNone/>
            </a:pPr>
            <a:r>
              <a:rPr lang="zh-CN" altLang="en-US" sz="2800" b="1" dirty="0">
                <a:solidFill>
                  <a:srgbClr val="000000"/>
                </a:solidFill>
              </a:rPr>
              <a:t>          对数据聚类的优化过程是</a:t>
            </a:r>
            <a:r>
              <a:rPr lang="zh-CN" altLang="en-US" sz="2800" b="1" dirty="0">
                <a:solidFill>
                  <a:srgbClr val="FF0000"/>
                </a:solidFill>
              </a:rPr>
              <a:t>从</a:t>
            </a:r>
            <a:r>
              <a:rPr lang="zh-CN" altLang="en-US" sz="2800" b="1" dirty="0">
                <a:solidFill>
                  <a:srgbClr val="FF0000"/>
                </a:solidFill>
                <a:latin typeface="Arial" panose="020B0604020202020204" pitchFamily="34" charset="0"/>
              </a:rPr>
              <a:t>”</a:t>
            </a:r>
            <a:r>
              <a:rPr lang="zh-CN" altLang="en-US" sz="2800" b="1" dirty="0">
                <a:solidFill>
                  <a:srgbClr val="FF0000"/>
                </a:solidFill>
              </a:rPr>
              <a:t>不合理的</a:t>
            </a:r>
            <a:r>
              <a:rPr lang="zh-CN" altLang="en-US" sz="2800" b="1" dirty="0">
                <a:solidFill>
                  <a:srgbClr val="FF0000"/>
                </a:solidFill>
                <a:latin typeface="Arial" panose="020B0604020202020204" pitchFamily="34" charset="0"/>
              </a:rPr>
              <a:t>”</a:t>
            </a:r>
            <a:r>
              <a:rPr lang="zh-CN" altLang="en-US" sz="2800" b="1" dirty="0">
                <a:solidFill>
                  <a:srgbClr val="FF0000"/>
                </a:solidFill>
              </a:rPr>
              <a:t>划分到</a:t>
            </a:r>
            <a:r>
              <a:rPr lang="zh-CN" altLang="en-US" sz="2800" b="1" dirty="0">
                <a:solidFill>
                  <a:srgbClr val="FF0000"/>
                </a:solidFill>
                <a:latin typeface="Arial" panose="020B0604020202020204" pitchFamily="34" charset="0"/>
              </a:rPr>
              <a:t>“</a:t>
            </a:r>
            <a:r>
              <a:rPr lang="zh-CN" altLang="en-US" sz="2800" b="1" dirty="0">
                <a:solidFill>
                  <a:srgbClr val="FF0000"/>
                </a:solidFill>
              </a:rPr>
              <a:t>最佳</a:t>
            </a:r>
            <a:r>
              <a:rPr lang="zh-CN" altLang="en-US" sz="2800" b="1" dirty="0">
                <a:solidFill>
                  <a:srgbClr val="FF0000"/>
                </a:solidFill>
                <a:latin typeface="Arial" panose="020B0604020202020204" pitchFamily="34" charset="0"/>
              </a:rPr>
              <a:t>”</a:t>
            </a:r>
            <a:r>
              <a:rPr lang="zh-CN" altLang="en-US" sz="2800" b="1" dirty="0">
                <a:solidFill>
                  <a:srgbClr val="FF0000"/>
                </a:solidFill>
              </a:rPr>
              <a:t>划分</a:t>
            </a:r>
            <a:r>
              <a:rPr lang="zh-CN" altLang="en-US" sz="2800" b="1" dirty="0">
                <a:solidFill>
                  <a:srgbClr val="000000"/>
                </a:solidFill>
              </a:rPr>
              <a:t>，是一个</a:t>
            </a:r>
            <a:r>
              <a:rPr lang="zh-CN" altLang="en-US" sz="2800" b="1" u="sng" dirty="0">
                <a:solidFill>
                  <a:srgbClr val="00B050"/>
                </a:solidFill>
              </a:rPr>
              <a:t>动态的迭代过程。</a:t>
            </a:r>
            <a:endParaRPr lang="zh-CN" altLang="en-US" sz="2800" b="1" dirty="0">
              <a:solidFill>
                <a:srgbClr val="000000"/>
              </a:solidFill>
            </a:endParaRPr>
          </a:p>
          <a:p>
            <a:pPr marL="273050" lvl="0" indent="-273050" eaLnBrk="1" hangingPunct="1">
              <a:spcBef>
                <a:spcPts val="575"/>
              </a:spcBef>
              <a:buClr>
                <a:srgbClr val="D34817"/>
              </a:buClr>
              <a:buSzPct val="85000"/>
            </a:pPr>
            <a:r>
              <a:rPr lang="zh-CN" altLang="en-US" b="1" dirty="0">
                <a:solidFill>
                  <a:srgbClr val="0070C0"/>
                </a:solidFill>
                <a:latin typeface="华文中宋" panose="02010600040101010101" pitchFamily="2" charset="-122"/>
                <a:ea typeface="华文中宋" panose="02010600040101010101" pitchFamily="2" charset="-122"/>
              </a:rPr>
              <a:t> 要点：</a:t>
            </a:r>
            <a:endParaRPr lang="en-US" altLang="zh-CN" b="1" dirty="0">
              <a:solidFill>
                <a:srgbClr val="0070C0"/>
              </a:solidFill>
              <a:latin typeface="华文中宋" panose="02010600040101010101" pitchFamily="2" charset="-122"/>
              <a:ea typeface="华文中宋" panose="02010600040101010101" pitchFamily="2" charset="-122"/>
            </a:endParaRPr>
          </a:p>
          <a:p>
            <a:pPr marL="742950" lvl="1" indent="-285750" eaLnBrk="1" hangingPunct="1">
              <a:spcBef>
                <a:spcPts val="575"/>
              </a:spcBef>
              <a:buClr>
                <a:srgbClr val="D34817"/>
              </a:buClr>
              <a:buSzPct val="80000"/>
              <a:buFont typeface="Wingdings" panose="05000000000000000000" pitchFamily="2" charset="2"/>
              <a:buChar char="l"/>
            </a:pPr>
            <a:r>
              <a:rPr lang="zh-CN" altLang="en-US" b="1" dirty="0">
                <a:solidFill>
                  <a:srgbClr val="000000"/>
                </a:solidFill>
                <a:ea typeface="华文中宋" panose="02010600040101010101" pitchFamily="2" charset="-122"/>
              </a:rPr>
              <a:t>选定某种距离度量作为样本间的相似性度量。</a:t>
            </a:r>
            <a:endParaRPr lang="en-US" altLang="zh-CN" b="1" dirty="0">
              <a:solidFill>
                <a:srgbClr val="000000"/>
              </a:solidFill>
              <a:ea typeface="华文中宋" panose="02010600040101010101" pitchFamily="2" charset="-122"/>
            </a:endParaRPr>
          </a:p>
          <a:p>
            <a:pPr marL="742950" lvl="1" indent="-285750" eaLnBrk="1" hangingPunct="1">
              <a:spcBef>
                <a:spcPts val="575"/>
              </a:spcBef>
              <a:buClr>
                <a:srgbClr val="D34817"/>
              </a:buClr>
              <a:buSzPct val="80000"/>
              <a:buFont typeface="Wingdings" panose="05000000000000000000" pitchFamily="2" charset="2"/>
              <a:buChar char="l"/>
            </a:pPr>
            <a:r>
              <a:rPr lang="zh-CN" altLang="en-US" b="1" dirty="0">
                <a:solidFill>
                  <a:srgbClr val="000000"/>
                </a:solidFill>
                <a:ea typeface="华文中宋" panose="02010600040101010101" pitchFamily="2" charset="-122"/>
              </a:rPr>
              <a:t>确定样本合理的初始分类，包括聚类中心的选择等。</a:t>
            </a:r>
            <a:endParaRPr lang="en-US" altLang="zh-CN" b="1" dirty="0">
              <a:solidFill>
                <a:srgbClr val="000000"/>
              </a:solidFill>
              <a:ea typeface="华文中宋" panose="02010600040101010101" pitchFamily="2" charset="-122"/>
            </a:endParaRPr>
          </a:p>
          <a:p>
            <a:pPr marL="742950" lvl="1" indent="-285750" eaLnBrk="1" hangingPunct="1">
              <a:spcBef>
                <a:spcPts val="575"/>
              </a:spcBef>
              <a:buClr>
                <a:srgbClr val="D34817"/>
              </a:buClr>
              <a:buSzPct val="80000"/>
              <a:buFont typeface="Wingdings" panose="05000000000000000000" pitchFamily="2" charset="2"/>
              <a:buChar char="l"/>
            </a:pPr>
            <a:r>
              <a:rPr lang="zh-CN" altLang="en-US" b="1" dirty="0">
                <a:solidFill>
                  <a:srgbClr val="000000"/>
                </a:solidFill>
                <a:ea typeface="华文中宋" panose="02010600040101010101" pitchFamily="2" charset="-122"/>
              </a:rPr>
              <a:t>确定某种评价聚类结果质量的准则函数，用以调整初始分类直至达到该准则函数的极值。</a:t>
            </a:r>
            <a:endParaRPr lang="zh-CN" altLang="en-US" b="1" dirty="0">
              <a:solidFill>
                <a:srgbClr val="000000"/>
              </a:solidFill>
              <a:ea typeface="华文中宋" panose="02010600040101010101" pitchFamily="2" charset="-122"/>
            </a:endParaRPr>
          </a:p>
        </p:txBody>
      </p:sp>
    </p:spTree>
  </p:cSld>
  <p:clrMapOvr>
    <a:masterClrMapping/>
  </p:clrMapOvr>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8370" name="Rectangle 5"/>
          <p:cNvSpPr/>
          <p:nvPr/>
        </p:nvSpPr>
        <p:spPr>
          <a:xfrm>
            <a:off x="728663" y="1235075"/>
            <a:ext cx="7970837" cy="5167313"/>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华文新魏" panose="02010800040101010101" pitchFamily="2" charset="-122"/>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ea typeface="+mn-ea"/>
                <a:cs typeface="华文新魏" panose="02010800040101010101" pitchFamily="2" charset="-122"/>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ea typeface="+mn-ea"/>
                <a:cs typeface="华文新魏" panose="02010800040101010101" pitchFamily="2" charset="-122"/>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ea typeface="+mn-ea"/>
                <a:cs typeface="华文新魏" panose="02010800040101010101" pitchFamily="2" charset="-122"/>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ea typeface="+mn-ea"/>
                <a:cs typeface="华文新魏" panose="02010800040101010101" pitchFamily="2" charset="-122"/>
              </a:defRPr>
            </a:lvl5pPr>
          </a:lstStyle>
          <a:p>
            <a:pPr marL="0" lvl="0" indent="0" algn="ctr" eaLnBrk="1" hangingPunct="1">
              <a:lnSpc>
                <a:spcPct val="120000"/>
              </a:lnSpc>
              <a:spcBef>
                <a:spcPts val="575"/>
              </a:spcBef>
              <a:buClr>
                <a:srgbClr val="D34817"/>
              </a:buClr>
              <a:buSzPct val="85000"/>
              <a:buNone/>
            </a:pPr>
            <a:r>
              <a:rPr lang="en-US" altLang="zh-CN" sz="3600" b="1" dirty="0">
                <a:solidFill>
                  <a:srgbClr val="0000CC"/>
                </a:solidFill>
                <a:latin typeface="黑体" panose="02010609060101010101" pitchFamily="49" charset="-122"/>
                <a:ea typeface="黑体" panose="02010609060101010101" pitchFamily="49" charset="-122"/>
                <a:sym typeface="Fences" charset="0"/>
              </a:rPr>
              <a:t>4.2.1 K-均值算法</a:t>
            </a:r>
            <a:endParaRPr lang="en-US" altLang="zh-CN" sz="3600" b="1" dirty="0">
              <a:solidFill>
                <a:srgbClr val="0000CC"/>
              </a:solidFill>
              <a:latin typeface="黑体" panose="02010609060101010101" pitchFamily="49" charset="-122"/>
              <a:ea typeface="黑体" panose="02010609060101010101" pitchFamily="49" charset="-122"/>
              <a:sym typeface="Fences" charset="0"/>
            </a:endParaRPr>
          </a:p>
          <a:p>
            <a:pPr marL="0" lvl="0" indent="0" algn="just" eaLnBrk="1" hangingPunct="1">
              <a:lnSpc>
                <a:spcPct val="120000"/>
              </a:lnSpc>
              <a:spcBef>
                <a:spcPts val="575"/>
              </a:spcBef>
              <a:buClr>
                <a:srgbClr val="D34817"/>
              </a:buClr>
              <a:buSzPct val="85000"/>
              <a:buFont typeface="Wingdings" panose="05000000000000000000" pitchFamily="2" charset="2"/>
              <a:buChar char="l"/>
            </a:pPr>
            <a:r>
              <a:rPr lang="en-US" altLang="zh-CN" sz="2800" b="1" dirty="0">
                <a:solidFill>
                  <a:srgbClr val="0000CC"/>
                </a:solidFill>
                <a:latin typeface="Times New Roman" panose="02020603050405020304" pitchFamily="18" charset="0"/>
                <a:ea typeface="黑体" panose="02010609060101010101" pitchFamily="49" charset="-122"/>
              </a:rPr>
              <a:t>K-</a:t>
            </a:r>
            <a:r>
              <a:rPr lang="en-US" altLang="zh-CN" sz="2800" b="1" dirty="0">
                <a:solidFill>
                  <a:srgbClr val="0000CC"/>
                </a:solidFill>
                <a:latin typeface="宋体" panose="02010600030101010101" pitchFamily="2" charset="-122"/>
                <a:ea typeface="黑体" panose="02010609060101010101" pitchFamily="49" charset="-122"/>
              </a:rPr>
              <a:t>均值(</a:t>
            </a:r>
            <a:r>
              <a:rPr lang="en-US" altLang="zh-CN" sz="2800" b="1" dirty="0">
                <a:solidFill>
                  <a:srgbClr val="0000CC"/>
                </a:solidFill>
                <a:latin typeface="Times New Roman" panose="02020603050405020304" pitchFamily="18" charset="0"/>
                <a:ea typeface="黑体" panose="02010609060101010101" pitchFamily="49" charset="-122"/>
              </a:rPr>
              <a:t>K-means</a:t>
            </a:r>
            <a:r>
              <a:rPr lang="en-US" altLang="zh-CN" sz="2800" b="1" dirty="0">
                <a:solidFill>
                  <a:srgbClr val="0000CC"/>
                </a:solidFill>
                <a:latin typeface="宋体" panose="02010600030101010101" pitchFamily="2" charset="-122"/>
                <a:ea typeface="黑体" panose="02010609060101010101" pitchFamily="49" charset="-122"/>
              </a:rPr>
              <a:t>)聚类算法</a:t>
            </a:r>
            <a:r>
              <a:rPr lang="en-US" altLang="en-US" sz="2800" b="1" dirty="0">
                <a:solidFill>
                  <a:srgbClr val="000000"/>
                </a:solidFill>
                <a:ea typeface="黑体" panose="02010609060101010101" pitchFamily="49" charset="-122"/>
              </a:rPr>
              <a:t>是应用最广泛的基于划分的聚类算法之一，适用于处理大样本数据。</a:t>
            </a:r>
            <a:endParaRPr lang="en-US" altLang="en-US" sz="2800" b="1" dirty="0">
              <a:solidFill>
                <a:srgbClr val="000000"/>
              </a:solidFill>
              <a:ea typeface="黑体" panose="02010609060101010101" pitchFamily="49" charset="-122"/>
            </a:endParaRPr>
          </a:p>
          <a:p>
            <a:pPr marL="0" lvl="0" indent="0" algn="just" eaLnBrk="1" hangingPunct="1">
              <a:lnSpc>
                <a:spcPct val="120000"/>
              </a:lnSpc>
              <a:spcBef>
                <a:spcPts val="575"/>
              </a:spcBef>
              <a:buClr>
                <a:srgbClr val="D34817"/>
              </a:buClr>
              <a:buSzPct val="85000"/>
              <a:buFont typeface="Wingdings" panose="05000000000000000000" pitchFamily="2" charset="2"/>
              <a:buChar char="l"/>
            </a:pPr>
            <a:r>
              <a:rPr lang="en-US" altLang="en-US" sz="2800" b="1" dirty="0">
                <a:solidFill>
                  <a:srgbClr val="000000"/>
                </a:solidFill>
                <a:ea typeface="黑体" panose="02010609060101010101" pitchFamily="49" charset="-122"/>
              </a:rPr>
              <a:t>它是一种典型的基于</a:t>
            </a:r>
            <a:r>
              <a:rPr lang="en-US" altLang="zh-CN" sz="2800" b="1" dirty="0">
                <a:solidFill>
                  <a:srgbClr val="0000CC"/>
                </a:solidFill>
                <a:latin typeface="宋体" panose="02010600030101010101" pitchFamily="2" charset="-122"/>
                <a:ea typeface="黑体" panose="02010609060101010101" pitchFamily="49" charset="-122"/>
              </a:rPr>
              <a:t>相似性度量</a:t>
            </a:r>
            <a:r>
              <a:rPr lang="en-US" altLang="en-US" sz="2800" b="1" dirty="0">
                <a:solidFill>
                  <a:srgbClr val="000000"/>
                </a:solidFill>
                <a:ea typeface="黑体" panose="02010609060101010101" pitchFamily="49" charset="-122"/>
              </a:rPr>
              <a:t>的方法。</a:t>
            </a:r>
            <a:endParaRPr lang="en-US" altLang="en-US" sz="2800" b="1" dirty="0">
              <a:solidFill>
                <a:srgbClr val="000000"/>
              </a:solidFill>
              <a:ea typeface="黑体" panose="02010609060101010101" pitchFamily="49" charset="-122"/>
            </a:endParaRPr>
          </a:p>
          <a:p>
            <a:pPr marL="0" lvl="0" indent="0" algn="just" eaLnBrk="1" hangingPunct="1">
              <a:lnSpc>
                <a:spcPct val="120000"/>
              </a:lnSpc>
              <a:spcBef>
                <a:spcPts val="575"/>
              </a:spcBef>
              <a:buClr>
                <a:srgbClr val="D34817"/>
              </a:buClr>
              <a:buSzPct val="85000"/>
              <a:buFont typeface="Wingdings" panose="05000000000000000000" pitchFamily="2" charset="2"/>
              <a:buChar char="l"/>
            </a:pPr>
            <a:r>
              <a:rPr lang="en-US" altLang="en-US" sz="2800" b="1" dirty="0">
                <a:solidFill>
                  <a:srgbClr val="000000"/>
                </a:solidFill>
                <a:ea typeface="黑体" panose="02010609060101010101" pitchFamily="49" charset="-122"/>
              </a:rPr>
              <a:t>目标是根据输入参数</a:t>
            </a:r>
            <a:r>
              <a:rPr lang="en-US" altLang="en-US" sz="2800" b="1" dirty="0">
                <a:solidFill>
                  <a:srgbClr val="000000"/>
                </a:solidFill>
                <a:latin typeface="Times New Roman" panose="02020603050405020304" pitchFamily="18" charset="0"/>
                <a:ea typeface="黑体" panose="02010609060101010101" pitchFamily="49" charset="-122"/>
              </a:rPr>
              <a:t>K</a:t>
            </a:r>
            <a:r>
              <a:rPr lang="en-US" altLang="en-US" sz="2800" b="1" dirty="0">
                <a:solidFill>
                  <a:srgbClr val="000000"/>
                </a:solidFill>
                <a:ea typeface="黑体" panose="02010609060101010101" pitchFamily="49" charset="-122"/>
              </a:rPr>
              <a:t>将数据集划分为</a:t>
            </a:r>
            <a:r>
              <a:rPr lang="en-US" altLang="en-US" sz="2800" b="1" dirty="0">
                <a:solidFill>
                  <a:srgbClr val="000000"/>
                </a:solidFill>
                <a:latin typeface="Times New Roman" panose="02020603050405020304" pitchFamily="18" charset="0"/>
                <a:ea typeface="黑体" panose="02010609060101010101" pitchFamily="49" charset="-122"/>
              </a:rPr>
              <a:t>K</a:t>
            </a:r>
            <a:r>
              <a:rPr lang="en-US" altLang="en-US" sz="2800" b="1" dirty="0">
                <a:solidFill>
                  <a:srgbClr val="000000"/>
                </a:solidFill>
                <a:ea typeface="黑体" panose="02010609060101010101" pitchFamily="49" charset="-122"/>
              </a:rPr>
              <a:t>个簇。根据初始值、相似度、聚类均值计算策略的不同，有很多种</a:t>
            </a:r>
            <a:r>
              <a:rPr lang="en-US" altLang="en-US" sz="2800" b="1" dirty="0">
                <a:solidFill>
                  <a:srgbClr val="000000"/>
                </a:solidFill>
                <a:latin typeface="Times New Roman" panose="02020603050405020304" pitchFamily="18" charset="0"/>
                <a:ea typeface="黑体" panose="02010609060101010101" pitchFamily="49" charset="-122"/>
              </a:rPr>
              <a:t>K</a:t>
            </a:r>
            <a:r>
              <a:rPr lang="en-US" altLang="en-US" sz="2800" b="1" dirty="0">
                <a:solidFill>
                  <a:srgbClr val="000000"/>
                </a:solidFill>
                <a:ea typeface="黑体" panose="02010609060101010101" pitchFamily="49" charset="-122"/>
              </a:rPr>
              <a:t>-均值的变种。在数据分布接近球体的情况下，</a:t>
            </a:r>
            <a:r>
              <a:rPr lang="en-US" altLang="en-US" sz="2800" b="1" dirty="0">
                <a:solidFill>
                  <a:srgbClr val="000000"/>
                </a:solidFill>
                <a:latin typeface="Times New Roman" panose="02020603050405020304" pitchFamily="18" charset="0"/>
                <a:ea typeface="黑体" panose="02010609060101010101" pitchFamily="49" charset="-122"/>
              </a:rPr>
              <a:t>K</a:t>
            </a:r>
            <a:r>
              <a:rPr lang="en-US" altLang="en-US" sz="2800" b="1" dirty="0">
                <a:solidFill>
                  <a:srgbClr val="000000"/>
                </a:solidFill>
                <a:ea typeface="黑体" panose="02010609060101010101" pitchFamily="49" charset="-122"/>
              </a:rPr>
              <a:t>-均值具有较好的聚类效果。         </a:t>
            </a:r>
            <a:endParaRPr lang="en-US" altLang="en-US" sz="2800" b="1" dirty="0">
              <a:solidFill>
                <a:srgbClr val="000000"/>
              </a:solidFill>
              <a:ea typeface="黑体" panose="02010609060101010101" pitchFamily="49" charset="-122"/>
              <a:sym typeface="Fences" charset="0"/>
            </a:endParaRPr>
          </a:p>
          <a:p>
            <a:pPr marL="0" lvl="0" indent="0" algn="just" eaLnBrk="1" hangingPunct="1">
              <a:lnSpc>
                <a:spcPct val="120000"/>
              </a:lnSpc>
              <a:spcBef>
                <a:spcPts val="575"/>
              </a:spcBef>
              <a:buClr>
                <a:srgbClr val="D34817"/>
              </a:buClr>
              <a:buSzPct val="85000"/>
              <a:buNone/>
            </a:pPr>
            <a:r>
              <a:rPr lang="en-US" altLang="en-US" sz="2800" b="1" dirty="0">
                <a:solidFill>
                  <a:srgbClr val="000000"/>
                </a:solidFill>
                <a:ea typeface="黑体" panose="02010609060101010101" pitchFamily="49" charset="-122"/>
                <a:sym typeface="Fences" charset="0"/>
              </a:rPr>
              <a:t>         </a:t>
            </a:r>
            <a:endParaRPr lang="en-US" altLang="en-US" sz="2800" b="1" dirty="0">
              <a:solidFill>
                <a:srgbClr val="000000"/>
              </a:solidFill>
              <a:ea typeface="黑体" panose="02010609060101010101" pitchFamily="49" charset="-122"/>
            </a:endParaRPr>
          </a:p>
        </p:txBody>
      </p:sp>
      <p:sp>
        <p:nvSpPr>
          <p:cNvPr id="58371" name="Rectangle 5"/>
          <p:cNvSpPr/>
          <p:nvPr/>
        </p:nvSpPr>
        <p:spPr>
          <a:xfrm>
            <a:off x="0" y="0"/>
            <a:ext cx="9144000" cy="0"/>
          </a:xfrm>
          <a:prstGeom prst="rect">
            <a:avLst/>
          </a:prstGeom>
          <a:noFill/>
          <a:ln w="9525">
            <a:noFill/>
          </a:ln>
        </p:spPr>
        <p:txBody>
          <a:bodyPr wrap="none" anchor="ctr" anchorCtr="0">
            <a:spAutoFit/>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华文新魏" panose="02010800040101010101" pitchFamily="2" charset="-122"/>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ea typeface="+mn-ea"/>
                <a:cs typeface="华文新魏" panose="02010800040101010101" pitchFamily="2" charset="-122"/>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ea typeface="+mn-ea"/>
                <a:cs typeface="华文新魏" panose="02010800040101010101" pitchFamily="2" charset="-122"/>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ea typeface="+mn-ea"/>
                <a:cs typeface="华文新魏" panose="02010800040101010101" pitchFamily="2" charset="-122"/>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ea typeface="+mn-ea"/>
                <a:cs typeface="华文新魏" panose="02010800040101010101" pitchFamily="2" charset="-122"/>
              </a:defRPr>
            </a:lvl5pPr>
          </a:lstStyle>
          <a:p>
            <a:pPr marL="0" lvl="0" indent="0" eaLnBrk="1" hangingPunct="1">
              <a:spcBef>
                <a:spcPct val="0"/>
              </a:spcBef>
              <a:buClrTx/>
              <a:buSzTx/>
              <a:buFontTx/>
              <a:buNone/>
            </a:pPr>
            <a:endParaRPr lang="zh-CN" altLang="en-US" sz="1800" dirty="0">
              <a:latin typeface="Arial" panose="020B0604020202020204" pitchFamily="34" charset="0"/>
            </a:endParaRPr>
          </a:p>
        </p:txBody>
      </p:sp>
    </p:spTree>
  </p:cSld>
  <p:clrMapOvr>
    <a:masterClrMapping/>
  </p:clrMapOvr>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9394" name="Rectangle 5"/>
          <p:cNvSpPr/>
          <p:nvPr/>
        </p:nvSpPr>
        <p:spPr>
          <a:xfrm>
            <a:off x="0" y="0"/>
            <a:ext cx="9144000" cy="0"/>
          </a:xfrm>
          <a:prstGeom prst="rect">
            <a:avLst/>
          </a:prstGeom>
          <a:noFill/>
          <a:ln w="9525">
            <a:noFill/>
          </a:ln>
        </p:spPr>
        <p:txBody>
          <a:bodyPr wrap="none" anchor="ctr" anchorCtr="0">
            <a:spAutoFit/>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华文新魏" panose="02010800040101010101" pitchFamily="2" charset="-122"/>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ea typeface="+mn-ea"/>
                <a:cs typeface="华文新魏" panose="02010800040101010101" pitchFamily="2" charset="-122"/>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ea typeface="+mn-ea"/>
                <a:cs typeface="华文新魏" panose="02010800040101010101" pitchFamily="2" charset="-122"/>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ea typeface="+mn-ea"/>
                <a:cs typeface="华文新魏" panose="02010800040101010101" pitchFamily="2" charset="-122"/>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ea typeface="+mn-ea"/>
                <a:cs typeface="华文新魏" panose="02010800040101010101" pitchFamily="2" charset="-122"/>
              </a:defRPr>
            </a:lvl5pPr>
          </a:lstStyle>
          <a:p>
            <a:pPr marL="0" lvl="0" indent="0" eaLnBrk="1" hangingPunct="1">
              <a:spcBef>
                <a:spcPct val="0"/>
              </a:spcBef>
              <a:buClrTx/>
              <a:buSzTx/>
              <a:buFontTx/>
              <a:buNone/>
            </a:pPr>
            <a:endParaRPr lang="zh-CN" altLang="en-US" sz="1800" dirty="0">
              <a:latin typeface="Arial" panose="020B0604020202020204" pitchFamily="34" charset="0"/>
            </a:endParaRPr>
          </a:p>
        </p:txBody>
      </p:sp>
      <p:graphicFrame>
        <p:nvGraphicFramePr>
          <p:cNvPr id="59395" name="内容占位符 -2147482587"/>
          <p:cNvGraphicFramePr>
            <a:graphicFrameLocks noGrp="1" noChangeAspect="1"/>
          </p:cNvGraphicFramePr>
          <p:nvPr>
            <p:ph sz="quarter" idx="1"/>
          </p:nvPr>
        </p:nvGraphicFramePr>
        <p:xfrm>
          <a:off x="6008688" y="584200"/>
          <a:ext cx="2884487" cy="5834063"/>
        </p:xfrm>
        <a:graphic>
          <a:graphicData uri="http://schemas.openxmlformats.org/presentationml/2006/ole">
            <mc:AlternateContent xmlns:mc="http://schemas.openxmlformats.org/markup-compatibility/2006">
              <mc:Choice xmlns:v="urn:schemas-microsoft-com:vml" Requires="v">
                <p:oleObj spid="_x0000_s3129" name="" r:id="rId1" imgW="3289300" imgH="6642100" progId="Visio.Drawing.15">
                  <p:embed/>
                </p:oleObj>
              </mc:Choice>
              <mc:Fallback>
                <p:oleObj name="" r:id="rId1" imgW="3289300" imgH="6642100" progId="Visio.Drawing.15">
                  <p:embed/>
                  <p:pic>
                    <p:nvPicPr>
                      <p:cNvPr id="0" name="图片 3128"/>
                      <p:cNvPicPr/>
                      <p:nvPr/>
                    </p:nvPicPr>
                    <p:blipFill>
                      <a:blip r:embed="rId2"/>
                      <a:srcRect/>
                      <a:stretch>
                        <a:fillRect/>
                      </a:stretch>
                    </p:blipFill>
                    <p:spPr>
                      <a:xfrm>
                        <a:off x="6008688" y="584200"/>
                        <a:ext cx="2884487" cy="5834063"/>
                      </a:xfrm>
                      <a:prstGeom prst="rect">
                        <a:avLst/>
                      </a:prstGeom>
                      <a:noFill/>
                      <a:ln w="38100">
                        <a:miter/>
                      </a:ln>
                    </p:spPr>
                  </p:pic>
                </p:oleObj>
              </mc:Fallback>
            </mc:AlternateContent>
          </a:graphicData>
        </a:graphic>
      </p:graphicFrame>
      <p:sp>
        <p:nvSpPr>
          <p:cNvPr id="37891" name="Text Box 5"/>
          <p:cNvSpPr txBox="1"/>
          <p:nvPr/>
        </p:nvSpPr>
        <p:spPr>
          <a:xfrm>
            <a:off x="3224213" y="0"/>
            <a:ext cx="5919788" cy="706438"/>
          </a:xfrm>
          <a:prstGeom prst="rect">
            <a:avLst/>
          </a:prstGeom>
          <a:noFill/>
          <a:ln w="9525">
            <a:noFill/>
          </a:ln>
        </p:spPr>
        <p:txBody>
          <a:bodyPr>
            <a:spAutoFit/>
          </a:bodyPr>
          <a:lstStyle/>
          <a:p>
            <a:pPr marR="0" algn="ctr" defTabSz="914400" eaLnBrk="1" hangingPunct="1">
              <a:buClrTx/>
              <a:buSzTx/>
              <a:buFontTx/>
              <a:buNone/>
              <a:defRPr/>
            </a:pPr>
            <a:r>
              <a:rPr kumimoji="0" lang="en-US" altLang="zh-CN" sz="4000" b="1" kern="1200" cap="none" spc="0" normalizeH="0" baseline="0" noProof="1">
                <a:solidFill>
                  <a:srgbClr val="0000FF"/>
                </a:solidFill>
                <a:latin typeface="Arial" panose="020B0604020202020204" pitchFamily="34" charset="0"/>
                <a:ea typeface="宋体" panose="02010600030101010101" pitchFamily="2" charset="-122"/>
                <a:cs typeface="+mn-cs"/>
                <a:sym typeface="宋体" panose="02010600030101010101" pitchFamily="2" charset="-122"/>
              </a:rPr>
              <a:t>4.2.1 </a:t>
            </a:r>
            <a:r>
              <a:rPr kumimoji="1" lang="en-US" altLang="zh-CN" sz="4000" b="1" kern="0" cap="none" spc="0" normalizeH="0" baseline="0" noProof="0" dirty="0">
                <a:solidFill>
                  <a:srgbClr val="0000CC"/>
                </a:solidFill>
                <a:effectLst>
                  <a:outerShdw blurRad="38100" dist="38100" dir="2700000" algn="tl">
                    <a:srgbClr val="C0C0C0"/>
                  </a:outerShdw>
                </a:effectLst>
                <a:latin typeface="黑体" panose="02010609060101010101" pitchFamily="49" charset="-122"/>
                <a:ea typeface="黑体" panose="02010609060101010101" pitchFamily="49" charset="-122"/>
                <a:cs typeface="Times New Roman" panose="02020603050405020304" pitchFamily="18" charset="0"/>
                <a:sym typeface="+mn-ea"/>
              </a:rPr>
              <a:t> </a:t>
            </a:r>
            <a:r>
              <a:rPr kumimoji="0" lang="en-US" altLang="zh-CN" sz="4000" kern="1200" cap="none" spc="0" normalizeH="0" baseline="0" noProof="1">
                <a:solidFill>
                  <a:srgbClr val="0000FF"/>
                </a:solidFill>
                <a:latin typeface="Arial" panose="020B0604020202020204" pitchFamily="34" charset="0"/>
                <a:ea typeface="宋体" panose="02010600030101010101" pitchFamily="2" charset="-122"/>
                <a:cs typeface="+mn-cs"/>
                <a:sym typeface="+mn-ea"/>
              </a:rPr>
              <a:t>K</a:t>
            </a:r>
            <a:r>
              <a:rPr kumimoji="0" lang="en-US" altLang="zh-CN" sz="4000" b="1" kern="1200" cap="none" spc="0" normalizeH="0" baseline="0" noProof="1">
                <a:solidFill>
                  <a:srgbClr val="0000FF"/>
                </a:solidFill>
                <a:latin typeface="Arial" panose="020B0604020202020204" pitchFamily="34" charset="0"/>
                <a:ea typeface="宋体" panose="02010600030101010101" pitchFamily="2" charset="-122"/>
                <a:cs typeface="+mn-cs"/>
                <a:sym typeface="+mn-ea"/>
              </a:rPr>
              <a:t>-均值</a:t>
            </a:r>
            <a:r>
              <a:rPr kumimoji="0" lang="en-US" altLang="zh-CN" sz="4000" b="1" kern="1200" cap="none" spc="0" normalizeH="0" baseline="0" noProof="1">
                <a:solidFill>
                  <a:srgbClr val="0000FF"/>
                </a:solidFill>
                <a:latin typeface="Arial" panose="020B0604020202020204" pitchFamily="34" charset="0"/>
                <a:ea typeface="宋体" panose="02010600030101010101" pitchFamily="2" charset="-122"/>
                <a:cs typeface="+mn-cs"/>
                <a:sym typeface="宋体" panose="02010600030101010101" pitchFamily="2" charset="-122"/>
              </a:rPr>
              <a:t>算法</a:t>
            </a:r>
            <a:endParaRPr kumimoji="0" lang="en-US" altLang="zh-CN" sz="4000" b="1" kern="1200" cap="none" spc="0" normalizeH="0" baseline="0" noProof="1">
              <a:solidFill>
                <a:srgbClr val="0000FF"/>
              </a:solidFill>
              <a:latin typeface="Arial" panose="020B0604020202020204" pitchFamily="34" charset="0"/>
              <a:ea typeface="宋体" panose="02010600030101010101" pitchFamily="2" charset="-122"/>
              <a:cs typeface="+mn-cs"/>
              <a:sym typeface="宋体" panose="02010600030101010101" pitchFamily="2" charset="-122"/>
            </a:endParaRPr>
          </a:p>
        </p:txBody>
      </p:sp>
      <p:sp>
        <p:nvSpPr>
          <p:cNvPr id="59397" name="文本框 99"/>
          <p:cNvSpPr txBox="1"/>
          <p:nvPr/>
        </p:nvSpPr>
        <p:spPr>
          <a:xfrm>
            <a:off x="752475" y="1552575"/>
            <a:ext cx="4973638" cy="4584700"/>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华文新魏" panose="02010800040101010101" pitchFamily="2" charset="-122"/>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ea typeface="+mn-ea"/>
                <a:cs typeface="华文新魏" panose="02010800040101010101" pitchFamily="2" charset="-122"/>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ea typeface="+mn-ea"/>
                <a:cs typeface="华文新魏" panose="02010800040101010101" pitchFamily="2" charset="-122"/>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ea typeface="+mn-ea"/>
                <a:cs typeface="华文新魏" panose="02010800040101010101" pitchFamily="2" charset="-122"/>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ea typeface="+mn-ea"/>
                <a:cs typeface="华文新魏" panose="02010800040101010101" pitchFamily="2" charset="-122"/>
              </a:defRPr>
            </a:lvl5pPr>
          </a:lstStyle>
          <a:p>
            <a:pPr marL="0" lvl="0" indent="127000" algn="just" eaLnBrk="1" hangingPunct="1">
              <a:spcBef>
                <a:spcPct val="0"/>
              </a:spcBef>
              <a:buClrTx/>
              <a:buSzTx/>
              <a:buFontTx/>
              <a:buNone/>
            </a:pPr>
            <a:r>
              <a:rPr lang="en-US" altLang="zh-CN" sz="2400" b="1" dirty="0">
                <a:solidFill>
                  <a:srgbClr val="000000"/>
                </a:solidFill>
              </a:rPr>
              <a:t>       </a:t>
            </a:r>
            <a:r>
              <a:rPr lang="zh-CN" altLang="en-US" sz="2400" b="1" dirty="0">
                <a:solidFill>
                  <a:srgbClr val="000000"/>
                </a:solidFill>
              </a:rPr>
              <a:t>如图，</a:t>
            </a:r>
            <a:r>
              <a:rPr lang="zh-CN" altLang="en-US" sz="2400" b="1" dirty="0">
                <a:solidFill>
                  <a:srgbClr val="000000"/>
                </a:solidFill>
                <a:latin typeface="Times New Roman" panose="02020603050405020304" pitchFamily="18" charset="0"/>
              </a:rPr>
              <a:t>K-</a:t>
            </a:r>
            <a:r>
              <a:rPr lang="zh-CN" altLang="en-US" sz="2400" b="1" dirty="0">
                <a:solidFill>
                  <a:srgbClr val="000000"/>
                </a:solidFill>
              </a:rPr>
              <a:t>均值算法采用</a:t>
            </a:r>
            <a:r>
              <a:rPr lang="en-US" altLang="zh-CN" sz="2400" b="1" dirty="0">
                <a:solidFill>
                  <a:srgbClr val="0000CC"/>
                </a:solidFill>
                <a:latin typeface="宋体" panose="02010600030101010101" pitchFamily="2" charset="-122"/>
              </a:rPr>
              <a:t>迭代更新</a:t>
            </a:r>
            <a:r>
              <a:rPr lang="zh-CN" altLang="en-US" sz="2400" b="1" dirty="0">
                <a:solidFill>
                  <a:srgbClr val="000000"/>
                </a:solidFill>
              </a:rPr>
              <a:t>的方法：</a:t>
            </a:r>
            <a:endParaRPr lang="zh-CN" altLang="en-US" sz="2400" b="1" dirty="0">
              <a:solidFill>
                <a:srgbClr val="000000"/>
              </a:solidFill>
            </a:endParaRPr>
          </a:p>
          <a:p>
            <a:pPr marL="0" lvl="0" indent="127000" algn="just" eaLnBrk="1" hangingPunct="1">
              <a:spcBef>
                <a:spcPct val="0"/>
              </a:spcBef>
              <a:buClrTx/>
              <a:buSzTx/>
              <a:buFontTx/>
              <a:buNone/>
            </a:pPr>
            <a:r>
              <a:rPr lang="zh-CN" altLang="en-US" sz="2400" b="1" dirty="0">
                <a:solidFill>
                  <a:srgbClr val="000000"/>
                </a:solidFill>
              </a:rPr>
              <a:t>       在每一轮中，根据</a:t>
            </a:r>
            <a:r>
              <a:rPr lang="zh-CN" altLang="en-US" sz="2400" b="1" dirty="0">
                <a:solidFill>
                  <a:srgbClr val="000000"/>
                </a:solidFill>
                <a:latin typeface="Times New Roman" panose="02020603050405020304" pitchFamily="18" charset="0"/>
              </a:rPr>
              <a:t>K</a:t>
            </a:r>
            <a:r>
              <a:rPr lang="zh-CN" altLang="en-US" sz="2400" b="1" dirty="0">
                <a:solidFill>
                  <a:srgbClr val="000000"/>
                </a:solidFill>
              </a:rPr>
              <a:t>个参考点将其周围的点分成</a:t>
            </a:r>
            <a:r>
              <a:rPr lang="zh-CN" altLang="en-US" sz="2400" b="1" dirty="0">
                <a:solidFill>
                  <a:srgbClr val="000000"/>
                </a:solidFill>
                <a:latin typeface="Times New Roman" panose="02020603050405020304" pitchFamily="18" charset="0"/>
              </a:rPr>
              <a:t>K</a:t>
            </a:r>
            <a:r>
              <a:rPr lang="zh-CN" altLang="en-US" sz="2400" b="1" dirty="0">
                <a:solidFill>
                  <a:srgbClr val="000000"/>
                </a:solidFill>
              </a:rPr>
              <a:t>个簇，并将每个簇的质心作为下一次迭代的参考点。</a:t>
            </a:r>
            <a:endParaRPr lang="zh-CN" altLang="en-US" sz="2400" b="1" dirty="0">
              <a:solidFill>
                <a:srgbClr val="000000"/>
              </a:solidFill>
            </a:endParaRPr>
          </a:p>
          <a:p>
            <a:pPr marL="0" lvl="0" indent="127000" algn="just" eaLnBrk="1" hangingPunct="1">
              <a:spcBef>
                <a:spcPct val="0"/>
              </a:spcBef>
              <a:buClrTx/>
              <a:buSzTx/>
              <a:buFontTx/>
              <a:buNone/>
            </a:pPr>
            <a:r>
              <a:rPr lang="zh-CN" altLang="en-US" sz="2400" b="1" dirty="0">
                <a:solidFill>
                  <a:srgbClr val="000000"/>
                </a:solidFill>
              </a:rPr>
              <a:t>        在连续迭代之后，所选择的参考点越来越接近真实的聚类中心，聚类效果越来越好。</a:t>
            </a:r>
            <a:endParaRPr lang="zh-CN" altLang="en-US" sz="2400" b="1" dirty="0">
              <a:solidFill>
                <a:srgbClr val="000000"/>
              </a:solidFill>
            </a:endParaRPr>
          </a:p>
          <a:p>
            <a:pPr marL="0" lvl="0" indent="127000" algn="just" eaLnBrk="1" hangingPunct="1">
              <a:spcBef>
                <a:spcPct val="0"/>
              </a:spcBef>
              <a:buClrTx/>
              <a:buSzTx/>
              <a:buFontTx/>
              <a:buNone/>
            </a:pPr>
            <a:r>
              <a:rPr lang="zh-CN" altLang="en-US" sz="2400" b="1" dirty="0">
                <a:solidFill>
                  <a:srgbClr val="000000"/>
                </a:solidFill>
              </a:rPr>
              <a:t>        对于重新划分后的新簇，如果</a:t>
            </a:r>
            <a:r>
              <a:rPr lang="en-US" altLang="zh-CN" sz="2400" b="1" dirty="0">
                <a:solidFill>
                  <a:srgbClr val="0000CC"/>
                </a:solidFill>
                <a:latin typeface="宋体" panose="02010600030101010101" pitchFamily="2" charset="-122"/>
              </a:rPr>
              <a:t>两个相邻的簇中心没有变化</a:t>
            </a:r>
            <a:r>
              <a:rPr lang="zh-CN" altLang="en-US" sz="2400" b="1" dirty="0">
                <a:solidFill>
                  <a:srgbClr val="000000"/>
                </a:solidFill>
              </a:rPr>
              <a:t>，则误差准则函数已达到最小值，我们认为聚类准则函数已收敛，算法结束</a:t>
            </a:r>
            <a:r>
              <a:rPr lang="zh-CN" altLang="en-US" sz="2800" b="1" dirty="0">
                <a:solidFill>
                  <a:srgbClr val="000000"/>
                </a:solidFill>
              </a:rPr>
              <a:t>。</a:t>
            </a:r>
            <a:endParaRPr lang="zh-CN" altLang="en-US" sz="2800" b="1" dirty="0">
              <a:solidFill>
                <a:srgbClr val="000000"/>
              </a:solidFill>
            </a:endParaRPr>
          </a:p>
        </p:txBody>
      </p:sp>
      <p:sp>
        <p:nvSpPr>
          <p:cNvPr id="59398" name="文本框 2"/>
          <p:cNvSpPr txBox="1"/>
          <p:nvPr/>
        </p:nvSpPr>
        <p:spPr>
          <a:xfrm>
            <a:off x="2179638" y="895350"/>
            <a:ext cx="3829050" cy="584200"/>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华文新魏" panose="02010800040101010101" pitchFamily="2" charset="-122"/>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ea typeface="+mn-ea"/>
                <a:cs typeface="华文新魏" panose="02010800040101010101" pitchFamily="2" charset="-122"/>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ea typeface="+mn-ea"/>
                <a:cs typeface="华文新魏" panose="02010800040101010101" pitchFamily="2" charset="-122"/>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ea typeface="+mn-ea"/>
                <a:cs typeface="华文新魏" panose="02010800040101010101" pitchFamily="2" charset="-122"/>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ea typeface="+mn-ea"/>
                <a:cs typeface="华文新魏" panose="02010800040101010101" pitchFamily="2" charset="-122"/>
              </a:defRPr>
            </a:lvl5pPr>
          </a:lstStyle>
          <a:p>
            <a:pPr marL="0" lvl="0" indent="127000" eaLnBrk="1" hangingPunct="1">
              <a:spcBef>
                <a:spcPct val="0"/>
              </a:spcBef>
              <a:buClrTx/>
              <a:buSzTx/>
              <a:buFontTx/>
              <a:buNone/>
            </a:pPr>
            <a:r>
              <a:rPr lang="zh-CN" altLang="en-US" b="1" dirty="0">
                <a:solidFill>
                  <a:srgbClr val="0000CC"/>
                </a:solidFill>
                <a:latin typeface="Times New Roman" panose="02020603050405020304" pitchFamily="18" charset="0"/>
              </a:rPr>
              <a:t>K-</a:t>
            </a:r>
            <a:r>
              <a:rPr lang="zh-CN" altLang="en-US" b="1" dirty="0">
                <a:solidFill>
                  <a:srgbClr val="0000CC"/>
                </a:solidFill>
                <a:latin typeface="宋体" panose="02010600030101010101" pitchFamily="2" charset="-122"/>
              </a:rPr>
              <a:t>均值算法流程图</a:t>
            </a:r>
            <a:endParaRPr lang="zh-CN" altLang="en-US" b="1" dirty="0">
              <a:solidFill>
                <a:srgbClr val="0000CC"/>
              </a:solidFill>
              <a:latin typeface="宋体" panose="02010600030101010101" pitchFamily="2" charset="-122"/>
            </a:endParaRPr>
          </a:p>
        </p:txBody>
      </p:sp>
    </p:spTree>
  </p:cSld>
  <p:clrMapOvr>
    <a:masterClrMapping/>
  </p:clrMapOvr>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0418" name="Rectangle 3"/>
          <p:cNvSpPr/>
          <p:nvPr/>
        </p:nvSpPr>
        <p:spPr>
          <a:xfrm>
            <a:off x="0" y="1457325"/>
            <a:ext cx="9144000" cy="1755775"/>
          </a:xfrm>
          <a:prstGeom prst="rect">
            <a:avLst/>
          </a:prstGeom>
          <a:noFill/>
          <a:ln w="9525">
            <a:noFill/>
          </a:ln>
        </p:spPr>
        <p:txBody>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华文新魏" panose="02010800040101010101" pitchFamily="2" charset="-122"/>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ea typeface="+mn-ea"/>
                <a:cs typeface="华文新魏" panose="02010800040101010101" pitchFamily="2" charset="-122"/>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ea typeface="+mn-ea"/>
                <a:cs typeface="华文新魏" panose="02010800040101010101" pitchFamily="2" charset="-122"/>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ea typeface="+mn-ea"/>
                <a:cs typeface="华文新魏" panose="02010800040101010101" pitchFamily="2" charset="-122"/>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ea typeface="+mn-ea"/>
                <a:cs typeface="华文新魏" panose="02010800040101010101" pitchFamily="2" charset="-122"/>
              </a:defRPr>
            </a:lvl5pPr>
          </a:lstStyle>
          <a:p>
            <a:pPr marL="742950" lvl="1" indent="-285750" eaLnBrk="1" hangingPunct="1">
              <a:buClr>
                <a:srgbClr val="CC0000"/>
              </a:buClr>
              <a:buSzTx/>
            </a:pPr>
            <a:r>
              <a:rPr lang="zh-CN" altLang="en-US" sz="2400" b="1" dirty="0">
                <a:latin typeface="Times New Roman" panose="02020603050405020304" pitchFamily="18" charset="0"/>
              </a:rPr>
              <a:t> </a:t>
            </a:r>
            <a:r>
              <a:rPr lang="zh-CN" altLang="en-US" sz="2400" b="1" dirty="0">
                <a:solidFill>
                  <a:srgbClr val="0000FF"/>
                </a:solidFill>
                <a:latin typeface="Times New Roman" panose="02020603050405020304" pitchFamily="18" charset="0"/>
              </a:rPr>
              <a:t>问题</a:t>
            </a:r>
            <a:r>
              <a:rPr lang="zh-CN" altLang="en-US" sz="2400" b="1" dirty="0">
                <a:latin typeface="Times New Roman" panose="02020603050405020304" pitchFamily="18" charset="0"/>
              </a:rPr>
              <a:t>：将</a:t>
            </a:r>
            <a:r>
              <a:rPr lang="en-US" altLang="zh-CN" sz="2400" b="1" i="1" dirty="0">
                <a:latin typeface="Times New Roman" panose="02020603050405020304" pitchFamily="18" charset="0"/>
              </a:rPr>
              <a:t>N</a:t>
            </a:r>
            <a:r>
              <a:rPr lang="zh-CN" altLang="en-US" sz="2400" b="1" dirty="0">
                <a:latin typeface="Times New Roman" panose="02020603050405020304" pitchFamily="18" charset="0"/>
              </a:rPr>
              <a:t>个样本</a:t>
            </a:r>
            <a:r>
              <a:rPr lang="en-US" altLang="zh-CN" sz="2400" b="1" dirty="0">
                <a:latin typeface="Times New Roman" panose="02020603050405020304" pitchFamily="18" charset="0"/>
              </a:rPr>
              <a:t>{</a:t>
            </a:r>
            <a:r>
              <a:rPr lang="en-US" altLang="zh-CN" sz="2400" b="1" i="1" dirty="0">
                <a:latin typeface="Times New Roman" panose="02020603050405020304" pitchFamily="18" charset="0"/>
              </a:rPr>
              <a:t>x</a:t>
            </a:r>
            <a:r>
              <a:rPr lang="en-US" altLang="zh-CN" sz="2400" b="1" baseline="-25000" dirty="0">
                <a:latin typeface="Times New Roman" panose="02020603050405020304" pitchFamily="18" charset="0"/>
              </a:rPr>
              <a:t>1</a:t>
            </a:r>
            <a:r>
              <a:rPr lang="en-US" altLang="zh-CN" sz="2400" b="1" dirty="0">
                <a:latin typeface="Times New Roman" panose="02020603050405020304" pitchFamily="18" charset="0"/>
              </a:rPr>
              <a:t>,…,</a:t>
            </a:r>
            <a:r>
              <a:rPr lang="en-US" altLang="zh-CN" sz="2400" b="1" i="1" dirty="0">
                <a:latin typeface="Times New Roman" panose="02020603050405020304" pitchFamily="18" charset="0"/>
              </a:rPr>
              <a:t>x</a:t>
            </a:r>
            <a:r>
              <a:rPr lang="en-US" altLang="zh-CN" sz="2400" b="1" baseline="-25000" dirty="0">
                <a:latin typeface="Times New Roman" panose="02020603050405020304" pitchFamily="18" charset="0"/>
              </a:rPr>
              <a:t>N</a:t>
            </a:r>
            <a:r>
              <a:rPr lang="en-US" altLang="zh-CN" sz="2400" b="1" dirty="0">
                <a:latin typeface="Times New Roman" panose="02020603050405020304" pitchFamily="18" charset="0"/>
              </a:rPr>
              <a:t>}</a:t>
            </a:r>
            <a:r>
              <a:rPr lang="zh-CN" altLang="en-US" sz="2400" b="1" dirty="0">
                <a:latin typeface="Times New Roman" panose="02020603050405020304" pitchFamily="18" charset="0"/>
              </a:rPr>
              <a:t>划分到</a:t>
            </a:r>
            <a:r>
              <a:rPr lang="en-US" altLang="zh-CN" sz="2400" b="1" i="1" dirty="0">
                <a:latin typeface="Times New Roman" panose="02020603050405020304" pitchFamily="18" charset="0"/>
              </a:rPr>
              <a:t>k</a:t>
            </a:r>
            <a:r>
              <a:rPr lang="zh-CN" altLang="en-US" sz="2400" b="1" dirty="0">
                <a:latin typeface="Times New Roman" panose="02020603050405020304" pitchFamily="18" charset="0"/>
              </a:rPr>
              <a:t>个类</a:t>
            </a:r>
            <a:r>
              <a:rPr lang="en-US" altLang="zh-CN" sz="2400" b="1" dirty="0">
                <a:latin typeface="Times New Roman" panose="02020603050405020304" pitchFamily="18" charset="0"/>
              </a:rPr>
              <a:t>{</a:t>
            </a:r>
            <a:r>
              <a:rPr lang="en-US" altLang="zh-CN" sz="2400" b="1" i="1" dirty="0">
                <a:latin typeface="Times New Roman" panose="02020603050405020304" pitchFamily="18" charset="0"/>
              </a:rPr>
              <a:t>C</a:t>
            </a:r>
            <a:r>
              <a:rPr lang="en-US" altLang="zh-CN" sz="2400" b="1" baseline="-25000" dirty="0">
                <a:latin typeface="Times New Roman" panose="02020603050405020304" pitchFamily="18" charset="0"/>
              </a:rPr>
              <a:t>1</a:t>
            </a:r>
            <a:r>
              <a:rPr lang="en-US" altLang="zh-CN" sz="2400" b="1" dirty="0">
                <a:latin typeface="Times New Roman" panose="02020603050405020304" pitchFamily="18" charset="0"/>
              </a:rPr>
              <a:t>,…,</a:t>
            </a:r>
            <a:r>
              <a:rPr lang="en-US" altLang="zh-CN" sz="2400" b="1" i="1" dirty="0">
                <a:latin typeface="Times New Roman" panose="02020603050405020304" pitchFamily="18" charset="0"/>
              </a:rPr>
              <a:t>C</a:t>
            </a:r>
            <a:r>
              <a:rPr lang="en-US" altLang="zh-CN" sz="2400" b="1" i="1" baseline="-25000" dirty="0">
                <a:latin typeface="Times New Roman" panose="02020603050405020304" pitchFamily="18" charset="0"/>
              </a:rPr>
              <a:t>k</a:t>
            </a:r>
            <a:r>
              <a:rPr lang="en-US" altLang="zh-CN" sz="2400" b="1" dirty="0">
                <a:latin typeface="Times New Roman" panose="02020603050405020304" pitchFamily="18" charset="0"/>
              </a:rPr>
              <a:t>}</a:t>
            </a:r>
            <a:r>
              <a:rPr lang="zh-CN" altLang="en-US" sz="2400" b="1" dirty="0">
                <a:latin typeface="Times New Roman" panose="02020603050405020304" pitchFamily="18" charset="0"/>
              </a:rPr>
              <a:t>中，</a:t>
            </a:r>
            <a:r>
              <a:rPr lang="zh-CN" altLang="zh-CN" sz="2400" b="1" i="1" dirty="0">
                <a:latin typeface="Times New Roman" panose="02020603050405020304" pitchFamily="18" charset="0"/>
              </a:rPr>
              <a:t>k</a:t>
            </a:r>
            <a:r>
              <a:rPr lang="zh-CN" altLang="zh-CN" sz="2400" b="1" dirty="0">
                <a:latin typeface="Times New Roman" panose="02020603050405020304" pitchFamily="18" charset="0"/>
              </a:rPr>
              <a:t>为一正整数</a:t>
            </a:r>
            <a:endParaRPr lang="zh-CN" altLang="en-US" sz="2400" b="1" dirty="0">
              <a:latin typeface="Times New Roman" panose="02020603050405020304" pitchFamily="18" charset="0"/>
            </a:endParaRPr>
          </a:p>
          <a:p>
            <a:pPr marL="742950" lvl="1" indent="-285750" eaLnBrk="1" hangingPunct="1">
              <a:buClr>
                <a:srgbClr val="CC0000"/>
              </a:buClr>
              <a:buSzTx/>
            </a:pPr>
            <a:r>
              <a:rPr lang="zh-CN" altLang="en-US" sz="2400" b="1" dirty="0">
                <a:latin typeface="Times New Roman" panose="02020603050405020304" pitchFamily="18" charset="0"/>
              </a:rPr>
              <a:t> </a:t>
            </a:r>
            <a:r>
              <a:rPr lang="zh-CN" altLang="zh-CN" sz="2400" b="1" dirty="0">
                <a:solidFill>
                  <a:srgbClr val="0000FF"/>
                </a:solidFill>
                <a:latin typeface="Times New Roman" panose="02020603050405020304" pitchFamily="18" charset="0"/>
              </a:rPr>
              <a:t>目标</a:t>
            </a:r>
            <a:r>
              <a:rPr lang="zh-CN" altLang="zh-CN" sz="2400" b="1" dirty="0">
                <a:latin typeface="Times New Roman" panose="02020603050405020304" pitchFamily="18" charset="0"/>
              </a:rPr>
              <a:t>：</a:t>
            </a:r>
            <a:r>
              <a:rPr lang="zh-CN" altLang="en-US" sz="2400" b="1" dirty="0">
                <a:latin typeface="Times New Roman" panose="02020603050405020304" pitchFamily="18" charset="0"/>
              </a:rPr>
              <a:t>使得</a:t>
            </a:r>
            <a:r>
              <a:rPr lang="zh-CN" altLang="zh-CN" sz="2400" b="1" dirty="0">
                <a:latin typeface="Times New Roman" panose="02020603050405020304" pitchFamily="18" charset="0"/>
              </a:rPr>
              <a:t>各个数据与其对应聚类中心点的误差平方和</a:t>
            </a:r>
            <a:r>
              <a:rPr lang="zh-CN" altLang="en-US" sz="2400" b="1" dirty="0">
                <a:latin typeface="Times New Roman" panose="02020603050405020304" pitchFamily="18" charset="0"/>
              </a:rPr>
              <a:t>最小</a:t>
            </a:r>
            <a:endParaRPr lang="zh-CN" altLang="zh-CN" sz="2400" b="1" dirty="0">
              <a:latin typeface="Times New Roman" panose="02020603050405020304" pitchFamily="18" charset="0"/>
            </a:endParaRPr>
          </a:p>
        </p:txBody>
      </p:sp>
      <p:sp>
        <p:nvSpPr>
          <p:cNvPr id="60419" name="Rectangle 5"/>
          <p:cNvSpPr/>
          <p:nvPr/>
        </p:nvSpPr>
        <p:spPr>
          <a:xfrm>
            <a:off x="0" y="0"/>
            <a:ext cx="9144000" cy="0"/>
          </a:xfrm>
          <a:prstGeom prst="rect">
            <a:avLst/>
          </a:prstGeom>
          <a:noFill/>
          <a:ln w="9525">
            <a:noFill/>
          </a:ln>
        </p:spPr>
        <p:txBody>
          <a:bodyPr wrap="none" anchor="ctr" anchorCtr="0">
            <a:spAutoFit/>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华文新魏" panose="02010800040101010101" pitchFamily="2" charset="-122"/>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ea typeface="+mn-ea"/>
                <a:cs typeface="华文新魏" panose="02010800040101010101" pitchFamily="2" charset="-122"/>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ea typeface="+mn-ea"/>
                <a:cs typeface="华文新魏" panose="02010800040101010101" pitchFamily="2" charset="-122"/>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ea typeface="+mn-ea"/>
                <a:cs typeface="华文新魏" panose="02010800040101010101" pitchFamily="2" charset="-122"/>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ea typeface="+mn-ea"/>
                <a:cs typeface="华文新魏" panose="02010800040101010101" pitchFamily="2" charset="-122"/>
              </a:defRPr>
            </a:lvl5pPr>
          </a:lstStyle>
          <a:p>
            <a:pPr marL="0" lvl="0" indent="0" eaLnBrk="1" hangingPunct="1">
              <a:spcBef>
                <a:spcPct val="0"/>
              </a:spcBef>
              <a:buClrTx/>
              <a:buSzTx/>
              <a:buFontTx/>
              <a:buNone/>
            </a:pPr>
            <a:endParaRPr lang="zh-CN" altLang="en-US" sz="1800" dirty="0">
              <a:latin typeface="Arial" panose="020B0604020202020204" pitchFamily="34" charset="0"/>
            </a:endParaRPr>
          </a:p>
        </p:txBody>
      </p:sp>
      <p:grpSp>
        <p:nvGrpSpPr>
          <p:cNvPr id="2" name="组合 8"/>
          <p:cNvGrpSpPr/>
          <p:nvPr/>
        </p:nvGrpSpPr>
        <p:grpSpPr>
          <a:xfrm>
            <a:off x="1404938" y="2563813"/>
            <a:ext cx="6911975" cy="2881312"/>
            <a:chOff x="1404938" y="2276475"/>
            <a:chExt cx="6911975" cy="2881313"/>
          </a:xfrm>
        </p:grpSpPr>
        <p:sp>
          <p:nvSpPr>
            <p:cNvPr id="60425" name="Rectangle 4"/>
            <p:cNvSpPr/>
            <p:nvPr/>
          </p:nvSpPr>
          <p:spPr>
            <a:xfrm>
              <a:off x="1404938" y="3357563"/>
              <a:ext cx="6911975" cy="1800225"/>
            </a:xfrm>
            <a:prstGeom prst="rect">
              <a:avLst/>
            </a:prstGeom>
            <a:noFill/>
            <a:ln w="9525">
              <a:noFill/>
            </a:ln>
          </p:spPr>
          <p:txBody>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华文新魏" panose="02010800040101010101" pitchFamily="2" charset="-122"/>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ea typeface="+mn-ea"/>
                  <a:cs typeface="华文新魏" panose="02010800040101010101" pitchFamily="2" charset="-122"/>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ea typeface="+mn-ea"/>
                  <a:cs typeface="华文新魏" panose="02010800040101010101" pitchFamily="2" charset="-122"/>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ea typeface="+mn-ea"/>
                  <a:cs typeface="华文新魏" panose="02010800040101010101" pitchFamily="2" charset="-122"/>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ea typeface="+mn-ea"/>
                  <a:cs typeface="华文新魏" panose="02010800040101010101" pitchFamily="2" charset="-122"/>
                </a:defRPr>
              </a:lvl5pPr>
            </a:lstStyle>
            <a:p>
              <a:pPr marL="742950" lvl="1" indent="-285750" eaLnBrk="1" hangingPunct="1">
                <a:buClrTx/>
                <a:buSzTx/>
                <a:buFontTx/>
                <a:buChar char="–"/>
              </a:pPr>
              <a:r>
                <a:rPr lang="en-US" altLang="zh-CN" sz="2400" b="1" i="1" dirty="0">
                  <a:latin typeface="Times New Roman" panose="02020603050405020304" pitchFamily="18" charset="0"/>
                </a:rPr>
                <a:t>J</a:t>
              </a:r>
              <a:r>
                <a:rPr lang="en-US" altLang="zh-CN" sz="2400" b="1" i="1" baseline="-25000" dirty="0">
                  <a:latin typeface="Times New Roman" panose="02020603050405020304" pitchFamily="18" charset="0"/>
                </a:rPr>
                <a:t>i </a:t>
              </a:r>
              <a:r>
                <a:rPr lang="zh-CN" altLang="zh-CN" sz="2400" b="1" dirty="0">
                  <a:latin typeface="Times New Roman" panose="02020603050405020304" pitchFamily="18" charset="0"/>
                </a:rPr>
                <a:t>为第 </a:t>
              </a:r>
              <a:r>
                <a:rPr lang="en-US" altLang="zh-CN" sz="2400" b="1" i="1" dirty="0">
                  <a:latin typeface="Times New Roman" panose="02020603050405020304" pitchFamily="18" charset="0"/>
                </a:rPr>
                <a:t>i</a:t>
              </a:r>
              <a:r>
                <a:rPr lang="en-US" altLang="zh-CN" sz="2400" b="1" dirty="0">
                  <a:latin typeface="Times New Roman" panose="02020603050405020304" pitchFamily="18" charset="0"/>
                </a:rPr>
                <a:t> </a:t>
              </a:r>
              <a:r>
                <a:rPr lang="zh-CN" altLang="zh-CN" sz="2400" b="1" dirty="0">
                  <a:latin typeface="Times New Roman" panose="02020603050405020304" pitchFamily="18" charset="0"/>
                </a:rPr>
                <a:t>类聚类的目标函数</a:t>
              </a:r>
              <a:endParaRPr lang="zh-CN" altLang="zh-CN" sz="2400" b="1" dirty="0">
                <a:latin typeface="Times New Roman" panose="02020603050405020304" pitchFamily="18" charset="0"/>
              </a:endParaRPr>
            </a:p>
            <a:p>
              <a:pPr marL="742950" lvl="1" indent="-285750" eaLnBrk="1" hangingPunct="1">
                <a:buClrTx/>
                <a:buSzTx/>
                <a:buFontTx/>
                <a:buChar char="–"/>
              </a:pPr>
              <a:r>
                <a:rPr lang="en-US" altLang="zh-CN" sz="2400" b="1" i="1" dirty="0">
                  <a:latin typeface="Times New Roman" panose="02020603050405020304" pitchFamily="18" charset="0"/>
                </a:rPr>
                <a:t>k</a:t>
              </a:r>
              <a:r>
                <a:rPr lang="zh-CN" altLang="zh-CN" sz="2400" b="1" dirty="0">
                  <a:latin typeface="Times New Roman" panose="02020603050405020304" pitchFamily="18" charset="0"/>
                </a:rPr>
                <a:t>为聚类个数</a:t>
              </a:r>
              <a:endParaRPr lang="zh-CN" altLang="zh-CN" sz="2400" b="1" dirty="0">
                <a:latin typeface="Times New Roman" panose="02020603050405020304" pitchFamily="18" charset="0"/>
              </a:endParaRPr>
            </a:p>
            <a:p>
              <a:pPr marL="742950" lvl="1" indent="-285750" eaLnBrk="1" hangingPunct="1">
                <a:buClrTx/>
                <a:buSzTx/>
                <a:buFontTx/>
                <a:buChar char="–"/>
              </a:pPr>
              <a:r>
                <a:rPr lang="en-US" altLang="zh-CN" sz="2400" b="1" i="1" dirty="0">
                  <a:latin typeface="Times New Roman" panose="02020603050405020304" pitchFamily="18" charset="0"/>
                </a:rPr>
                <a:t>x</a:t>
              </a:r>
              <a:r>
                <a:rPr lang="zh-CN" altLang="en-US" sz="2400" b="1" dirty="0">
                  <a:latin typeface="Times New Roman" panose="02020603050405020304" pitchFamily="18" charset="0"/>
                </a:rPr>
                <a:t>是划分到类</a:t>
              </a:r>
              <a:r>
                <a:rPr lang="en-US" altLang="zh-CN" sz="2400" b="1" dirty="0">
                  <a:latin typeface="Times New Roman" panose="02020603050405020304" pitchFamily="18" charset="0"/>
                </a:rPr>
                <a:t>C</a:t>
              </a:r>
              <a:r>
                <a:rPr lang="en-US" altLang="zh-CN" sz="2400" b="1" i="1" baseline="-25000" dirty="0">
                  <a:latin typeface="Times New Roman" panose="02020603050405020304" pitchFamily="18" charset="0"/>
                </a:rPr>
                <a:t>i</a:t>
              </a:r>
              <a:r>
                <a:rPr lang="zh-CN" altLang="en-US" sz="2400" b="1" dirty="0">
                  <a:latin typeface="Times New Roman" panose="02020603050405020304" pitchFamily="18" charset="0"/>
                </a:rPr>
                <a:t>的样本</a:t>
              </a:r>
              <a:endParaRPr lang="zh-CN" altLang="zh-CN" sz="2400" b="1" dirty="0">
                <a:latin typeface="Times New Roman" panose="02020603050405020304" pitchFamily="18" charset="0"/>
              </a:endParaRPr>
            </a:p>
            <a:p>
              <a:pPr marL="742950" lvl="1" indent="-285750" eaLnBrk="1" hangingPunct="1">
                <a:buClrTx/>
                <a:buSzTx/>
                <a:buFontTx/>
                <a:buChar char="–"/>
              </a:pPr>
              <a:r>
                <a:rPr lang="en-US" altLang="zh-CN" sz="2400" b="1" i="1" dirty="0">
                  <a:latin typeface="Times New Roman" panose="02020603050405020304" pitchFamily="18" charset="0"/>
                </a:rPr>
                <a:t>m</a:t>
              </a:r>
              <a:r>
                <a:rPr lang="en-US" altLang="zh-CN" sz="2400" b="1" baseline="-25000" dirty="0">
                  <a:latin typeface="Times New Roman" panose="02020603050405020304" pitchFamily="18" charset="0"/>
                </a:rPr>
                <a:t>1</a:t>
              </a:r>
              <a:r>
                <a:rPr lang="en-US" altLang="zh-CN" sz="2400" b="1" dirty="0">
                  <a:latin typeface="Times New Roman" panose="02020603050405020304" pitchFamily="18" charset="0"/>
                </a:rPr>
                <a:t>,…,</a:t>
              </a:r>
              <a:r>
                <a:rPr lang="en-US" altLang="zh-CN" sz="2400" b="1" i="1" dirty="0">
                  <a:latin typeface="Times New Roman" panose="02020603050405020304" pitchFamily="18" charset="0"/>
                </a:rPr>
                <a:t>m</a:t>
              </a:r>
              <a:r>
                <a:rPr lang="en-US" altLang="zh-CN" sz="2400" b="1" i="1" baseline="-25000" dirty="0">
                  <a:latin typeface="Times New Roman" panose="02020603050405020304" pitchFamily="18" charset="0"/>
                </a:rPr>
                <a:t>k</a:t>
              </a:r>
              <a:r>
                <a:rPr lang="en-US" altLang="zh-CN" sz="2400" b="1" i="1" dirty="0">
                  <a:latin typeface="Times New Roman" panose="02020603050405020304" pitchFamily="18" charset="0"/>
                </a:rPr>
                <a:t> </a:t>
              </a:r>
              <a:r>
                <a:rPr lang="zh-CN" altLang="en-US" sz="2400" b="1" dirty="0">
                  <a:latin typeface="Times New Roman" panose="02020603050405020304" pitchFamily="18" charset="0"/>
                </a:rPr>
                <a:t>是类</a:t>
              </a:r>
              <a:r>
                <a:rPr lang="en-US" altLang="zh-CN" sz="2400" b="1" i="1" dirty="0">
                  <a:latin typeface="Times New Roman" panose="02020603050405020304" pitchFamily="18" charset="0"/>
                </a:rPr>
                <a:t>C</a:t>
              </a:r>
              <a:r>
                <a:rPr lang="en-US" altLang="zh-CN" sz="2400" b="1" baseline="-25000" dirty="0">
                  <a:latin typeface="Times New Roman" panose="02020603050405020304" pitchFamily="18" charset="0"/>
                </a:rPr>
                <a:t>1</a:t>
              </a:r>
              <a:r>
                <a:rPr lang="en-US" altLang="zh-CN" sz="2400" b="1" dirty="0">
                  <a:latin typeface="Times New Roman" panose="02020603050405020304" pitchFamily="18" charset="0"/>
                </a:rPr>
                <a:t>,…,</a:t>
              </a:r>
              <a:r>
                <a:rPr lang="en-US" altLang="zh-CN" sz="2400" b="1" i="1" dirty="0">
                  <a:latin typeface="Times New Roman" panose="02020603050405020304" pitchFamily="18" charset="0"/>
                </a:rPr>
                <a:t>C</a:t>
              </a:r>
              <a:r>
                <a:rPr lang="en-US" altLang="zh-CN" sz="2400" b="1" i="1" baseline="-25000" dirty="0">
                  <a:latin typeface="Times New Roman" panose="02020603050405020304" pitchFamily="18" charset="0"/>
                </a:rPr>
                <a:t>k</a:t>
              </a:r>
              <a:r>
                <a:rPr lang="zh-CN" altLang="en-US" sz="2400" b="1" dirty="0">
                  <a:latin typeface="Times New Roman" panose="02020603050405020304" pitchFamily="18" charset="0"/>
                </a:rPr>
                <a:t>的质心</a:t>
              </a:r>
              <a:r>
                <a:rPr lang="zh-CN" altLang="zh-CN" sz="2400" b="1" dirty="0">
                  <a:latin typeface="Times New Roman" panose="02020603050405020304" pitchFamily="18" charset="0"/>
                </a:rPr>
                <a:t>（均值向量）</a:t>
              </a:r>
              <a:endParaRPr lang="zh-CN" altLang="zh-CN" sz="2400" b="1" dirty="0">
                <a:latin typeface="Times New Roman" panose="02020603050405020304" pitchFamily="18" charset="0"/>
              </a:endParaRPr>
            </a:p>
          </p:txBody>
        </p:sp>
        <p:graphicFrame>
          <p:nvGraphicFramePr>
            <p:cNvPr id="60426" name="Object 7"/>
            <p:cNvGraphicFramePr>
              <a:graphicFrameLocks noChangeAspect="1"/>
            </p:cNvGraphicFramePr>
            <p:nvPr/>
          </p:nvGraphicFramePr>
          <p:xfrm>
            <a:off x="2024063" y="2276475"/>
            <a:ext cx="4208462" cy="1133475"/>
          </p:xfrm>
          <a:graphic>
            <a:graphicData uri="http://schemas.openxmlformats.org/presentationml/2006/ole">
              <mc:AlternateContent xmlns:mc="http://schemas.openxmlformats.org/markup-compatibility/2006">
                <mc:Choice xmlns:v="urn:schemas-microsoft-com:vml" Requires="v">
                  <p:oleObj spid="_x0000_s3130" name="" r:id="rId1" imgW="1727200" imgH="457200" progId="Equation.DSMT4">
                    <p:embed/>
                  </p:oleObj>
                </mc:Choice>
                <mc:Fallback>
                  <p:oleObj name="" r:id="rId1" imgW="1727200" imgH="457200" progId="Equation.DSMT4">
                    <p:embed/>
                    <p:pic>
                      <p:nvPicPr>
                        <p:cNvPr id="0" name="图片 3129"/>
                        <p:cNvPicPr/>
                        <p:nvPr/>
                      </p:nvPicPr>
                      <p:blipFill>
                        <a:blip r:embed="rId2"/>
                        <a:stretch>
                          <a:fillRect/>
                        </a:stretch>
                      </p:blipFill>
                      <p:spPr>
                        <a:xfrm>
                          <a:off x="2024063" y="2276475"/>
                          <a:ext cx="4208462" cy="1133475"/>
                        </a:xfrm>
                        <a:prstGeom prst="rect">
                          <a:avLst/>
                        </a:prstGeom>
                        <a:noFill/>
                        <a:ln w="38100">
                          <a:noFill/>
                          <a:miter/>
                        </a:ln>
                      </p:spPr>
                    </p:pic>
                  </p:oleObj>
                </mc:Fallback>
              </mc:AlternateContent>
            </a:graphicData>
          </a:graphic>
        </p:graphicFrame>
      </p:grpSp>
      <p:sp>
        <p:nvSpPr>
          <p:cNvPr id="60421" name="Rectangle 8"/>
          <p:cNvSpPr/>
          <p:nvPr/>
        </p:nvSpPr>
        <p:spPr>
          <a:xfrm>
            <a:off x="7164388" y="2827338"/>
            <a:ext cx="615950" cy="457200"/>
          </a:xfrm>
          <a:prstGeom prst="rect">
            <a:avLst/>
          </a:prstGeom>
          <a:noFill/>
          <a:ln w="9525">
            <a:noFill/>
          </a:ln>
        </p:spPr>
        <p:txBody>
          <a:bodyPr wrap="none" anchor="ctr" anchorCtr="0">
            <a:spAutoFit/>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华文新魏" panose="02010800040101010101" pitchFamily="2" charset="-122"/>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ea typeface="+mn-ea"/>
                <a:cs typeface="华文新魏" panose="02010800040101010101" pitchFamily="2" charset="-122"/>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ea typeface="+mn-ea"/>
                <a:cs typeface="华文新魏" panose="02010800040101010101" pitchFamily="2" charset="-122"/>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ea typeface="+mn-ea"/>
                <a:cs typeface="华文新魏" panose="02010800040101010101" pitchFamily="2" charset="-122"/>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ea typeface="+mn-ea"/>
                <a:cs typeface="华文新魏" panose="02010800040101010101" pitchFamily="2" charset="-122"/>
              </a:defRPr>
            </a:lvl5pPr>
          </a:lstStyle>
          <a:p>
            <a:pPr marL="0" lvl="0" indent="0" eaLnBrk="1" hangingPunct="1">
              <a:spcBef>
                <a:spcPct val="0"/>
              </a:spcBef>
              <a:buClrTx/>
              <a:buSzTx/>
              <a:buFontTx/>
              <a:buNone/>
            </a:pPr>
            <a:r>
              <a:rPr lang="en-US" altLang="zh-CN" sz="2400" dirty="0">
                <a:latin typeface="Times New Roman" panose="02020603050405020304" pitchFamily="18" charset="0"/>
              </a:rPr>
              <a:t>(1)</a:t>
            </a:r>
            <a:r>
              <a:rPr lang="zh-CN" altLang="zh-CN" sz="2400" dirty="0">
                <a:latin typeface="Times New Roman" panose="02020603050405020304" pitchFamily="18" charset="0"/>
              </a:rPr>
              <a:t> </a:t>
            </a:r>
            <a:endParaRPr lang="zh-CN" altLang="zh-CN" sz="2400" dirty="0">
              <a:latin typeface="Times New Roman" panose="02020603050405020304" pitchFamily="18" charset="0"/>
            </a:endParaRPr>
          </a:p>
        </p:txBody>
      </p:sp>
      <p:graphicFrame>
        <p:nvGraphicFramePr>
          <p:cNvPr id="225298" name="Object 18"/>
          <p:cNvGraphicFramePr>
            <a:graphicFrameLocks noChangeAspect="1"/>
          </p:cNvGraphicFramePr>
          <p:nvPr>
            <p:ph sz="half" idx="1"/>
          </p:nvPr>
        </p:nvGraphicFramePr>
        <p:xfrm>
          <a:off x="3241675" y="5408613"/>
          <a:ext cx="4570413" cy="1044575"/>
        </p:xfrm>
        <a:graphic>
          <a:graphicData uri="http://schemas.openxmlformats.org/presentationml/2006/ole">
            <mc:AlternateContent xmlns:mc="http://schemas.openxmlformats.org/markup-compatibility/2006">
              <mc:Choice xmlns:v="urn:schemas-microsoft-com:vml" Requires="v">
                <p:oleObj spid="_x0000_s3132" name="" r:id="rId3" imgW="2222500" imgH="508000" progId="Equation.DSMT4">
                  <p:embed/>
                </p:oleObj>
              </mc:Choice>
              <mc:Fallback>
                <p:oleObj name="" r:id="rId3" imgW="2222500" imgH="508000" progId="Equation.DSMT4">
                  <p:embed/>
                  <p:pic>
                    <p:nvPicPr>
                      <p:cNvPr id="0" name="图片 3131"/>
                      <p:cNvPicPr/>
                      <p:nvPr/>
                    </p:nvPicPr>
                    <p:blipFill>
                      <a:blip r:embed="rId4"/>
                      <a:srcRect/>
                      <a:stretch>
                        <a:fillRect/>
                      </a:stretch>
                    </p:blipFill>
                    <p:spPr>
                      <a:xfrm>
                        <a:off x="3241675" y="5408613"/>
                        <a:ext cx="4570413" cy="1044575"/>
                      </a:xfrm>
                      <a:prstGeom prst="rect">
                        <a:avLst/>
                      </a:prstGeom>
                      <a:noFill/>
                      <a:ln w="38100">
                        <a:miter/>
                      </a:ln>
                    </p:spPr>
                  </p:pic>
                </p:oleObj>
              </mc:Fallback>
            </mc:AlternateContent>
          </a:graphicData>
        </a:graphic>
      </p:graphicFrame>
      <p:sp>
        <p:nvSpPr>
          <p:cNvPr id="225301" name="Rectangle 21"/>
          <p:cNvSpPr>
            <a:spLocks noGrp="1" noChangeArrowheads="1"/>
          </p:cNvSpPr>
          <p:nvPr>
            <p:ph type="title"/>
          </p:nvPr>
        </p:nvSpPr>
        <p:spPr>
          <a:xfrm>
            <a:off x="827088" y="333375"/>
            <a:ext cx="7793038" cy="1143000"/>
          </a:xfrm>
        </p:spPr>
        <p:txBody>
          <a:bodyPr vert="horz" wrap="square" lIns="91440" tIns="45720" rIns="91440" bIns="45720" numCol="1" anchor="b" anchorCtr="0" compatLnSpc="1"/>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en-US" altLang="zh-CN" sz="3600" b="1" i="1" u="none" strike="noStrike" kern="0" cap="none" spc="0" normalizeH="0" baseline="0" noProof="0" dirty="0">
                <a:ln>
                  <a:noFill/>
                </a:ln>
                <a:solidFill>
                  <a:srgbClr val="0000CC"/>
                </a:solidFill>
                <a:effectLst>
                  <a:outerShdw blurRad="38100" dist="38100" dir="2700000" algn="tl">
                    <a:srgbClr val="C0C0C0"/>
                  </a:outerShdw>
                </a:effectLst>
                <a:uLnTx/>
                <a:uFillTx/>
                <a:latin typeface="Times New Roman" panose="02020603050405020304" pitchFamily="18" charset="0"/>
                <a:ea typeface="黑体" panose="02010609060101010101" pitchFamily="49" charset="-122"/>
                <a:cs typeface="Times New Roman" panose="02020603050405020304" pitchFamily="18" charset="0"/>
              </a:rPr>
              <a:t>k</a:t>
            </a:r>
            <a:r>
              <a:rPr kumimoji="0" lang="en-US" altLang="zh-CN" sz="3600" b="1" i="0" u="none" strike="noStrike" kern="0" cap="none" spc="0" normalizeH="0" baseline="0" noProof="0" dirty="0">
                <a:ln>
                  <a:noFill/>
                </a:ln>
                <a:solidFill>
                  <a:srgbClr val="0000CC"/>
                </a:solidFill>
                <a:effectLst>
                  <a:outerShdw blurRad="38100" dist="38100" dir="2700000" algn="tl">
                    <a:srgbClr val="C0C0C0"/>
                  </a:outerShdw>
                </a:effectLst>
                <a:uLnTx/>
                <a:uFillTx/>
                <a:latin typeface="Times New Roman" panose="02020603050405020304" pitchFamily="18" charset="0"/>
                <a:ea typeface="黑体" panose="02010609060101010101" pitchFamily="49" charset="-122"/>
                <a:cs typeface="Times New Roman" panose="02020603050405020304" pitchFamily="18" charset="0"/>
              </a:rPr>
              <a:t>-</a:t>
            </a:r>
            <a:r>
              <a:rPr kumimoji="0" lang="zh-CN" altLang="en-US" sz="3600" b="1" i="0" u="none" strike="noStrike" kern="0" cap="none" spc="0" normalizeH="0" baseline="0" noProof="0" dirty="0">
                <a:ln>
                  <a:noFill/>
                </a:ln>
                <a:solidFill>
                  <a:srgbClr val="0000CC"/>
                </a:solidFill>
                <a:effectLst>
                  <a:outerShdw blurRad="38100" dist="38100" dir="2700000" algn="tl">
                    <a:srgbClr val="C0C0C0"/>
                  </a:outerShdw>
                </a:effectLst>
                <a:uLnTx/>
                <a:uFillTx/>
                <a:latin typeface="黑体" panose="02010609060101010101" pitchFamily="49" charset="-122"/>
                <a:ea typeface="黑体" panose="02010609060101010101" pitchFamily="49" charset="-122"/>
                <a:cs typeface="Times New Roman" panose="02020603050405020304" pitchFamily="18" charset="0"/>
              </a:rPr>
              <a:t>均值聚类模型</a:t>
            </a:r>
            <a:endParaRPr kumimoji="0" lang="zh-CN" altLang="en-US" sz="3600" b="1" i="0" u="none" strike="noStrike" kern="0" cap="none" spc="0" normalizeH="0" baseline="0" noProof="0" dirty="0">
              <a:ln>
                <a:noFill/>
              </a:ln>
              <a:solidFill>
                <a:srgbClr val="0000CC"/>
              </a:solidFill>
              <a:effectLst>
                <a:outerShdw blurRad="38100" dist="38100" dir="2700000" algn="tl">
                  <a:srgbClr val="C0C0C0"/>
                </a:outerShdw>
              </a:effectLst>
              <a:uLnTx/>
              <a:uFillTx/>
              <a:latin typeface="黑体" panose="02010609060101010101" pitchFamily="49" charset="-122"/>
              <a:ea typeface="黑体" panose="02010609060101010101" pitchFamily="49" charset="-122"/>
              <a:cs typeface="Times New Roman" panose="02020603050405020304" pitchFamily="18" charset="0"/>
            </a:endParaRPr>
          </a:p>
        </p:txBody>
      </p:sp>
      <p:sp>
        <p:nvSpPr>
          <p:cNvPr id="11" name="Text Box 5"/>
          <p:cNvSpPr txBox="1"/>
          <p:nvPr/>
        </p:nvSpPr>
        <p:spPr>
          <a:xfrm>
            <a:off x="3224213" y="0"/>
            <a:ext cx="5919788" cy="706438"/>
          </a:xfrm>
          <a:prstGeom prst="rect">
            <a:avLst/>
          </a:prstGeom>
          <a:noFill/>
          <a:ln w="9525">
            <a:noFill/>
          </a:ln>
        </p:spPr>
        <p:txBody>
          <a:bodyPr>
            <a:spAutoFit/>
          </a:bodyPr>
          <a:lstStyle/>
          <a:p>
            <a:pPr marR="0" algn="ctr" defTabSz="914400" eaLnBrk="1" hangingPunct="1">
              <a:buClrTx/>
              <a:buSzTx/>
              <a:buFontTx/>
              <a:buNone/>
              <a:defRPr/>
            </a:pPr>
            <a:r>
              <a:rPr kumimoji="0" lang="en-US" altLang="zh-CN" sz="4000" b="1" kern="1200" cap="none" spc="0" normalizeH="0" baseline="0" noProof="1">
                <a:solidFill>
                  <a:srgbClr val="0000FF"/>
                </a:solidFill>
                <a:latin typeface="Arial" panose="020B0604020202020204" pitchFamily="34" charset="0"/>
                <a:ea typeface="宋体" panose="02010600030101010101" pitchFamily="2" charset="-122"/>
                <a:cs typeface="+mn-cs"/>
                <a:sym typeface="宋体" panose="02010600030101010101" pitchFamily="2" charset="-122"/>
              </a:rPr>
              <a:t>4.2.1 </a:t>
            </a:r>
            <a:r>
              <a:rPr kumimoji="1" lang="en-US" altLang="zh-CN" sz="4000" b="1" kern="0" cap="none" spc="0" normalizeH="0" baseline="0" noProof="0" dirty="0">
                <a:solidFill>
                  <a:srgbClr val="0000CC"/>
                </a:solidFill>
                <a:effectLst>
                  <a:outerShdw blurRad="38100" dist="38100" dir="2700000" algn="tl">
                    <a:srgbClr val="C0C0C0"/>
                  </a:outerShdw>
                </a:effectLst>
                <a:latin typeface="黑体" panose="02010609060101010101" pitchFamily="49" charset="-122"/>
                <a:ea typeface="黑体" panose="02010609060101010101" pitchFamily="49" charset="-122"/>
                <a:cs typeface="Times New Roman" panose="02020603050405020304" pitchFamily="18" charset="0"/>
                <a:sym typeface="+mn-ea"/>
              </a:rPr>
              <a:t> </a:t>
            </a:r>
            <a:r>
              <a:rPr kumimoji="0" lang="en-US" altLang="zh-CN" sz="4000" kern="1200" cap="none" spc="0" normalizeH="0" baseline="0" noProof="1">
                <a:solidFill>
                  <a:srgbClr val="0000FF"/>
                </a:solidFill>
                <a:latin typeface="Arial" panose="020B0604020202020204" pitchFamily="34" charset="0"/>
                <a:ea typeface="宋体" panose="02010600030101010101" pitchFamily="2" charset="-122"/>
                <a:cs typeface="+mn-cs"/>
                <a:sym typeface="+mn-ea"/>
              </a:rPr>
              <a:t>K</a:t>
            </a:r>
            <a:r>
              <a:rPr kumimoji="0" lang="en-US" altLang="zh-CN" sz="4000" b="1" kern="1200" cap="none" spc="0" normalizeH="0" baseline="0" noProof="1">
                <a:solidFill>
                  <a:srgbClr val="0000FF"/>
                </a:solidFill>
                <a:latin typeface="Arial" panose="020B0604020202020204" pitchFamily="34" charset="0"/>
                <a:ea typeface="宋体" panose="02010600030101010101" pitchFamily="2" charset="-122"/>
                <a:cs typeface="+mn-cs"/>
                <a:sym typeface="+mn-ea"/>
              </a:rPr>
              <a:t>-均值</a:t>
            </a:r>
            <a:r>
              <a:rPr kumimoji="0" lang="en-US" altLang="zh-CN" sz="4000" b="1" kern="1200" cap="none" spc="0" normalizeH="0" baseline="0" noProof="1">
                <a:solidFill>
                  <a:srgbClr val="0000FF"/>
                </a:solidFill>
                <a:latin typeface="Arial" panose="020B0604020202020204" pitchFamily="34" charset="0"/>
                <a:ea typeface="宋体" panose="02010600030101010101" pitchFamily="2" charset="-122"/>
                <a:cs typeface="+mn-cs"/>
                <a:sym typeface="宋体" panose="02010600030101010101" pitchFamily="2" charset="-122"/>
              </a:rPr>
              <a:t>算法</a:t>
            </a:r>
            <a:endParaRPr kumimoji="0" lang="en-US" altLang="zh-CN" sz="4000" b="1" kern="1200" cap="none" spc="0" normalizeH="0" baseline="0" noProof="1">
              <a:solidFill>
                <a:srgbClr val="0000FF"/>
              </a:solidFill>
              <a:latin typeface="Arial" panose="020B0604020202020204" pitchFamily="34" charset="0"/>
              <a:ea typeface="宋体" panose="02010600030101010101" pitchFamily="2" charset="-122"/>
              <a:cs typeface="+mn-cs"/>
              <a:sym typeface="宋体" panose="02010600030101010101" pitchFamily="2"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ox(in)">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225298"/>
                                        </p:tgtEl>
                                        <p:attrNameLst>
                                          <p:attrName>style.visibility</p:attrName>
                                        </p:attrNameLst>
                                      </p:cBhvr>
                                      <p:to>
                                        <p:strVal val="visible"/>
                                      </p:to>
                                    </p:set>
                                    <p:anim calcmode="lin" valueType="num">
                                      <p:cBhvr additive="base">
                                        <p:cTn id="12" dur="500" fill="hold"/>
                                        <p:tgtEl>
                                          <p:spTgt spid="225298"/>
                                        </p:tgtEl>
                                        <p:attrNameLst>
                                          <p:attrName>ppt_x</p:attrName>
                                        </p:attrNameLst>
                                      </p:cBhvr>
                                      <p:tavLst>
                                        <p:tav tm="0">
                                          <p:val>
                                            <p:strVal val="#ppt_x"/>
                                          </p:val>
                                        </p:tav>
                                        <p:tav tm="100000">
                                          <p:val>
                                            <p:strVal val="#ppt_x"/>
                                          </p:val>
                                        </p:tav>
                                      </p:tavLst>
                                    </p:anim>
                                    <p:anim calcmode="lin" valueType="num">
                                      <p:cBhvr additive="base">
                                        <p:cTn id="13" dur="500" fill="hold"/>
                                        <p:tgtEl>
                                          <p:spTgt spid="22529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3426" name="Rectangle 2"/>
          <p:cNvSpPr>
            <a:spLocks noGrp="1" noChangeArrowheads="1"/>
          </p:cNvSpPr>
          <p:nvPr>
            <p:ph type="title" idx="4294967295"/>
          </p:nvPr>
        </p:nvSpPr>
        <p:spPr>
          <a:xfrm>
            <a:off x="1071563" y="1071563"/>
            <a:ext cx="7143750" cy="609600"/>
          </a:xfrm>
        </p:spPr>
        <p:txBody>
          <a:bodyPr vert="horz" wrap="square" lIns="91440" tIns="45720" rIns="91440" bIns="45720" numCol="1" anchor="b" anchorCtr="0" compatLnSpc="1">
            <a:noAutofit/>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3600" b="1" i="1" u="none" strike="noStrike" kern="0" cap="none" spc="0" normalizeH="0" baseline="0" noProof="0" dirty="0">
                <a:ln>
                  <a:noFill/>
                </a:ln>
                <a:solidFill>
                  <a:srgbClr val="0000CC"/>
                </a:solidFill>
                <a:effectLst>
                  <a:outerShdw blurRad="38100" dist="38100" dir="2700000" algn="tl">
                    <a:srgbClr val="C0C0C0"/>
                  </a:outerShdw>
                </a:effectLst>
                <a:uLnTx/>
                <a:uFillTx/>
                <a:latin typeface="Times New Roman" panose="02020603050405020304" pitchFamily="18" charset="0"/>
                <a:ea typeface="黑体" panose="02010609060101010101" pitchFamily="49" charset="-122"/>
                <a:cs typeface="Times New Roman" panose="02020603050405020304" pitchFamily="18" charset="0"/>
              </a:rPr>
              <a:t>k</a:t>
            </a:r>
            <a:r>
              <a:rPr kumimoji="0" lang="en-US" altLang="zh-CN" sz="3600" b="1" i="0" u="none" strike="noStrike" kern="0" cap="none" spc="0" normalizeH="0" baseline="0" noProof="0" dirty="0">
                <a:ln>
                  <a:noFill/>
                </a:ln>
                <a:solidFill>
                  <a:srgbClr val="0000CC"/>
                </a:solidFill>
                <a:effectLst>
                  <a:outerShdw blurRad="38100" dist="38100" dir="2700000" algn="tl">
                    <a:srgbClr val="C0C0C0"/>
                  </a:outerShdw>
                </a:effectLst>
                <a:uLnTx/>
                <a:uFillTx/>
                <a:latin typeface="Times New Roman" panose="02020603050405020304" pitchFamily="18" charset="0"/>
                <a:ea typeface="黑体" panose="02010609060101010101" pitchFamily="49" charset="-122"/>
                <a:cs typeface="Times New Roman" panose="02020603050405020304" pitchFamily="18" charset="0"/>
              </a:rPr>
              <a:t>-</a:t>
            </a:r>
            <a:r>
              <a:rPr kumimoji="0" lang="zh-CN" altLang="en-US" sz="3600" b="1" i="0" u="none" strike="noStrike" kern="0" cap="none" spc="0" normalizeH="0" baseline="0" noProof="0" dirty="0">
                <a:ln>
                  <a:noFill/>
                </a:ln>
                <a:solidFill>
                  <a:srgbClr val="0000CC"/>
                </a:solidFill>
                <a:effectLst>
                  <a:outerShdw blurRad="38100" dist="38100" dir="2700000" algn="tl">
                    <a:srgbClr val="C0C0C0"/>
                  </a:outerShdw>
                </a:effectLst>
                <a:uLnTx/>
                <a:uFillTx/>
                <a:latin typeface="Times New Roman" panose="02020603050405020304" pitchFamily="18" charset="0"/>
                <a:ea typeface="黑体" panose="02010609060101010101" pitchFamily="49" charset="-122"/>
                <a:cs typeface="Times New Roman" panose="02020603050405020304" pitchFamily="18" charset="0"/>
              </a:rPr>
              <a:t>均值聚类算法流程</a:t>
            </a:r>
            <a:endParaRPr kumimoji="0" lang="zh-CN" altLang="en-US" sz="3600" b="1" i="0" u="none" strike="noStrike" kern="0" cap="none" spc="0" normalizeH="0" baseline="0" noProof="0" dirty="0">
              <a:ln>
                <a:noFill/>
              </a:ln>
              <a:solidFill>
                <a:srgbClr val="0000CC"/>
              </a:solidFill>
              <a:effectLst>
                <a:outerShdw blurRad="38100" dist="38100" dir="2700000" algn="tl">
                  <a:srgbClr val="C0C0C0"/>
                </a:outerShdw>
              </a:effectLst>
              <a:uLnTx/>
              <a:uFillTx/>
              <a:latin typeface="Times New Roman" panose="02020603050405020304" pitchFamily="18" charset="0"/>
              <a:ea typeface="黑体" panose="02010609060101010101" pitchFamily="49" charset="-122"/>
              <a:cs typeface="Times New Roman" panose="02020603050405020304" pitchFamily="18" charset="0"/>
            </a:endParaRPr>
          </a:p>
        </p:txBody>
      </p:sp>
      <p:sp>
        <p:nvSpPr>
          <p:cNvPr id="5" name="Rectangle 5"/>
          <p:cNvSpPr>
            <a:spLocks noChangeArrowheads="1"/>
          </p:cNvSpPr>
          <p:nvPr/>
        </p:nvSpPr>
        <p:spPr bwMode="auto">
          <a:xfrm>
            <a:off x="611188" y="1841500"/>
            <a:ext cx="8210550" cy="4013200"/>
          </a:xfrm>
          <a:prstGeom prst="rect">
            <a:avLst/>
          </a:prstGeom>
          <a:noFill/>
          <a:ln w="9525">
            <a:noFill/>
            <a:miter lim="800000"/>
          </a:ln>
          <a:effectLst/>
        </p:spPr>
        <p:txBody>
          <a:bodyPr>
            <a:spAutoFit/>
          </a:bodyPr>
          <a:lstStyle/>
          <a:p>
            <a:pPr marL="342900" marR="0" lvl="0" indent="-342900" algn="just" defTabSz="914400" rtl="0" eaLnBrk="0" fontAlgn="base" latinLnBrk="0" hangingPunct="0">
              <a:lnSpc>
                <a:spcPct val="110000"/>
              </a:lnSpc>
              <a:spcBef>
                <a:spcPct val="0"/>
              </a:spcBef>
              <a:spcAft>
                <a:spcPct val="0"/>
              </a:spcAft>
              <a:buClrTx/>
              <a:buSzTx/>
              <a:buFontTx/>
              <a:buNone/>
              <a:defRPr/>
            </a:pPr>
            <a:r>
              <a:rPr kumimoji="0" lang="en-US" altLang="zh-CN" sz="2600" b="1" i="0" u="none" strike="noStrike" kern="1200" cap="none" spc="0" normalizeH="0" baseline="0" noProof="0" dirty="0">
                <a:ln>
                  <a:noFill/>
                </a:ln>
                <a:solidFill>
                  <a:schemeClr val="tx2"/>
                </a:solidFill>
                <a:effectLst/>
                <a:uLnTx/>
                <a:uFillTx/>
                <a:latin typeface="Times New Roman" panose="02020603050405020304" pitchFamily="18" charset="0"/>
                <a:ea typeface="宋体" panose="02010600030101010101" pitchFamily="2" charset="-122"/>
                <a:cs typeface="+mn-cs"/>
              </a:rPr>
              <a:t>Step 1</a:t>
            </a:r>
            <a:r>
              <a:rPr kumimoji="0" lang="en-US" altLang="zh-CN" sz="2600" b="1"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rPr>
              <a:t>. </a:t>
            </a:r>
            <a:r>
              <a:rPr kumimoji="0" lang="zh-CN" altLang="en-US" sz="2600" b="1" i="0" u="none" strike="noStrike" kern="1200" cap="none" spc="0" normalizeH="0" baseline="0" noProof="0" dirty="0">
                <a:ln>
                  <a:noFill/>
                </a:ln>
                <a:solidFill>
                  <a:schemeClr val="hlink"/>
                </a:solidFill>
                <a:effectLst/>
                <a:uLnTx/>
                <a:uFillTx/>
                <a:latin typeface="Times New Roman" panose="02020603050405020304" pitchFamily="18" charset="0"/>
                <a:ea typeface="宋体" panose="02010600030101010101" pitchFamily="2" charset="-122"/>
                <a:cs typeface="+mn-cs"/>
              </a:rPr>
              <a:t>初始化</a:t>
            </a:r>
            <a:r>
              <a:rPr kumimoji="0" lang="zh-CN" altLang="en-US" sz="2600" b="1"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rPr>
              <a:t>：随机选择</a:t>
            </a:r>
            <a:r>
              <a:rPr kumimoji="0" lang="en-US" altLang="zh-CN" sz="2600" b="1" i="1"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rPr>
              <a:t>k</a:t>
            </a:r>
            <a:r>
              <a:rPr kumimoji="0" lang="zh-CN" altLang="en-US" sz="2600" b="1"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rPr>
              <a:t>个样本点，并将其视为各聚</a:t>
            </a:r>
            <a:endParaRPr kumimoji="0" lang="zh-CN" altLang="en-US" sz="2600" b="1"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endParaRPr>
          </a:p>
          <a:p>
            <a:pPr marL="342900" marR="0" lvl="0" indent="-342900" algn="just" defTabSz="914400" rtl="0" eaLnBrk="0" fontAlgn="base" latinLnBrk="0" hangingPunct="0">
              <a:lnSpc>
                <a:spcPct val="110000"/>
              </a:lnSpc>
              <a:spcBef>
                <a:spcPct val="0"/>
              </a:spcBef>
              <a:spcAft>
                <a:spcPct val="0"/>
              </a:spcAft>
              <a:buClrTx/>
              <a:buSzTx/>
              <a:buFontTx/>
              <a:buNone/>
              <a:defRPr/>
            </a:pPr>
            <a:r>
              <a:rPr kumimoji="0" lang="zh-CN" altLang="en-US" sz="2600" b="1"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rPr>
              <a:t>            类的初始中心</a:t>
            </a:r>
            <a:r>
              <a:rPr kumimoji="1" lang="en-US" altLang="zh-CN" sz="2600" b="1" i="1"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rPr>
              <a:t>m</a:t>
            </a:r>
            <a:r>
              <a:rPr kumimoji="1" lang="en-US" altLang="zh-CN" sz="2600" b="1" i="0" u="none" strike="noStrike" kern="1200" cap="none" spc="0" normalizeH="0" baseline="-25000" noProof="0" dirty="0">
                <a:ln>
                  <a:noFill/>
                </a:ln>
                <a:solidFill>
                  <a:schemeClr val="tx1"/>
                </a:solidFill>
                <a:effectLst/>
                <a:uLnTx/>
                <a:uFillTx/>
                <a:latin typeface="Times New Roman" panose="02020603050405020304" pitchFamily="18" charset="0"/>
                <a:ea typeface="宋体" panose="02010600030101010101" pitchFamily="2" charset="-122"/>
                <a:cs typeface="+mn-cs"/>
              </a:rPr>
              <a:t>1</a:t>
            </a:r>
            <a:r>
              <a:rPr kumimoji="1" lang="en-US" altLang="zh-CN" sz="2600" b="1"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rPr>
              <a:t>,…,</a:t>
            </a:r>
            <a:r>
              <a:rPr kumimoji="1" lang="en-US" altLang="zh-CN" sz="2600" b="1" i="1" u="none" strike="noStrike" kern="1200" cap="none" spc="0" normalizeH="0" baseline="0" noProof="0" dirty="0" err="1">
                <a:ln>
                  <a:noFill/>
                </a:ln>
                <a:solidFill>
                  <a:schemeClr val="tx1"/>
                </a:solidFill>
                <a:effectLst/>
                <a:uLnTx/>
                <a:uFillTx/>
                <a:latin typeface="Times New Roman" panose="02020603050405020304" pitchFamily="18" charset="0"/>
                <a:ea typeface="宋体" panose="02010600030101010101" pitchFamily="2" charset="-122"/>
                <a:cs typeface="+mn-cs"/>
              </a:rPr>
              <a:t>m</a:t>
            </a:r>
            <a:r>
              <a:rPr kumimoji="1" lang="en-US" altLang="zh-CN" sz="2600" b="1" i="1" u="none" strike="noStrike" kern="1200" cap="none" spc="0" normalizeH="0" baseline="-25000" noProof="0" dirty="0" err="1">
                <a:ln>
                  <a:noFill/>
                </a:ln>
                <a:solidFill>
                  <a:schemeClr val="tx1"/>
                </a:solidFill>
                <a:effectLst/>
                <a:uLnTx/>
                <a:uFillTx/>
                <a:latin typeface="Times New Roman" panose="02020603050405020304" pitchFamily="18" charset="0"/>
                <a:ea typeface="宋体" panose="02010600030101010101" pitchFamily="2" charset="-122"/>
                <a:cs typeface="+mn-cs"/>
              </a:rPr>
              <a:t>k</a:t>
            </a:r>
            <a:r>
              <a:rPr kumimoji="1" lang="en-US" altLang="zh-CN" sz="2600" b="1"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rPr>
              <a:t> </a:t>
            </a:r>
            <a:r>
              <a:rPr kumimoji="0" lang="zh-CN" altLang="en-US" sz="2600" b="1"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rPr>
              <a:t>；</a:t>
            </a:r>
            <a:endParaRPr kumimoji="0" lang="en-US" altLang="zh-CN" sz="2600" b="1"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endParaRPr>
          </a:p>
          <a:p>
            <a:pPr marL="342900" marR="0" lvl="0" indent="-342900" algn="just" defTabSz="914400" rtl="0" eaLnBrk="0" fontAlgn="base" latinLnBrk="0" hangingPunct="0">
              <a:lnSpc>
                <a:spcPct val="110000"/>
              </a:lnSpc>
              <a:spcBef>
                <a:spcPct val="0"/>
              </a:spcBef>
              <a:spcAft>
                <a:spcPct val="0"/>
              </a:spcAft>
              <a:buClrTx/>
              <a:buSzTx/>
              <a:buFontTx/>
              <a:buNone/>
              <a:defRPr/>
            </a:pPr>
            <a:r>
              <a:rPr kumimoji="0" lang="en-US" altLang="zh-CN" sz="2600" b="1" i="0" u="none" strike="noStrike" kern="1200" cap="none" spc="0" normalizeH="0" baseline="0" noProof="0" dirty="0">
                <a:ln>
                  <a:noFill/>
                </a:ln>
                <a:solidFill>
                  <a:schemeClr val="tx2"/>
                </a:solidFill>
                <a:effectLst/>
                <a:uLnTx/>
                <a:uFillTx/>
                <a:latin typeface="Times New Roman" panose="02020603050405020304" pitchFamily="18" charset="0"/>
                <a:ea typeface="宋体" panose="02010600030101010101" pitchFamily="2" charset="-122"/>
                <a:cs typeface="+mn-cs"/>
              </a:rPr>
              <a:t>Step 2</a:t>
            </a:r>
            <a:r>
              <a:rPr kumimoji="0" lang="en-US" altLang="zh-CN" sz="2600" b="1"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rPr>
              <a:t>. </a:t>
            </a:r>
            <a:r>
              <a:rPr kumimoji="0" lang="zh-CN" altLang="en-US" sz="26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按照</a:t>
            </a:r>
            <a:r>
              <a:rPr kumimoji="0" lang="zh-CN" altLang="en-US" sz="2600" b="1" i="0" u="none" strike="noStrike" kern="1200" cap="none" spc="0" normalizeH="0" baseline="0" noProof="0" dirty="0">
                <a:ln>
                  <a:noFill/>
                </a:ln>
                <a:solidFill>
                  <a:schemeClr val="hlink"/>
                </a:solidFill>
                <a:effectLst/>
                <a:uLnTx/>
                <a:uFillTx/>
                <a:latin typeface="Times New Roman" panose="02020603050405020304" pitchFamily="18" charset="0"/>
                <a:ea typeface="宋体" panose="02010600030101010101" pitchFamily="2" charset="-122"/>
                <a:cs typeface="+mn-cs"/>
              </a:rPr>
              <a:t>最小距离法则</a:t>
            </a:r>
            <a:r>
              <a:rPr kumimoji="0" lang="zh-CN" altLang="en-US" sz="26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逐个将样本</a:t>
            </a:r>
            <a:r>
              <a:rPr kumimoji="0" lang="en-US" altLang="zh-CN" sz="2600" b="1" i="1"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x</a:t>
            </a:r>
            <a:r>
              <a:rPr kumimoji="0" lang="zh-CN" altLang="en-US" sz="2600" b="1"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rPr>
              <a:t>划分到以聚类中        </a:t>
            </a:r>
            <a:endParaRPr kumimoji="0" lang="zh-CN" altLang="en-US" sz="2600" b="1"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endParaRPr>
          </a:p>
          <a:p>
            <a:pPr marL="342900" marR="0" lvl="0" indent="-342900" algn="just" defTabSz="914400" rtl="0" eaLnBrk="0" fontAlgn="base" latinLnBrk="0" hangingPunct="0">
              <a:lnSpc>
                <a:spcPct val="110000"/>
              </a:lnSpc>
              <a:spcBef>
                <a:spcPct val="0"/>
              </a:spcBef>
              <a:spcAft>
                <a:spcPct val="0"/>
              </a:spcAft>
              <a:buClrTx/>
              <a:buSzTx/>
              <a:buFontTx/>
              <a:buNone/>
              <a:defRPr/>
            </a:pPr>
            <a:r>
              <a:rPr kumimoji="0" lang="zh-CN" altLang="en-US" sz="2600" b="1"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rPr>
              <a:t>            心</a:t>
            </a:r>
            <a:r>
              <a:rPr kumimoji="1" lang="en-US" altLang="zh-CN" sz="2600" b="1" i="1"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rPr>
              <a:t>m</a:t>
            </a:r>
            <a:r>
              <a:rPr kumimoji="1" lang="en-US" altLang="zh-CN" sz="2600" b="1" i="0" u="none" strike="noStrike" kern="1200" cap="none" spc="0" normalizeH="0" baseline="-25000" noProof="0" dirty="0">
                <a:ln>
                  <a:noFill/>
                </a:ln>
                <a:solidFill>
                  <a:schemeClr val="tx1"/>
                </a:solidFill>
                <a:effectLst/>
                <a:uLnTx/>
                <a:uFillTx/>
                <a:latin typeface="Times New Roman" panose="02020603050405020304" pitchFamily="18" charset="0"/>
                <a:ea typeface="宋体" panose="02010600030101010101" pitchFamily="2" charset="-122"/>
                <a:cs typeface="+mn-cs"/>
              </a:rPr>
              <a:t>1</a:t>
            </a:r>
            <a:r>
              <a:rPr kumimoji="1" lang="en-US" altLang="zh-CN" sz="2600" b="1"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rPr>
              <a:t>,…,</a:t>
            </a:r>
            <a:r>
              <a:rPr kumimoji="1" lang="en-US" altLang="zh-CN" sz="2600" b="1" i="1" u="none" strike="noStrike" kern="1200" cap="none" spc="0" normalizeH="0" baseline="0" noProof="0" dirty="0" err="1">
                <a:ln>
                  <a:noFill/>
                </a:ln>
                <a:solidFill>
                  <a:schemeClr val="tx1"/>
                </a:solidFill>
                <a:effectLst/>
                <a:uLnTx/>
                <a:uFillTx/>
                <a:latin typeface="Times New Roman" panose="02020603050405020304" pitchFamily="18" charset="0"/>
                <a:ea typeface="宋体" panose="02010600030101010101" pitchFamily="2" charset="-122"/>
                <a:cs typeface="+mn-cs"/>
              </a:rPr>
              <a:t>m</a:t>
            </a:r>
            <a:r>
              <a:rPr kumimoji="1" lang="en-US" altLang="zh-CN" sz="2600" b="1" i="1" u="none" strike="noStrike" kern="1200" cap="none" spc="0" normalizeH="0" baseline="-25000" noProof="0" dirty="0" err="1">
                <a:ln>
                  <a:noFill/>
                </a:ln>
                <a:solidFill>
                  <a:schemeClr val="tx1"/>
                </a:solidFill>
                <a:effectLst/>
                <a:uLnTx/>
                <a:uFillTx/>
                <a:latin typeface="Times New Roman" panose="02020603050405020304" pitchFamily="18" charset="0"/>
                <a:ea typeface="宋体" panose="02010600030101010101" pitchFamily="2" charset="-122"/>
                <a:cs typeface="+mn-cs"/>
              </a:rPr>
              <a:t>k</a:t>
            </a:r>
            <a:r>
              <a:rPr kumimoji="0" lang="zh-CN" altLang="en-US" sz="2600" b="1"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rPr>
              <a:t>为代表的</a:t>
            </a:r>
            <a:r>
              <a:rPr kumimoji="0" lang="en-US" altLang="zh-CN" sz="2600" b="1" i="1"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rPr>
              <a:t>k</a:t>
            </a:r>
            <a:r>
              <a:rPr kumimoji="0" lang="zh-CN" altLang="en-US" sz="2600" b="1"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rPr>
              <a:t>个类</a:t>
            </a:r>
            <a:r>
              <a:rPr kumimoji="1" lang="en-US" altLang="zh-CN" sz="2800" b="1" i="1"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rPr>
              <a:t>C</a:t>
            </a:r>
            <a:r>
              <a:rPr kumimoji="1" lang="en-US" altLang="zh-CN" sz="2800" b="1" i="0" u="none" strike="noStrike" kern="1200" cap="none" spc="0" normalizeH="0" baseline="-25000" noProof="0" dirty="0">
                <a:ln>
                  <a:noFill/>
                </a:ln>
                <a:solidFill>
                  <a:schemeClr val="tx1"/>
                </a:solidFill>
                <a:effectLst/>
                <a:uLnTx/>
                <a:uFillTx/>
                <a:latin typeface="Times New Roman" panose="02020603050405020304" pitchFamily="18" charset="0"/>
                <a:ea typeface="宋体" panose="02010600030101010101" pitchFamily="2" charset="-122"/>
                <a:cs typeface="+mn-cs"/>
              </a:rPr>
              <a:t>1</a:t>
            </a:r>
            <a:r>
              <a:rPr kumimoji="1" lang="en-US" altLang="zh-CN" sz="2800" b="1"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rPr>
              <a:t>,…,</a:t>
            </a:r>
            <a:r>
              <a:rPr kumimoji="1" lang="en-US" altLang="zh-CN" sz="2800" b="1" i="1"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rPr>
              <a:t>C</a:t>
            </a:r>
            <a:r>
              <a:rPr kumimoji="1" lang="en-US" altLang="zh-CN" sz="2800" b="1" i="1" u="none" strike="noStrike" kern="1200" cap="none" spc="0" normalizeH="0" baseline="-25000" noProof="0" dirty="0">
                <a:ln>
                  <a:noFill/>
                </a:ln>
                <a:solidFill>
                  <a:schemeClr val="tx1"/>
                </a:solidFill>
                <a:effectLst/>
                <a:uLnTx/>
                <a:uFillTx/>
                <a:latin typeface="Times New Roman" panose="02020603050405020304" pitchFamily="18" charset="0"/>
                <a:ea typeface="宋体" panose="02010600030101010101" pitchFamily="2" charset="-122"/>
                <a:cs typeface="+mn-cs"/>
              </a:rPr>
              <a:t>k</a:t>
            </a:r>
            <a:r>
              <a:rPr kumimoji="0" lang="zh-CN" altLang="en-US" sz="2800" b="1"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rPr>
              <a:t>中</a:t>
            </a:r>
            <a:r>
              <a:rPr kumimoji="0" lang="zh-CN" altLang="en-US" sz="2600" b="1"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rPr>
              <a:t>；</a:t>
            </a:r>
            <a:endParaRPr kumimoji="0" lang="zh-CN" altLang="en-US" sz="2600" b="1"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endParaRPr>
          </a:p>
          <a:p>
            <a:pPr marL="342900" marR="0" lvl="0" indent="-342900" algn="just" defTabSz="914400" rtl="0" eaLnBrk="0" fontAlgn="base" latinLnBrk="0" hangingPunct="0">
              <a:lnSpc>
                <a:spcPct val="110000"/>
              </a:lnSpc>
              <a:spcBef>
                <a:spcPct val="0"/>
              </a:spcBef>
              <a:spcAft>
                <a:spcPct val="0"/>
              </a:spcAft>
              <a:buClrTx/>
              <a:buSzTx/>
              <a:buFontTx/>
              <a:buNone/>
              <a:defRPr/>
            </a:pPr>
            <a:r>
              <a:rPr kumimoji="0" lang="en-US" altLang="zh-CN" sz="2600" b="1" i="0" u="none" strike="noStrike" kern="1200" cap="none" spc="0" normalizeH="0" baseline="0" noProof="0" dirty="0">
                <a:ln>
                  <a:noFill/>
                </a:ln>
                <a:solidFill>
                  <a:schemeClr val="tx2"/>
                </a:solidFill>
                <a:effectLst/>
                <a:uLnTx/>
                <a:uFillTx/>
                <a:latin typeface="Times New Roman" panose="02020603050405020304" pitchFamily="18" charset="0"/>
                <a:ea typeface="宋体" panose="02010600030101010101" pitchFamily="2" charset="-122"/>
                <a:cs typeface="+mn-cs"/>
              </a:rPr>
              <a:t>Step 3</a:t>
            </a:r>
            <a:r>
              <a:rPr kumimoji="0" lang="en-US" altLang="zh-CN" sz="2600" b="1"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rPr>
              <a:t>. </a:t>
            </a:r>
            <a:r>
              <a:rPr kumimoji="0" lang="zh-CN" altLang="en-US" sz="26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计算聚类准则函数</a:t>
            </a:r>
            <a:r>
              <a:rPr kumimoji="0" lang="en-US" altLang="zh-CN" sz="2600" b="1" i="1"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J</a:t>
            </a:r>
            <a:r>
              <a:rPr kumimoji="0" lang="zh-CN" altLang="en-US" sz="26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a:t>
            </a:r>
            <a:r>
              <a:rPr kumimoji="0" lang="zh-CN" altLang="en-US" sz="2600" b="1" i="0" u="none" strike="noStrike" kern="1200" cap="none" spc="0" normalizeH="0" baseline="0" noProof="0" dirty="0">
                <a:ln>
                  <a:noFill/>
                </a:ln>
                <a:solidFill>
                  <a:schemeClr val="hlink"/>
                </a:solidFill>
                <a:effectLst/>
                <a:uLnTx/>
                <a:uFillTx/>
                <a:latin typeface="Times New Roman" panose="02020603050405020304" pitchFamily="18" charset="0"/>
                <a:ea typeface="宋体" panose="02010600030101010101" pitchFamily="2" charset="-122"/>
                <a:cs typeface="+mn-cs"/>
              </a:rPr>
              <a:t>重新计算</a:t>
            </a:r>
            <a:r>
              <a:rPr kumimoji="0" lang="en-US" altLang="zh-CN" sz="2600" b="1" i="1" u="none" strike="noStrike" kern="1200" cap="none" spc="0" normalizeH="0" baseline="0" noProof="0" dirty="0">
                <a:ln>
                  <a:noFill/>
                </a:ln>
                <a:solidFill>
                  <a:schemeClr val="hlink"/>
                </a:solidFill>
                <a:effectLst/>
                <a:uLnTx/>
                <a:uFillTx/>
                <a:latin typeface="Times New Roman" panose="02020603050405020304" pitchFamily="18" charset="0"/>
                <a:ea typeface="宋体" panose="02010600030101010101" pitchFamily="2" charset="-122"/>
                <a:cs typeface="+mn-cs"/>
              </a:rPr>
              <a:t>k</a:t>
            </a:r>
            <a:r>
              <a:rPr kumimoji="0" lang="zh-CN" altLang="en-US" sz="2600" b="1" i="0" u="none" strike="noStrike" kern="1200" cap="none" spc="0" normalizeH="0" baseline="0" noProof="0" dirty="0">
                <a:ln>
                  <a:noFill/>
                </a:ln>
                <a:solidFill>
                  <a:schemeClr val="hlink"/>
                </a:solidFill>
                <a:effectLst/>
                <a:uLnTx/>
                <a:uFillTx/>
                <a:latin typeface="Times New Roman" panose="02020603050405020304" pitchFamily="18" charset="0"/>
                <a:ea typeface="宋体" panose="02010600030101010101" pitchFamily="2" charset="-122"/>
                <a:cs typeface="+mn-cs"/>
              </a:rPr>
              <a:t>个类的聚类中心</a:t>
            </a:r>
            <a:endParaRPr kumimoji="0" lang="zh-CN" altLang="en-US" sz="2600" b="1" i="0" u="none" strike="noStrike" kern="1200" cap="none" spc="0" normalizeH="0" baseline="0" noProof="0" dirty="0">
              <a:ln>
                <a:noFill/>
              </a:ln>
              <a:solidFill>
                <a:schemeClr val="hlink"/>
              </a:solidFill>
              <a:effectLst/>
              <a:uLnTx/>
              <a:uFillTx/>
              <a:latin typeface="Times New Roman" panose="02020603050405020304" pitchFamily="18" charset="0"/>
              <a:ea typeface="宋体" panose="02010600030101010101" pitchFamily="2" charset="-122"/>
              <a:cs typeface="+mn-cs"/>
            </a:endParaRPr>
          </a:p>
          <a:p>
            <a:pPr marL="342900" marR="0" lvl="0" indent="-342900" algn="just" defTabSz="914400" rtl="0" eaLnBrk="0" fontAlgn="base" latinLnBrk="0" hangingPunct="0">
              <a:lnSpc>
                <a:spcPct val="110000"/>
              </a:lnSpc>
              <a:spcBef>
                <a:spcPct val="0"/>
              </a:spcBef>
              <a:spcAft>
                <a:spcPct val="0"/>
              </a:spcAft>
              <a:buClrTx/>
              <a:buSzTx/>
              <a:buFontTx/>
              <a:buNone/>
              <a:defRPr/>
            </a:pPr>
            <a:r>
              <a:rPr kumimoji="0" lang="en-US" altLang="zh-CN" sz="2600" b="1"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rPr>
              <a:t>            </a:t>
            </a:r>
            <a:r>
              <a:rPr kumimoji="1" lang="en-US" altLang="zh-CN" sz="2600" b="1" i="1"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rPr>
              <a:t>m</a:t>
            </a:r>
            <a:r>
              <a:rPr kumimoji="1" lang="en-US" altLang="zh-CN" sz="2600" b="1" i="0" u="none" strike="noStrike" kern="1200" cap="none" spc="0" normalizeH="0" baseline="-25000" noProof="0" dirty="0">
                <a:ln>
                  <a:noFill/>
                </a:ln>
                <a:solidFill>
                  <a:schemeClr val="tx1"/>
                </a:solidFill>
                <a:effectLst/>
                <a:uLnTx/>
                <a:uFillTx/>
                <a:latin typeface="Times New Roman" panose="02020603050405020304" pitchFamily="18" charset="0"/>
                <a:ea typeface="宋体" panose="02010600030101010101" pitchFamily="2" charset="-122"/>
                <a:cs typeface="+mn-cs"/>
              </a:rPr>
              <a:t>1</a:t>
            </a:r>
            <a:r>
              <a:rPr kumimoji="1" lang="en-US" altLang="zh-CN" sz="2600" b="1"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rPr>
              <a:t>,…,</a:t>
            </a:r>
            <a:r>
              <a:rPr kumimoji="1" lang="en-US" altLang="zh-CN" sz="2600" b="1" i="1" u="none" strike="noStrike" kern="1200" cap="none" spc="0" normalizeH="0" baseline="0" noProof="0" dirty="0" err="1">
                <a:ln>
                  <a:noFill/>
                </a:ln>
                <a:solidFill>
                  <a:schemeClr val="tx1"/>
                </a:solidFill>
                <a:effectLst/>
                <a:uLnTx/>
                <a:uFillTx/>
                <a:latin typeface="Times New Roman" panose="02020603050405020304" pitchFamily="18" charset="0"/>
                <a:ea typeface="宋体" panose="02010600030101010101" pitchFamily="2" charset="-122"/>
                <a:cs typeface="+mn-cs"/>
              </a:rPr>
              <a:t>m</a:t>
            </a:r>
            <a:r>
              <a:rPr kumimoji="1" lang="en-US" altLang="zh-CN" sz="2600" b="1" i="1" u="none" strike="noStrike" kern="1200" cap="none" spc="0" normalizeH="0" baseline="-25000" noProof="0" dirty="0" err="1">
                <a:ln>
                  <a:noFill/>
                </a:ln>
                <a:solidFill>
                  <a:schemeClr val="tx1"/>
                </a:solidFill>
                <a:effectLst/>
                <a:uLnTx/>
                <a:uFillTx/>
                <a:latin typeface="Times New Roman" panose="02020603050405020304" pitchFamily="18" charset="0"/>
                <a:ea typeface="宋体" panose="02010600030101010101" pitchFamily="2" charset="-122"/>
                <a:cs typeface="+mn-cs"/>
              </a:rPr>
              <a:t>k</a:t>
            </a:r>
            <a:r>
              <a:rPr kumimoji="0" lang="en-US" altLang="zh-CN" sz="2600" b="1" i="1" u="none" strike="noStrike" kern="1200" cap="none" spc="0" normalizeH="0" baseline="-25000" noProof="0" dirty="0">
                <a:ln>
                  <a:noFill/>
                </a:ln>
                <a:solidFill>
                  <a:schemeClr val="tx1"/>
                </a:solidFill>
                <a:effectLst/>
                <a:uLnTx/>
                <a:uFillTx/>
                <a:latin typeface="Times New Roman" panose="02020603050405020304" pitchFamily="18" charset="0"/>
                <a:ea typeface="宋体" panose="02010600030101010101" pitchFamily="2" charset="-122"/>
                <a:cs typeface="+mn-cs"/>
              </a:rPr>
              <a:t> </a:t>
            </a:r>
            <a:r>
              <a:rPr kumimoji="0" lang="zh-CN" altLang="en-US" sz="2600" b="1"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rPr>
              <a:t>；</a:t>
            </a:r>
            <a:endParaRPr kumimoji="0" lang="zh-CN" altLang="en-US" sz="2600" b="1"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endParaRPr>
          </a:p>
          <a:p>
            <a:pPr marL="342900" marR="0" lvl="0" indent="-342900" algn="just" defTabSz="914400" rtl="0" eaLnBrk="0" fontAlgn="base" latinLnBrk="0" hangingPunct="0">
              <a:lnSpc>
                <a:spcPct val="110000"/>
              </a:lnSpc>
              <a:spcBef>
                <a:spcPct val="0"/>
              </a:spcBef>
              <a:spcAft>
                <a:spcPct val="0"/>
              </a:spcAft>
              <a:buClrTx/>
              <a:buSzTx/>
              <a:buFontTx/>
              <a:buNone/>
              <a:defRPr/>
            </a:pPr>
            <a:r>
              <a:rPr kumimoji="0" lang="en-US" altLang="zh-CN" sz="2600" b="1" i="0" u="none" strike="noStrike" kern="1200" cap="none" spc="0" normalizeH="0" baseline="0" noProof="0" dirty="0">
                <a:ln>
                  <a:noFill/>
                </a:ln>
                <a:solidFill>
                  <a:schemeClr val="tx2"/>
                </a:solidFill>
                <a:effectLst/>
                <a:uLnTx/>
                <a:uFillTx/>
                <a:latin typeface="Times New Roman" panose="02020603050405020304" pitchFamily="18" charset="0"/>
                <a:ea typeface="宋体" panose="02010600030101010101" pitchFamily="2" charset="-122"/>
                <a:cs typeface="+mn-cs"/>
              </a:rPr>
              <a:t>Step 4</a:t>
            </a:r>
            <a:r>
              <a:rPr kumimoji="0" lang="en-US" altLang="zh-CN" sz="2600" b="1"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rPr>
              <a:t>. </a:t>
            </a:r>
            <a:r>
              <a:rPr kumimoji="0" lang="zh-CN" altLang="en-US" sz="2600" b="1"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rPr>
              <a:t>重复</a:t>
            </a:r>
            <a:r>
              <a:rPr kumimoji="0" lang="en-US" altLang="zh-CN" sz="2600" b="1"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rPr>
              <a:t>Step</a:t>
            </a:r>
            <a:r>
              <a:rPr kumimoji="0" lang="zh-CN" altLang="en-US" sz="2600" b="1"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rPr>
              <a:t> </a:t>
            </a:r>
            <a:r>
              <a:rPr kumimoji="0" lang="en-US" altLang="zh-CN" sz="2600" b="1"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rPr>
              <a:t>2</a:t>
            </a:r>
            <a:r>
              <a:rPr kumimoji="0" lang="zh-CN" altLang="en-US" sz="2600" b="1"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rPr>
              <a:t>和 </a:t>
            </a:r>
            <a:r>
              <a:rPr kumimoji="0" lang="en-US" altLang="zh-CN" sz="2600" b="1"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rPr>
              <a:t>3</a:t>
            </a:r>
            <a:r>
              <a:rPr kumimoji="0" lang="zh-CN" altLang="en-US" sz="2600" b="1" i="0" u="none" strike="noStrike" kern="1200" cap="none" spc="0" normalizeH="0" baseline="0" noProof="0" dirty="0">
                <a:ln>
                  <a:noFill/>
                </a:ln>
                <a:solidFill>
                  <a:schemeClr val="hlink"/>
                </a:solidFill>
                <a:effectLst/>
                <a:uLnTx/>
                <a:uFillTx/>
                <a:latin typeface="Times New Roman" panose="02020603050405020304" pitchFamily="18" charset="0"/>
                <a:ea typeface="宋体" panose="02010600030101010101" pitchFamily="2" charset="-122"/>
                <a:cs typeface="+mn-cs"/>
              </a:rPr>
              <a:t>直到聚类中心</a:t>
            </a:r>
            <a:r>
              <a:rPr kumimoji="1" lang="en-US" altLang="zh-CN" sz="2600" b="1" i="1" u="none" strike="noStrike" kern="1200" cap="none" spc="0" normalizeH="0" baseline="0" noProof="0" dirty="0">
                <a:ln>
                  <a:noFill/>
                </a:ln>
                <a:solidFill>
                  <a:schemeClr val="hlink"/>
                </a:solidFill>
                <a:effectLst/>
                <a:uLnTx/>
                <a:uFillTx/>
                <a:latin typeface="Times New Roman" panose="02020603050405020304" pitchFamily="18" charset="0"/>
                <a:ea typeface="宋体" panose="02010600030101010101" pitchFamily="2" charset="-122"/>
                <a:cs typeface="+mn-cs"/>
              </a:rPr>
              <a:t>m</a:t>
            </a:r>
            <a:r>
              <a:rPr kumimoji="1" lang="en-US" altLang="zh-CN" sz="2600" b="1" i="0" u="none" strike="noStrike" kern="1200" cap="none" spc="0" normalizeH="0" baseline="-25000" noProof="0" dirty="0">
                <a:ln>
                  <a:noFill/>
                </a:ln>
                <a:solidFill>
                  <a:schemeClr val="hlink"/>
                </a:solidFill>
                <a:effectLst/>
                <a:uLnTx/>
                <a:uFillTx/>
                <a:latin typeface="Times New Roman" panose="02020603050405020304" pitchFamily="18" charset="0"/>
                <a:ea typeface="宋体" panose="02010600030101010101" pitchFamily="2" charset="-122"/>
                <a:cs typeface="+mn-cs"/>
              </a:rPr>
              <a:t>1</a:t>
            </a:r>
            <a:r>
              <a:rPr kumimoji="1" lang="en-US" altLang="zh-CN" sz="2600" b="1" i="0" u="none" strike="noStrike" kern="1200" cap="none" spc="0" normalizeH="0" baseline="0" noProof="0" dirty="0">
                <a:ln>
                  <a:noFill/>
                </a:ln>
                <a:solidFill>
                  <a:schemeClr val="hlink"/>
                </a:solidFill>
                <a:effectLst/>
                <a:uLnTx/>
                <a:uFillTx/>
                <a:latin typeface="Times New Roman" panose="02020603050405020304" pitchFamily="18" charset="0"/>
                <a:ea typeface="宋体" panose="02010600030101010101" pitchFamily="2" charset="-122"/>
                <a:cs typeface="+mn-cs"/>
              </a:rPr>
              <a:t>,…,</a:t>
            </a:r>
            <a:r>
              <a:rPr kumimoji="1" lang="en-US" altLang="zh-CN" sz="2600" b="1" i="1" u="none" strike="noStrike" kern="1200" cap="none" spc="0" normalizeH="0" baseline="0" noProof="0" dirty="0" err="1">
                <a:ln>
                  <a:noFill/>
                </a:ln>
                <a:solidFill>
                  <a:schemeClr val="hlink"/>
                </a:solidFill>
                <a:effectLst/>
                <a:uLnTx/>
                <a:uFillTx/>
                <a:latin typeface="Times New Roman" panose="02020603050405020304" pitchFamily="18" charset="0"/>
                <a:ea typeface="宋体" panose="02010600030101010101" pitchFamily="2" charset="-122"/>
                <a:cs typeface="+mn-cs"/>
              </a:rPr>
              <a:t>m</a:t>
            </a:r>
            <a:r>
              <a:rPr kumimoji="1" lang="en-US" altLang="zh-CN" sz="2600" b="1" i="1" u="none" strike="noStrike" kern="1200" cap="none" spc="0" normalizeH="0" baseline="-25000" noProof="0" dirty="0" err="1">
                <a:ln>
                  <a:noFill/>
                </a:ln>
                <a:solidFill>
                  <a:schemeClr val="hlink"/>
                </a:solidFill>
                <a:effectLst/>
                <a:uLnTx/>
                <a:uFillTx/>
                <a:latin typeface="Times New Roman" panose="02020603050405020304" pitchFamily="18" charset="0"/>
                <a:ea typeface="宋体" panose="02010600030101010101" pitchFamily="2" charset="-122"/>
                <a:cs typeface="+mn-cs"/>
              </a:rPr>
              <a:t>k</a:t>
            </a:r>
            <a:r>
              <a:rPr kumimoji="0" lang="zh-CN" altLang="en-US" sz="2600" b="1" i="0" u="none" strike="noStrike" kern="1200" cap="none" spc="0" normalizeH="0" baseline="0" noProof="0" dirty="0">
                <a:ln>
                  <a:noFill/>
                </a:ln>
                <a:solidFill>
                  <a:schemeClr val="hlink"/>
                </a:solidFill>
                <a:effectLst/>
                <a:uLnTx/>
                <a:uFillTx/>
                <a:latin typeface="Times New Roman" panose="02020603050405020304" pitchFamily="18" charset="0"/>
                <a:ea typeface="宋体" panose="02010600030101010101" pitchFamily="2" charset="-122"/>
                <a:cs typeface="+mn-cs"/>
              </a:rPr>
              <a:t>无改变</a:t>
            </a:r>
            <a:endParaRPr kumimoji="0" lang="zh-CN" altLang="en-US" sz="2600" b="1" i="0" u="none" strike="noStrike" kern="1200" cap="none" spc="0" normalizeH="0" baseline="0" noProof="0" dirty="0">
              <a:ln>
                <a:noFill/>
              </a:ln>
              <a:solidFill>
                <a:schemeClr val="hlink"/>
              </a:solidFill>
              <a:effectLst/>
              <a:uLnTx/>
              <a:uFillTx/>
              <a:latin typeface="Times New Roman" panose="02020603050405020304" pitchFamily="18" charset="0"/>
              <a:ea typeface="宋体" panose="02010600030101010101" pitchFamily="2" charset="-122"/>
              <a:cs typeface="+mn-cs"/>
            </a:endParaRPr>
          </a:p>
          <a:p>
            <a:pPr marL="342900" marR="0" lvl="0" indent="-342900" algn="just" defTabSz="914400" rtl="0" eaLnBrk="0" fontAlgn="base" latinLnBrk="0" hangingPunct="0">
              <a:lnSpc>
                <a:spcPct val="110000"/>
              </a:lnSpc>
              <a:spcBef>
                <a:spcPct val="0"/>
              </a:spcBef>
              <a:spcAft>
                <a:spcPct val="0"/>
              </a:spcAft>
              <a:buClrTx/>
              <a:buSzTx/>
              <a:buFontTx/>
              <a:buNone/>
              <a:defRPr/>
            </a:pPr>
            <a:r>
              <a:rPr kumimoji="0" lang="zh-CN" altLang="en-US" sz="2600" b="1"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rPr>
              <a:t>             或目标函数</a:t>
            </a:r>
            <a:r>
              <a:rPr kumimoji="0" lang="en-US" altLang="zh-CN" sz="2600" b="1" i="1"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rPr>
              <a:t>J</a:t>
            </a:r>
            <a:r>
              <a:rPr kumimoji="0" lang="zh-CN" altLang="en-US" sz="2600" b="1"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rPr>
              <a:t>不减小。</a:t>
            </a:r>
            <a:endParaRPr kumimoji="0" lang="en-US" altLang="zh-CN" sz="2600" b="1" i="0" u="none" strike="noStrike" kern="1200" cap="none" spc="0" normalizeH="0" baseline="0" noProof="0" dirty="0">
              <a:ln>
                <a:noFill/>
              </a:ln>
              <a:solidFill>
                <a:schemeClr val="tx1"/>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cs typeface="+mn-cs"/>
            </a:endParaRPr>
          </a:p>
          <a:p>
            <a:pPr marL="342900" marR="0" lvl="0" indent="-342900" algn="l" defTabSz="914400" rtl="0" eaLnBrk="0" fontAlgn="base" latinLnBrk="0" hangingPunct="0">
              <a:lnSpc>
                <a:spcPct val="100000"/>
              </a:lnSpc>
              <a:spcBef>
                <a:spcPct val="0"/>
              </a:spcBef>
              <a:spcAft>
                <a:spcPct val="0"/>
              </a:spcAft>
              <a:buClrTx/>
              <a:buSzTx/>
              <a:buFont typeface="Wingdings" panose="05000000000000000000" pitchFamily="2" charset="2"/>
              <a:buNone/>
              <a:defRPr/>
            </a:pPr>
            <a:endParaRPr kumimoji="0" lang="zh-CN" altLang="en-US" sz="2600" b="1" i="0" u="none" strike="noStrike" kern="1200" cap="none" spc="0" normalizeH="0" baseline="0" noProof="0" dirty="0">
              <a:ln>
                <a:noFill/>
              </a:ln>
              <a:solidFill>
                <a:schemeClr val="tx1"/>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cs typeface="+mn-cs"/>
            </a:endParaRPr>
          </a:p>
        </p:txBody>
      </p:sp>
      <p:sp>
        <p:nvSpPr>
          <p:cNvPr id="4" name="TextBox 3"/>
          <p:cNvSpPr txBox="1"/>
          <p:nvPr/>
        </p:nvSpPr>
        <p:spPr>
          <a:xfrm>
            <a:off x="1285875" y="5643563"/>
            <a:ext cx="6357938" cy="615950"/>
          </a:xfrm>
          <a:prstGeom prst="rect">
            <a:avLst/>
          </a:prstGeom>
        </p:spPr>
        <p:style>
          <a:lnRef idx="2">
            <a:schemeClr val="accent1"/>
          </a:lnRef>
          <a:fillRef idx="1">
            <a:schemeClr val="lt1"/>
          </a:fillRef>
          <a:effectRef idx="0">
            <a:schemeClr val="accent1"/>
          </a:effectRef>
          <a:fontRef idx="minor">
            <a:schemeClr val="dk1"/>
          </a:fontRef>
        </p:style>
        <p:txBody>
          <a:bodyPr>
            <a:spAutoFit/>
          </a:body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en-US" sz="3400" b="1" i="0" u="none" strike="noStrike" kern="1200" cap="none" spc="0" normalizeH="0" baseline="0" noProof="0" dirty="0">
                <a:ln>
                  <a:noFill/>
                </a:ln>
                <a:solidFill>
                  <a:srgbClr val="FF0000"/>
                </a:solidFill>
                <a:effectLst/>
                <a:uLnTx/>
                <a:uFillTx/>
                <a:latin typeface="+mn-lt"/>
                <a:ea typeface="+mn-ea"/>
                <a:cs typeface="+mn-cs"/>
              </a:rPr>
              <a:t>“不合理”</a:t>
            </a:r>
            <a:r>
              <a:rPr kumimoji="0" lang="en-US" altLang="zh-CN" sz="3400" b="1" i="0" u="none" strike="noStrike" kern="1200" cap="none" spc="0" normalizeH="0" baseline="0" noProof="0" dirty="0">
                <a:ln>
                  <a:noFill/>
                </a:ln>
                <a:solidFill>
                  <a:srgbClr val="FF0000"/>
                </a:solidFill>
                <a:effectLst/>
                <a:uLnTx/>
                <a:uFillTx/>
                <a:latin typeface="+mn-lt"/>
                <a:ea typeface="+mn-ea"/>
                <a:cs typeface="+mn-cs"/>
              </a:rPr>
              <a:t>——&gt;</a:t>
            </a:r>
            <a:r>
              <a:rPr kumimoji="0" lang="en-US" altLang="zh-CN" sz="3400" b="1" i="0" u="none" strike="noStrike" kern="1200" cap="none" spc="0" normalizeH="0" baseline="0" noProof="0" dirty="0">
                <a:ln>
                  <a:noFill/>
                </a:ln>
                <a:solidFill>
                  <a:srgbClr val="FF0000"/>
                </a:solidFill>
                <a:effectLst/>
                <a:uLnTx/>
                <a:uFillTx/>
                <a:latin typeface="+mn-lt"/>
                <a:ea typeface="+mn-ea"/>
                <a:cs typeface="+mn-cs"/>
                <a:sym typeface="Wingdings" panose="05000000000000000000" pitchFamily="2" charset="2"/>
              </a:rPr>
              <a:t> </a:t>
            </a:r>
            <a:r>
              <a:rPr kumimoji="0" lang="zh-CN" altLang="en-US" sz="3400" b="1" i="0" u="none" strike="noStrike" kern="1200" cap="none" spc="0" normalizeH="0" baseline="0" noProof="0" dirty="0">
                <a:ln>
                  <a:noFill/>
                </a:ln>
                <a:solidFill>
                  <a:srgbClr val="FF0000"/>
                </a:solidFill>
                <a:effectLst/>
                <a:uLnTx/>
                <a:uFillTx/>
                <a:latin typeface="+mn-lt"/>
                <a:ea typeface="+mn-ea"/>
                <a:cs typeface="+mn-cs"/>
                <a:sym typeface="Wingdings" panose="05000000000000000000" pitchFamily="2" charset="2"/>
              </a:rPr>
              <a:t>“最佳”划分</a:t>
            </a:r>
            <a:endParaRPr kumimoji="0" lang="zh-CN" altLang="en-US" sz="3400" b="1" i="0" u="none" strike="noStrike" kern="1200" cap="none" spc="0" normalizeH="0" baseline="0" noProof="0" dirty="0">
              <a:ln>
                <a:noFill/>
              </a:ln>
              <a:solidFill>
                <a:srgbClr val="FF0000"/>
              </a:solidFill>
              <a:effectLst/>
              <a:uLnTx/>
              <a:uFillTx/>
              <a:latin typeface="+mn-lt"/>
              <a:ea typeface="+mn-ea"/>
              <a:cs typeface="+mn-cs"/>
            </a:endParaRPr>
          </a:p>
        </p:txBody>
      </p:sp>
      <p:sp>
        <p:nvSpPr>
          <p:cNvPr id="6" name="Text Box 5"/>
          <p:cNvSpPr txBox="1"/>
          <p:nvPr/>
        </p:nvSpPr>
        <p:spPr>
          <a:xfrm>
            <a:off x="3224213" y="0"/>
            <a:ext cx="5919788" cy="706438"/>
          </a:xfrm>
          <a:prstGeom prst="rect">
            <a:avLst/>
          </a:prstGeom>
          <a:noFill/>
          <a:ln w="9525">
            <a:noFill/>
          </a:ln>
        </p:spPr>
        <p:txBody>
          <a:bodyPr>
            <a:spAutoFit/>
          </a:bodyPr>
          <a:lstStyle/>
          <a:p>
            <a:pPr marR="0" algn="ctr" defTabSz="914400" eaLnBrk="1" hangingPunct="1">
              <a:buClrTx/>
              <a:buSzTx/>
              <a:buFontTx/>
              <a:buNone/>
              <a:defRPr/>
            </a:pPr>
            <a:r>
              <a:rPr kumimoji="0" lang="en-US" altLang="zh-CN" sz="4000" b="1" kern="1200" cap="none" spc="0" normalizeH="0" baseline="0" noProof="1">
                <a:solidFill>
                  <a:srgbClr val="0000FF"/>
                </a:solidFill>
                <a:latin typeface="Arial" panose="020B0604020202020204" pitchFamily="34" charset="0"/>
                <a:ea typeface="宋体" panose="02010600030101010101" pitchFamily="2" charset="-122"/>
                <a:cs typeface="+mn-cs"/>
                <a:sym typeface="宋体" panose="02010600030101010101" pitchFamily="2" charset="-122"/>
              </a:rPr>
              <a:t>4.2.1 </a:t>
            </a:r>
            <a:r>
              <a:rPr kumimoji="1" lang="en-US" altLang="zh-CN" sz="4000" b="1" kern="0" cap="none" spc="0" normalizeH="0" baseline="0" noProof="0" dirty="0">
                <a:solidFill>
                  <a:srgbClr val="0000CC"/>
                </a:solidFill>
                <a:effectLst>
                  <a:outerShdw blurRad="38100" dist="38100" dir="2700000" algn="tl">
                    <a:srgbClr val="C0C0C0"/>
                  </a:outerShdw>
                </a:effectLst>
                <a:latin typeface="黑体" panose="02010609060101010101" pitchFamily="49" charset="-122"/>
                <a:ea typeface="黑体" panose="02010609060101010101" pitchFamily="49" charset="-122"/>
                <a:cs typeface="Times New Roman" panose="02020603050405020304" pitchFamily="18" charset="0"/>
                <a:sym typeface="+mn-ea"/>
              </a:rPr>
              <a:t> </a:t>
            </a:r>
            <a:r>
              <a:rPr kumimoji="0" lang="en-US" altLang="zh-CN" sz="4000" kern="1200" cap="none" spc="0" normalizeH="0" baseline="0" noProof="1">
                <a:solidFill>
                  <a:srgbClr val="0000FF"/>
                </a:solidFill>
                <a:latin typeface="Arial" panose="020B0604020202020204" pitchFamily="34" charset="0"/>
                <a:ea typeface="宋体" panose="02010600030101010101" pitchFamily="2" charset="-122"/>
                <a:cs typeface="+mn-cs"/>
                <a:sym typeface="+mn-ea"/>
              </a:rPr>
              <a:t>K</a:t>
            </a:r>
            <a:r>
              <a:rPr kumimoji="0" lang="en-US" altLang="zh-CN" sz="4000" b="1" kern="1200" cap="none" spc="0" normalizeH="0" baseline="0" noProof="1">
                <a:solidFill>
                  <a:srgbClr val="0000FF"/>
                </a:solidFill>
                <a:latin typeface="Arial" panose="020B0604020202020204" pitchFamily="34" charset="0"/>
                <a:ea typeface="宋体" panose="02010600030101010101" pitchFamily="2" charset="-122"/>
                <a:cs typeface="+mn-cs"/>
                <a:sym typeface="+mn-ea"/>
              </a:rPr>
              <a:t>-均值</a:t>
            </a:r>
            <a:r>
              <a:rPr kumimoji="0" lang="en-US" altLang="zh-CN" sz="4000" b="1" kern="1200" cap="none" spc="0" normalizeH="0" baseline="0" noProof="1">
                <a:solidFill>
                  <a:srgbClr val="0000FF"/>
                </a:solidFill>
                <a:latin typeface="Arial" panose="020B0604020202020204" pitchFamily="34" charset="0"/>
                <a:ea typeface="宋体" panose="02010600030101010101" pitchFamily="2" charset="-122"/>
                <a:cs typeface="+mn-cs"/>
                <a:sym typeface="宋体" panose="02010600030101010101" pitchFamily="2" charset="-122"/>
              </a:rPr>
              <a:t>算法</a:t>
            </a:r>
            <a:endParaRPr kumimoji="0" lang="en-US" altLang="zh-CN" sz="4000" b="1" kern="1200" cap="none" spc="0" normalizeH="0" baseline="0" noProof="1">
              <a:solidFill>
                <a:srgbClr val="0000FF"/>
              </a:solidFill>
              <a:latin typeface="Arial" panose="020B0604020202020204" pitchFamily="34" charset="0"/>
              <a:ea typeface="宋体" panose="02010600030101010101" pitchFamily="2" charset="-122"/>
              <a:cs typeface="+mn-cs"/>
              <a:sym typeface="宋体" panose="02010600030101010101" pitchFamily="2"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3426" name="Rectangle 2"/>
          <p:cNvSpPr>
            <a:spLocks noGrp="1" noChangeArrowheads="1"/>
          </p:cNvSpPr>
          <p:nvPr>
            <p:ph type="title"/>
          </p:nvPr>
        </p:nvSpPr>
        <p:spPr>
          <a:xfrm>
            <a:off x="1071563" y="1071563"/>
            <a:ext cx="7143750" cy="609600"/>
          </a:xfrm>
        </p:spPr>
        <p:txBody>
          <a:bodyPr vert="horz" wrap="square" lIns="91440" tIns="45720" rIns="91440" bIns="45720" numCol="1" anchor="b" anchorCtr="0" compatLnSpc="1">
            <a:noAutofit/>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3600" b="1" i="0" u="none" strike="noStrike" kern="1200" cap="none" spc="0" normalizeH="0" baseline="0" noProof="0" dirty="0">
                <a:ln>
                  <a:noFill/>
                </a:ln>
                <a:solidFill>
                  <a:srgbClr val="0000CC"/>
                </a:solidFill>
                <a:effectLst>
                  <a:outerShdw blurRad="38100" dist="38100" dir="2700000" algn="tl">
                    <a:srgbClr val="C0C0C0"/>
                  </a:outerShdw>
                </a:effectLst>
                <a:uLnTx/>
                <a:uFillTx/>
                <a:latin typeface="Times New Roman" panose="02020603050405020304" pitchFamily="18" charset="0"/>
                <a:ea typeface="黑体" panose="02010609060101010101" pitchFamily="49" charset="-122"/>
                <a:cs typeface="Times New Roman" panose="02020603050405020304" pitchFamily="18" charset="0"/>
              </a:rPr>
              <a:t>算法实例</a:t>
            </a:r>
            <a:endParaRPr kumimoji="0" lang="en-US" altLang="zh-CN" sz="3600" b="1" i="0" u="none" strike="noStrike" kern="1200" cap="none" spc="0" normalizeH="0" baseline="0" noProof="0" dirty="0">
              <a:ln>
                <a:noFill/>
              </a:ln>
              <a:solidFill>
                <a:srgbClr val="0000CC"/>
              </a:solidFill>
              <a:effectLst>
                <a:outerShdw blurRad="38100" dist="38100" dir="2700000" algn="tl">
                  <a:srgbClr val="C0C0C0"/>
                </a:outerShdw>
              </a:effectLst>
              <a:uLnTx/>
              <a:uFillTx/>
              <a:latin typeface="Times New Roman" panose="02020603050405020304" pitchFamily="18" charset="0"/>
              <a:ea typeface="黑体" panose="02010609060101010101" pitchFamily="49" charset="-122"/>
              <a:cs typeface="Times New Roman" panose="02020603050405020304" pitchFamily="18" charset="0"/>
            </a:endParaRPr>
          </a:p>
        </p:txBody>
      </p:sp>
      <p:sp>
        <p:nvSpPr>
          <p:cNvPr id="5" name="Rectangle 5"/>
          <p:cNvSpPr>
            <a:spLocks noChangeArrowheads="1"/>
          </p:cNvSpPr>
          <p:nvPr/>
        </p:nvSpPr>
        <p:spPr bwMode="auto">
          <a:xfrm>
            <a:off x="1143000" y="1841500"/>
            <a:ext cx="7678738" cy="1266825"/>
          </a:xfrm>
          <a:prstGeom prst="rect">
            <a:avLst/>
          </a:prstGeom>
          <a:noFill/>
          <a:ln w="9525">
            <a:noFill/>
            <a:miter lim="800000"/>
          </a:ln>
          <a:effectLst/>
        </p:spPr>
        <p:txBody>
          <a:bodyPr>
            <a:spAutoFit/>
          </a:bodyPr>
          <a:lstStyle/>
          <a:p>
            <a:pPr marL="273050" marR="0" lvl="0" indent="-273050" algn="l" defTabSz="914400" rtl="0" eaLnBrk="0" fontAlgn="base" latinLnBrk="0" hangingPunct="0">
              <a:lnSpc>
                <a:spcPct val="100000"/>
              </a:lnSpc>
              <a:spcBef>
                <a:spcPts val="575"/>
              </a:spcBef>
              <a:spcAft>
                <a:spcPct val="0"/>
              </a:spcAft>
              <a:buClr>
                <a:srgbClr val="D34817"/>
              </a:buClr>
              <a:buSzTx/>
              <a:buFont typeface="Wingdings" panose="05000000000000000000" pitchFamily="2" charset="2"/>
              <a:buChar char="n"/>
              <a:defRPr/>
            </a:pPr>
            <a:r>
              <a:rPr kumimoji="0" lang="zh-CN" altLang="en-US" sz="2600" b="1" i="0" u="none" strike="noStrike" kern="1200" cap="none" spc="0" normalizeH="0" baseline="0" noProof="0">
                <a:ln>
                  <a:noFill/>
                </a:ln>
                <a:solidFill>
                  <a:srgbClr val="0070C0"/>
                </a:solidFill>
                <a:effectLst/>
                <a:uLnTx/>
                <a:uFillTx/>
                <a:latin typeface="华文中宋" panose="02010600040101010101" pitchFamily="2" charset="-122"/>
                <a:ea typeface="华文中宋" panose="02010600040101010101" pitchFamily="2" charset="-122"/>
                <a:cs typeface="+mn-cs"/>
              </a:rPr>
              <a:t>例：</a:t>
            </a:r>
            <a:endParaRPr kumimoji="0" lang="en-US" altLang="zh-CN" sz="2600" b="1" i="0" u="none" strike="noStrike" kern="1200" cap="none" spc="0" normalizeH="0" baseline="0" noProof="0">
              <a:ln>
                <a:noFill/>
              </a:ln>
              <a:solidFill>
                <a:srgbClr val="0070C0"/>
              </a:solidFill>
              <a:effectLst/>
              <a:uLnTx/>
              <a:uFillTx/>
              <a:latin typeface="华文中宋" panose="02010600040101010101" pitchFamily="2" charset="-122"/>
              <a:ea typeface="华文中宋" panose="02010600040101010101" pitchFamily="2" charset="-122"/>
              <a:cs typeface="+mn-cs"/>
            </a:endParaRPr>
          </a:p>
          <a:p>
            <a:pPr marL="548005" marR="0" lvl="1" indent="-228600" algn="l" defTabSz="914400" rtl="0" eaLnBrk="0" fontAlgn="base" latinLnBrk="0" hangingPunct="0">
              <a:lnSpc>
                <a:spcPct val="100000"/>
              </a:lnSpc>
              <a:spcBef>
                <a:spcPts val="375"/>
              </a:spcBef>
              <a:spcAft>
                <a:spcPct val="0"/>
              </a:spcAft>
              <a:buClr>
                <a:srgbClr val="9B2D1F"/>
              </a:buClr>
              <a:buSzTx/>
              <a:buFont typeface="Wingdings" panose="05000000000000000000" pitchFamily="2" charset="2"/>
              <a:buNone/>
              <a:defRPr/>
            </a:pPr>
            <a:r>
              <a:rPr kumimoji="0" lang="zh-CN" altLang="en-US" sz="2400" b="1" i="0" u="none" strike="noStrike" kern="1200" cap="none" spc="0" normalizeH="0" baseline="0" noProof="0">
                <a:ln>
                  <a:noFill/>
                </a:ln>
                <a:solidFill>
                  <a:schemeClr val="tx1"/>
                </a:solidFill>
                <a:effectLst/>
                <a:uLnTx/>
                <a:uFillTx/>
                <a:latin typeface="宋体" panose="02010600030101010101" pitchFamily="2" charset="-122"/>
                <a:ea typeface="宋体" panose="02010600030101010101" pitchFamily="2" charset="-122"/>
                <a:cs typeface="+mn-cs"/>
              </a:rPr>
              <a:t>已知有</a:t>
            </a:r>
            <a:r>
              <a:rPr kumimoji="0" lang="en-US" altLang="zh-CN" sz="2400" b="1" i="0" u="none" strike="noStrike" kern="1200" cap="none" spc="0" normalizeH="0" baseline="0" noProof="0">
                <a:ln>
                  <a:noFill/>
                </a:ln>
                <a:solidFill>
                  <a:schemeClr val="tx1"/>
                </a:solidFill>
                <a:effectLst/>
                <a:uLnTx/>
                <a:uFillTx/>
                <a:latin typeface="宋体" panose="02010600030101010101" pitchFamily="2" charset="-122"/>
                <a:ea typeface="宋体" panose="02010600030101010101" pitchFamily="2" charset="-122"/>
                <a:cs typeface="+mn-cs"/>
              </a:rPr>
              <a:t>20</a:t>
            </a:r>
            <a:r>
              <a:rPr kumimoji="0" lang="zh-CN" altLang="en-US" sz="2400" b="1" i="0" u="none" strike="noStrike" kern="1200" cap="none" spc="0" normalizeH="0" baseline="0" noProof="0">
                <a:ln>
                  <a:noFill/>
                </a:ln>
                <a:solidFill>
                  <a:schemeClr val="tx1"/>
                </a:solidFill>
                <a:effectLst/>
                <a:uLnTx/>
                <a:uFillTx/>
                <a:latin typeface="宋体" panose="02010600030101010101" pitchFamily="2" charset="-122"/>
                <a:ea typeface="宋体" panose="02010600030101010101" pitchFamily="2" charset="-122"/>
                <a:cs typeface="+mn-cs"/>
              </a:rPr>
              <a:t>个样本，每个样本有</a:t>
            </a:r>
            <a:r>
              <a:rPr kumimoji="0" lang="en-US" altLang="zh-CN" sz="2400" b="1" i="0" u="none" strike="noStrike" kern="1200" cap="none" spc="0" normalizeH="0" baseline="0" noProof="0">
                <a:ln>
                  <a:noFill/>
                </a:ln>
                <a:solidFill>
                  <a:schemeClr val="tx1"/>
                </a:solidFill>
                <a:effectLst/>
                <a:uLnTx/>
                <a:uFillTx/>
                <a:latin typeface="宋体" panose="02010600030101010101" pitchFamily="2" charset="-122"/>
                <a:ea typeface="宋体" panose="02010600030101010101" pitchFamily="2" charset="-122"/>
                <a:cs typeface="+mn-cs"/>
              </a:rPr>
              <a:t>2</a:t>
            </a:r>
            <a:r>
              <a:rPr kumimoji="0" lang="zh-CN" altLang="en-US" sz="2400" b="1" i="0" u="none" strike="noStrike" kern="1200" cap="none" spc="0" normalizeH="0" baseline="0" noProof="0">
                <a:ln>
                  <a:noFill/>
                </a:ln>
                <a:solidFill>
                  <a:schemeClr val="tx1"/>
                </a:solidFill>
                <a:effectLst/>
                <a:uLnTx/>
                <a:uFillTx/>
                <a:latin typeface="宋体" panose="02010600030101010101" pitchFamily="2" charset="-122"/>
                <a:ea typeface="宋体" panose="02010600030101010101" pitchFamily="2" charset="-122"/>
                <a:cs typeface="+mn-cs"/>
              </a:rPr>
              <a:t>个特征，如下表：</a:t>
            </a:r>
            <a:endParaRPr kumimoji="0" lang="en-US" altLang="zh-CN" sz="2400" b="1"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endParaRPr>
          </a:p>
          <a:p>
            <a:pPr marL="273050" marR="0" lvl="0" indent="-273050" algn="l" defTabSz="914400" rtl="0" eaLnBrk="0" fontAlgn="base" latinLnBrk="0" hangingPunct="0">
              <a:lnSpc>
                <a:spcPct val="100000"/>
              </a:lnSpc>
              <a:spcBef>
                <a:spcPct val="0"/>
              </a:spcBef>
              <a:spcAft>
                <a:spcPct val="0"/>
              </a:spcAft>
              <a:buClrTx/>
              <a:buSzTx/>
              <a:buFont typeface="Wingdings" panose="05000000000000000000" pitchFamily="2" charset="2"/>
              <a:buNone/>
              <a:defRPr/>
            </a:pPr>
            <a:endParaRPr kumimoji="0" lang="zh-CN" altLang="en-US" sz="2400" b="1"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endParaRPr>
          </a:p>
        </p:txBody>
      </p:sp>
      <p:graphicFrame>
        <p:nvGraphicFramePr>
          <p:cNvPr id="7" name="Group 106"/>
          <p:cNvGraphicFramePr>
            <a:graphicFrameLocks noGrp="1"/>
          </p:cNvGraphicFramePr>
          <p:nvPr/>
        </p:nvGraphicFramePr>
        <p:xfrm>
          <a:off x="1643063" y="2857500"/>
          <a:ext cx="6335713" cy="1463675"/>
        </p:xfrm>
        <a:graphic>
          <a:graphicData uri="http://schemas.openxmlformats.org/drawingml/2006/table">
            <a:tbl>
              <a:tblPr/>
              <a:tblGrid>
                <a:gridCol w="1544637"/>
                <a:gridCol w="512763"/>
                <a:gridCol w="457200"/>
                <a:gridCol w="457200"/>
                <a:gridCol w="457200"/>
                <a:gridCol w="457200"/>
                <a:gridCol w="457200"/>
                <a:gridCol w="457200"/>
                <a:gridCol w="457200"/>
                <a:gridCol w="457200"/>
                <a:gridCol w="620712"/>
              </a:tblGrid>
              <a:tr h="457200">
                <a:tc>
                  <a:txBody>
                    <a:bodyPr/>
                    <a:lstStyle>
                      <a:lvl1pPr eaLnBrk="0" hangingPunct="0">
                        <a:spcBef>
                          <a:spcPct val="20000"/>
                        </a:spcBef>
                        <a:buClr>
                          <a:schemeClr val="folHlink"/>
                        </a:buClr>
                        <a:buSzPct val="60000"/>
                        <a:buFont typeface="Wingdings" panose="05000000000000000000" pitchFamily="2" charset="2"/>
                        <a:defRPr kumimoji="1" sz="2800">
                          <a:solidFill>
                            <a:schemeClr val="tx1"/>
                          </a:solidFill>
                          <a:latin typeface="Calibri" panose="020F0502020204030204" pitchFamily="34" charset="0"/>
                          <a:ea typeface="宋体" panose="02010600030101010101" pitchFamily="2" charset="-122"/>
                          <a:cs typeface="华文新魏" panose="02010800040101010101" pitchFamily="2" charset="-122"/>
                        </a:defRPr>
                      </a:lvl1pPr>
                      <a:lvl2pPr marL="742950" indent="-285750" eaLnBrk="0" hangingPunct="0">
                        <a:spcBef>
                          <a:spcPct val="20000"/>
                        </a:spcBef>
                        <a:buClr>
                          <a:schemeClr val="hlink"/>
                        </a:buClr>
                        <a:buSzPct val="55000"/>
                        <a:buFont typeface="Wingdings" panose="05000000000000000000" pitchFamily="2" charset="2"/>
                        <a:defRPr kumimoji="1" sz="2400">
                          <a:solidFill>
                            <a:schemeClr val="tx1"/>
                          </a:solidFill>
                          <a:latin typeface="Calibri" panose="020F0502020204030204" pitchFamily="34" charset="0"/>
                          <a:ea typeface="宋体" panose="02010600030101010101" pitchFamily="2" charset="-122"/>
                          <a:cs typeface="华文新魏" panose="02010800040101010101" pitchFamily="2" charset="-122"/>
                        </a:defRPr>
                      </a:lvl2pPr>
                      <a:lvl3pPr marL="1143000" indent="-228600" eaLnBrk="0" hangingPunct="0">
                        <a:spcBef>
                          <a:spcPct val="20000"/>
                        </a:spcBef>
                        <a:buClr>
                          <a:schemeClr val="folHlink"/>
                        </a:buClr>
                        <a:buSzPct val="50000"/>
                        <a:buFont typeface="Wingdings" panose="05000000000000000000" pitchFamily="2" charset="2"/>
                        <a:defRPr kumimoji="1" sz="2000">
                          <a:solidFill>
                            <a:schemeClr val="tx1"/>
                          </a:solidFill>
                          <a:latin typeface="Calibri" panose="020F0502020204030204" pitchFamily="34" charset="0"/>
                          <a:ea typeface="宋体" panose="02010600030101010101" pitchFamily="2" charset="-122"/>
                          <a:cs typeface="华文新魏" panose="02010800040101010101" pitchFamily="2" charset="-122"/>
                        </a:defRPr>
                      </a:lvl3pPr>
                      <a:lvl4pPr marL="1600200" indent="-228600" eaLnBrk="0" hangingPunct="0">
                        <a:spcBef>
                          <a:spcPct val="20000"/>
                        </a:spcBef>
                        <a:buClr>
                          <a:schemeClr val="accent2"/>
                        </a:buClr>
                        <a:buSzPct val="55000"/>
                        <a:buFont typeface="Wingdings" panose="05000000000000000000" pitchFamily="2" charset="2"/>
                        <a:defRPr kumimoji="1">
                          <a:solidFill>
                            <a:schemeClr val="tx1"/>
                          </a:solidFill>
                          <a:latin typeface="Calibri" panose="020F0502020204030204" pitchFamily="34" charset="0"/>
                          <a:ea typeface="宋体" panose="02010600030101010101" pitchFamily="2" charset="-122"/>
                          <a:cs typeface="华文新魏" panose="02010800040101010101" pitchFamily="2" charset="-122"/>
                        </a:defRPr>
                      </a:lvl4pPr>
                      <a:lvl5pPr marL="2057400" indent="-228600" eaLnBrk="0" hangingPunct="0">
                        <a:spcBef>
                          <a:spcPct val="20000"/>
                        </a:spcBef>
                        <a:buClr>
                          <a:schemeClr val="accent1"/>
                        </a:buClr>
                        <a:buSzPct val="50000"/>
                        <a:buFont typeface="Wingdings" panose="05000000000000000000" pitchFamily="2" charset="2"/>
                        <a:defRPr kumimoji="1">
                          <a:solidFill>
                            <a:schemeClr val="tx1"/>
                          </a:solidFill>
                          <a:latin typeface="Calibri" panose="020F0502020204030204" pitchFamily="34" charset="0"/>
                          <a:ea typeface="宋体" panose="02010600030101010101" pitchFamily="2" charset="-122"/>
                          <a:cs typeface="华文新魏" panose="0201080004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kumimoji="1">
                          <a:solidFill>
                            <a:schemeClr val="tx1"/>
                          </a:solidFill>
                          <a:latin typeface="Calibri" panose="020F0502020204030204" pitchFamily="34" charset="0"/>
                          <a:ea typeface="宋体" panose="02010600030101010101" pitchFamily="2" charset="-122"/>
                          <a:cs typeface="华文新魏" panose="0201080004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kumimoji="1">
                          <a:solidFill>
                            <a:schemeClr val="tx1"/>
                          </a:solidFill>
                          <a:latin typeface="Calibri" panose="020F0502020204030204" pitchFamily="34" charset="0"/>
                          <a:ea typeface="宋体" panose="02010600030101010101" pitchFamily="2" charset="-122"/>
                          <a:cs typeface="华文新魏" panose="0201080004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kumimoji="1">
                          <a:solidFill>
                            <a:schemeClr val="tx1"/>
                          </a:solidFill>
                          <a:latin typeface="Calibri" panose="020F0502020204030204" pitchFamily="34" charset="0"/>
                          <a:ea typeface="宋体" panose="02010600030101010101" pitchFamily="2" charset="-122"/>
                          <a:cs typeface="华文新魏" panose="0201080004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kumimoji="1">
                          <a:solidFill>
                            <a:schemeClr val="tx1"/>
                          </a:solidFill>
                          <a:latin typeface="Calibri" panose="020F0502020204030204" pitchFamily="34" charset="0"/>
                          <a:ea typeface="宋体" panose="02010600030101010101" pitchFamily="2" charset="-122"/>
                          <a:cs typeface="华文新魏" panose="0201080004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0" lang="zh-CN" altLang="en-US" sz="1900" b="1" i="0" u="none" strike="noStrike" cap="none" normalizeH="0" baseline="0">
                          <a:ln>
                            <a:noFill/>
                          </a:ln>
                          <a:solidFill>
                            <a:schemeClr val="tx1"/>
                          </a:solidFill>
                          <a:effectLst/>
                          <a:latin typeface="楷体_GB2312" panose="02010609030101010101" pitchFamily="49" charset="-122"/>
                          <a:ea typeface="楷体_GB2312" panose="02010609030101010101" pitchFamily="49" charset="-122"/>
                          <a:cs typeface="华文新魏" panose="02010800040101010101" pitchFamily="2" charset="-122"/>
                        </a:rPr>
                        <a:t>样本序号</a:t>
                      </a:r>
                      <a:endParaRPr kumimoji="0" lang="zh-CN" altLang="en-US" sz="1900" b="1" i="0" u="none" strike="noStrike" cap="none" normalizeH="0" baseline="0">
                        <a:ln>
                          <a:noFill/>
                        </a:ln>
                        <a:solidFill>
                          <a:schemeClr val="tx1"/>
                        </a:solidFill>
                        <a:effectLst/>
                        <a:latin typeface="楷体_GB2312" panose="02010609030101010101" pitchFamily="49" charset="-122"/>
                        <a:ea typeface="楷体_GB2312" panose="02010609030101010101" pitchFamily="49" charset="-122"/>
                        <a:cs typeface="华文新魏" panose="0201080004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folHlink"/>
                        </a:buClr>
                        <a:buSzPct val="60000"/>
                        <a:buFont typeface="Wingdings" panose="05000000000000000000" pitchFamily="2" charset="2"/>
                        <a:defRPr kumimoji="1" sz="2800">
                          <a:solidFill>
                            <a:schemeClr val="tx1"/>
                          </a:solidFill>
                          <a:latin typeface="Calibri" panose="020F0502020204030204" pitchFamily="34" charset="0"/>
                          <a:ea typeface="宋体" panose="02010600030101010101" pitchFamily="2" charset="-122"/>
                          <a:cs typeface="华文新魏" panose="02010800040101010101" pitchFamily="2" charset="-122"/>
                        </a:defRPr>
                      </a:lvl1pPr>
                      <a:lvl2pPr marL="742950" indent="-285750" eaLnBrk="0" hangingPunct="0">
                        <a:spcBef>
                          <a:spcPct val="20000"/>
                        </a:spcBef>
                        <a:buClr>
                          <a:schemeClr val="hlink"/>
                        </a:buClr>
                        <a:buSzPct val="55000"/>
                        <a:buFont typeface="Wingdings" panose="05000000000000000000" pitchFamily="2" charset="2"/>
                        <a:defRPr kumimoji="1" sz="2400">
                          <a:solidFill>
                            <a:schemeClr val="tx1"/>
                          </a:solidFill>
                          <a:latin typeface="Calibri" panose="020F0502020204030204" pitchFamily="34" charset="0"/>
                          <a:ea typeface="宋体" panose="02010600030101010101" pitchFamily="2" charset="-122"/>
                          <a:cs typeface="华文新魏" panose="02010800040101010101" pitchFamily="2" charset="-122"/>
                        </a:defRPr>
                      </a:lvl2pPr>
                      <a:lvl3pPr marL="1143000" indent="-228600" eaLnBrk="0" hangingPunct="0">
                        <a:spcBef>
                          <a:spcPct val="20000"/>
                        </a:spcBef>
                        <a:buClr>
                          <a:schemeClr val="folHlink"/>
                        </a:buClr>
                        <a:buSzPct val="50000"/>
                        <a:buFont typeface="Wingdings" panose="05000000000000000000" pitchFamily="2" charset="2"/>
                        <a:defRPr kumimoji="1" sz="2000">
                          <a:solidFill>
                            <a:schemeClr val="tx1"/>
                          </a:solidFill>
                          <a:latin typeface="Calibri" panose="020F0502020204030204" pitchFamily="34" charset="0"/>
                          <a:ea typeface="宋体" panose="02010600030101010101" pitchFamily="2" charset="-122"/>
                          <a:cs typeface="华文新魏" panose="02010800040101010101" pitchFamily="2" charset="-122"/>
                        </a:defRPr>
                      </a:lvl3pPr>
                      <a:lvl4pPr marL="1600200" indent="-228600" eaLnBrk="0" hangingPunct="0">
                        <a:spcBef>
                          <a:spcPct val="20000"/>
                        </a:spcBef>
                        <a:buClr>
                          <a:schemeClr val="accent2"/>
                        </a:buClr>
                        <a:buSzPct val="55000"/>
                        <a:buFont typeface="Wingdings" panose="05000000000000000000" pitchFamily="2" charset="2"/>
                        <a:defRPr kumimoji="1">
                          <a:solidFill>
                            <a:schemeClr val="tx1"/>
                          </a:solidFill>
                          <a:latin typeface="Calibri" panose="020F0502020204030204" pitchFamily="34" charset="0"/>
                          <a:ea typeface="宋体" panose="02010600030101010101" pitchFamily="2" charset="-122"/>
                          <a:cs typeface="华文新魏" panose="02010800040101010101" pitchFamily="2" charset="-122"/>
                        </a:defRPr>
                      </a:lvl4pPr>
                      <a:lvl5pPr marL="2057400" indent="-228600" eaLnBrk="0" hangingPunct="0">
                        <a:spcBef>
                          <a:spcPct val="20000"/>
                        </a:spcBef>
                        <a:buClr>
                          <a:schemeClr val="accent1"/>
                        </a:buClr>
                        <a:buSzPct val="50000"/>
                        <a:buFont typeface="Wingdings" panose="05000000000000000000" pitchFamily="2" charset="2"/>
                        <a:defRPr kumimoji="1">
                          <a:solidFill>
                            <a:schemeClr val="tx1"/>
                          </a:solidFill>
                          <a:latin typeface="Calibri" panose="020F0502020204030204" pitchFamily="34" charset="0"/>
                          <a:ea typeface="宋体" panose="02010600030101010101" pitchFamily="2" charset="-122"/>
                          <a:cs typeface="华文新魏" panose="0201080004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kumimoji="1">
                          <a:solidFill>
                            <a:schemeClr val="tx1"/>
                          </a:solidFill>
                          <a:latin typeface="Calibri" panose="020F0502020204030204" pitchFamily="34" charset="0"/>
                          <a:ea typeface="宋体" panose="02010600030101010101" pitchFamily="2" charset="-122"/>
                          <a:cs typeface="华文新魏" panose="0201080004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kumimoji="1">
                          <a:solidFill>
                            <a:schemeClr val="tx1"/>
                          </a:solidFill>
                          <a:latin typeface="Calibri" panose="020F0502020204030204" pitchFamily="34" charset="0"/>
                          <a:ea typeface="宋体" panose="02010600030101010101" pitchFamily="2" charset="-122"/>
                          <a:cs typeface="华文新魏" panose="0201080004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kumimoji="1">
                          <a:solidFill>
                            <a:schemeClr val="tx1"/>
                          </a:solidFill>
                          <a:latin typeface="Calibri" panose="020F0502020204030204" pitchFamily="34" charset="0"/>
                          <a:ea typeface="宋体" panose="02010600030101010101" pitchFamily="2" charset="-122"/>
                          <a:cs typeface="华文新魏" panose="0201080004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kumimoji="1">
                          <a:solidFill>
                            <a:schemeClr val="tx1"/>
                          </a:solidFill>
                          <a:latin typeface="Calibri" panose="020F0502020204030204" pitchFamily="34" charset="0"/>
                          <a:ea typeface="宋体" panose="02010600030101010101" pitchFamily="2" charset="-122"/>
                          <a:cs typeface="华文新魏" panose="0201080004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0" lang="en-US" altLang="zh-CN" sz="1900" b="1" i="1" u="none" strike="noStrike" cap="none" normalizeH="0" baseline="0">
                          <a:ln>
                            <a:noFill/>
                          </a:ln>
                          <a:solidFill>
                            <a:schemeClr val="tx1"/>
                          </a:solidFill>
                          <a:effectLst/>
                          <a:latin typeface="Times New Roman" panose="02020603050405020304" pitchFamily="18" charset="0"/>
                          <a:ea typeface="楷体_GB2312" panose="02010609030101010101" pitchFamily="49" charset="-122"/>
                          <a:cs typeface="Times New Roman" panose="02020603050405020304" pitchFamily="18" charset="0"/>
                        </a:rPr>
                        <a:t>x</a:t>
                      </a:r>
                      <a:r>
                        <a:rPr kumimoji="0" lang="en-US" altLang="zh-CN" sz="1900" b="1" i="0" u="none" strike="noStrike" cap="none" normalizeH="0" baseline="-25000">
                          <a:ln>
                            <a:noFill/>
                          </a:ln>
                          <a:solidFill>
                            <a:schemeClr val="tx1"/>
                          </a:solidFill>
                          <a:effectLst/>
                          <a:latin typeface="Times New Roman" panose="02020603050405020304" pitchFamily="18" charset="0"/>
                          <a:ea typeface="楷体_GB2312" panose="02010609030101010101" pitchFamily="49" charset="-122"/>
                          <a:cs typeface="Times New Roman" panose="02020603050405020304" pitchFamily="18" charset="0"/>
                        </a:rPr>
                        <a:t>1</a:t>
                      </a:r>
                      <a:endParaRPr kumimoji="0" lang="en-US" altLang="zh-CN" sz="1900" b="1" i="0" u="none" strike="noStrike" cap="none" normalizeH="0" baseline="-25000">
                        <a:ln>
                          <a:noFill/>
                        </a:ln>
                        <a:solidFill>
                          <a:schemeClr val="tx1"/>
                        </a:solidFill>
                        <a:effectLst/>
                        <a:latin typeface="Times New Roman" panose="02020603050405020304" pitchFamily="18" charset="0"/>
                        <a:ea typeface="楷体_GB2312" panose="02010609030101010101" pitchFamily="49" charset="-122"/>
                        <a:cs typeface="Times New Roman" panose="02020603050405020304"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folHlink"/>
                        </a:buClr>
                        <a:buSzPct val="60000"/>
                        <a:buFont typeface="Wingdings" panose="05000000000000000000" pitchFamily="2" charset="2"/>
                        <a:defRPr kumimoji="1" sz="2800">
                          <a:solidFill>
                            <a:schemeClr val="tx1"/>
                          </a:solidFill>
                          <a:latin typeface="Calibri" panose="020F0502020204030204" pitchFamily="34" charset="0"/>
                          <a:ea typeface="宋体" panose="02010600030101010101" pitchFamily="2" charset="-122"/>
                          <a:cs typeface="华文新魏" panose="02010800040101010101" pitchFamily="2" charset="-122"/>
                        </a:defRPr>
                      </a:lvl1pPr>
                      <a:lvl2pPr marL="742950" indent="-285750" eaLnBrk="0" hangingPunct="0">
                        <a:spcBef>
                          <a:spcPct val="20000"/>
                        </a:spcBef>
                        <a:buClr>
                          <a:schemeClr val="hlink"/>
                        </a:buClr>
                        <a:buSzPct val="55000"/>
                        <a:buFont typeface="Wingdings" panose="05000000000000000000" pitchFamily="2" charset="2"/>
                        <a:defRPr kumimoji="1" sz="2400">
                          <a:solidFill>
                            <a:schemeClr val="tx1"/>
                          </a:solidFill>
                          <a:latin typeface="Calibri" panose="020F0502020204030204" pitchFamily="34" charset="0"/>
                          <a:ea typeface="宋体" panose="02010600030101010101" pitchFamily="2" charset="-122"/>
                          <a:cs typeface="华文新魏" panose="02010800040101010101" pitchFamily="2" charset="-122"/>
                        </a:defRPr>
                      </a:lvl2pPr>
                      <a:lvl3pPr marL="1143000" indent="-228600" eaLnBrk="0" hangingPunct="0">
                        <a:spcBef>
                          <a:spcPct val="20000"/>
                        </a:spcBef>
                        <a:buClr>
                          <a:schemeClr val="folHlink"/>
                        </a:buClr>
                        <a:buSzPct val="50000"/>
                        <a:buFont typeface="Wingdings" panose="05000000000000000000" pitchFamily="2" charset="2"/>
                        <a:defRPr kumimoji="1" sz="2000">
                          <a:solidFill>
                            <a:schemeClr val="tx1"/>
                          </a:solidFill>
                          <a:latin typeface="Calibri" panose="020F0502020204030204" pitchFamily="34" charset="0"/>
                          <a:ea typeface="宋体" panose="02010600030101010101" pitchFamily="2" charset="-122"/>
                          <a:cs typeface="华文新魏" panose="02010800040101010101" pitchFamily="2" charset="-122"/>
                        </a:defRPr>
                      </a:lvl3pPr>
                      <a:lvl4pPr marL="1600200" indent="-228600" eaLnBrk="0" hangingPunct="0">
                        <a:spcBef>
                          <a:spcPct val="20000"/>
                        </a:spcBef>
                        <a:buClr>
                          <a:schemeClr val="accent2"/>
                        </a:buClr>
                        <a:buSzPct val="55000"/>
                        <a:buFont typeface="Wingdings" panose="05000000000000000000" pitchFamily="2" charset="2"/>
                        <a:defRPr kumimoji="1">
                          <a:solidFill>
                            <a:schemeClr val="tx1"/>
                          </a:solidFill>
                          <a:latin typeface="Calibri" panose="020F0502020204030204" pitchFamily="34" charset="0"/>
                          <a:ea typeface="宋体" panose="02010600030101010101" pitchFamily="2" charset="-122"/>
                          <a:cs typeface="华文新魏" panose="02010800040101010101" pitchFamily="2" charset="-122"/>
                        </a:defRPr>
                      </a:lvl4pPr>
                      <a:lvl5pPr marL="2057400" indent="-228600" eaLnBrk="0" hangingPunct="0">
                        <a:spcBef>
                          <a:spcPct val="20000"/>
                        </a:spcBef>
                        <a:buClr>
                          <a:schemeClr val="accent1"/>
                        </a:buClr>
                        <a:buSzPct val="50000"/>
                        <a:buFont typeface="Wingdings" panose="05000000000000000000" pitchFamily="2" charset="2"/>
                        <a:defRPr kumimoji="1">
                          <a:solidFill>
                            <a:schemeClr val="tx1"/>
                          </a:solidFill>
                          <a:latin typeface="Calibri" panose="020F0502020204030204" pitchFamily="34" charset="0"/>
                          <a:ea typeface="宋体" panose="02010600030101010101" pitchFamily="2" charset="-122"/>
                          <a:cs typeface="华文新魏" panose="0201080004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kumimoji="1">
                          <a:solidFill>
                            <a:schemeClr val="tx1"/>
                          </a:solidFill>
                          <a:latin typeface="Calibri" panose="020F0502020204030204" pitchFamily="34" charset="0"/>
                          <a:ea typeface="宋体" panose="02010600030101010101" pitchFamily="2" charset="-122"/>
                          <a:cs typeface="华文新魏" panose="0201080004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kumimoji="1">
                          <a:solidFill>
                            <a:schemeClr val="tx1"/>
                          </a:solidFill>
                          <a:latin typeface="Calibri" panose="020F0502020204030204" pitchFamily="34" charset="0"/>
                          <a:ea typeface="宋体" panose="02010600030101010101" pitchFamily="2" charset="-122"/>
                          <a:cs typeface="华文新魏" panose="0201080004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kumimoji="1">
                          <a:solidFill>
                            <a:schemeClr val="tx1"/>
                          </a:solidFill>
                          <a:latin typeface="Calibri" panose="020F0502020204030204" pitchFamily="34" charset="0"/>
                          <a:ea typeface="宋体" panose="02010600030101010101" pitchFamily="2" charset="-122"/>
                          <a:cs typeface="华文新魏" panose="0201080004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kumimoji="1">
                          <a:solidFill>
                            <a:schemeClr val="tx1"/>
                          </a:solidFill>
                          <a:latin typeface="Calibri" panose="020F0502020204030204" pitchFamily="34" charset="0"/>
                          <a:ea typeface="宋体" panose="02010600030101010101" pitchFamily="2" charset="-122"/>
                          <a:cs typeface="华文新魏" panose="0201080004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0" lang="en-US" altLang="zh-CN" sz="1900" b="1" i="1" u="none" strike="noStrike" cap="none" normalizeH="0" baseline="0">
                          <a:ln>
                            <a:noFill/>
                          </a:ln>
                          <a:solidFill>
                            <a:schemeClr val="tx1"/>
                          </a:solidFill>
                          <a:effectLst/>
                          <a:latin typeface="Times New Roman" panose="02020603050405020304" pitchFamily="18" charset="0"/>
                          <a:ea typeface="楷体_GB2312" panose="02010609030101010101" pitchFamily="49" charset="-122"/>
                          <a:cs typeface="Times New Roman" panose="02020603050405020304" pitchFamily="18" charset="0"/>
                        </a:rPr>
                        <a:t>x</a:t>
                      </a:r>
                      <a:r>
                        <a:rPr kumimoji="0" lang="en-US" altLang="zh-CN" sz="1900" b="1" i="0" u="none" strike="noStrike" cap="none" normalizeH="0" baseline="-25000">
                          <a:ln>
                            <a:noFill/>
                          </a:ln>
                          <a:solidFill>
                            <a:schemeClr val="tx1"/>
                          </a:solidFill>
                          <a:effectLst/>
                          <a:latin typeface="Times New Roman" panose="02020603050405020304" pitchFamily="18" charset="0"/>
                          <a:ea typeface="楷体_GB2312" panose="02010609030101010101" pitchFamily="49" charset="-122"/>
                          <a:cs typeface="Times New Roman" panose="02020603050405020304" pitchFamily="18" charset="0"/>
                        </a:rPr>
                        <a:t>2</a:t>
                      </a:r>
                      <a:endParaRPr kumimoji="0" lang="en-US" altLang="zh-CN" sz="1900" b="1" i="0" u="none" strike="noStrike" cap="none" normalizeH="0" baseline="-25000">
                        <a:ln>
                          <a:noFill/>
                        </a:ln>
                        <a:solidFill>
                          <a:schemeClr val="tx1"/>
                        </a:solidFill>
                        <a:effectLst/>
                        <a:latin typeface="Times New Roman" panose="02020603050405020304" pitchFamily="18" charset="0"/>
                        <a:ea typeface="楷体_GB2312" panose="02010609030101010101" pitchFamily="49" charset="-122"/>
                        <a:cs typeface="Times New Roman" panose="02020603050405020304"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folHlink"/>
                        </a:buClr>
                        <a:buSzPct val="60000"/>
                        <a:buFont typeface="Wingdings" panose="05000000000000000000" pitchFamily="2" charset="2"/>
                        <a:defRPr kumimoji="1" sz="2800">
                          <a:solidFill>
                            <a:schemeClr val="tx1"/>
                          </a:solidFill>
                          <a:latin typeface="Calibri" panose="020F0502020204030204" pitchFamily="34" charset="0"/>
                          <a:ea typeface="宋体" panose="02010600030101010101" pitchFamily="2" charset="-122"/>
                          <a:cs typeface="华文新魏" panose="02010800040101010101" pitchFamily="2" charset="-122"/>
                        </a:defRPr>
                      </a:lvl1pPr>
                      <a:lvl2pPr marL="742950" indent="-285750" eaLnBrk="0" hangingPunct="0">
                        <a:spcBef>
                          <a:spcPct val="20000"/>
                        </a:spcBef>
                        <a:buClr>
                          <a:schemeClr val="hlink"/>
                        </a:buClr>
                        <a:buSzPct val="55000"/>
                        <a:buFont typeface="Wingdings" panose="05000000000000000000" pitchFamily="2" charset="2"/>
                        <a:defRPr kumimoji="1" sz="2400">
                          <a:solidFill>
                            <a:schemeClr val="tx1"/>
                          </a:solidFill>
                          <a:latin typeface="Calibri" panose="020F0502020204030204" pitchFamily="34" charset="0"/>
                          <a:ea typeface="宋体" panose="02010600030101010101" pitchFamily="2" charset="-122"/>
                          <a:cs typeface="华文新魏" panose="02010800040101010101" pitchFamily="2" charset="-122"/>
                        </a:defRPr>
                      </a:lvl2pPr>
                      <a:lvl3pPr marL="1143000" indent="-228600" eaLnBrk="0" hangingPunct="0">
                        <a:spcBef>
                          <a:spcPct val="20000"/>
                        </a:spcBef>
                        <a:buClr>
                          <a:schemeClr val="folHlink"/>
                        </a:buClr>
                        <a:buSzPct val="50000"/>
                        <a:buFont typeface="Wingdings" panose="05000000000000000000" pitchFamily="2" charset="2"/>
                        <a:defRPr kumimoji="1" sz="2000">
                          <a:solidFill>
                            <a:schemeClr val="tx1"/>
                          </a:solidFill>
                          <a:latin typeface="Calibri" panose="020F0502020204030204" pitchFamily="34" charset="0"/>
                          <a:ea typeface="宋体" panose="02010600030101010101" pitchFamily="2" charset="-122"/>
                          <a:cs typeface="华文新魏" panose="02010800040101010101" pitchFamily="2" charset="-122"/>
                        </a:defRPr>
                      </a:lvl3pPr>
                      <a:lvl4pPr marL="1600200" indent="-228600" eaLnBrk="0" hangingPunct="0">
                        <a:spcBef>
                          <a:spcPct val="20000"/>
                        </a:spcBef>
                        <a:buClr>
                          <a:schemeClr val="accent2"/>
                        </a:buClr>
                        <a:buSzPct val="55000"/>
                        <a:buFont typeface="Wingdings" panose="05000000000000000000" pitchFamily="2" charset="2"/>
                        <a:defRPr kumimoji="1">
                          <a:solidFill>
                            <a:schemeClr val="tx1"/>
                          </a:solidFill>
                          <a:latin typeface="Calibri" panose="020F0502020204030204" pitchFamily="34" charset="0"/>
                          <a:ea typeface="宋体" panose="02010600030101010101" pitchFamily="2" charset="-122"/>
                          <a:cs typeface="华文新魏" panose="02010800040101010101" pitchFamily="2" charset="-122"/>
                        </a:defRPr>
                      </a:lvl4pPr>
                      <a:lvl5pPr marL="2057400" indent="-228600" eaLnBrk="0" hangingPunct="0">
                        <a:spcBef>
                          <a:spcPct val="20000"/>
                        </a:spcBef>
                        <a:buClr>
                          <a:schemeClr val="accent1"/>
                        </a:buClr>
                        <a:buSzPct val="50000"/>
                        <a:buFont typeface="Wingdings" panose="05000000000000000000" pitchFamily="2" charset="2"/>
                        <a:defRPr kumimoji="1">
                          <a:solidFill>
                            <a:schemeClr val="tx1"/>
                          </a:solidFill>
                          <a:latin typeface="Calibri" panose="020F0502020204030204" pitchFamily="34" charset="0"/>
                          <a:ea typeface="宋体" panose="02010600030101010101" pitchFamily="2" charset="-122"/>
                          <a:cs typeface="华文新魏" panose="0201080004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kumimoji="1">
                          <a:solidFill>
                            <a:schemeClr val="tx1"/>
                          </a:solidFill>
                          <a:latin typeface="Calibri" panose="020F0502020204030204" pitchFamily="34" charset="0"/>
                          <a:ea typeface="宋体" panose="02010600030101010101" pitchFamily="2" charset="-122"/>
                          <a:cs typeface="华文新魏" panose="0201080004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kumimoji="1">
                          <a:solidFill>
                            <a:schemeClr val="tx1"/>
                          </a:solidFill>
                          <a:latin typeface="Calibri" panose="020F0502020204030204" pitchFamily="34" charset="0"/>
                          <a:ea typeface="宋体" panose="02010600030101010101" pitchFamily="2" charset="-122"/>
                          <a:cs typeface="华文新魏" panose="0201080004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kumimoji="1">
                          <a:solidFill>
                            <a:schemeClr val="tx1"/>
                          </a:solidFill>
                          <a:latin typeface="Calibri" panose="020F0502020204030204" pitchFamily="34" charset="0"/>
                          <a:ea typeface="宋体" panose="02010600030101010101" pitchFamily="2" charset="-122"/>
                          <a:cs typeface="华文新魏" panose="0201080004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kumimoji="1">
                          <a:solidFill>
                            <a:schemeClr val="tx1"/>
                          </a:solidFill>
                          <a:latin typeface="Calibri" panose="020F0502020204030204" pitchFamily="34" charset="0"/>
                          <a:ea typeface="宋体" panose="02010600030101010101" pitchFamily="2" charset="-122"/>
                          <a:cs typeface="华文新魏" panose="0201080004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0" lang="en-US" altLang="zh-CN" sz="1900" b="1" i="1" u="none" strike="noStrike" cap="none" normalizeH="0" baseline="0">
                          <a:ln>
                            <a:noFill/>
                          </a:ln>
                          <a:solidFill>
                            <a:schemeClr val="tx1"/>
                          </a:solidFill>
                          <a:effectLst/>
                          <a:latin typeface="Times New Roman" panose="02020603050405020304" pitchFamily="18" charset="0"/>
                          <a:ea typeface="楷体_GB2312" panose="02010609030101010101" pitchFamily="49" charset="-122"/>
                          <a:cs typeface="Times New Roman" panose="02020603050405020304" pitchFamily="18" charset="0"/>
                        </a:rPr>
                        <a:t>x</a:t>
                      </a:r>
                      <a:r>
                        <a:rPr kumimoji="0" lang="en-US" altLang="zh-CN" sz="1900" b="1" i="0" u="none" strike="noStrike" cap="none" normalizeH="0" baseline="-25000">
                          <a:ln>
                            <a:noFill/>
                          </a:ln>
                          <a:solidFill>
                            <a:schemeClr val="tx1"/>
                          </a:solidFill>
                          <a:effectLst/>
                          <a:latin typeface="Times New Roman" panose="02020603050405020304" pitchFamily="18" charset="0"/>
                          <a:ea typeface="楷体_GB2312" panose="02010609030101010101" pitchFamily="49" charset="-122"/>
                          <a:cs typeface="Times New Roman" panose="02020603050405020304" pitchFamily="18" charset="0"/>
                        </a:rPr>
                        <a:t>3</a:t>
                      </a:r>
                      <a:endParaRPr kumimoji="0" lang="en-US" altLang="zh-CN" sz="1900" b="1" i="0" u="none" strike="noStrike" cap="none" normalizeH="0" baseline="-25000">
                        <a:ln>
                          <a:noFill/>
                        </a:ln>
                        <a:solidFill>
                          <a:schemeClr val="tx1"/>
                        </a:solidFill>
                        <a:effectLst/>
                        <a:latin typeface="Times New Roman" panose="02020603050405020304" pitchFamily="18" charset="0"/>
                        <a:ea typeface="楷体_GB2312" panose="02010609030101010101" pitchFamily="49" charset="-122"/>
                        <a:cs typeface="Times New Roman" panose="02020603050405020304"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folHlink"/>
                        </a:buClr>
                        <a:buSzPct val="60000"/>
                        <a:buFont typeface="Wingdings" panose="05000000000000000000" pitchFamily="2" charset="2"/>
                        <a:defRPr kumimoji="1" sz="2800">
                          <a:solidFill>
                            <a:schemeClr val="tx1"/>
                          </a:solidFill>
                          <a:latin typeface="Calibri" panose="020F0502020204030204" pitchFamily="34" charset="0"/>
                          <a:ea typeface="宋体" panose="02010600030101010101" pitchFamily="2" charset="-122"/>
                          <a:cs typeface="华文新魏" panose="02010800040101010101" pitchFamily="2" charset="-122"/>
                        </a:defRPr>
                      </a:lvl1pPr>
                      <a:lvl2pPr marL="742950" indent="-285750" eaLnBrk="0" hangingPunct="0">
                        <a:spcBef>
                          <a:spcPct val="20000"/>
                        </a:spcBef>
                        <a:buClr>
                          <a:schemeClr val="hlink"/>
                        </a:buClr>
                        <a:buSzPct val="55000"/>
                        <a:buFont typeface="Wingdings" panose="05000000000000000000" pitchFamily="2" charset="2"/>
                        <a:defRPr kumimoji="1" sz="2400">
                          <a:solidFill>
                            <a:schemeClr val="tx1"/>
                          </a:solidFill>
                          <a:latin typeface="Calibri" panose="020F0502020204030204" pitchFamily="34" charset="0"/>
                          <a:ea typeface="宋体" panose="02010600030101010101" pitchFamily="2" charset="-122"/>
                          <a:cs typeface="华文新魏" panose="02010800040101010101" pitchFamily="2" charset="-122"/>
                        </a:defRPr>
                      </a:lvl2pPr>
                      <a:lvl3pPr marL="1143000" indent="-228600" eaLnBrk="0" hangingPunct="0">
                        <a:spcBef>
                          <a:spcPct val="20000"/>
                        </a:spcBef>
                        <a:buClr>
                          <a:schemeClr val="folHlink"/>
                        </a:buClr>
                        <a:buSzPct val="50000"/>
                        <a:buFont typeface="Wingdings" panose="05000000000000000000" pitchFamily="2" charset="2"/>
                        <a:defRPr kumimoji="1" sz="2000">
                          <a:solidFill>
                            <a:schemeClr val="tx1"/>
                          </a:solidFill>
                          <a:latin typeface="Calibri" panose="020F0502020204030204" pitchFamily="34" charset="0"/>
                          <a:ea typeface="宋体" panose="02010600030101010101" pitchFamily="2" charset="-122"/>
                          <a:cs typeface="华文新魏" panose="02010800040101010101" pitchFamily="2" charset="-122"/>
                        </a:defRPr>
                      </a:lvl3pPr>
                      <a:lvl4pPr marL="1600200" indent="-228600" eaLnBrk="0" hangingPunct="0">
                        <a:spcBef>
                          <a:spcPct val="20000"/>
                        </a:spcBef>
                        <a:buClr>
                          <a:schemeClr val="accent2"/>
                        </a:buClr>
                        <a:buSzPct val="55000"/>
                        <a:buFont typeface="Wingdings" panose="05000000000000000000" pitchFamily="2" charset="2"/>
                        <a:defRPr kumimoji="1">
                          <a:solidFill>
                            <a:schemeClr val="tx1"/>
                          </a:solidFill>
                          <a:latin typeface="Calibri" panose="020F0502020204030204" pitchFamily="34" charset="0"/>
                          <a:ea typeface="宋体" panose="02010600030101010101" pitchFamily="2" charset="-122"/>
                          <a:cs typeface="华文新魏" panose="02010800040101010101" pitchFamily="2" charset="-122"/>
                        </a:defRPr>
                      </a:lvl4pPr>
                      <a:lvl5pPr marL="2057400" indent="-228600" eaLnBrk="0" hangingPunct="0">
                        <a:spcBef>
                          <a:spcPct val="20000"/>
                        </a:spcBef>
                        <a:buClr>
                          <a:schemeClr val="accent1"/>
                        </a:buClr>
                        <a:buSzPct val="50000"/>
                        <a:buFont typeface="Wingdings" panose="05000000000000000000" pitchFamily="2" charset="2"/>
                        <a:defRPr kumimoji="1">
                          <a:solidFill>
                            <a:schemeClr val="tx1"/>
                          </a:solidFill>
                          <a:latin typeface="Calibri" panose="020F0502020204030204" pitchFamily="34" charset="0"/>
                          <a:ea typeface="宋体" panose="02010600030101010101" pitchFamily="2" charset="-122"/>
                          <a:cs typeface="华文新魏" panose="0201080004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kumimoji="1">
                          <a:solidFill>
                            <a:schemeClr val="tx1"/>
                          </a:solidFill>
                          <a:latin typeface="Calibri" panose="020F0502020204030204" pitchFamily="34" charset="0"/>
                          <a:ea typeface="宋体" panose="02010600030101010101" pitchFamily="2" charset="-122"/>
                          <a:cs typeface="华文新魏" panose="0201080004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kumimoji="1">
                          <a:solidFill>
                            <a:schemeClr val="tx1"/>
                          </a:solidFill>
                          <a:latin typeface="Calibri" panose="020F0502020204030204" pitchFamily="34" charset="0"/>
                          <a:ea typeface="宋体" panose="02010600030101010101" pitchFamily="2" charset="-122"/>
                          <a:cs typeface="华文新魏" panose="0201080004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kumimoji="1">
                          <a:solidFill>
                            <a:schemeClr val="tx1"/>
                          </a:solidFill>
                          <a:latin typeface="Calibri" panose="020F0502020204030204" pitchFamily="34" charset="0"/>
                          <a:ea typeface="宋体" panose="02010600030101010101" pitchFamily="2" charset="-122"/>
                          <a:cs typeface="华文新魏" panose="0201080004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kumimoji="1">
                          <a:solidFill>
                            <a:schemeClr val="tx1"/>
                          </a:solidFill>
                          <a:latin typeface="Calibri" panose="020F0502020204030204" pitchFamily="34" charset="0"/>
                          <a:ea typeface="宋体" panose="02010600030101010101" pitchFamily="2" charset="-122"/>
                          <a:cs typeface="华文新魏" panose="0201080004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0" lang="en-US" altLang="zh-CN" sz="1900" b="1" i="1" u="none" strike="noStrike" cap="none" normalizeH="0" baseline="0">
                          <a:ln>
                            <a:noFill/>
                          </a:ln>
                          <a:solidFill>
                            <a:schemeClr val="tx1"/>
                          </a:solidFill>
                          <a:effectLst/>
                          <a:latin typeface="Times New Roman" panose="02020603050405020304" pitchFamily="18" charset="0"/>
                          <a:ea typeface="楷体_GB2312" panose="02010609030101010101" pitchFamily="49" charset="-122"/>
                          <a:cs typeface="Times New Roman" panose="02020603050405020304" pitchFamily="18" charset="0"/>
                        </a:rPr>
                        <a:t>x</a:t>
                      </a:r>
                      <a:r>
                        <a:rPr kumimoji="0" lang="en-US" altLang="zh-CN" sz="1900" b="1" i="0" u="none" strike="noStrike" cap="none" normalizeH="0" baseline="-25000">
                          <a:ln>
                            <a:noFill/>
                          </a:ln>
                          <a:solidFill>
                            <a:schemeClr val="tx1"/>
                          </a:solidFill>
                          <a:effectLst/>
                          <a:latin typeface="Times New Roman" panose="02020603050405020304" pitchFamily="18" charset="0"/>
                          <a:ea typeface="楷体_GB2312" panose="02010609030101010101" pitchFamily="49" charset="-122"/>
                          <a:cs typeface="Times New Roman" panose="02020603050405020304" pitchFamily="18" charset="0"/>
                        </a:rPr>
                        <a:t>4</a:t>
                      </a:r>
                      <a:endParaRPr kumimoji="0" lang="en-US" altLang="zh-CN" sz="1900" b="1" i="0" u="none" strike="noStrike" cap="none" normalizeH="0" baseline="-25000">
                        <a:ln>
                          <a:noFill/>
                        </a:ln>
                        <a:solidFill>
                          <a:schemeClr val="tx1"/>
                        </a:solidFill>
                        <a:effectLst/>
                        <a:latin typeface="Times New Roman" panose="02020603050405020304" pitchFamily="18" charset="0"/>
                        <a:ea typeface="楷体_GB2312" panose="02010609030101010101" pitchFamily="49" charset="-122"/>
                        <a:cs typeface="Times New Roman" panose="02020603050405020304"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folHlink"/>
                        </a:buClr>
                        <a:buSzPct val="60000"/>
                        <a:buFont typeface="Wingdings" panose="05000000000000000000" pitchFamily="2" charset="2"/>
                        <a:defRPr kumimoji="1" sz="2800">
                          <a:solidFill>
                            <a:schemeClr val="tx1"/>
                          </a:solidFill>
                          <a:latin typeface="Calibri" panose="020F0502020204030204" pitchFamily="34" charset="0"/>
                          <a:ea typeface="宋体" panose="02010600030101010101" pitchFamily="2" charset="-122"/>
                          <a:cs typeface="华文新魏" panose="02010800040101010101" pitchFamily="2" charset="-122"/>
                        </a:defRPr>
                      </a:lvl1pPr>
                      <a:lvl2pPr marL="742950" indent="-285750" eaLnBrk="0" hangingPunct="0">
                        <a:spcBef>
                          <a:spcPct val="20000"/>
                        </a:spcBef>
                        <a:buClr>
                          <a:schemeClr val="hlink"/>
                        </a:buClr>
                        <a:buSzPct val="55000"/>
                        <a:buFont typeface="Wingdings" panose="05000000000000000000" pitchFamily="2" charset="2"/>
                        <a:defRPr kumimoji="1" sz="2400">
                          <a:solidFill>
                            <a:schemeClr val="tx1"/>
                          </a:solidFill>
                          <a:latin typeface="Calibri" panose="020F0502020204030204" pitchFamily="34" charset="0"/>
                          <a:ea typeface="宋体" panose="02010600030101010101" pitchFamily="2" charset="-122"/>
                          <a:cs typeface="华文新魏" panose="02010800040101010101" pitchFamily="2" charset="-122"/>
                        </a:defRPr>
                      </a:lvl2pPr>
                      <a:lvl3pPr marL="1143000" indent="-228600" eaLnBrk="0" hangingPunct="0">
                        <a:spcBef>
                          <a:spcPct val="20000"/>
                        </a:spcBef>
                        <a:buClr>
                          <a:schemeClr val="folHlink"/>
                        </a:buClr>
                        <a:buSzPct val="50000"/>
                        <a:buFont typeface="Wingdings" panose="05000000000000000000" pitchFamily="2" charset="2"/>
                        <a:defRPr kumimoji="1" sz="2000">
                          <a:solidFill>
                            <a:schemeClr val="tx1"/>
                          </a:solidFill>
                          <a:latin typeface="Calibri" panose="020F0502020204030204" pitchFamily="34" charset="0"/>
                          <a:ea typeface="宋体" panose="02010600030101010101" pitchFamily="2" charset="-122"/>
                          <a:cs typeface="华文新魏" panose="02010800040101010101" pitchFamily="2" charset="-122"/>
                        </a:defRPr>
                      </a:lvl3pPr>
                      <a:lvl4pPr marL="1600200" indent="-228600" eaLnBrk="0" hangingPunct="0">
                        <a:spcBef>
                          <a:spcPct val="20000"/>
                        </a:spcBef>
                        <a:buClr>
                          <a:schemeClr val="accent2"/>
                        </a:buClr>
                        <a:buSzPct val="55000"/>
                        <a:buFont typeface="Wingdings" panose="05000000000000000000" pitchFamily="2" charset="2"/>
                        <a:defRPr kumimoji="1">
                          <a:solidFill>
                            <a:schemeClr val="tx1"/>
                          </a:solidFill>
                          <a:latin typeface="Calibri" panose="020F0502020204030204" pitchFamily="34" charset="0"/>
                          <a:ea typeface="宋体" panose="02010600030101010101" pitchFamily="2" charset="-122"/>
                          <a:cs typeface="华文新魏" panose="02010800040101010101" pitchFamily="2" charset="-122"/>
                        </a:defRPr>
                      </a:lvl4pPr>
                      <a:lvl5pPr marL="2057400" indent="-228600" eaLnBrk="0" hangingPunct="0">
                        <a:spcBef>
                          <a:spcPct val="20000"/>
                        </a:spcBef>
                        <a:buClr>
                          <a:schemeClr val="accent1"/>
                        </a:buClr>
                        <a:buSzPct val="50000"/>
                        <a:buFont typeface="Wingdings" panose="05000000000000000000" pitchFamily="2" charset="2"/>
                        <a:defRPr kumimoji="1">
                          <a:solidFill>
                            <a:schemeClr val="tx1"/>
                          </a:solidFill>
                          <a:latin typeface="Calibri" panose="020F0502020204030204" pitchFamily="34" charset="0"/>
                          <a:ea typeface="宋体" panose="02010600030101010101" pitchFamily="2" charset="-122"/>
                          <a:cs typeface="华文新魏" panose="0201080004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kumimoji="1">
                          <a:solidFill>
                            <a:schemeClr val="tx1"/>
                          </a:solidFill>
                          <a:latin typeface="Calibri" panose="020F0502020204030204" pitchFamily="34" charset="0"/>
                          <a:ea typeface="宋体" panose="02010600030101010101" pitchFamily="2" charset="-122"/>
                          <a:cs typeface="华文新魏" panose="0201080004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kumimoji="1">
                          <a:solidFill>
                            <a:schemeClr val="tx1"/>
                          </a:solidFill>
                          <a:latin typeface="Calibri" panose="020F0502020204030204" pitchFamily="34" charset="0"/>
                          <a:ea typeface="宋体" panose="02010600030101010101" pitchFamily="2" charset="-122"/>
                          <a:cs typeface="华文新魏" panose="0201080004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kumimoji="1">
                          <a:solidFill>
                            <a:schemeClr val="tx1"/>
                          </a:solidFill>
                          <a:latin typeface="Calibri" panose="020F0502020204030204" pitchFamily="34" charset="0"/>
                          <a:ea typeface="宋体" panose="02010600030101010101" pitchFamily="2" charset="-122"/>
                          <a:cs typeface="华文新魏" panose="0201080004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kumimoji="1">
                          <a:solidFill>
                            <a:schemeClr val="tx1"/>
                          </a:solidFill>
                          <a:latin typeface="Calibri" panose="020F0502020204030204" pitchFamily="34" charset="0"/>
                          <a:ea typeface="宋体" panose="02010600030101010101" pitchFamily="2" charset="-122"/>
                          <a:cs typeface="华文新魏" panose="0201080004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0" lang="en-US" altLang="zh-CN" sz="1900" b="1" i="1" u="none" strike="noStrike" cap="none" normalizeH="0" baseline="0">
                          <a:ln>
                            <a:noFill/>
                          </a:ln>
                          <a:solidFill>
                            <a:schemeClr val="tx1"/>
                          </a:solidFill>
                          <a:effectLst/>
                          <a:latin typeface="Times New Roman" panose="02020603050405020304" pitchFamily="18" charset="0"/>
                          <a:ea typeface="楷体_GB2312" panose="02010609030101010101" pitchFamily="49" charset="-122"/>
                          <a:cs typeface="Times New Roman" panose="02020603050405020304" pitchFamily="18" charset="0"/>
                        </a:rPr>
                        <a:t>x</a:t>
                      </a:r>
                      <a:r>
                        <a:rPr kumimoji="0" lang="en-US" altLang="zh-CN" sz="1900" b="1" i="0" u="none" strike="noStrike" cap="none" normalizeH="0" baseline="-25000">
                          <a:ln>
                            <a:noFill/>
                          </a:ln>
                          <a:solidFill>
                            <a:schemeClr val="tx1"/>
                          </a:solidFill>
                          <a:effectLst/>
                          <a:latin typeface="Times New Roman" panose="02020603050405020304" pitchFamily="18" charset="0"/>
                          <a:ea typeface="楷体_GB2312" panose="02010609030101010101" pitchFamily="49" charset="-122"/>
                          <a:cs typeface="Times New Roman" panose="02020603050405020304" pitchFamily="18" charset="0"/>
                        </a:rPr>
                        <a:t>5</a:t>
                      </a:r>
                      <a:endParaRPr kumimoji="0" lang="en-US" altLang="zh-CN" sz="1900" b="1" i="0" u="none" strike="noStrike" cap="none" normalizeH="0" baseline="-25000">
                        <a:ln>
                          <a:noFill/>
                        </a:ln>
                        <a:solidFill>
                          <a:schemeClr val="tx1"/>
                        </a:solidFill>
                        <a:effectLst/>
                        <a:latin typeface="Times New Roman" panose="02020603050405020304" pitchFamily="18" charset="0"/>
                        <a:ea typeface="楷体_GB2312" panose="02010609030101010101" pitchFamily="49" charset="-122"/>
                        <a:cs typeface="Times New Roman" panose="02020603050405020304"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folHlink"/>
                        </a:buClr>
                        <a:buSzPct val="60000"/>
                        <a:buFont typeface="Wingdings" panose="05000000000000000000" pitchFamily="2" charset="2"/>
                        <a:defRPr kumimoji="1" sz="2800">
                          <a:solidFill>
                            <a:schemeClr val="tx1"/>
                          </a:solidFill>
                          <a:latin typeface="Calibri" panose="020F0502020204030204" pitchFamily="34" charset="0"/>
                          <a:ea typeface="宋体" panose="02010600030101010101" pitchFamily="2" charset="-122"/>
                          <a:cs typeface="华文新魏" panose="02010800040101010101" pitchFamily="2" charset="-122"/>
                        </a:defRPr>
                      </a:lvl1pPr>
                      <a:lvl2pPr marL="742950" indent="-285750" eaLnBrk="0" hangingPunct="0">
                        <a:spcBef>
                          <a:spcPct val="20000"/>
                        </a:spcBef>
                        <a:buClr>
                          <a:schemeClr val="hlink"/>
                        </a:buClr>
                        <a:buSzPct val="55000"/>
                        <a:buFont typeface="Wingdings" panose="05000000000000000000" pitchFamily="2" charset="2"/>
                        <a:defRPr kumimoji="1" sz="2400">
                          <a:solidFill>
                            <a:schemeClr val="tx1"/>
                          </a:solidFill>
                          <a:latin typeface="Calibri" panose="020F0502020204030204" pitchFamily="34" charset="0"/>
                          <a:ea typeface="宋体" panose="02010600030101010101" pitchFamily="2" charset="-122"/>
                          <a:cs typeface="华文新魏" panose="02010800040101010101" pitchFamily="2" charset="-122"/>
                        </a:defRPr>
                      </a:lvl2pPr>
                      <a:lvl3pPr marL="1143000" indent="-228600" eaLnBrk="0" hangingPunct="0">
                        <a:spcBef>
                          <a:spcPct val="20000"/>
                        </a:spcBef>
                        <a:buClr>
                          <a:schemeClr val="folHlink"/>
                        </a:buClr>
                        <a:buSzPct val="50000"/>
                        <a:buFont typeface="Wingdings" panose="05000000000000000000" pitchFamily="2" charset="2"/>
                        <a:defRPr kumimoji="1" sz="2000">
                          <a:solidFill>
                            <a:schemeClr val="tx1"/>
                          </a:solidFill>
                          <a:latin typeface="Calibri" panose="020F0502020204030204" pitchFamily="34" charset="0"/>
                          <a:ea typeface="宋体" panose="02010600030101010101" pitchFamily="2" charset="-122"/>
                          <a:cs typeface="华文新魏" panose="02010800040101010101" pitchFamily="2" charset="-122"/>
                        </a:defRPr>
                      </a:lvl3pPr>
                      <a:lvl4pPr marL="1600200" indent="-228600" eaLnBrk="0" hangingPunct="0">
                        <a:spcBef>
                          <a:spcPct val="20000"/>
                        </a:spcBef>
                        <a:buClr>
                          <a:schemeClr val="accent2"/>
                        </a:buClr>
                        <a:buSzPct val="55000"/>
                        <a:buFont typeface="Wingdings" panose="05000000000000000000" pitchFamily="2" charset="2"/>
                        <a:defRPr kumimoji="1">
                          <a:solidFill>
                            <a:schemeClr val="tx1"/>
                          </a:solidFill>
                          <a:latin typeface="Calibri" panose="020F0502020204030204" pitchFamily="34" charset="0"/>
                          <a:ea typeface="宋体" panose="02010600030101010101" pitchFamily="2" charset="-122"/>
                          <a:cs typeface="华文新魏" panose="02010800040101010101" pitchFamily="2" charset="-122"/>
                        </a:defRPr>
                      </a:lvl4pPr>
                      <a:lvl5pPr marL="2057400" indent="-228600" eaLnBrk="0" hangingPunct="0">
                        <a:spcBef>
                          <a:spcPct val="20000"/>
                        </a:spcBef>
                        <a:buClr>
                          <a:schemeClr val="accent1"/>
                        </a:buClr>
                        <a:buSzPct val="50000"/>
                        <a:buFont typeface="Wingdings" panose="05000000000000000000" pitchFamily="2" charset="2"/>
                        <a:defRPr kumimoji="1">
                          <a:solidFill>
                            <a:schemeClr val="tx1"/>
                          </a:solidFill>
                          <a:latin typeface="Calibri" panose="020F0502020204030204" pitchFamily="34" charset="0"/>
                          <a:ea typeface="宋体" panose="02010600030101010101" pitchFamily="2" charset="-122"/>
                          <a:cs typeface="华文新魏" panose="0201080004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kumimoji="1">
                          <a:solidFill>
                            <a:schemeClr val="tx1"/>
                          </a:solidFill>
                          <a:latin typeface="Calibri" panose="020F0502020204030204" pitchFamily="34" charset="0"/>
                          <a:ea typeface="宋体" panose="02010600030101010101" pitchFamily="2" charset="-122"/>
                          <a:cs typeface="华文新魏" panose="0201080004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kumimoji="1">
                          <a:solidFill>
                            <a:schemeClr val="tx1"/>
                          </a:solidFill>
                          <a:latin typeface="Calibri" panose="020F0502020204030204" pitchFamily="34" charset="0"/>
                          <a:ea typeface="宋体" panose="02010600030101010101" pitchFamily="2" charset="-122"/>
                          <a:cs typeface="华文新魏" panose="0201080004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kumimoji="1">
                          <a:solidFill>
                            <a:schemeClr val="tx1"/>
                          </a:solidFill>
                          <a:latin typeface="Calibri" panose="020F0502020204030204" pitchFamily="34" charset="0"/>
                          <a:ea typeface="宋体" panose="02010600030101010101" pitchFamily="2" charset="-122"/>
                          <a:cs typeface="华文新魏" panose="0201080004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kumimoji="1">
                          <a:solidFill>
                            <a:schemeClr val="tx1"/>
                          </a:solidFill>
                          <a:latin typeface="Calibri" panose="020F0502020204030204" pitchFamily="34" charset="0"/>
                          <a:ea typeface="宋体" panose="02010600030101010101" pitchFamily="2" charset="-122"/>
                          <a:cs typeface="华文新魏" panose="0201080004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0" lang="en-US" altLang="zh-CN" sz="1900" b="1" i="1" u="none" strike="noStrike" cap="none" normalizeH="0" baseline="0">
                          <a:ln>
                            <a:noFill/>
                          </a:ln>
                          <a:solidFill>
                            <a:schemeClr val="tx1"/>
                          </a:solidFill>
                          <a:effectLst/>
                          <a:latin typeface="Times New Roman" panose="02020603050405020304" pitchFamily="18" charset="0"/>
                          <a:ea typeface="楷体_GB2312" panose="02010609030101010101" pitchFamily="49" charset="-122"/>
                          <a:cs typeface="Times New Roman" panose="02020603050405020304" pitchFamily="18" charset="0"/>
                        </a:rPr>
                        <a:t>x</a:t>
                      </a:r>
                      <a:r>
                        <a:rPr kumimoji="0" lang="en-US" altLang="zh-CN" sz="1900" b="1" i="0" u="none" strike="noStrike" cap="none" normalizeH="0" baseline="-25000">
                          <a:ln>
                            <a:noFill/>
                          </a:ln>
                          <a:solidFill>
                            <a:schemeClr val="tx1"/>
                          </a:solidFill>
                          <a:effectLst/>
                          <a:latin typeface="Times New Roman" panose="02020603050405020304" pitchFamily="18" charset="0"/>
                          <a:ea typeface="楷体_GB2312" panose="02010609030101010101" pitchFamily="49" charset="-122"/>
                          <a:cs typeface="Times New Roman" panose="02020603050405020304" pitchFamily="18" charset="0"/>
                        </a:rPr>
                        <a:t>6</a:t>
                      </a:r>
                      <a:endParaRPr kumimoji="0" lang="en-US" altLang="zh-CN" sz="1900" b="1" i="0" u="none" strike="noStrike" cap="none" normalizeH="0" baseline="-25000">
                        <a:ln>
                          <a:noFill/>
                        </a:ln>
                        <a:solidFill>
                          <a:schemeClr val="tx1"/>
                        </a:solidFill>
                        <a:effectLst/>
                        <a:latin typeface="Times New Roman" panose="02020603050405020304" pitchFamily="18" charset="0"/>
                        <a:ea typeface="楷体_GB2312" panose="02010609030101010101" pitchFamily="49" charset="-122"/>
                        <a:cs typeface="Times New Roman" panose="02020603050405020304"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folHlink"/>
                        </a:buClr>
                        <a:buSzPct val="60000"/>
                        <a:buFont typeface="Wingdings" panose="05000000000000000000" pitchFamily="2" charset="2"/>
                        <a:defRPr kumimoji="1" sz="2800">
                          <a:solidFill>
                            <a:schemeClr val="tx1"/>
                          </a:solidFill>
                          <a:latin typeface="Calibri" panose="020F0502020204030204" pitchFamily="34" charset="0"/>
                          <a:ea typeface="宋体" panose="02010600030101010101" pitchFamily="2" charset="-122"/>
                          <a:cs typeface="华文新魏" panose="02010800040101010101" pitchFamily="2" charset="-122"/>
                        </a:defRPr>
                      </a:lvl1pPr>
                      <a:lvl2pPr marL="742950" indent="-285750" eaLnBrk="0" hangingPunct="0">
                        <a:spcBef>
                          <a:spcPct val="20000"/>
                        </a:spcBef>
                        <a:buClr>
                          <a:schemeClr val="hlink"/>
                        </a:buClr>
                        <a:buSzPct val="55000"/>
                        <a:buFont typeface="Wingdings" panose="05000000000000000000" pitchFamily="2" charset="2"/>
                        <a:defRPr kumimoji="1" sz="2400">
                          <a:solidFill>
                            <a:schemeClr val="tx1"/>
                          </a:solidFill>
                          <a:latin typeface="Calibri" panose="020F0502020204030204" pitchFamily="34" charset="0"/>
                          <a:ea typeface="宋体" panose="02010600030101010101" pitchFamily="2" charset="-122"/>
                          <a:cs typeface="华文新魏" panose="02010800040101010101" pitchFamily="2" charset="-122"/>
                        </a:defRPr>
                      </a:lvl2pPr>
                      <a:lvl3pPr marL="1143000" indent="-228600" eaLnBrk="0" hangingPunct="0">
                        <a:spcBef>
                          <a:spcPct val="20000"/>
                        </a:spcBef>
                        <a:buClr>
                          <a:schemeClr val="folHlink"/>
                        </a:buClr>
                        <a:buSzPct val="50000"/>
                        <a:buFont typeface="Wingdings" panose="05000000000000000000" pitchFamily="2" charset="2"/>
                        <a:defRPr kumimoji="1" sz="2000">
                          <a:solidFill>
                            <a:schemeClr val="tx1"/>
                          </a:solidFill>
                          <a:latin typeface="Calibri" panose="020F0502020204030204" pitchFamily="34" charset="0"/>
                          <a:ea typeface="宋体" panose="02010600030101010101" pitchFamily="2" charset="-122"/>
                          <a:cs typeface="华文新魏" panose="02010800040101010101" pitchFamily="2" charset="-122"/>
                        </a:defRPr>
                      </a:lvl3pPr>
                      <a:lvl4pPr marL="1600200" indent="-228600" eaLnBrk="0" hangingPunct="0">
                        <a:spcBef>
                          <a:spcPct val="20000"/>
                        </a:spcBef>
                        <a:buClr>
                          <a:schemeClr val="accent2"/>
                        </a:buClr>
                        <a:buSzPct val="55000"/>
                        <a:buFont typeface="Wingdings" panose="05000000000000000000" pitchFamily="2" charset="2"/>
                        <a:defRPr kumimoji="1">
                          <a:solidFill>
                            <a:schemeClr val="tx1"/>
                          </a:solidFill>
                          <a:latin typeface="Calibri" panose="020F0502020204030204" pitchFamily="34" charset="0"/>
                          <a:ea typeface="宋体" panose="02010600030101010101" pitchFamily="2" charset="-122"/>
                          <a:cs typeface="华文新魏" panose="02010800040101010101" pitchFamily="2" charset="-122"/>
                        </a:defRPr>
                      </a:lvl4pPr>
                      <a:lvl5pPr marL="2057400" indent="-228600" eaLnBrk="0" hangingPunct="0">
                        <a:spcBef>
                          <a:spcPct val="20000"/>
                        </a:spcBef>
                        <a:buClr>
                          <a:schemeClr val="accent1"/>
                        </a:buClr>
                        <a:buSzPct val="50000"/>
                        <a:buFont typeface="Wingdings" panose="05000000000000000000" pitchFamily="2" charset="2"/>
                        <a:defRPr kumimoji="1">
                          <a:solidFill>
                            <a:schemeClr val="tx1"/>
                          </a:solidFill>
                          <a:latin typeface="Calibri" panose="020F0502020204030204" pitchFamily="34" charset="0"/>
                          <a:ea typeface="宋体" panose="02010600030101010101" pitchFamily="2" charset="-122"/>
                          <a:cs typeface="华文新魏" panose="0201080004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kumimoji="1">
                          <a:solidFill>
                            <a:schemeClr val="tx1"/>
                          </a:solidFill>
                          <a:latin typeface="Calibri" panose="020F0502020204030204" pitchFamily="34" charset="0"/>
                          <a:ea typeface="宋体" panose="02010600030101010101" pitchFamily="2" charset="-122"/>
                          <a:cs typeface="华文新魏" panose="0201080004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kumimoji="1">
                          <a:solidFill>
                            <a:schemeClr val="tx1"/>
                          </a:solidFill>
                          <a:latin typeface="Calibri" panose="020F0502020204030204" pitchFamily="34" charset="0"/>
                          <a:ea typeface="宋体" panose="02010600030101010101" pitchFamily="2" charset="-122"/>
                          <a:cs typeface="华文新魏" panose="0201080004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kumimoji="1">
                          <a:solidFill>
                            <a:schemeClr val="tx1"/>
                          </a:solidFill>
                          <a:latin typeface="Calibri" panose="020F0502020204030204" pitchFamily="34" charset="0"/>
                          <a:ea typeface="宋体" panose="02010600030101010101" pitchFamily="2" charset="-122"/>
                          <a:cs typeface="华文新魏" panose="0201080004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kumimoji="1">
                          <a:solidFill>
                            <a:schemeClr val="tx1"/>
                          </a:solidFill>
                          <a:latin typeface="Calibri" panose="020F0502020204030204" pitchFamily="34" charset="0"/>
                          <a:ea typeface="宋体" panose="02010600030101010101" pitchFamily="2" charset="-122"/>
                          <a:cs typeface="华文新魏" panose="0201080004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0" lang="en-US" altLang="zh-CN" sz="1900" b="1" i="1" u="none" strike="noStrike" cap="none" normalizeH="0" baseline="0">
                          <a:ln>
                            <a:noFill/>
                          </a:ln>
                          <a:solidFill>
                            <a:schemeClr val="tx1"/>
                          </a:solidFill>
                          <a:effectLst/>
                          <a:latin typeface="Times New Roman" panose="02020603050405020304" pitchFamily="18" charset="0"/>
                          <a:ea typeface="楷体_GB2312" panose="02010609030101010101" pitchFamily="49" charset="-122"/>
                          <a:cs typeface="Times New Roman" panose="02020603050405020304" pitchFamily="18" charset="0"/>
                        </a:rPr>
                        <a:t>x</a:t>
                      </a:r>
                      <a:r>
                        <a:rPr kumimoji="0" lang="en-US" altLang="zh-CN" sz="1900" b="1" i="0" u="none" strike="noStrike" cap="none" normalizeH="0" baseline="-25000">
                          <a:ln>
                            <a:noFill/>
                          </a:ln>
                          <a:solidFill>
                            <a:schemeClr val="tx1"/>
                          </a:solidFill>
                          <a:effectLst/>
                          <a:latin typeface="Times New Roman" panose="02020603050405020304" pitchFamily="18" charset="0"/>
                          <a:ea typeface="楷体_GB2312" panose="02010609030101010101" pitchFamily="49" charset="-122"/>
                          <a:cs typeface="Times New Roman" panose="02020603050405020304" pitchFamily="18" charset="0"/>
                        </a:rPr>
                        <a:t>7</a:t>
                      </a:r>
                      <a:endParaRPr kumimoji="0" lang="en-US" altLang="zh-CN" sz="1900" b="1" i="0" u="none" strike="noStrike" cap="none" normalizeH="0" baseline="-25000">
                        <a:ln>
                          <a:noFill/>
                        </a:ln>
                        <a:solidFill>
                          <a:schemeClr val="tx1"/>
                        </a:solidFill>
                        <a:effectLst/>
                        <a:latin typeface="Times New Roman" panose="02020603050405020304" pitchFamily="18" charset="0"/>
                        <a:ea typeface="楷体_GB2312" panose="02010609030101010101" pitchFamily="49" charset="-122"/>
                        <a:cs typeface="Times New Roman" panose="02020603050405020304"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folHlink"/>
                        </a:buClr>
                        <a:buSzPct val="60000"/>
                        <a:buFont typeface="Wingdings" panose="05000000000000000000" pitchFamily="2" charset="2"/>
                        <a:defRPr kumimoji="1" sz="2800">
                          <a:solidFill>
                            <a:schemeClr val="tx1"/>
                          </a:solidFill>
                          <a:latin typeface="Calibri" panose="020F0502020204030204" pitchFamily="34" charset="0"/>
                          <a:ea typeface="宋体" panose="02010600030101010101" pitchFamily="2" charset="-122"/>
                          <a:cs typeface="华文新魏" panose="02010800040101010101" pitchFamily="2" charset="-122"/>
                        </a:defRPr>
                      </a:lvl1pPr>
                      <a:lvl2pPr marL="742950" indent="-285750" eaLnBrk="0" hangingPunct="0">
                        <a:spcBef>
                          <a:spcPct val="20000"/>
                        </a:spcBef>
                        <a:buClr>
                          <a:schemeClr val="hlink"/>
                        </a:buClr>
                        <a:buSzPct val="55000"/>
                        <a:buFont typeface="Wingdings" panose="05000000000000000000" pitchFamily="2" charset="2"/>
                        <a:defRPr kumimoji="1" sz="2400">
                          <a:solidFill>
                            <a:schemeClr val="tx1"/>
                          </a:solidFill>
                          <a:latin typeface="Calibri" panose="020F0502020204030204" pitchFamily="34" charset="0"/>
                          <a:ea typeface="宋体" panose="02010600030101010101" pitchFamily="2" charset="-122"/>
                          <a:cs typeface="华文新魏" panose="02010800040101010101" pitchFamily="2" charset="-122"/>
                        </a:defRPr>
                      </a:lvl2pPr>
                      <a:lvl3pPr marL="1143000" indent="-228600" eaLnBrk="0" hangingPunct="0">
                        <a:spcBef>
                          <a:spcPct val="20000"/>
                        </a:spcBef>
                        <a:buClr>
                          <a:schemeClr val="folHlink"/>
                        </a:buClr>
                        <a:buSzPct val="50000"/>
                        <a:buFont typeface="Wingdings" panose="05000000000000000000" pitchFamily="2" charset="2"/>
                        <a:defRPr kumimoji="1" sz="2000">
                          <a:solidFill>
                            <a:schemeClr val="tx1"/>
                          </a:solidFill>
                          <a:latin typeface="Calibri" panose="020F0502020204030204" pitchFamily="34" charset="0"/>
                          <a:ea typeface="宋体" panose="02010600030101010101" pitchFamily="2" charset="-122"/>
                          <a:cs typeface="华文新魏" panose="02010800040101010101" pitchFamily="2" charset="-122"/>
                        </a:defRPr>
                      </a:lvl3pPr>
                      <a:lvl4pPr marL="1600200" indent="-228600" eaLnBrk="0" hangingPunct="0">
                        <a:spcBef>
                          <a:spcPct val="20000"/>
                        </a:spcBef>
                        <a:buClr>
                          <a:schemeClr val="accent2"/>
                        </a:buClr>
                        <a:buSzPct val="55000"/>
                        <a:buFont typeface="Wingdings" panose="05000000000000000000" pitchFamily="2" charset="2"/>
                        <a:defRPr kumimoji="1">
                          <a:solidFill>
                            <a:schemeClr val="tx1"/>
                          </a:solidFill>
                          <a:latin typeface="Calibri" panose="020F0502020204030204" pitchFamily="34" charset="0"/>
                          <a:ea typeface="宋体" panose="02010600030101010101" pitchFamily="2" charset="-122"/>
                          <a:cs typeface="华文新魏" panose="02010800040101010101" pitchFamily="2" charset="-122"/>
                        </a:defRPr>
                      </a:lvl4pPr>
                      <a:lvl5pPr marL="2057400" indent="-228600" eaLnBrk="0" hangingPunct="0">
                        <a:spcBef>
                          <a:spcPct val="20000"/>
                        </a:spcBef>
                        <a:buClr>
                          <a:schemeClr val="accent1"/>
                        </a:buClr>
                        <a:buSzPct val="50000"/>
                        <a:buFont typeface="Wingdings" panose="05000000000000000000" pitchFamily="2" charset="2"/>
                        <a:defRPr kumimoji="1">
                          <a:solidFill>
                            <a:schemeClr val="tx1"/>
                          </a:solidFill>
                          <a:latin typeface="Calibri" panose="020F0502020204030204" pitchFamily="34" charset="0"/>
                          <a:ea typeface="宋体" panose="02010600030101010101" pitchFamily="2" charset="-122"/>
                          <a:cs typeface="华文新魏" panose="0201080004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kumimoji="1">
                          <a:solidFill>
                            <a:schemeClr val="tx1"/>
                          </a:solidFill>
                          <a:latin typeface="Calibri" panose="020F0502020204030204" pitchFamily="34" charset="0"/>
                          <a:ea typeface="宋体" panose="02010600030101010101" pitchFamily="2" charset="-122"/>
                          <a:cs typeface="华文新魏" panose="0201080004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kumimoji="1">
                          <a:solidFill>
                            <a:schemeClr val="tx1"/>
                          </a:solidFill>
                          <a:latin typeface="Calibri" panose="020F0502020204030204" pitchFamily="34" charset="0"/>
                          <a:ea typeface="宋体" panose="02010600030101010101" pitchFamily="2" charset="-122"/>
                          <a:cs typeface="华文新魏" panose="0201080004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kumimoji="1">
                          <a:solidFill>
                            <a:schemeClr val="tx1"/>
                          </a:solidFill>
                          <a:latin typeface="Calibri" panose="020F0502020204030204" pitchFamily="34" charset="0"/>
                          <a:ea typeface="宋体" panose="02010600030101010101" pitchFamily="2" charset="-122"/>
                          <a:cs typeface="华文新魏" panose="0201080004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kumimoji="1">
                          <a:solidFill>
                            <a:schemeClr val="tx1"/>
                          </a:solidFill>
                          <a:latin typeface="Calibri" panose="020F0502020204030204" pitchFamily="34" charset="0"/>
                          <a:ea typeface="宋体" panose="02010600030101010101" pitchFamily="2" charset="-122"/>
                          <a:cs typeface="华文新魏" panose="0201080004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0" lang="en-US" altLang="zh-CN" sz="1900" b="1" i="1" u="none" strike="noStrike" cap="none" normalizeH="0" baseline="0">
                          <a:ln>
                            <a:noFill/>
                          </a:ln>
                          <a:solidFill>
                            <a:schemeClr val="tx1"/>
                          </a:solidFill>
                          <a:effectLst/>
                          <a:latin typeface="Times New Roman" panose="02020603050405020304" pitchFamily="18" charset="0"/>
                          <a:ea typeface="楷体_GB2312" panose="02010609030101010101" pitchFamily="49" charset="-122"/>
                          <a:cs typeface="Times New Roman" panose="02020603050405020304" pitchFamily="18" charset="0"/>
                        </a:rPr>
                        <a:t>x</a:t>
                      </a:r>
                      <a:r>
                        <a:rPr kumimoji="0" lang="en-US" altLang="zh-CN" sz="1900" b="1" i="0" u="none" strike="noStrike" cap="none" normalizeH="0" baseline="-25000">
                          <a:ln>
                            <a:noFill/>
                          </a:ln>
                          <a:solidFill>
                            <a:schemeClr val="tx1"/>
                          </a:solidFill>
                          <a:effectLst/>
                          <a:latin typeface="Times New Roman" panose="02020603050405020304" pitchFamily="18" charset="0"/>
                          <a:ea typeface="楷体_GB2312" panose="02010609030101010101" pitchFamily="49" charset="-122"/>
                          <a:cs typeface="Times New Roman" panose="02020603050405020304" pitchFamily="18" charset="0"/>
                        </a:rPr>
                        <a:t>8</a:t>
                      </a:r>
                      <a:endParaRPr kumimoji="0" lang="en-US" altLang="zh-CN" sz="1900" b="1" i="0" u="none" strike="noStrike" cap="none" normalizeH="0" baseline="-25000">
                        <a:ln>
                          <a:noFill/>
                        </a:ln>
                        <a:solidFill>
                          <a:schemeClr val="tx1"/>
                        </a:solidFill>
                        <a:effectLst/>
                        <a:latin typeface="Times New Roman" panose="02020603050405020304" pitchFamily="18" charset="0"/>
                        <a:ea typeface="楷体_GB2312" panose="02010609030101010101" pitchFamily="49" charset="-122"/>
                        <a:cs typeface="Times New Roman" panose="02020603050405020304"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folHlink"/>
                        </a:buClr>
                        <a:buSzPct val="60000"/>
                        <a:buFont typeface="Wingdings" panose="05000000000000000000" pitchFamily="2" charset="2"/>
                        <a:defRPr kumimoji="1" sz="2800">
                          <a:solidFill>
                            <a:schemeClr val="tx1"/>
                          </a:solidFill>
                          <a:latin typeface="Calibri" panose="020F0502020204030204" pitchFamily="34" charset="0"/>
                          <a:ea typeface="宋体" panose="02010600030101010101" pitchFamily="2" charset="-122"/>
                          <a:cs typeface="华文新魏" panose="02010800040101010101" pitchFamily="2" charset="-122"/>
                        </a:defRPr>
                      </a:lvl1pPr>
                      <a:lvl2pPr marL="742950" indent="-285750" eaLnBrk="0" hangingPunct="0">
                        <a:spcBef>
                          <a:spcPct val="20000"/>
                        </a:spcBef>
                        <a:buClr>
                          <a:schemeClr val="hlink"/>
                        </a:buClr>
                        <a:buSzPct val="55000"/>
                        <a:buFont typeface="Wingdings" panose="05000000000000000000" pitchFamily="2" charset="2"/>
                        <a:defRPr kumimoji="1" sz="2400">
                          <a:solidFill>
                            <a:schemeClr val="tx1"/>
                          </a:solidFill>
                          <a:latin typeface="Calibri" panose="020F0502020204030204" pitchFamily="34" charset="0"/>
                          <a:ea typeface="宋体" panose="02010600030101010101" pitchFamily="2" charset="-122"/>
                          <a:cs typeface="华文新魏" panose="02010800040101010101" pitchFamily="2" charset="-122"/>
                        </a:defRPr>
                      </a:lvl2pPr>
                      <a:lvl3pPr marL="1143000" indent="-228600" eaLnBrk="0" hangingPunct="0">
                        <a:spcBef>
                          <a:spcPct val="20000"/>
                        </a:spcBef>
                        <a:buClr>
                          <a:schemeClr val="folHlink"/>
                        </a:buClr>
                        <a:buSzPct val="50000"/>
                        <a:buFont typeface="Wingdings" panose="05000000000000000000" pitchFamily="2" charset="2"/>
                        <a:defRPr kumimoji="1" sz="2000">
                          <a:solidFill>
                            <a:schemeClr val="tx1"/>
                          </a:solidFill>
                          <a:latin typeface="Calibri" panose="020F0502020204030204" pitchFamily="34" charset="0"/>
                          <a:ea typeface="宋体" panose="02010600030101010101" pitchFamily="2" charset="-122"/>
                          <a:cs typeface="华文新魏" panose="02010800040101010101" pitchFamily="2" charset="-122"/>
                        </a:defRPr>
                      </a:lvl3pPr>
                      <a:lvl4pPr marL="1600200" indent="-228600" eaLnBrk="0" hangingPunct="0">
                        <a:spcBef>
                          <a:spcPct val="20000"/>
                        </a:spcBef>
                        <a:buClr>
                          <a:schemeClr val="accent2"/>
                        </a:buClr>
                        <a:buSzPct val="55000"/>
                        <a:buFont typeface="Wingdings" panose="05000000000000000000" pitchFamily="2" charset="2"/>
                        <a:defRPr kumimoji="1">
                          <a:solidFill>
                            <a:schemeClr val="tx1"/>
                          </a:solidFill>
                          <a:latin typeface="Calibri" panose="020F0502020204030204" pitchFamily="34" charset="0"/>
                          <a:ea typeface="宋体" panose="02010600030101010101" pitchFamily="2" charset="-122"/>
                          <a:cs typeface="华文新魏" panose="02010800040101010101" pitchFamily="2" charset="-122"/>
                        </a:defRPr>
                      </a:lvl4pPr>
                      <a:lvl5pPr marL="2057400" indent="-228600" eaLnBrk="0" hangingPunct="0">
                        <a:spcBef>
                          <a:spcPct val="20000"/>
                        </a:spcBef>
                        <a:buClr>
                          <a:schemeClr val="accent1"/>
                        </a:buClr>
                        <a:buSzPct val="50000"/>
                        <a:buFont typeface="Wingdings" panose="05000000000000000000" pitchFamily="2" charset="2"/>
                        <a:defRPr kumimoji="1">
                          <a:solidFill>
                            <a:schemeClr val="tx1"/>
                          </a:solidFill>
                          <a:latin typeface="Calibri" panose="020F0502020204030204" pitchFamily="34" charset="0"/>
                          <a:ea typeface="宋体" panose="02010600030101010101" pitchFamily="2" charset="-122"/>
                          <a:cs typeface="华文新魏" panose="0201080004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kumimoji="1">
                          <a:solidFill>
                            <a:schemeClr val="tx1"/>
                          </a:solidFill>
                          <a:latin typeface="Calibri" panose="020F0502020204030204" pitchFamily="34" charset="0"/>
                          <a:ea typeface="宋体" panose="02010600030101010101" pitchFamily="2" charset="-122"/>
                          <a:cs typeface="华文新魏" panose="0201080004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kumimoji="1">
                          <a:solidFill>
                            <a:schemeClr val="tx1"/>
                          </a:solidFill>
                          <a:latin typeface="Calibri" panose="020F0502020204030204" pitchFamily="34" charset="0"/>
                          <a:ea typeface="宋体" panose="02010600030101010101" pitchFamily="2" charset="-122"/>
                          <a:cs typeface="华文新魏" panose="0201080004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kumimoji="1">
                          <a:solidFill>
                            <a:schemeClr val="tx1"/>
                          </a:solidFill>
                          <a:latin typeface="Calibri" panose="020F0502020204030204" pitchFamily="34" charset="0"/>
                          <a:ea typeface="宋体" panose="02010600030101010101" pitchFamily="2" charset="-122"/>
                          <a:cs typeface="华文新魏" panose="0201080004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kumimoji="1">
                          <a:solidFill>
                            <a:schemeClr val="tx1"/>
                          </a:solidFill>
                          <a:latin typeface="Calibri" panose="020F0502020204030204" pitchFamily="34" charset="0"/>
                          <a:ea typeface="宋体" panose="02010600030101010101" pitchFamily="2" charset="-122"/>
                          <a:cs typeface="华文新魏" panose="0201080004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0" lang="en-US" altLang="zh-CN" sz="1900" b="1" i="1" u="none" strike="noStrike" cap="none" normalizeH="0" baseline="0">
                          <a:ln>
                            <a:noFill/>
                          </a:ln>
                          <a:solidFill>
                            <a:schemeClr val="tx1"/>
                          </a:solidFill>
                          <a:effectLst/>
                          <a:latin typeface="Times New Roman" panose="02020603050405020304" pitchFamily="18" charset="0"/>
                          <a:ea typeface="楷体_GB2312" panose="02010609030101010101" pitchFamily="49" charset="-122"/>
                          <a:cs typeface="Times New Roman" panose="02020603050405020304" pitchFamily="18" charset="0"/>
                        </a:rPr>
                        <a:t>x</a:t>
                      </a:r>
                      <a:r>
                        <a:rPr kumimoji="0" lang="en-US" altLang="zh-CN" sz="1900" b="1" i="0" u="none" strike="noStrike" cap="none" normalizeH="0" baseline="-25000">
                          <a:ln>
                            <a:noFill/>
                          </a:ln>
                          <a:solidFill>
                            <a:schemeClr val="tx1"/>
                          </a:solidFill>
                          <a:effectLst/>
                          <a:latin typeface="Times New Roman" panose="02020603050405020304" pitchFamily="18" charset="0"/>
                          <a:ea typeface="楷体_GB2312" panose="02010609030101010101" pitchFamily="49" charset="-122"/>
                          <a:cs typeface="Times New Roman" panose="02020603050405020304" pitchFamily="18" charset="0"/>
                        </a:rPr>
                        <a:t>9</a:t>
                      </a:r>
                      <a:endParaRPr kumimoji="0" lang="en-US" altLang="zh-CN" sz="1900" b="1" i="0" u="none" strike="noStrike" cap="none" normalizeH="0" baseline="-25000">
                        <a:ln>
                          <a:noFill/>
                        </a:ln>
                        <a:solidFill>
                          <a:schemeClr val="tx1"/>
                        </a:solidFill>
                        <a:effectLst/>
                        <a:latin typeface="Times New Roman" panose="02020603050405020304" pitchFamily="18" charset="0"/>
                        <a:ea typeface="楷体_GB2312" panose="02010609030101010101" pitchFamily="49" charset="-122"/>
                        <a:cs typeface="Times New Roman" panose="02020603050405020304"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folHlink"/>
                        </a:buClr>
                        <a:buSzPct val="60000"/>
                        <a:buFont typeface="Wingdings" panose="05000000000000000000" pitchFamily="2" charset="2"/>
                        <a:defRPr kumimoji="1" sz="2800">
                          <a:solidFill>
                            <a:schemeClr val="tx1"/>
                          </a:solidFill>
                          <a:latin typeface="Calibri" panose="020F0502020204030204" pitchFamily="34" charset="0"/>
                          <a:ea typeface="宋体" panose="02010600030101010101" pitchFamily="2" charset="-122"/>
                          <a:cs typeface="华文新魏" panose="02010800040101010101" pitchFamily="2" charset="-122"/>
                        </a:defRPr>
                      </a:lvl1pPr>
                      <a:lvl2pPr marL="742950" indent="-285750" eaLnBrk="0" hangingPunct="0">
                        <a:spcBef>
                          <a:spcPct val="20000"/>
                        </a:spcBef>
                        <a:buClr>
                          <a:schemeClr val="hlink"/>
                        </a:buClr>
                        <a:buSzPct val="55000"/>
                        <a:buFont typeface="Wingdings" panose="05000000000000000000" pitchFamily="2" charset="2"/>
                        <a:defRPr kumimoji="1" sz="2400">
                          <a:solidFill>
                            <a:schemeClr val="tx1"/>
                          </a:solidFill>
                          <a:latin typeface="Calibri" panose="020F0502020204030204" pitchFamily="34" charset="0"/>
                          <a:ea typeface="宋体" panose="02010600030101010101" pitchFamily="2" charset="-122"/>
                          <a:cs typeface="华文新魏" panose="02010800040101010101" pitchFamily="2" charset="-122"/>
                        </a:defRPr>
                      </a:lvl2pPr>
                      <a:lvl3pPr marL="1143000" indent="-228600" eaLnBrk="0" hangingPunct="0">
                        <a:spcBef>
                          <a:spcPct val="20000"/>
                        </a:spcBef>
                        <a:buClr>
                          <a:schemeClr val="folHlink"/>
                        </a:buClr>
                        <a:buSzPct val="50000"/>
                        <a:buFont typeface="Wingdings" panose="05000000000000000000" pitchFamily="2" charset="2"/>
                        <a:defRPr kumimoji="1" sz="2000">
                          <a:solidFill>
                            <a:schemeClr val="tx1"/>
                          </a:solidFill>
                          <a:latin typeface="Calibri" panose="020F0502020204030204" pitchFamily="34" charset="0"/>
                          <a:ea typeface="宋体" panose="02010600030101010101" pitchFamily="2" charset="-122"/>
                          <a:cs typeface="华文新魏" panose="02010800040101010101" pitchFamily="2" charset="-122"/>
                        </a:defRPr>
                      </a:lvl3pPr>
                      <a:lvl4pPr marL="1600200" indent="-228600" eaLnBrk="0" hangingPunct="0">
                        <a:spcBef>
                          <a:spcPct val="20000"/>
                        </a:spcBef>
                        <a:buClr>
                          <a:schemeClr val="accent2"/>
                        </a:buClr>
                        <a:buSzPct val="55000"/>
                        <a:buFont typeface="Wingdings" panose="05000000000000000000" pitchFamily="2" charset="2"/>
                        <a:defRPr kumimoji="1">
                          <a:solidFill>
                            <a:schemeClr val="tx1"/>
                          </a:solidFill>
                          <a:latin typeface="Calibri" panose="020F0502020204030204" pitchFamily="34" charset="0"/>
                          <a:ea typeface="宋体" panose="02010600030101010101" pitchFamily="2" charset="-122"/>
                          <a:cs typeface="华文新魏" panose="02010800040101010101" pitchFamily="2" charset="-122"/>
                        </a:defRPr>
                      </a:lvl4pPr>
                      <a:lvl5pPr marL="2057400" indent="-228600" eaLnBrk="0" hangingPunct="0">
                        <a:spcBef>
                          <a:spcPct val="20000"/>
                        </a:spcBef>
                        <a:buClr>
                          <a:schemeClr val="accent1"/>
                        </a:buClr>
                        <a:buSzPct val="50000"/>
                        <a:buFont typeface="Wingdings" panose="05000000000000000000" pitchFamily="2" charset="2"/>
                        <a:defRPr kumimoji="1">
                          <a:solidFill>
                            <a:schemeClr val="tx1"/>
                          </a:solidFill>
                          <a:latin typeface="Calibri" panose="020F0502020204030204" pitchFamily="34" charset="0"/>
                          <a:ea typeface="宋体" panose="02010600030101010101" pitchFamily="2" charset="-122"/>
                          <a:cs typeface="华文新魏" panose="0201080004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kumimoji="1">
                          <a:solidFill>
                            <a:schemeClr val="tx1"/>
                          </a:solidFill>
                          <a:latin typeface="Calibri" panose="020F0502020204030204" pitchFamily="34" charset="0"/>
                          <a:ea typeface="宋体" panose="02010600030101010101" pitchFamily="2" charset="-122"/>
                          <a:cs typeface="华文新魏" panose="0201080004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kumimoji="1">
                          <a:solidFill>
                            <a:schemeClr val="tx1"/>
                          </a:solidFill>
                          <a:latin typeface="Calibri" panose="020F0502020204030204" pitchFamily="34" charset="0"/>
                          <a:ea typeface="宋体" panose="02010600030101010101" pitchFamily="2" charset="-122"/>
                          <a:cs typeface="华文新魏" panose="0201080004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kumimoji="1">
                          <a:solidFill>
                            <a:schemeClr val="tx1"/>
                          </a:solidFill>
                          <a:latin typeface="Calibri" panose="020F0502020204030204" pitchFamily="34" charset="0"/>
                          <a:ea typeface="宋体" panose="02010600030101010101" pitchFamily="2" charset="-122"/>
                          <a:cs typeface="华文新魏" panose="0201080004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kumimoji="1">
                          <a:solidFill>
                            <a:schemeClr val="tx1"/>
                          </a:solidFill>
                          <a:latin typeface="Calibri" panose="020F0502020204030204" pitchFamily="34" charset="0"/>
                          <a:ea typeface="宋体" panose="02010600030101010101" pitchFamily="2" charset="-122"/>
                          <a:cs typeface="华文新魏" panose="0201080004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0" lang="en-US" altLang="zh-CN" sz="1900" b="1" i="1" u="none" strike="noStrike" cap="none" normalizeH="0" baseline="0">
                          <a:ln>
                            <a:noFill/>
                          </a:ln>
                          <a:solidFill>
                            <a:schemeClr val="tx1"/>
                          </a:solidFill>
                          <a:effectLst/>
                          <a:latin typeface="Times New Roman" panose="02020603050405020304" pitchFamily="18" charset="0"/>
                          <a:ea typeface="楷体_GB2312" panose="02010609030101010101" pitchFamily="49" charset="-122"/>
                          <a:cs typeface="Times New Roman" panose="02020603050405020304" pitchFamily="18" charset="0"/>
                        </a:rPr>
                        <a:t>x</a:t>
                      </a:r>
                      <a:r>
                        <a:rPr kumimoji="0" lang="en-US" altLang="zh-CN" sz="1900" b="1" i="0" u="none" strike="noStrike" cap="none" normalizeH="0" baseline="-25000">
                          <a:ln>
                            <a:noFill/>
                          </a:ln>
                          <a:solidFill>
                            <a:schemeClr val="tx1"/>
                          </a:solidFill>
                          <a:effectLst/>
                          <a:latin typeface="Times New Roman" panose="02020603050405020304" pitchFamily="18" charset="0"/>
                          <a:ea typeface="楷体_GB2312" panose="02010609030101010101" pitchFamily="49" charset="-122"/>
                          <a:cs typeface="Times New Roman" panose="02020603050405020304" pitchFamily="18" charset="0"/>
                        </a:rPr>
                        <a:t>10</a:t>
                      </a:r>
                      <a:endParaRPr kumimoji="0" lang="en-US" altLang="zh-CN" sz="1900" b="1" i="0" u="none" strike="noStrike" cap="none" normalizeH="0" baseline="-25000">
                        <a:ln>
                          <a:noFill/>
                        </a:ln>
                        <a:solidFill>
                          <a:schemeClr val="tx1"/>
                        </a:solidFill>
                        <a:effectLst/>
                        <a:latin typeface="Times New Roman" panose="02020603050405020304" pitchFamily="18" charset="0"/>
                        <a:ea typeface="楷体_GB2312" panose="02010609030101010101" pitchFamily="49" charset="-122"/>
                        <a:cs typeface="Times New Roman" panose="02020603050405020304" pitchFamily="18"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549275">
                <a:tc>
                  <a:txBody>
                    <a:bodyPr/>
                    <a:lstStyle>
                      <a:lvl1pPr eaLnBrk="0" hangingPunct="0">
                        <a:spcBef>
                          <a:spcPct val="20000"/>
                        </a:spcBef>
                        <a:buClr>
                          <a:schemeClr val="folHlink"/>
                        </a:buClr>
                        <a:buSzPct val="60000"/>
                        <a:buFont typeface="Wingdings" panose="05000000000000000000" pitchFamily="2" charset="2"/>
                        <a:defRPr kumimoji="1" sz="2800">
                          <a:solidFill>
                            <a:schemeClr val="tx1"/>
                          </a:solidFill>
                          <a:latin typeface="Calibri" panose="020F0502020204030204" pitchFamily="34" charset="0"/>
                          <a:ea typeface="宋体" panose="02010600030101010101" pitchFamily="2" charset="-122"/>
                          <a:cs typeface="华文新魏" panose="02010800040101010101" pitchFamily="2" charset="-122"/>
                        </a:defRPr>
                      </a:lvl1pPr>
                      <a:lvl2pPr marL="742950" indent="-285750" eaLnBrk="0" hangingPunct="0">
                        <a:spcBef>
                          <a:spcPct val="20000"/>
                        </a:spcBef>
                        <a:buClr>
                          <a:schemeClr val="hlink"/>
                        </a:buClr>
                        <a:buSzPct val="55000"/>
                        <a:buFont typeface="Wingdings" panose="05000000000000000000" pitchFamily="2" charset="2"/>
                        <a:defRPr kumimoji="1" sz="2400">
                          <a:solidFill>
                            <a:schemeClr val="tx1"/>
                          </a:solidFill>
                          <a:latin typeface="Calibri" panose="020F0502020204030204" pitchFamily="34" charset="0"/>
                          <a:ea typeface="宋体" panose="02010600030101010101" pitchFamily="2" charset="-122"/>
                          <a:cs typeface="华文新魏" panose="02010800040101010101" pitchFamily="2" charset="-122"/>
                        </a:defRPr>
                      </a:lvl2pPr>
                      <a:lvl3pPr marL="1143000" indent="-228600" eaLnBrk="0" hangingPunct="0">
                        <a:spcBef>
                          <a:spcPct val="20000"/>
                        </a:spcBef>
                        <a:buClr>
                          <a:schemeClr val="folHlink"/>
                        </a:buClr>
                        <a:buSzPct val="50000"/>
                        <a:buFont typeface="Wingdings" panose="05000000000000000000" pitchFamily="2" charset="2"/>
                        <a:defRPr kumimoji="1" sz="2000">
                          <a:solidFill>
                            <a:schemeClr val="tx1"/>
                          </a:solidFill>
                          <a:latin typeface="Calibri" panose="020F0502020204030204" pitchFamily="34" charset="0"/>
                          <a:ea typeface="宋体" panose="02010600030101010101" pitchFamily="2" charset="-122"/>
                          <a:cs typeface="华文新魏" panose="02010800040101010101" pitchFamily="2" charset="-122"/>
                        </a:defRPr>
                      </a:lvl3pPr>
                      <a:lvl4pPr marL="1600200" indent="-228600" eaLnBrk="0" hangingPunct="0">
                        <a:spcBef>
                          <a:spcPct val="20000"/>
                        </a:spcBef>
                        <a:buClr>
                          <a:schemeClr val="accent2"/>
                        </a:buClr>
                        <a:buSzPct val="55000"/>
                        <a:buFont typeface="Wingdings" panose="05000000000000000000" pitchFamily="2" charset="2"/>
                        <a:defRPr kumimoji="1">
                          <a:solidFill>
                            <a:schemeClr val="tx1"/>
                          </a:solidFill>
                          <a:latin typeface="Calibri" panose="020F0502020204030204" pitchFamily="34" charset="0"/>
                          <a:ea typeface="宋体" panose="02010600030101010101" pitchFamily="2" charset="-122"/>
                          <a:cs typeface="华文新魏" panose="02010800040101010101" pitchFamily="2" charset="-122"/>
                        </a:defRPr>
                      </a:lvl4pPr>
                      <a:lvl5pPr marL="2057400" indent="-228600" eaLnBrk="0" hangingPunct="0">
                        <a:spcBef>
                          <a:spcPct val="20000"/>
                        </a:spcBef>
                        <a:buClr>
                          <a:schemeClr val="accent1"/>
                        </a:buClr>
                        <a:buSzPct val="50000"/>
                        <a:buFont typeface="Wingdings" panose="05000000000000000000" pitchFamily="2" charset="2"/>
                        <a:defRPr kumimoji="1">
                          <a:solidFill>
                            <a:schemeClr val="tx1"/>
                          </a:solidFill>
                          <a:latin typeface="Calibri" panose="020F0502020204030204" pitchFamily="34" charset="0"/>
                          <a:ea typeface="宋体" panose="02010600030101010101" pitchFamily="2" charset="-122"/>
                          <a:cs typeface="华文新魏" panose="0201080004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kumimoji="1">
                          <a:solidFill>
                            <a:schemeClr val="tx1"/>
                          </a:solidFill>
                          <a:latin typeface="Calibri" panose="020F0502020204030204" pitchFamily="34" charset="0"/>
                          <a:ea typeface="宋体" panose="02010600030101010101" pitchFamily="2" charset="-122"/>
                          <a:cs typeface="华文新魏" panose="0201080004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kumimoji="1">
                          <a:solidFill>
                            <a:schemeClr val="tx1"/>
                          </a:solidFill>
                          <a:latin typeface="Calibri" panose="020F0502020204030204" pitchFamily="34" charset="0"/>
                          <a:ea typeface="宋体" panose="02010600030101010101" pitchFamily="2" charset="-122"/>
                          <a:cs typeface="华文新魏" panose="0201080004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kumimoji="1">
                          <a:solidFill>
                            <a:schemeClr val="tx1"/>
                          </a:solidFill>
                          <a:latin typeface="Calibri" panose="020F0502020204030204" pitchFamily="34" charset="0"/>
                          <a:ea typeface="宋体" panose="02010600030101010101" pitchFamily="2" charset="-122"/>
                          <a:cs typeface="华文新魏" panose="0201080004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kumimoji="1">
                          <a:solidFill>
                            <a:schemeClr val="tx1"/>
                          </a:solidFill>
                          <a:latin typeface="Calibri" panose="020F0502020204030204" pitchFamily="34" charset="0"/>
                          <a:ea typeface="宋体" panose="02010600030101010101" pitchFamily="2" charset="-122"/>
                          <a:cs typeface="华文新魏" panose="0201080004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0" lang="zh-CN" altLang="en-US" sz="1900" b="1" i="0" u="none" strike="noStrike" cap="none" normalizeH="0" baseline="0">
                          <a:ln>
                            <a:noFill/>
                          </a:ln>
                          <a:solidFill>
                            <a:schemeClr val="tx1"/>
                          </a:solidFill>
                          <a:effectLst/>
                          <a:latin typeface="楷体_GB2312" panose="02010609030101010101" pitchFamily="49" charset="-122"/>
                          <a:ea typeface="楷体_GB2312" panose="02010609030101010101" pitchFamily="49" charset="-122"/>
                          <a:cs typeface="华文新魏" panose="02010800040101010101" pitchFamily="2" charset="-122"/>
                        </a:rPr>
                        <a:t>特征</a:t>
                      </a:r>
                      <a:r>
                        <a:rPr kumimoji="0" lang="en-US" altLang="zh-CN" sz="1900" b="1" i="0" u="none" strike="noStrike" cap="none" normalizeH="0" baseline="0">
                          <a:ln>
                            <a:noFill/>
                          </a:ln>
                          <a:solidFill>
                            <a:schemeClr val="tx1"/>
                          </a:solidFill>
                          <a:effectLst/>
                          <a:latin typeface="楷体_GB2312" panose="02010609030101010101" pitchFamily="49" charset="-122"/>
                          <a:ea typeface="楷体_GB2312" panose="02010609030101010101" pitchFamily="49" charset="-122"/>
                          <a:cs typeface="华文新魏" panose="02010800040101010101" pitchFamily="2" charset="-122"/>
                        </a:rPr>
                        <a:t>1</a:t>
                      </a:r>
                      <a:endParaRPr kumimoji="0" lang="en-US" altLang="zh-CN" sz="1900" b="1" i="0" u="none" strike="noStrike" cap="none" normalizeH="0" baseline="-25000">
                        <a:ln>
                          <a:noFill/>
                        </a:ln>
                        <a:solidFill>
                          <a:schemeClr val="tx1"/>
                        </a:solidFill>
                        <a:effectLst/>
                        <a:latin typeface="楷体_GB2312" panose="02010609030101010101" pitchFamily="49" charset="-122"/>
                        <a:ea typeface="楷体_GB2312" panose="02010609030101010101" pitchFamily="49" charset="-122"/>
                        <a:cs typeface="华文新魏" panose="0201080004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folHlink"/>
                        </a:buClr>
                        <a:buSzPct val="60000"/>
                        <a:buFont typeface="Wingdings" panose="05000000000000000000" pitchFamily="2" charset="2"/>
                        <a:defRPr kumimoji="1" sz="2800">
                          <a:solidFill>
                            <a:schemeClr val="tx1"/>
                          </a:solidFill>
                          <a:latin typeface="Calibri" panose="020F0502020204030204" pitchFamily="34" charset="0"/>
                          <a:ea typeface="宋体" panose="02010600030101010101" pitchFamily="2" charset="-122"/>
                          <a:cs typeface="华文新魏" panose="02010800040101010101" pitchFamily="2" charset="-122"/>
                        </a:defRPr>
                      </a:lvl1pPr>
                      <a:lvl2pPr marL="742950" indent="-285750" eaLnBrk="0" hangingPunct="0">
                        <a:spcBef>
                          <a:spcPct val="20000"/>
                        </a:spcBef>
                        <a:buClr>
                          <a:schemeClr val="hlink"/>
                        </a:buClr>
                        <a:buSzPct val="55000"/>
                        <a:buFont typeface="Wingdings" panose="05000000000000000000" pitchFamily="2" charset="2"/>
                        <a:defRPr kumimoji="1" sz="2400">
                          <a:solidFill>
                            <a:schemeClr val="tx1"/>
                          </a:solidFill>
                          <a:latin typeface="Calibri" panose="020F0502020204030204" pitchFamily="34" charset="0"/>
                          <a:ea typeface="宋体" panose="02010600030101010101" pitchFamily="2" charset="-122"/>
                          <a:cs typeface="华文新魏" panose="02010800040101010101" pitchFamily="2" charset="-122"/>
                        </a:defRPr>
                      </a:lvl2pPr>
                      <a:lvl3pPr marL="1143000" indent="-228600" eaLnBrk="0" hangingPunct="0">
                        <a:spcBef>
                          <a:spcPct val="20000"/>
                        </a:spcBef>
                        <a:buClr>
                          <a:schemeClr val="folHlink"/>
                        </a:buClr>
                        <a:buSzPct val="50000"/>
                        <a:buFont typeface="Wingdings" panose="05000000000000000000" pitchFamily="2" charset="2"/>
                        <a:defRPr kumimoji="1" sz="2000">
                          <a:solidFill>
                            <a:schemeClr val="tx1"/>
                          </a:solidFill>
                          <a:latin typeface="Calibri" panose="020F0502020204030204" pitchFamily="34" charset="0"/>
                          <a:ea typeface="宋体" panose="02010600030101010101" pitchFamily="2" charset="-122"/>
                          <a:cs typeface="华文新魏" panose="02010800040101010101" pitchFamily="2" charset="-122"/>
                        </a:defRPr>
                      </a:lvl3pPr>
                      <a:lvl4pPr marL="1600200" indent="-228600" eaLnBrk="0" hangingPunct="0">
                        <a:spcBef>
                          <a:spcPct val="20000"/>
                        </a:spcBef>
                        <a:buClr>
                          <a:schemeClr val="accent2"/>
                        </a:buClr>
                        <a:buSzPct val="55000"/>
                        <a:buFont typeface="Wingdings" panose="05000000000000000000" pitchFamily="2" charset="2"/>
                        <a:defRPr kumimoji="1">
                          <a:solidFill>
                            <a:schemeClr val="tx1"/>
                          </a:solidFill>
                          <a:latin typeface="Calibri" panose="020F0502020204030204" pitchFamily="34" charset="0"/>
                          <a:ea typeface="宋体" panose="02010600030101010101" pitchFamily="2" charset="-122"/>
                          <a:cs typeface="华文新魏" panose="02010800040101010101" pitchFamily="2" charset="-122"/>
                        </a:defRPr>
                      </a:lvl4pPr>
                      <a:lvl5pPr marL="2057400" indent="-228600" eaLnBrk="0" hangingPunct="0">
                        <a:spcBef>
                          <a:spcPct val="20000"/>
                        </a:spcBef>
                        <a:buClr>
                          <a:schemeClr val="accent1"/>
                        </a:buClr>
                        <a:buSzPct val="50000"/>
                        <a:buFont typeface="Wingdings" panose="05000000000000000000" pitchFamily="2" charset="2"/>
                        <a:defRPr kumimoji="1">
                          <a:solidFill>
                            <a:schemeClr val="tx1"/>
                          </a:solidFill>
                          <a:latin typeface="Calibri" panose="020F0502020204030204" pitchFamily="34" charset="0"/>
                          <a:ea typeface="宋体" panose="02010600030101010101" pitchFamily="2" charset="-122"/>
                          <a:cs typeface="华文新魏" panose="0201080004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kumimoji="1">
                          <a:solidFill>
                            <a:schemeClr val="tx1"/>
                          </a:solidFill>
                          <a:latin typeface="Calibri" panose="020F0502020204030204" pitchFamily="34" charset="0"/>
                          <a:ea typeface="宋体" panose="02010600030101010101" pitchFamily="2" charset="-122"/>
                          <a:cs typeface="华文新魏" panose="0201080004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kumimoji="1">
                          <a:solidFill>
                            <a:schemeClr val="tx1"/>
                          </a:solidFill>
                          <a:latin typeface="Calibri" panose="020F0502020204030204" pitchFamily="34" charset="0"/>
                          <a:ea typeface="宋体" panose="02010600030101010101" pitchFamily="2" charset="-122"/>
                          <a:cs typeface="华文新魏" panose="0201080004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kumimoji="1">
                          <a:solidFill>
                            <a:schemeClr val="tx1"/>
                          </a:solidFill>
                          <a:latin typeface="Calibri" panose="020F0502020204030204" pitchFamily="34" charset="0"/>
                          <a:ea typeface="宋体" panose="02010600030101010101" pitchFamily="2" charset="-122"/>
                          <a:cs typeface="华文新魏" panose="0201080004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kumimoji="1">
                          <a:solidFill>
                            <a:schemeClr val="tx1"/>
                          </a:solidFill>
                          <a:latin typeface="Calibri" panose="020F0502020204030204" pitchFamily="34" charset="0"/>
                          <a:ea typeface="宋体" panose="02010600030101010101" pitchFamily="2" charset="-122"/>
                          <a:cs typeface="华文新魏" panose="0201080004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0" lang="en-US" altLang="zh-CN" sz="1900" b="1" i="0" u="none" strike="noStrike" cap="none" normalizeH="0" baseline="0">
                          <a:ln>
                            <a:noFill/>
                          </a:ln>
                          <a:solidFill>
                            <a:schemeClr val="tx1"/>
                          </a:solidFill>
                          <a:effectLst/>
                          <a:latin typeface="楷体_GB2312" panose="02010609030101010101" pitchFamily="49" charset="-122"/>
                          <a:ea typeface="楷体_GB2312" panose="02010609030101010101" pitchFamily="49" charset="-122"/>
                          <a:cs typeface="华文新魏" panose="02010800040101010101" pitchFamily="2" charset="-122"/>
                        </a:rPr>
                        <a:t>0</a:t>
                      </a:r>
                      <a:endParaRPr kumimoji="0" lang="en-US" altLang="zh-CN" sz="1900" b="1" i="0" u="none" strike="noStrike" cap="none" normalizeH="0" baseline="0">
                        <a:ln>
                          <a:noFill/>
                        </a:ln>
                        <a:solidFill>
                          <a:schemeClr val="tx1"/>
                        </a:solidFill>
                        <a:effectLst/>
                        <a:latin typeface="楷体_GB2312" panose="02010609030101010101" pitchFamily="49" charset="-122"/>
                        <a:ea typeface="楷体_GB2312" panose="02010609030101010101" pitchFamily="49" charset="-122"/>
                        <a:cs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folHlink"/>
                        </a:buClr>
                        <a:buSzPct val="60000"/>
                        <a:buFont typeface="Wingdings" panose="05000000000000000000" pitchFamily="2" charset="2"/>
                        <a:defRPr kumimoji="1" sz="2800">
                          <a:solidFill>
                            <a:schemeClr val="tx1"/>
                          </a:solidFill>
                          <a:latin typeface="Calibri" panose="020F0502020204030204" pitchFamily="34" charset="0"/>
                          <a:ea typeface="宋体" panose="02010600030101010101" pitchFamily="2" charset="-122"/>
                          <a:cs typeface="华文新魏" panose="02010800040101010101" pitchFamily="2" charset="-122"/>
                        </a:defRPr>
                      </a:lvl1pPr>
                      <a:lvl2pPr marL="742950" indent="-285750" eaLnBrk="0" hangingPunct="0">
                        <a:spcBef>
                          <a:spcPct val="20000"/>
                        </a:spcBef>
                        <a:buClr>
                          <a:schemeClr val="hlink"/>
                        </a:buClr>
                        <a:buSzPct val="55000"/>
                        <a:buFont typeface="Wingdings" panose="05000000000000000000" pitchFamily="2" charset="2"/>
                        <a:defRPr kumimoji="1" sz="2400">
                          <a:solidFill>
                            <a:schemeClr val="tx1"/>
                          </a:solidFill>
                          <a:latin typeface="Calibri" panose="020F0502020204030204" pitchFamily="34" charset="0"/>
                          <a:ea typeface="宋体" panose="02010600030101010101" pitchFamily="2" charset="-122"/>
                          <a:cs typeface="华文新魏" panose="02010800040101010101" pitchFamily="2" charset="-122"/>
                        </a:defRPr>
                      </a:lvl2pPr>
                      <a:lvl3pPr marL="1143000" indent="-228600" eaLnBrk="0" hangingPunct="0">
                        <a:spcBef>
                          <a:spcPct val="20000"/>
                        </a:spcBef>
                        <a:buClr>
                          <a:schemeClr val="folHlink"/>
                        </a:buClr>
                        <a:buSzPct val="50000"/>
                        <a:buFont typeface="Wingdings" panose="05000000000000000000" pitchFamily="2" charset="2"/>
                        <a:defRPr kumimoji="1" sz="2000">
                          <a:solidFill>
                            <a:schemeClr val="tx1"/>
                          </a:solidFill>
                          <a:latin typeface="Calibri" panose="020F0502020204030204" pitchFamily="34" charset="0"/>
                          <a:ea typeface="宋体" panose="02010600030101010101" pitchFamily="2" charset="-122"/>
                          <a:cs typeface="华文新魏" panose="02010800040101010101" pitchFamily="2" charset="-122"/>
                        </a:defRPr>
                      </a:lvl3pPr>
                      <a:lvl4pPr marL="1600200" indent="-228600" eaLnBrk="0" hangingPunct="0">
                        <a:spcBef>
                          <a:spcPct val="20000"/>
                        </a:spcBef>
                        <a:buClr>
                          <a:schemeClr val="accent2"/>
                        </a:buClr>
                        <a:buSzPct val="55000"/>
                        <a:buFont typeface="Wingdings" panose="05000000000000000000" pitchFamily="2" charset="2"/>
                        <a:defRPr kumimoji="1">
                          <a:solidFill>
                            <a:schemeClr val="tx1"/>
                          </a:solidFill>
                          <a:latin typeface="Calibri" panose="020F0502020204030204" pitchFamily="34" charset="0"/>
                          <a:ea typeface="宋体" panose="02010600030101010101" pitchFamily="2" charset="-122"/>
                          <a:cs typeface="华文新魏" panose="02010800040101010101" pitchFamily="2" charset="-122"/>
                        </a:defRPr>
                      </a:lvl4pPr>
                      <a:lvl5pPr marL="2057400" indent="-228600" eaLnBrk="0" hangingPunct="0">
                        <a:spcBef>
                          <a:spcPct val="20000"/>
                        </a:spcBef>
                        <a:buClr>
                          <a:schemeClr val="accent1"/>
                        </a:buClr>
                        <a:buSzPct val="50000"/>
                        <a:buFont typeface="Wingdings" panose="05000000000000000000" pitchFamily="2" charset="2"/>
                        <a:defRPr kumimoji="1">
                          <a:solidFill>
                            <a:schemeClr val="tx1"/>
                          </a:solidFill>
                          <a:latin typeface="Calibri" panose="020F0502020204030204" pitchFamily="34" charset="0"/>
                          <a:ea typeface="宋体" panose="02010600030101010101" pitchFamily="2" charset="-122"/>
                          <a:cs typeface="华文新魏" panose="0201080004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kumimoji="1">
                          <a:solidFill>
                            <a:schemeClr val="tx1"/>
                          </a:solidFill>
                          <a:latin typeface="Calibri" panose="020F0502020204030204" pitchFamily="34" charset="0"/>
                          <a:ea typeface="宋体" panose="02010600030101010101" pitchFamily="2" charset="-122"/>
                          <a:cs typeface="华文新魏" panose="0201080004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kumimoji="1">
                          <a:solidFill>
                            <a:schemeClr val="tx1"/>
                          </a:solidFill>
                          <a:latin typeface="Calibri" panose="020F0502020204030204" pitchFamily="34" charset="0"/>
                          <a:ea typeface="宋体" panose="02010600030101010101" pitchFamily="2" charset="-122"/>
                          <a:cs typeface="华文新魏" panose="0201080004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kumimoji="1">
                          <a:solidFill>
                            <a:schemeClr val="tx1"/>
                          </a:solidFill>
                          <a:latin typeface="Calibri" panose="020F0502020204030204" pitchFamily="34" charset="0"/>
                          <a:ea typeface="宋体" panose="02010600030101010101" pitchFamily="2" charset="-122"/>
                          <a:cs typeface="华文新魏" panose="0201080004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kumimoji="1">
                          <a:solidFill>
                            <a:schemeClr val="tx1"/>
                          </a:solidFill>
                          <a:latin typeface="Calibri" panose="020F0502020204030204" pitchFamily="34" charset="0"/>
                          <a:ea typeface="宋体" panose="02010600030101010101" pitchFamily="2" charset="-122"/>
                          <a:cs typeface="华文新魏" panose="0201080004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0" lang="en-US" altLang="zh-CN" sz="1900" b="1" i="0" u="none" strike="noStrike" cap="none" normalizeH="0" baseline="0">
                          <a:ln>
                            <a:noFill/>
                          </a:ln>
                          <a:solidFill>
                            <a:schemeClr val="tx1"/>
                          </a:solidFill>
                          <a:effectLst/>
                          <a:latin typeface="楷体_GB2312" panose="02010609030101010101" pitchFamily="49" charset="-122"/>
                          <a:ea typeface="楷体_GB2312" panose="02010609030101010101" pitchFamily="49" charset="-122"/>
                          <a:cs typeface="华文新魏" panose="02010800040101010101" pitchFamily="2" charset="-122"/>
                        </a:rPr>
                        <a:t>1</a:t>
                      </a:r>
                      <a:endParaRPr kumimoji="0" lang="en-US" altLang="zh-CN" sz="1900" b="1" i="0" u="none" strike="noStrike" cap="none" normalizeH="0" baseline="0">
                        <a:ln>
                          <a:noFill/>
                        </a:ln>
                        <a:solidFill>
                          <a:schemeClr val="tx1"/>
                        </a:solidFill>
                        <a:effectLst/>
                        <a:latin typeface="楷体_GB2312" panose="02010609030101010101" pitchFamily="49" charset="-122"/>
                        <a:ea typeface="楷体_GB2312" panose="02010609030101010101" pitchFamily="49" charset="-122"/>
                        <a:cs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folHlink"/>
                        </a:buClr>
                        <a:buSzPct val="60000"/>
                        <a:buFont typeface="Wingdings" panose="05000000000000000000" pitchFamily="2" charset="2"/>
                        <a:defRPr kumimoji="1" sz="2800">
                          <a:solidFill>
                            <a:schemeClr val="tx1"/>
                          </a:solidFill>
                          <a:latin typeface="Calibri" panose="020F0502020204030204" pitchFamily="34" charset="0"/>
                          <a:ea typeface="宋体" panose="02010600030101010101" pitchFamily="2" charset="-122"/>
                          <a:cs typeface="华文新魏" panose="02010800040101010101" pitchFamily="2" charset="-122"/>
                        </a:defRPr>
                      </a:lvl1pPr>
                      <a:lvl2pPr marL="742950" indent="-285750" eaLnBrk="0" hangingPunct="0">
                        <a:spcBef>
                          <a:spcPct val="20000"/>
                        </a:spcBef>
                        <a:buClr>
                          <a:schemeClr val="hlink"/>
                        </a:buClr>
                        <a:buSzPct val="55000"/>
                        <a:buFont typeface="Wingdings" panose="05000000000000000000" pitchFamily="2" charset="2"/>
                        <a:defRPr kumimoji="1" sz="2400">
                          <a:solidFill>
                            <a:schemeClr val="tx1"/>
                          </a:solidFill>
                          <a:latin typeface="Calibri" panose="020F0502020204030204" pitchFamily="34" charset="0"/>
                          <a:ea typeface="宋体" panose="02010600030101010101" pitchFamily="2" charset="-122"/>
                          <a:cs typeface="华文新魏" panose="02010800040101010101" pitchFamily="2" charset="-122"/>
                        </a:defRPr>
                      </a:lvl2pPr>
                      <a:lvl3pPr marL="1143000" indent="-228600" eaLnBrk="0" hangingPunct="0">
                        <a:spcBef>
                          <a:spcPct val="20000"/>
                        </a:spcBef>
                        <a:buClr>
                          <a:schemeClr val="folHlink"/>
                        </a:buClr>
                        <a:buSzPct val="50000"/>
                        <a:buFont typeface="Wingdings" panose="05000000000000000000" pitchFamily="2" charset="2"/>
                        <a:defRPr kumimoji="1" sz="2000">
                          <a:solidFill>
                            <a:schemeClr val="tx1"/>
                          </a:solidFill>
                          <a:latin typeface="Calibri" panose="020F0502020204030204" pitchFamily="34" charset="0"/>
                          <a:ea typeface="宋体" panose="02010600030101010101" pitchFamily="2" charset="-122"/>
                          <a:cs typeface="华文新魏" panose="02010800040101010101" pitchFamily="2" charset="-122"/>
                        </a:defRPr>
                      </a:lvl3pPr>
                      <a:lvl4pPr marL="1600200" indent="-228600" eaLnBrk="0" hangingPunct="0">
                        <a:spcBef>
                          <a:spcPct val="20000"/>
                        </a:spcBef>
                        <a:buClr>
                          <a:schemeClr val="accent2"/>
                        </a:buClr>
                        <a:buSzPct val="55000"/>
                        <a:buFont typeface="Wingdings" panose="05000000000000000000" pitchFamily="2" charset="2"/>
                        <a:defRPr kumimoji="1">
                          <a:solidFill>
                            <a:schemeClr val="tx1"/>
                          </a:solidFill>
                          <a:latin typeface="Calibri" panose="020F0502020204030204" pitchFamily="34" charset="0"/>
                          <a:ea typeface="宋体" panose="02010600030101010101" pitchFamily="2" charset="-122"/>
                          <a:cs typeface="华文新魏" panose="02010800040101010101" pitchFamily="2" charset="-122"/>
                        </a:defRPr>
                      </a:lvl4pPr>
                      <a:lvl5pPr marL="2057400" indent="-228600" eaLnBrk="0" hangingPunct="0">
                        <a:spcBef>
                          <a:spcPct val="20000"/>
                        </a:spcBef>
                        <a:buClr>
                          <a:schemeClr val="accent1"/>
                        </a:buClr>
                        <a:buSzPct val="50000"/>
                        <a:buFont typeface="Wingdings" panose="05000000000000000000" pitchFamily="2" charset="2"/>
                        <a:defRPr kumimoji="1">
                          <a:solidFill>
                            <a:schemeClr val="tx1"/>
                          </a:solidFill>
                          <a:latin typeface="Calibri" panose="020F0502020204030204" pitchFamily="34" charset="0"/>
                          <a:ea typeface="宋体" panose="02010600030101010101" pitchFamily="2" charset="-122"/>
                          <a:cs typeface="华文新魏" panose="0201080004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kumimoji="1">
                          <a:solidFill>
                            <a:schemeClr val="tx1"/>
                          </a:solidFill>
                          <a:latin typeface="Calibri" panose="020F0502020204030204" pitchFamily="34" charset="0"/>
                          <a:ea typeface="宋体" panose="02010600030101010101" pitchFamily="2" charset="-122"/>
                          <a:cs typeface="华文新魏" panose="0201080004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kumimoji="1">
                          <a:solidFill>
                            <a:schemeClr val="tx1"/>
                          </a:solidFill>
                          <a:latin typeface="Calibri" panose="020F0502020204030204" pitchFamily="34" charset="0"/>
                          <a:ea typeface="宋体" panose="02010600030101010101" pitchFamily="2" charset="-122"/>
                          <a:cs typeface="华文新魏" panose="0201080004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kumimoji="1">
                          <a:solidFill>
                            <a:schemeClr val="tx1"/>
                          </a:solidFill>
                          <a:latin typeface="Calibri" panose="020F0502020204030204" pitchFamily="34" charset="0"/>
                          <a:ea typeface="宋体" panose="02010600030101010101" pitchFamily="2" charset="-122"/>
                          <a:cs typeface="华文新魏" panose="0201080004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kumimoji="1">
                          <a:solidFill>
                            <a:schemeClr val="tx1"/>
                          </a:solidFill>
                          <a:latin typeface="Calibri" panose="020F0502020204030204" pitchFamily="34" charset="0"/>
                          <a:ea typeface="宋体" panose="02010600030101010101" pitchFamily="2" charset="-122"/>
                          <a:cs typeface="华文新魏" panose="0201080004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0" lang="en-US" altLang="zh-CN" sz="1900" b="1" i="0" u="none" strike="noStrike" cap="none" normalizeH="0" baseline="0">
                          <a:ln>
                            <a:noFill/>
                          </a:ln>
                          <a:solidFill>
                            <a:schemeClr val="tx1"/>
                          </a:solidFill>
                          <a:effectLst/>
                          <a:latin typeface="楷体_GB2312" panose="02010609030101010101" pitchFamily="49" charset="-122"/>
                          <a:ea typeface="楷体_GB2312" panose="02010609030101010101" pitchFamily="49" charset="-122"/>
                          <a:cs typeface="华文新魏" panose="02010800040101010101" pitchFamily="2" charset="-122"/>
                        </a:rPr>
                        <a:t>0</a:t>
                      </a:r>
                      <a:endParaRPr kumimoji="0" lang="en-US" altLang="zh-CN" sz="1900" b="1" i="0" u="none" strike="noStrike" cap="none" normalizeH="0" baseline="0">
                        <a:ln>
                          <a:noFill/>
                        </a:ln>
                        <a:solidFill>
                          <a:schemeClr val="tx1"/>
                        </a:solidFill>
                        <a:effectLst/>
                        <a:latin typeface="楷体_GB2312" panose="02010609030101010101" pitchFamily="49" charset="-122"/>
                        <a:ea typeface="楷体_GB2312" panose="02010609030101010101" pitchFamily="49" charset="-122"/>
                        <a:cs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folHlink"/>
                        </a:buClr>
                        <a:buSzPct val="60000"/>
                        <a:buFont typeface="Wingdings" panose="05000000000000000000" pitchFamily="2" charset="2"/>
                        <a:defRPr kumimoji="1" sz="2800">
                          <a:solidFill>
                            <a:schemeClr val="tx1"/>
                          </a:solidFill>
                          <a:latin typeface="Calibri" panose="020F0502020204030204" pitchFamily="34" charset="0"/>
                          <a:ea typeface="宋体" panose="02010600030101010101" pitchFamily="2" charset="-122"/>
                          <a:cs typeface="华文新魏" panose="02010800040101010101" pitchFamily="2" charset="-122"/>
                        </a:defRPr>
                      </a:lvl1pPr>
                      <a:lvl2pPr marL="742950" indent="-285750" eaLnBrk="0" hangingPunct="0">
                        <a:spcBef>
                          <a:spcPct val="20000"/>
                        </a:spcBef>
                        <a:buClr>
                          <a:schemeClr val="hlink"/>
                        </a:buClr>
                        <a:buSzPct val="55000"/>
                        <a:buFont typeface="Wingdings" panose="05000000000000000000" pitchFamily="2" charset="2"/>
                        <a:defRPr kumimoji="1" sz="2400">
                          <a:solidFill>
                            <a:schemeClr val="tx1"/>
                          </a:solidFill>
                          <a:latin typeface="Calibri" panose="020F0502020204030204" pitchFamily="34" charset="0"/>
                          <a:ea typeface="宋体" panose="02010600030101010101" pitchFamily="2" charset="-122"/>
                          <a:cs typeface="华文新魏" panose="02010800040101010101" pitchFamily="2" charset="-122"/>
                        </a:defRPr>
                      </a:lvl2pPr>
                      <a:lvl3pPr marL="1143000" indent="-228600" eaLnBrk="0" hangingPunct="0">
                        <a:spcBef>
                          <a:spcPct val="20000"/>
                        </a:spcBef>
                        <a:buClr>
                          <a:schemeClr val="folHlink"/>
                        </a:buClr>
                        <a:buSzPct val="50000"/>
                        <a:buFont typeface="Wingdings" panose="05000000000000000000" pitchFamily="2" charset="2"/>
                        <a:defRPr kumimoji="1" sz="2000">
                          <a:solidFill>
                            <a:schemeClr val="tx1"/>
                          </a:solidFill>
                          <a:latin typeface="Calibri" panose="020F0502020204030204" pitchFamily="34" charset="0"/>
                          <a:ea typeface="宋体" panose="02010600030101010101" pitchFamily="2" charset="-122"/>
                          <a:cs typeface="华文新魏" panose="02010800040101010101" pitchFamily="2" charset="-122"/>
                        </a:defRPr>
                      </a:lvl3pPr>
                      <a:lvl4pPr marL="1600200" indent="-228600" eaLnBrk="0" hangingPunct="0">
                        <a:spcBef>
                          <a:spcPct val="20000"/>
                        </a:spcBef>
                        <a:buClr>
                          <a:schemeClr val="accent2"/>
                        </a:buClr>
                        <a:buSzPct val="55000"/>
                        <a:buFont typeface="Wingdings" panose="05000000000000000000" pitchFamily="2" charset="2"/>
                        <a:defRPr kumimoji="1">
                          <a:solidFill>
                            <a:schemeClr val="tx1"/>
                          </a:solidFill>
                          <a:latin typeface="Calibri" panose="020F0502020204030204" pitchFamily="34" charset="0"/>
                          <a:ea typeface="宋体" panose="02010600030101010101" pitchFamily="2" charset="-122"/>
                          <a:cs typeface="华文新魏" panose="02010800040101010101" pitchFamily="2" charset="-122"/>
                        </a:defRPr>
                      </a:lvl4pPr>
                      <a:lvl5pPr marL="2057400" indent="-228600" eaLnBrk="0" hangingPunct="0">
                        <a:spcBef>
                          <a:spcPct val="20000"/>
                        </a:spcBef>
                        <a:buClr>
                          <a:schemeClr val="accent1"/>
                        </a:buClr>
                        <a:buSzPct val="50000"/>
                        <a:buFont typeface="Wingdings" panose="05000000000000000000" pitchFamily="2" charset="2"/>
                        <a:defRPr kumimoji="1">
                          <a:solidFill>
                            <a:schemeClr val="tx1"/>
                          </a:solidFill>
                          <a:latin typeface="Calibri" panose="020F0502020204030204" pitchFamily="34" charset="0"/>
                          <a:ea typeface="宋体" panose="02010600030101010101" pitchFamily="2" charset="-122"/>
                          <a:cs typeface="华文新魏" panose="0201080004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kumimoji="1">
                          <a:solidFill>
                            <a:schemeClr val="tx1"/>
                          </a:solidFill>
                          <a:latin typeface="Calibri" panose="020F0502020204030204" pitchFamily="34" charset="0"/>
                          <a:ea typeface="宋体" panose="02010600030101010101" pitchFamily="2" charset="-122"/>
                          <a:cs typeface="华文新魏" panose="0201080004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kumimoji="1">
                          <a:solidFill>
                            <a:schemeClr val="tx1"/>
                          </a:solidFill>
                          <a:latin typeface="Calibri" panose="020F0502020204030204" pitchFamily="34" charset="0"/>
                          <a:ea typeface="宋体" panose="02010600030101010101" pitchFamily="2" charset="-122"/>
                          <a:cs typeface="华文新魏" panose="0201080004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kumimoji="1">
                          <a:solidFill>
                            <a:schemeClr val="tx1"/>
                          </a:solidFill>
                          <a:latin typeface="Calibri" panose="020F0502020204030204" pitchFamily="34" charset="0"/>
                          <a:ea typeface="宋体" panose="02010600030101010101" pitchFamily="2" charset="-122"/>
                          <a:cs typeface="华文新魏" panose="0201080004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kumimoji="1">
                          <a:solidFill>
                            <a:schemeClr val="tx1"/>
                          </a:solidFill>
                          <a:latin typeface="Calibri" panose="020F0502020204030204" pitchFamily="34" charset="0"/>
                          <a:ea typeface="宋体" panose="02010600030101010101" pitchFamily="2" charset="-122"/>
                          <a:cs typeface="华文新魏" panose="0201080004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0" lang="en-US" altLang="zh-CN" sz="1900" b="1" i="0" u="none" strike="noStrike" cap="none" normalizeH="0" baseline="0">
                          <a:ln>
                            <a:noFill/>
                          </a:ln>
                          <a:solidFill>
                            <a:schemeClr val="tx1"/>
                          </a:solidFill>
                          <a:effectLst/>
                          <a:latin typeface="楷体_GB2312" panose="02010609030101010101" pitchFamily="49" charset="-122"/>
                          <a:ea typeface="楷体_GB2312" panose="02010609030101010101" pitchFamily="49" charset="-122"/>
                          <a:cs typeface="华文新魏" panose="02010800040101010101" pitchFamily="2" charset="-122"/>
                        </a:rPr>
                        <a:t>1</a:t>
                      </a:r>
                      <a:endParaRPr kumimoji="0" lang="en-US" altLang="zh-CN" sz="1900" b="1" i="0" u="none" strike="noStrike" cap="none" normalizeH="0" baseline="0">
                        <a:ln>
                          <a:noFill/>
                        </a:ln>
                        <a:solidFill>
                          <a:schemeClr val="tx1"/>
                        </a:solidFill>
                        <a:effectLst/>
                        <a:latin typeface="楷体_GB2312" panose="02010609030101010101" pitchFamily="49" charset="-122"/>
                        <a:ea typeface="楷体_GB2312" panose="02010609030101010101" pitchFamily="49" charset="-122"/>
                        <a:cs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folHlink"/>
                        </a:buClr>
                        <a:buSzPct val="60000"/>
                        <a:buFont typeface="Wingdings" panose="05000000000000000000" pitchFamily="2" charset="2"/>
                        <a:defRPr kumimoji="1" sz="2800">
                          <a:solidFill>
                            <a:schemeClr val="tx1"/>
                          </a:solidFill>
                          <a:latin typeface="Calibri" panose="020F0502020204030204" pitchFamily="34" charset="0"/>
                          <a:ea typeface="宋体" panose="02010600030101010101" pitchFamily="2" charset="-122"/>
                          <a:cs typeface="华文新魏" panose="02010800040101010101" pitchFamily="2" charset="-122"/>
                        </a:defRPr>
                      </a:lvl1pPr>
                      <a:lvl2pPr marL="742950" indent="-285750" eaLnBrk="0" hangingPunct="0">
                        <a:spcBef>
                          <a:spcPct val="20000"/>
                        </a:spcBef>
                        <a:buClr>
                          <a:schemeClr val="hlink"/>
                        </a:buClr>
                        <a:buSzPct val="55000"/>
                        <a:buFont typeface="Wingdings" panose="05000000000000000000" pitchFamily="2" charset="2"/>
                        <a:defRPr kumimoji="1" sz="2400">
                          <a:solidFill>
                            <a:schemeClr val="tx1"/>
                          </a:solidFill>
                          <a:latin typeface="Calibri" panose="020F0502020204030204" pitchFamily="34" charset="0"/>
                          <a:ea typeface="宋体" panose="02010600030101010101" pitchFamily="2" charset="-122"/>
                          <a:cs typeface="华文新魏" panose="02010800040101010101" pitchFamily="2" charset="-122"/>
                        </a:defRPr>
                      </a:lvl2pPr>
                      <a:lvl3pPr marL="1143000" indent="-228600" eaLnBrk="0" hangingPunct="0">
                        <a:spcBef>
                          <a:spcPct val="20000"/>
                        </a:spcBef>
                        <a:buClr>
                          <a:schemeClr val="folHlink"/>
                        </a:buClr>
                        <a:buSzPct val="50000"/>
                        <a:buFont typeface="Wingdings" panose="05000000000000000000" pitchFamily="2" charset="2"/>
                        <a:defRPr kumimoji="1" sz="2000">
                          <a:solidFill>
                            <a:schemeClr val="tx1"/>
                          </a:solidFill>
                          <a:latin typeface="Calibri" panose="020F0502020204030204" pitchFamily="34" charset="0"/>
                          <a:ea typeface="宋体" panose="02010600030101010101" pitchFamily="2" charset="-122"/>
                          <a:cs typeface="华文新魏" panose="02010800040101010101" pitchFamily="2" charset="-122"/>
                        </a:defRPr>
                      </a:lvl3pPr>
                      <a:lvl4pPr marL="1600200" indent="-228600" eaLnBrk="0" hangingPunct="0">
                        <a:spcBef>
                          <a:spcPct val="20000"/>
                        </a:spcBef>
                        <a:buClr>
                          <a:schemeClr val="accent2"/>
                        </a:buClr>
                        <a:buSzPct val="55000"/>
                        <a:buFont typeface="Wingdings" panose="05000000000000000000" pitchFamily="2" charset="2"/>
                        <a:defRPr kumimoji="1">
                          <a:solidFill>
                            <a:schemeClr val="tx1"/>
                          </a:solidFill>
                          <a:latin typeface="Calibri" panose="020F0502020204030204" pitchFamily="34" charset="0"/>
                          <a:ea typeface="宋体" panose="02010600030101010101" pitchFamily="2" charset="-122"/>
                          <a:cs typeface="华文新魏" panose="02010800040101010101" pitchFamily="2" charset="-122"/>
                        </a:defRPr>
                      </a:lvl4pPr>
                      <a:lvl5pPr marL="2057400" indent="-228600" eaLnBrk="0" hangingPunct="0">
                        <a:spcBef>
                          <a:spcPct val="20000"/>
                        </a:spcBef>
                        <a:buClr>
                          <a:schemeClr val="accent1"/>
                        </a:buClr>
                        <a:buSzPct val="50000"/>
                        <a:buFont typeface="Wingdings" panose="05000000000000000000" pitchFamily="2" charset="2"/>
                        <a:defRPr kumimoji="1">
                          <a:solidFill>
                            <a:schemeClr val="tx1"/>
                          </a:solidFill>
                          <a:latin typeface="Calibri" panose="020F0502020204030204" pitchFamily="34" charset="0"/>
                          <a:ea typeface="宋体" panose="02010600030101010101" pitchFamily="2" charset="-122"/>
                          <a:cs typeface="华文新魏" panose="0201080004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kumimoji="1">
                          <a:solidFill>
                            <a:schemeClr val="tx1"/>
                          </a:solidFill>
                          <a:latin typeface="Calibri" panose="020F0502020204030204" pitchFamily="34" charset="0"/>
                          <a:ea typeface="宋体" panose="02010600030101010101" pitchFamily="2" charset="-122"/>
                          <a:cs typeface="华文新魏" panose="0201080004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kumimoji="1">
                          <a:solidFill>
                            <a:schemeClr val="tx1"/>
                          </a:solidFill>
                          <a:latin typeface="Calibri" panose="020F0502020204030204" pitchFamily="34" charset="0"/>
                          <a:ea typeface="宋体" panose="02010600030101010101" pitchFamily="2" charset="-122"/>
                          <a:cs typeface="华文新魏" panose="0201080004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kumimoji="1">
                          <a:solidFill>
                            <a:schemeClr val="tx1"/>
                          </a:solidFill>
                          <a:latin typeface="Calibri" panose="020F0502020204030204" pitchFamily="34" charset="0"/>
                          <a:ea typeface="宋体" panose="02010600030101010101" pitchFamily="2" charset="-122"/>
                          <a:cs typeface="华文新魏" panose="0201080004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kumimoji="1">
                          <a:solidFill>
                            <a:schemeClr val="tx1"/>
                          </a:solidFill>
                          <a:latin typeface="Calibri" panose="020F0502020204030204" pitchFamily="34" charset="0"/>
                          <a:ea typeface="宋体" panose="02010600030101010101" pitchFamily="2" charset="-122"/>
                          <a:cs typeface="华文新魏" panose="0201080004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0" lang="en-US" altLang="zh-CN" sz="1900" b="1" i="0" u="none" strike="noStrike" cap="none" normalizeH="0" baseline="0">
                          <a:ln>
                            <a:noFill/>
                          </a:ln>
                          <a:solidFill>
                            <a:schemeClr val="tx1"/>
                          </a:solidFill>
                          <a:effectLst/>
                          <a:latin typeface="楷体_GB2312" panose="02010609030101010101" pitchFamily="49" charset="-122"/>
                          <a:ea typeface="楷体_GB2312" panose="02010609030101010101" pitchFamily="49" charset="-122"/>
                          <a:cs typeface="华文新魏" panose="02010800040101010101" pitchFamily="2" charset="-122"/>
                        </a:rPr>
                        <a:t>2</a:t>
                      </a:r>
                      <a:endParaRPr kumimoji="0" lang="en-US" altLang="zh-CN" sz="1900" b="1" i="0" u="none" strike="noStrike" cap="none" normalizeH="0" baseline="0">
                        <a:ln>
                          <a:noFill/>
                        </a:ln>
                        <a:solidFill>
                          <a:schemeClr val="tx1"/>
                        </a:solidFill>
                        <a:effectLst/>
                        <a:latin typeface="楷体_GB2312" panose="02010609030101010101" pitchFamily="49" charset="-122"/>
                        <a:ea typeface="楷体_GB2312" panose="02010609030101010101" pitchFamily="49" charset="-122"/>
                        <a:cs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folHlink"/>
                        </a:buClr>
                        <a:buSzPct val="60000"/>
                        <a:buFont typeface="Wingdings" panose="05000000000000000000" pitchFamily="2" charset="2"/>
                        <a:defRPr kumimoji="1" sz="2800">
                          <a:solidFill>
                            <a:schemeClr val="tx1"/>
                          </a:solidFill>
                          <a:latin typeface="Calibri" panose="020F0502020204030204" pitchFamily="34" charset="0"/>
                          <a:ea typeface="宋体" panose="02010600030101010101" pitchFamily="2" charset="-122"/>
                          <a:cs typeface="华文新魏" panose="02010800040101010101" pitchFamily="2" charset="-122"/>
                        </a:defRPr>
                      </a:lvl1pPr>
                      <a:lvl2pPr marL="742950" indent="-285750" eaLnBrk="0" hangingPunct="0">
                        <a:spcBef>
                          <a:spcPct val="20000"/>
                        </a:spcBef>
                        <a:buClr>
                          <a:schemeClr val="hlink"/>
                        </a:buClr>
                        <a:buSzPct val="55000"/>
                        <a:buFont typeface="Wingdings" panose="05000000000000000000" pitchFamily="2" charset="2"/>
                        <a:defRPr kumimoji="1" sz="2400">
                          <a:solidFill>
                            <a:schemeClr val="tx1"/>
                          </a:solidFill>
                          <a:latin typeface="Calibri" panose="020F0502020204030204" pitchFamily="34" charset="0"/>
                          <a:ea typeface="宋体" panose="02010600030101010101" pitchFamily="2" charset="-122"/>
                          <a:cs typeface="华文新魏" panose="02010800040101010101" pitchFamily="2" charset="-122"/>
                        </a:defRPr>
                      </a:lvl2pPr>
                      <a:lvl3pPr marL="1143000" indent="-228600" eaLnBrk="0" hangingPunct="0">
                        <a:spcBef>
                          <a:spcPct val="20000"/>
                        </a:spcBef>
                        <a:buClr>
                          <a:schemeClr val="folHlink"/>
                        </a:buClr>
                        <a:buSzPct val="50000"/>
                        <a:buFont typeface="Wingdings" panose="05000000000000000000" pitchFamily="2" charset="2"/>
                        <a:defRPr kumimoji="1" sz="2000">
                          <a:solidFill>
                            <a:schemeClr val="tx1"/>
                          </a:solidFill>
                          <a:latin typeface="Calibri" panose="020F0502020204030204" pitchFamily="34" charset="0"/>
                          <a:ea typeface="宋体" panose="02010600030101010101" pitchFamily="2" charset="-122"/>
                          <a:cs typeface="华文新魏" panose="02010800040101010101" pitchFamily="2" charset="-122"/>
                        </a:defRPr>
                      </a:lvl3pPr>
                      <a:lvl4pPr marL="1600200" indent="-228600" eaLnBrk="0" hangingPunct="0">
                        <a:spcBef>
                          <a:spcPct val="20000"/>
                        </a:spcBef>
                        <a:buClr>
                          <a:schemeClr val="accent2"/>
                        </a:buClr>
                        <a:buSzPct val="55000"/>
                        <a:buFont typeface="Wingdings" panose="05000000000000000000" pitchFamily="2" charset="2"/>
                        <a:defRPr kumimoji="1">
                          <a:solidFill>
                            <a:schemeClr val="tx1"/>
                          </a:solidFill>
                          <a:latin typeface="Calibri" panose="020F0502020204030204" pitchFamily="34" charset="0"/>
                          <a:ea typeface="宋体" panose="02010600030101010101" pitchFamily="2" charset="-122"/>
                          <a:cs typeface="华文新魏" panose="02010800040101010101" pitchFamily="2" charset="-122"/>
                        </a:defRPr>
                      </a:lvl4pPr>
                      <a:lvl5pPr marL="2057400" indent="-228600" eaLnBrk="0" hangingPunct="0">
                        <a:spcBef>
                          <a:spcPct val="20000"/>
                        </a:spcBef>
                        <a:buClr>
                          <a:schemeClr val="accent1"/>
                        </a:buClr>
                        <a:buSzPct val="50000"/>
                        <a:buFont typeface="Wingdings" panose="05000000000000000000" pitchFamily="2" charset="2"/>
                        <a:defRPr kumimoji="1">
                          <a:solidFill>
                            <a:schemeClr val="tx1"/>
                          </a:solidFill>
                          <a:latin typeface="Calibri" panose="020F0502020204030204" pitchFamily="34" charset="0"/>
                          <a:ea typeface="宋体" panose="02010600030101010101" pitchFamily="2" charset="-122"/>
                          <a:cs typeface="华文新魏" panose="0201080004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kumimoji="1">
                          <a:solidFill>
                            <a:schemeClr val="tx1"/>
                          </a:solidFill>
                          <a:latin typeface="Calibri" panose="020F0502020204030204" pitchFamily="34" charset="0"/>
                          <a:ea typeface="宋体" panose="02010600030101010101" pitchFamily="2" charset="-122"/>
                          <a:cs typeface="华文新魏" panose="0201080004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kumimoji="1">
                          <a:solidFill>
                            <a:schemeClr val="tx1"/>
                          </a:solidFill>
                          <a:latin typeface="Calibri" panose="020F0502020204030204" pitchFamily="34" charset="0"/>
                          <a:ea typeface="宋体" panose="02010600030101010101" pitchFamily="2" charset="-122"/>
                          <a:cs typeface="华文新魏" panose="0201080004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kumimoji="1">
                          <a:solidFill>
                            <a:schemeClr val="tx1"/>
                          </a:solidFill>
                          <a:latin typeface="Calibri" panose="020F0502020204030204" pitchFamily="34" charset="0"/>
                          <a:ea typeface="宋体" panose="02010600030101010101" pitchFamily="2" charset="-122"/>
                          <a:cs typeface="华文新魏" panose="0201080004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kumimoji="1">
                          <a:solidFill>
                            <a:schemeClr val="tx1"/>
                          </a:solidFill>
                          <a:latin typeface="Calibri" panose="020F0502020204030204" pitchFamily="34" charset="0"/>
                          <a:ea typeface="宋体" panose="02010600030101010101" pitchFamily="2" charset="-122"/>
                          <a:cs typeface="华文新魏" panose="0201080004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0" lang="en-US" altLang="zh-CN" sz="1900" b="1" i="0" u="none" strike="noStrike" cap="none" normalizeH="0" baseline="0">
                          <a:ln>
                            <a:noFill/>
                          </a:ln>
                          <a:solidFill>
                            <a:schemeClr val="tx1"/>
                          </a:solidFill>
                          <a:effectLst/>
                          <a:latin typeface="楷体_GB2312" panose="02010609030101010101" pitchFamily="49" charset="-122"/>
                          <a:ea typeface="楷体_GB2312" panose="02010609030101010101" pitchFamily="49" charset="-122"/>
                          <a:cs typeface="华文新魏" panose="02010800040101010101" pitchFamily="2" charset="-122"/>
                        </a:rPr>
                        <a:t>1</a:t>
                      </a:r>
                      <a:endParaRPr kumimoji="0" lang="en-US" altLang="zh-CN" sz="1900" b="1" i="0" u="none" strike="noStrike" cap="none" normalizeH="0" baseline="0">
                        <a:ln>
                          <a:noFill/>
                        </a:ln>
                        <a:solidFill>
                          <a:schemeClr val="tx1"/>
                        </a:solidFill>
                        <a:effectLst/>
                        <a:latin typeface="楷体_GB2312" panose="02010609030101010101" pitchFamily="49" charset="-122"/>
                        <a:ea typeface="楷体_GB2312" panose="02010609030101010101" pitchFamily="49" charset="-122"/>
                        <a:cs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folHlink"/>
                        </a:buClr>
                        <a:buSzPct val="60000"/>
                        <a:buFont typeface="Wingdings" panose="05000000000000000000" pitchFamily="2" charset="2"/>
                        <a:defRPr kumimoji="1" sz="2800">
                          <a:solidFill>
                            <a:schemeClr val="tx1"/>
                          </a:solidFill>
                          <a:latin typeface="Calibri" panose="020F0502020204030204" pitchFamily="34" charset="0"/>
                          <a:ea typeface="宋体" panose="02010600030101010101" pitchFamily="2" charset="-122"/>
                          <a:cs typeface="华文新魏" panose="02010800040101010101" pitchFamily="2" charset="-122"/>
                        </a:defRPr>
                      </a:lvl1pPr>
                      <a:lvl2pPr marL="742950" indent="-285750" eaLnBrk="0" hangingPunct="0">
                        <a:spcBef>
                          <a:spcPct val="20000"/>
                        </a:spcBef>
                        <a:buClr>
                          <a:schemeClr val="hlink"/>
                        </a:buClr>
                        <a:buSzPct val="55000"/>
                        <a:buFont typeface="Wingdings" panose="05000000000000000000" pitchFamily="2" charset="2"/>
                        <a:defRPr kumimoji="1" sz="2400">
                          <a:solidFill>
                            <a:schemeClr val="tx1"/>
                          </a:solidFill>
                          <a:latin typeface="Calibri" panose="020F0502020204030204" pitchFamily="34" charset="0"/>
                          <a:ea typeface="宋体" panose="02010600030101010101" pitchFamily="2" charset="-122"/>
                          <a:cs typeface="华文新魏" panose="02010800040101010101" pitchFamily="2" charset="-122"/>
                        </a:defRPr>
                      </a:lvl2pPr>
                      <a:lvl3pPr marL="1143000" indent="-228600" eaLnBrk="0" hangingPunct="0">
                        <a:spcBef>
                          <a:spcPct val="20000"/>
                        </a:spcBef>
                        <a:buClr>
                          <a:schemeClr val="folHlink"/>
                        </a:buClr>
                        <a:buSzPct val="50000"/>
                        <a:buFont typeface="Wingdings" panose="05000000000000000000" pitchFamily="2" charset="2"/>
                        <a:defRPr kumimoji="1" sz="2000">
                          <a:solidFill>
                            <a:schemeClr val="tx1"/>
                          </a:solidFill>
                          <a:latin typeface="Calibri" panose="020F0502020204030204" pitchFamily="34" charset="0"/>
                          <a:ea typeface="宋体" panose="02010600030101010101" pitchFamily="2" charset="-122"/>
                          <a:cs typeface="华文新魏" panose="02010800040101010101" pitchFamily="2" charset="-122"/>
                        </a:defRPr>
                      </a:lvl3pPr>
                      <a:lvl4pPr marL="1600200" indent="-228600" eaLnBrk="0" hangingPunct="0">
                        <a:spcBef>
                          <a:spcPct val="20000"/>
                        </a:spcBef>
                        <a:buClr>
                          <a:schemeClr val="accent2"/>
                        </a:buClr>
                        <a:buSzPct val="55000"/>
                        <a:buFont typeface="Wingdings" panose="05000000000000000000" pitchFamily="2" charset="2"/>
                        <a:defRPr kumimoji="1">
                          <a:solidFill>
                            <a:schemeClr val="tx1"/>
                          </a:solidFill>
                          <a:latin typeface="Calibri" panose="020F0502020204030204" pitchFamily="34" charset="0"/>
                          <a:ea typeface="宋体" panose="02010600030101010101" pitchFamily="2" charset="-122"/>
                          <a:cs typeface="华文新魏" panose="02010800040101010101" pitchFamily="2" charset="-122"/>
                        </a:defRPr>
                      </a:lvl4pPr>
                      <a:lvl5pPr marL="2057400" indent="-228600" eaLnBrk="0" hangingPunct="0">
                        <a:spcBef>
                          <a:spcPct val="20000"/>
                        </a:spcBef>
                        <a:buClr>
                          <a:schemeClr val="accent1"/>
                        </a:buClr>
                        <a:buSzPct val="50000"/>
                        <a:buFont typeface="Wingdings" panose="05000000000000000000" pitchFamily="2" charset="2"/>
                        <a:defRPr kumimoji="1">
                          <a:solidFill>
                            <a:schemeClr val="tx1"/>
                          </a:solidFill>
                          <a:latin typeface="Calibri" panose="020F0502020204030204" pitchFamily="34" charset="0"/>
                          <a:ea typeface="宋体" panose="02010600030101010101" pitchFamily="2" charset="-122"/>
                          <a:cs typeface="华文新魏" panose="0201080004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kumimoji="1">
                          <a:solidFill>
                            <a:schemeClr val="tx1"/>
                          </a:solidFill>
                          <a:latin typeface="Calibri" panose="020F0502020204030204" pitchFamily="34" charset="0"/>
                          <a:ea typeface="宋体" panose="02010600030101010101" pitchFamily="2" charset="-122"/>
                          <a:cs typeface="华文新魏" panose="0201080004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kumimoji="1">
                          <a:solidFill>
                            <a:schemeClr val="tx1"/>
                          </a:solidFill>
                          <a:latin typeface="Calibri" panose="020F0502020204030204" pitchFamily="34" charset="0"/>
                          <a:ea typeface="宋体" panose="02010600030101010101" pitchFamily="2" charset="-122"/>
                          <a:cs typeface="华文新魏" panose="0201080004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kumimoji="1">
                          <a:solidFill>
                            <a:schemeClr val="tx1"/>
                          </a:solidFill>
                          <a:latin typeface="Calibri" panose="020F0502020204030204" pitchFamily="34" charset="0"/>
                          <a:ea typeface="宋体" panose="02010600030101010101" pitchFamily="2" charset="-122"/>
                          <a:cs typeface="华文新魏" panose="0201080004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kumimoji="1">
                          <a:solidFill>
                            <a:schemeClr val="tx1"/>
                          </a:solidFill>
                          <a:latin typeface="Calibri" panose="020F0502020204030204" pitchFamily="34" charset="0"/>
                          <a:ea typeface="宋体" panose="02010600030101010101" pitchFamily="2" charset="-122"/>
                          <a:cs typeface="华文新魏" panose="0201080004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0" lang="en-US" altLang="zh-CN" sz="1900" b="1" i="0" u="none" strike="noStrike" cap="none" normalizeH="0" baseline="0">
                          <a:ln>
                            <a:noFill/>
                          </a:ln>
                          <a:solidFill>
                            <a:schemeClr val="tx1"/>
                          </a:solidFill>
                          <a:effectLst/>
                          <a:latin typeface="楷体_GB2312" panose="02010609030101010101" pitchFamily="49" charset="-122"/>
                          <a:ea typeface="楷体_GB2312" panose="02010609030101010101" pitchFamily="49" charset="-122"/>
                          <a:cs typeface="华文新魏" panose="02010800040101010101" pitchFamily="2" charset="-122"/>
                        </a:rPr>
                        <a:t>2</a:t>
                      </a:r>
                      <a:endParaRPr kumimoji="0" lang="en-US" altLang="zh-CN" sz="1900" b="1" i="0" u="none" strike="noStrike" cap="none" normalizeH="0" baseline="0">
                        <a:ln>
                          <a:noFill/>
                        </a:ln>
                        <a:solidFill>
                          <a:schemeClr val="tx1"/>
                        </a:solidFill>
                        <a:effectLst/>
                        <a:latin typeface="楷体_GB2312" panose="02010609030101010101" pitchFamily="49" charset="-122"/>
                        <a:ea typeface="楷体_GB2312" panose="02010609030101010101" pitchFamily="49" charset="-122"/>
                        <a:cs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folHlink"/>
                        </a:buClr>
                        <a:buSzPct val="60000"/>
                        <a:buFont typeface="Wingdings" panose="05000000000000000000" pitchFamily="2" charset="2"/>
                        <a:defRPr kumimoji="1" sz="2800">
                          <a:solidFill>
                            <a:schemeClr val="tx1"/>
                          </a:solidFill>
                          <a:latin typeface="Calibri" panose="020F0502020204030204" pitchFamily="34" charset="0"/>
                          <a:ea typeface="宋体" panose="02010600030101010101" pitchFamily="2" charset="-122"/>
                          <a:cs typeface="华文新魏" panose="02010800040101010101" pitchFamily="2" charset="-122"/>
                        </a:defRPr>
                      </a:lvl1pPr>
                      <a:lvl2pPr marL="742950" indent="-285750" eaLnBrk="0" hangingPunct="0">
                        <a:spcBef>
                          <a:spcPct val="20000"/>
                        </a:spcBef>
                        <a:buClr>
                          <a:schemeClr val="hlink"/>
                        </a:buClr>
                        <a:buSzPct val="55000"/>
                        <a:buFont typeface="Wingdings" panose="05000000000000000000" pitchFamily="2" charset="2"/>
                        <a:defRPr kumimoji="1" sz="2400">
                          <a:solidFill>
                            <a:schemeClr val="tx1"/>
                          </a:solidFill>
                          <a:latin typeface="Calibri" panose="020F0502020204030204" pitchFamily="34" charset="0"/>
                          <a:ea typeface="宋体" panose="02010600030101010101" pitchFamily="2" charset="-122"/>
                          <a:cs typeface="华文新魏" panose="02010800040101010101" pitchFamily="2" charset="-122"/>
                        </a:defRPr>
                      </a:lvl2pPr>
                      <a:lvl3pPr marL="1143000" indent="-228600" eaLnBrk="0" hangingPunct="0">
                        <a:spcBef>
                          <a:spcPct val="20000"/>
                        </a:spcBef>
                        <a:buClr>
                          <a:schemeClr val="folHlink"/>
                        </a:buClr>
                        <a:buSzPct val="50000"/>
                        <a:buFont typeface="Wingdings" panose="05000000000000000000" pitchFamily="2" charset="2"/>
                        <a:defRPr kumimoji="1" sz="2000">
                          <a:solidFill>
                            <a:schemeClr val="tx1"/>
                          </a:solidFill>
                          <a:latin typeface="Calibri" panose="020F0502020204030204" pitchFamily="34" charset="0"/>
                          <a:ea typeface="宋体" panose="02010600030101010101" pitchFamily="2" charset="-122"/>
                          <a:cs typeface="华文新魏" panose="02010800040101010101" pitchFamily="2" charset="-122"/>
                        </a:defRPr>
                      </a:lvl3pPr>
                      <a:lvl4pPr marL="1600200" indent="-228600" eaLnBrk="0" hangingPunct="0">
                        <a:spcBef>
                          <a:spcPct val="20000"/>
                        </a:spcBef>
                        <a:buClr>
                          <a:schemeClr val="accent2"/>
                        </a:buClr>
                        <a:buSzPct val="55000"/>
                        <a:buFont typeface="Wingdings" panose="05000000000000000000" pitchFamily="2" charset="2"/>
                        <a:defRPr kumimoji="1">
                          <a:solidFill>
                            <a:schemeClr val="tx1"/>
                          </a:solidFill>
                          <a:latin typeface="Calibri" panose="020F0502020204030204" pitchFamily="34" charset="0"/>
                          <a:ea typeface="宋体" panose="02010600030101010101" pitchFamily="2" charset="-122"/>
                          <a:cs typeface="华文新魏" panose="02010800040101010101" pitchFamily="2" charset="-122"/>
                        </a:defRPr>
                      </a:lvl4pPr>
                      <a:lvl5pPr marL="2057400" indent="-228600" eaLnBrk="0" hangingPunct="0">
                        <a:spcBef>
                          <a:spcPct val="20000"/>
                        </a:spcBef>
                        <a:buClr>
                          <a:schemeClr val="accent1"/>
                        </a:buClr>
                        <a:buSzPct val="50000"/>
                        <a:buFont typeface="Wingdings" panose="05000000000000000000" pitchFamily="2" charset="2"/>
                        <a:defRPr kumimoji="1">
                          <a:solidFill>
                            <a:schemeClr val="tx1"/>
                          </a:solidFill>
                          <a:latin typeface="Calibri" panose="020F0502020204030204" pitchFamily="34" charset="0"/>
                          <a:ea typeface="宋体" panose="02010600030101010101" pitchFamily="2" charset="-122"/>
                          <a:cs typeface="华文新魏" panose="0201080004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kumimoji="1">
                          <a:solidFill>
                            <a:schemeClr val="tx1"/>
                          </a:solidFill>
                          <a:latin typeface="Calibri" panose="020F0502020204030204" pitchFamily="34" charset="0"/>
                          <a:ea typeface="宋体" panose="02010600030101010101" pitchFamily="2" charset="-122"/>
                          <a:cs typeface="华文新魏" panose="0201080004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kumimoji="1">
                          <a:solidFill>
                            <a:schemeClr val="tx1"/>
                          </a:solidFill>
                          <a:latin typeface="Calibri" panose="020F0502020204030204" pitchFamily="34" charset="0"/>
                          <a:ea typeface="宋体" panose="02010600030101010101" pitchFamily="2" charset="-122"/>
                          <a:cs typeface="华文新魏" panose="0201080004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kumimoji="1">
                          <a:solidFill>
                            <a:schemeClr val="tx1"/>
                          </a:solidFill>
                          <a:latin typeface="Calibri" panose="020F0502020204030204" pitchFamily="34" charset="0"/>
                          <a:ea typeface="宋体" panose="02010600030101010101" pitchFamily="2" charset="-122"/>
                          <a:cs typeface="华文新魏" panose="0201080004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kumimoji="1">
                          <a:solidFill>
                            <a:schemeClr val="tx1"/>
                          </a:solidFill>
                          <a:latin typeface="Calibri" panose="020F0502020204030204" pitchFamily="34" charset="0"/>
                          <a:ea typeface="宋体" panose="02010600030101010101" pitchFamily="2" charset="-122"/>
                          <a:cs typeface="华文新魏" panose="0201080004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0" lang="en-US" altLang="zh-CN" sz="1900" b="1" i="0" u="none" strike="noStrike" cap="none" normalizeH="0" baseline="0">
                          <a:ln>
                            <a:noFill/>
                          </a:ln>
                          <a:solidFill>
                            <a:schemeClr val="tx1"/>
                          </a:solidFill>
                          <a:effectLst/>
                          <a:latin typeface="楷体_GB2312" panose="02010609030101010101" pitchFamily="49" charset="-122"/>
                          <a:ea typeface="楷体_GB2312" panose="02010609030101010101" pitchFamily="49" charset="-122"/>
                          <a:cs typeface="华文新魏" panose="02010800040101010101" pitchFamily="2" charset="-122"/>
                        </a:rPr>
                        <a:t>3</a:t>
                      </a:r>
                      <a:endParaRPr kumimoji="0" lang="en-US" altLang="zh-CN" sz="1900" b="1" i="0" u="none" strike="noStrike" cap="none" normalizeH="0" baseline="0">
                        <a:ln>
                          <a:noFill/>
                        </a:ln>
                        <a:solidFill>
                          <a:schemeClr val="tx1"/>
                        </a:solidFill>
                        <a:effectLst/>
                        <a:latin typeface="楷体_GB2312" panose="02010609030101010101" pitchFamily="49" charset="-122"/>
                        <a:ea typeface="楷体_GB2312" panose="02010609030101010101" pitchFamily="49" charset="-122"/>
                        <a:cs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folHlink"/>
                        </a:buClr>
                        <a:buSzPct val="60000"/>
                        <a:buFont typeface="Wingdings" panose="05000000000000000000" pitchFamily="2" charset="2"/>
                        <a:defRPr kumimoji="1" sz="2800">
                          <a:solidFill>
                            <a:schemeClr val="tx1"/>
                          </a:solidFill>
                          <a:latin typeface="Calibri" panose="020F0502020204030204" pitchFamily="34" charset="0"/>
                          <a:ea typeface="宋体" panose="02010600030101010101" pitchFamily="2" charset="-122"/>
                          <a:cs typeface="华文新魏" panose="02010800040101010101" pitchFamily="2" charset="-122"/>
                        </a:defRPr>
                      </a:lvl1pPr>
                      <a:lvl2pPr marL="742950" indent="-285750" eaLnBrk="0" hangingPunct="0">
                        <a:spcBef>
                          <a:spcPct val="20000"/>
                        </a:spcBef>
                        <a:buClr>
                          <a:schemeClr val="hlink"/>
                        </a:buClr>
                        <a:buSzPct val="55000"/>
                        <a:buFont typeface="Wingdings" panose="05000000000000000000" pitchFamily="2" charset="2"/>
                        <a:defRPr kumimoji="1" sz="2400">
                          <a:solidFill>
                            <a:schemeClr val="tx1"/>
                          </a:solidFill>
                          <a:latin typeface="Calibri" panose="020F0502020204030204" pitchFamily="34" charset="0"/>
                          <a:ea typeface="宋体" panose="02010600030101010101" pitchFamily="2" charset="-122"/>
                          <a:cs typeface="华文新魏" panose="02010800040101010101" pitchFamily="2" charset="-122"/>
                        </a:defRPr>
                      </a:lvl2pPr>
                      <a:lvl3pPr marL="1143000" indent="-228600" eaLnBrk="0" hangingPunct="0">
                        <a:spcBef>
                          <a:spcPct val="20000"/>
                        </a:spcBef>
                        <a:buClr>
                          <a:schemeClr val="folHlink"/>
                        </a:buClr>
                        <a:buSzPct val="50000"/>
                        <a:buFont typeface="Wingdings" panose="05000000000000000000" pitchFamily="2" charset="2"/>
                        <a:defRPr kumimoji="1" sz="2000">
                          <a:solidFill>
                            <a:schemeClr val="tx1"/>
                          </a:solidFill>
                          <a:latin typeface="Calibri" panose="020F0502020204030204" pitchFamily="34" charset="0"/>
                          <a:ea typeface="宋体" panose="02010600030101010101" pitchFamily="2" charset="-122"/>
                          <a:cs typeface="华文新魏" panose="02010800040101010101" pitchFamily="2" charset="-122"/>
                        </a:defRPr>
                      </a:lvl3pPr>
                      <a:lvl4pPr marL="1600200" indent="-228600" eaLnBrk="0" hangingPunct="0">
                        <a:spcBef>
                          <a:spcPct val="20000"/>
                        </a:spcBef>
                        <a:buClr>
                          <a:schemeClr val="accent2"/>
                        </a:buClr>
                        <a:buSzPct val="55000"/>
                        <a:buFont typeface="Wingdings" panose="05000000000000000000" pitchFamily="2" charset="2"/>
                        <a:defRPr kumimoji="1">
                          <a:solidFill>
                            <a:schemeClr val="tx1"/>
                          </a:solidFill>
                          <a:latin typeface="Calibri" panose="020F0502020204030204" pitchFamily="34" charset="0"/>
                          <a:ea typeface="宋体" panose="02010600030101010101" pitchFamily="2" charset="-122"/>
                          <a:cs typeface="华文新魏" panose="02010800040101010101" pitchFamily="2" charset="-122"/>
                        </a:defRPr>
                      </a:lvl4pPr>
                      <a:lvl5pPr marL="2057400" indent="-228600" eaLnBrk="0" hangingPunct="0">
                        <a:spcBef>
                          <a:spcPct val="20000"/>
                        </a:spcBef>
                        <a:buClr>
                          <a:schemeClr val="accent1"/>
                        </a:buClr>
                        <a:buSzPct val="50000"/>
                        <a:buFont typeface="Wingdings" panose="05000000000000000000" pitchFamily="2" charset="2"/>
                        <a:defRPr kumimoji="1">
                          <a:solidFill>
                            <a:schemeClr val="tx1"/>
                          </a:solidFill>
                          <a:latin typeface="Calibri" panose="020F0502020204030204" pitchFamily="34" charset="0"/>
                          <a:ea typeface="宋体" panose="02010600030101010101" pitchFamily="2" charset="-122"/>
                          <a:cs typeface="华文新魏" panose="0201080004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kumimoji="1">
                          <a:solidFill>
                            <a:schemeClr val="tx1"/>
                          </a:solidFill>
                          <a:latin typeface="Calibri" panose="020F0502020204030204" pitchFamily="34" charset="0"/>
                          <a:ea typeface="宋体" panose="02010600030101010101" pitchFamily="2" charset="-122"/>
                          <a:cs typeface="华文新魏" panose="0201080004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kumimoji="1">
                          <a:solidFill>
                            <a:schemeClr val="tx1"/>
                          </a:solidFill>
                          <a:latin typeface="Calibri" panose="020F0502020204030204" pitchFamily="34" charset="0"/>
                          <a:ea typeface="宋体" panose="02010600030101010101" pitchFamily="2" charset="-122"/>
                          <a:cs typeface="华文新魏" panose="0201080004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kumimoji="1">
                          <a:solidFill>
                            <a:schemeClr val="tx1"/>
                          </a:solidFill>
                          <a:latin typeface="Calibri" panose="020F0502020204030204" pitchFamily="34" charset="0"/>
                          <a:ea typeface="宋体" panose="02010600030101010101" pitchFamily="2" charset="-122"/>
                          <a:cs typeface="华文新魏" panose="0201080004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kumimoji="1">
                          <a:solidFill>
                            <a:schemeClr val="tx1"/>
                          </a:solidFill>
                          <a:latin typeface="Calibri" panose="020F0502020204030204" pitchFamily="34" charset="0"/>
                          <a:ea typeface="宋体" panose="02010600030101010101" pitchFamily="2" charset="-122"/>
                          <a:cs typeface="华文新魏" panose="0201080004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0" lang="en-US" altLang="zh-CN" sz="1900" b="1" i="0" u="none" strike="noStrike" cap="none" normalizeH="0" baseline="0">
                          <a:ln>
                            <a:noFill/>
                          </a:ln>
                          <a:solidFill>
                            <a:schemeClr val="tx1"/>
                          </a:solidFill>
                          <a:effectLst/>
                          <a:latin typeface="楷体_GB2312" panose="02010609030101010101" pitchFamily="49" charset="-122"/>
                          <a:ea typeface="楷体_GB2312" panose="02010609030101010101" pitchFamily="49" charset="-122"/>
                          <a:cs typeface="华文新魏" panose="02010800040101010101" pitchFamily="2" charset="-122"/>
                        </a:rPr>
                        <a:t>6</a:t>
                      </a:r>
                      <a:endParaRPr kumimoji="0" lang="en-US" altLang="zh-CN" sz="1900" b="1" i="0" u="none" strike="noStrike" cap="none" normalizeH="0" baseline="0">
                        <a:ln>
                          <a:noFill/>
                        </a:ln>
                        <a:solidFill>
                          <a:schemeClr val="tx1"/>
                        </a:solidFill>
                        <a:effectLst/>
                        <a:latin typeface="楷体_GB2312" panose="02010609030101010101" pitchFamily="49" charset="-122"/>
                        <a:ea typeface="楷体_GB2312" panose="02010609030101010101" pitchFamily="49" charset="-122"/>
                        <a:cs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folHlink"/>
                        </a:buClr>
                        <a:buSzPct val="60000"/>
                        <a:buFont typeface="Wingdings" panose="05000000000000000000" pitchFamily="2" charset="2"/>
                        <a:defRPr kumimoji="1" sz="2800">
                          <a:solidFill>
                            <a:schemeClr val="tx1"/>
                          </a:solidFill>
                          <a:latin typeface="Calibri" panose="020F0502020204030204" pitchFamily="34" charset="0"/>
                          <a:ea typeface="宋体" panose="02010600030101010101" pitchFamily="2" charset="-122"/>
                          <a:cs typeface="华文新魏" panose="02010800040101010101" pitchFamily="2" charset="-122"/>
                        </a:defRPr>
                      </a:lvl1pPr>
                      <a:lvl2pPr marL="742950" indent="-285750" eaLnBrk="0" hangingPunct="0">
                        <a:spcBef>
                          <a:spcPct val="20000"/>
                        </a:spcBef>
                        <a:buClr>
                          <a:schemeClr val="hlink"/>
                        </a:buClr>
                        <a:buSzPct val="55000"/>
                        <a:buFont typeface="Wingdings" panose="05000000000000000000" pitchFamily="2" charset="2"/>
                        <a:defRPr kumimoji="1" sz="2400">
                          <a:solidFill>
                            <a:schemeClr val="tx1"/>
                          </a:solidFill>
                          <a:latin typeface="Calibri" panose="020F0502020204030204" pitchFamily="34" charset="0"/>
                          <a:ea typeface="宋体" panose="02010600030101010101" pitchFamily="2" charset="-122"/>
                          <a:cs typeface="华文新魏" panose="02010800040101010101" pitchFamily="2" charset="-122"/>
                        </a:defRPr>
                      </a:lvl2pPr>
                      <a:lvl3pPr marL="1143000" indent="-228600" eaLnBrk="0" hangingPunct="0">
                        <a:spcBef>
                          <a:spcPct val="20000"/>
                        </a:spcBef>
                        <a:buClr>
                          <a:schemeClr val="folHlink"/>
                        </a:buClr>
                        <a:buSzPct val="50000"/>
                        <a:buFont typeface="Wingdings" panose="05000000000000000000" pitchFamily="2" charset="2"/>
                        <a:defRPr kumimoji="1" sz="2000">
                          <a:solidFill>
                            <a:schemeClr val="tx1"/>
                          </a:solidFill>
                          <a:latin typeface="Calibri" panose="020F0502020204030204" pitchFamily="34" charset="0"/>
                          <a:ea typeface="宋体" panose="02010600030101010101" pitchFamily="2" charset="-122"/>
                          <a:cs typeface="华文新魏" panose="02010800040101010101" pitchFamily="2" charset="-122"/>
                        </a:defRPr>
                      </a:lvl3pPr>
                      <a:lvl4pPr marL="1600200" indent="-228600" eaLnBrk="0" hangingPunct="0">
                        <a:spcBef>
                          <a:spcPct val="20000"/>
                        </a:spcBef>
                        <a:buClr>
                          <a:schemeClr val="accent2"/>
                        </a:buClr>
                        <a:buSzPct val="55000"/>
                        <a:buFont typeface="Wingdings" panose="05000000000000000000" pitchFamily="2" charset="2"/>
                        <a:defRPr kumimoji="1">
                          <a:solidFill>
                            <a:schemeClr val="tx1"/>
                          </a:solidFill>
                          <a:latin typeface="Calibri" panose="020F0502020204030204" pitchFamily="34" charset="0"/>
                          <a:ea typeface="宋体" panose="02010600030101010101" pitchFamily="2" charset="-122"/>
                          <a:cs typeface="华文新魏" panose="02010800040101010101" pitchFamily="2" charset="-122"/>
                        </a:defRPr>
                      </a:lvl4pPr>
                      <a:lvl5pPr marL="2057400" indent="-228600" eaLnBrk="0" hangingPunct="0">
                        <a:spcBef>
                          <a:spcPct val="20000"/>
                        </a:spcBef>
                        <a:buClr>
                          <a:schemeClr val="accent1"/>
                        </a:buClr>
                        <a:buSzPct val="50000"/>
                        <a:buFont typeface="Wingdings" panose="05000000000000000000" pitchFamily="2" charset="2"/>
                        <a:defRPr kumimoji="1">
                          <a:solidFill>
                            <a:schemeClr val="tx1"/>
                          </a:solidFill>
                          <a:latin typeface="Calibri" panose="020F0502020204030204" pitchFamily="34" charset="0"/>
                          <a:ea typeface="宋体" panose="02010600030101010101" pitchFamily="2" charset="-122"/>
                          <a:cs typeface="华文新魏" panose="0201080004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kumimoji="1">
                          <a:solidFill>
                            <a:schemeClr val="tx1"/>
                          </a:solidFill>
                          <a:latin typeface="Calibri" panose="020F0502020204030204" pitchFamily="34" charset="0"/>
                          <a:ea typeface="宋体" panose="02010600030101010101" pitchFamily="2" charset="-122"/>
                          <a:cs typeface="华文新魏" panose="0201080004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kumimoji="1">
                          <a:solidFill>
                            <a:schemeClr val="tx1"/>
                          </a:solidFill>
                          <a:latin typeface="Calibri" panose="020F0502020204030204" pitchFamily="34" charset="0"/>
                          <a:ea typeface="宋体" panose="02010600030101010101" pitchFamily="2" charset="-122"/>
                          <a:cs typeface="华文新魏" panose="0201080004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kumimoji="1">
                          <a:solidFill>
                            <a:schemeClr val="tx1"/>
                          </a:solidFill>
                          <a:latin typeface="Calibri" panose="020F0502020204030204" pitchFamily="34" charset="0"/>
                          <a:ea typeface="宋体" panose="02010600030101010101" pitchFamily="2" charset="-122"/>
                          <a:cs typeface="华文新魏" panose="0201080004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kumimoji="1">
                          <a:solidFill>
                            <a:schemeClr val="tx1"/>
                          </a:solidFill>
                          <a:latin typeface="Calibri" panose="020F0502020204030204" pitchFamily="34" charset="0"/>
                          <a:ea typeface="宋体" panose="02010600030101010101" pitchFamily="2" charset="-122"/>
                          <a:cs typeface="华文新魏" panose="0201080004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0" lang="en-US" altLang="zh-CN" sz="1900" b="1" i="0" u="none" strike="noStrike" cap="none" normalizeH="0" baseline="0">
                          <a:ln>
                            <a:noFill/>
                          </a:ln>
                          <a:solidFill>
                            <a:schemeClr val="tx1"/>
                          </a:solidFill>
                          <a:effectLst/>
                          <a:latin typeface="楷体_GB2312" panose="02010609030101010101" pitchFamily="49" charset="-122"/>
                          <a:ea typeface="楷体_GB2312" panose="02010609030101010101" pitchFamily="49" charset="-122"/>
                          <a:cs typeface="华文新魏" panose="02010800040101010101" pitchFamily="2" charset="-122"/>
                        </a:rPr>
                        <a:t>7</a:t>
                      </a:r>
                      <a:endParaRPr kumimoji="0" lang="en-US" altLang="zh-CN" sz="1900" b="1" i="0" u="none" strike="noStrike" cap="none" normalizeH="0" baseline="0">
                        <a:ln>
                          <a:noFill/>
                        </a:ln>
                        <a:solidFill>
                          <a:schemeClr val="tx1"/>
                        </a:solidFill>
                        <a:effectLst/>
                        <a:latin typeface="楷体_GB2312" panose="02010609030101010101" pitchFamily="49" charset="-122"/>
                        <a:ea typeface="楷体_GB2312" panose="02010609030101010101" pitchFamily="49" charset="-122"/>
                        <a:cs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57200">
                <a:tc>
                  <a:txBody>
                    <a:bodyPr/>
                    <a:lstStyle>
                      <a:lvl1pPr eaLnBrk="0" hangingPunct="0">
                        <a:spcBef>
                          <a:spcPct val="20000"/>
                        </a:spcBef>
                        <a:buClr>
                          <a:schemeClr val="folHlink"/>
                        </a:buClr>
                        <a:buSzPct val="60000"/>
                        <a:buFont typeface="Wingdings" panose="05000000000000000000" pitchFamily="2" charset="2"/>
                        <a:defRPr kumimoji="1" sz="2800">
                          <a:solidFill>
                            <a:schemeClr val="tx1"/>
                          </a:solidFill>
                          <a:latin typeface="Calibri" panose="020F0502020204030204" pitchFamily="34" charset="0"/>
                          <a:ea typeface="宋体" panose="02010600030101010101" pitchFamily="2" charset="-122"/>
                          <a:cs typeface="华文新魏" panose="02010800040101010101" pitchFamily="2" charset="-122"/>
                        </a:defRPr>
                      </a:lvl1pPr>
                      <a:lvl2pPr marL="742950" indent="-285750" eaLnBrk="0" hangingPunct="0">
                        <a:spcBef>
                          <a:spcPct val="20000"/>
                        </a:spcBef>
                        <a:buClr>
                          <a:schemeClr val="hlink"/>
                        </a:buClr>
                        <a:buSzPct val="55000"/>
                        <a:buFont typeface="Wingdings" panose="05000000000000000000" pitchFamily="2" charset="2"/>
                        <a:defRPr kumimoji="1" sz="2400">
                          <a:solidFill>
                            <a:schemeClr val="tx1"/>
                          </a:solidFill>
                          <a:latin typeface="Calibri" panose="020F0502020204030204" pitchFamily="34" charset="0"/>
                          <a:ea typeface="宋体" panose="02010600030101010101" pitchFamily="2" charset="-122"/>
                          <a:cs typeface="华文新魏" panose="02010800040101010101" pitchFamily="2" charset="-122"/>
                        </a:defRPr>
                      </a:lvl2pPr>
                      <a:lvl3pPr marL="1143000" indent="-228600" eaLnBrk="0" hangingPunct="0">
                        <a:spcBef>
                          <a:spcPct val="20000"/>
                        </a:spcBef>
                        <a:buClr>
                          <a:schemeClr val="folHlink"/>
                        </a:buClr>
                        <a:buSzPct val="50000"/>
                        <a:buFont typeface="Wingdings" panose="05000000000000000000" pitchFamily="2" charset="2"/>
                        <a:defRPr kumimoji="1" sz="2000">
                          <a:solidFill>
                            <a:schemeClr val="tx1"/>
                          </a:solidFill>
                          <a:latin typeface="Calibri" panose="020F0502020204030204" pitchFamily="34" charset="0"/>
                          <a:ea typeface="宋体" panose="02010600030101010101" pitchFamily="2" charset="-122"/>
                          <a:cs typeface="华文新魏" panose="02010800040101010101" pitchFamily="2" charset="-122"/>
                        </a:defRPr>
                      </a:lvl3pPr>
                      <a:lvl4pPr marL="1600200" indent="-228600" eaLnBrk="0" hangingPunct="0">
                        <a:spcBef>
                          <a:spcPct val="20000"/>
                        </a:spcBef>
                        <a:buClr>
                          <a:schemeClr val="accent2"/>
                        </a:buClr>
                        <a:buSzPct val="55000"/>
                        <a:buFont typeface="Wingdings" panose="05000000000000000000" pitchFamily="2" charset="2"/>
                        <a:defRPr kumimoji="1">
                          <a:solidFill>
                            <a:schemeClr val="tx1"/>
                          </a:solidFill>
                          <a:latin typeface="Calibri" panose="020F0502020204030204" pitchFamily="34" charset="0"/>
                          <a:ea typeface="宋体" panose="02010600030101010101" pitchFamily="2" charset="-122"/>
                          <a:cs typeface="华文新魏" panose="02010800040101010101" pitchFamily="2" charset="-122"/>
                        </a:defRPr>
                      </a:lvl4pPr>
                      <a:lvl5pPr marL="2057400" indent="-228600" eaLnBrk="0" hangingPunct="0">
                        <a:spcBef>
                          <a:spcPct val="20000"/>
                        </a:spcBef>
                        <a:buClr>
                          <a:schemeClr val="accent1"/>
                        </a:buClr>
                        <a:buSzPct val="50000"/>
                        <a:buFont typeface="Wingdings" panose="05000000000000000000" pitchFamily="2" charset="2"/>
                        <a:defRPr kumimoji="1">
                          <a:solidFill>
                            <a:schemeClr val="tx1"/>
                          </a:solidFill>
                          <a:latin typeface="Calibri" panose="020F0502020204030204" pitchFamily="34" charset="0"/>
                          <a:ea typeface="宋体" panose="02010600030101010101" pitchFamily="2" charset="-122"/>
                          <a:cs typeface="华文新魏" panose="0201080004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kumimoji="1">
                          <a:solidFill>
                            <a:schemeClr val="tx1"/>
                          </a:solidFill>
                          <a:latin typeface="Calibri" panose="020F0502020204030204" pitchFamily="34" charset="0"/>
                          <a:ea typeface="宋体" panose="02010600030101010101" pitchFamily="2" charset="-122"/>
                          <a:cs typeface="华文新魏" panose="0201080004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kumimoji="1">
                          <a:solidFill>
                            <a:schemeClr val="tx1"/>
                          </a:solidFill>
                          <a:latin typeface="Calibri" panose="020F0502020204030204" pitchFamily="34" charset="0"/>
                          <a:ea typeface="宋体" panose="02010600030101010101" pitchFamily="2" charset="-122"/>
                          <a:cs typeface="华文新魏" panose="0201080004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kumimoji="1">
                          <a:solidFill>
                            <a:schemeClr val="tx1"/>
                          </a:solidFill>
                          <a:latin typeface="Calibri" panose="020F0502020204030204" pitchFamily="34" charset="0"/>
                          <a:ea typeface="宋体" panose="02010600030101010101" pitchFamily="2" charset="-122"/>
                          <a:cs typeface="华文新魏" panose="0201080004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kumimoji="1">
                          <a:solidFill>
                            <a:schemeClr val="tx1"/>
                          </a:solidFill>
                          <a:latin typeface="Calibri" panose="020F0502020204030204" pitchFamily="34" charset="0"/>
                          <a:ea typeface="宋体" panose="02010600030101010101" pitchFamily="2" charset="-122"/>
                          <a:cs typeface="华文新魏" panose="0201080004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0" lang="zh-CN" altLang="en-US" sz="1900" b="1" i="0" u="none" strike="noStrike" cap="none" normalizeH="0" baseline="0">
                          <a:ln>
                            <a:noFill/>
                          </a:ln>
                          <a:solidFill>
                            <a:schemeClr val="tx1"/>
                          </a:solidFill>
                          <a:effectLst/>
                          <a:latin typeface="楷体_GB2312" panose="02010609030101010101" pitchFamily="49" charset="-122"/>
                          <a:ea typeface="楷体_GB2312" panose="02010609030101010101" pitchFamily="49" charset="-122"/>
                          <a:cs typeface="华文新魏" panose="02010800040101010101" pitchFamily="2" charset="-122"/>
                        </a:rPr>
                        <a:t>特征</a:t>
                      </a:r>
                      <a:r>
                        <a:rPr kumimoji="0" lang="en-US" altLang="zh-CN" sz="1900" b="1" i="0" u="none" strike="noStrike" cap="none" normalizeH="0" baseline="0">
                          <a:ln>
                            <a:noFill/>
                          </a:ln>
                          <a:solidFill>
                            <a:schemeClr val="tx1"/>
                          </a:solidFill>
                          <a:effectLst/>
                          <a:latin typeface="楷体_GB2312" panose="02010609030101010101" pitchFamily="49" charset="-122"/>
                          <a:ea typeface="楷体_GB2312" panose="02010609030101010101" pitchFamily="49" charset="-122"/>
                          <a:cs typeface="华文新魏" panose="02010800040101010101" pitchFamily="2" charset="-122"/>
                        </a:rPr>
                        <a:t>2</a:t>
                      </a:r>
                      <a:endParaRPr kumimoji="0" lang="en-US" altLang="zh-CN" sz="1900" b="1" i="0" u="none" strike="noStrike" cap="none" normalizeH="0" baseline="-25000">
                        <a:ln>
                          <a:noFill/>
                        </a:ln>
                        <a:solidFill>
                          <a:schemeClr val="tx1"/>
                        </a:solidFill>
                        <a:effectLst/>
                        <a:latin typeface="楷体_GB2312" panose="02010609030101010101" pitchFamily="49" charset="-122"/>
                        <a:ea typeface="楷体_GB2312" panose="02010609030101010101" pitchFamily="49" charset="-122"/>
                        <a:cs typeface="华文新魏" panose="0201080004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folHlink"/>
                        </a:buClr>
                        <a:buSzPct val="60000"/>
                        <a:buFont typeface="Wingdings" panose="05000000000000000000" pitchFamily="2" charset="2"/>
                        <a:defRPr kumimoji="1" sz="2800">
                          <a:solidFill>
                            <a:schemeClr val="tx1"/>
                          </a:solidFill>
                          <a:latin typeface="Calibri" panose="020F0502020204030204" pitchFamily="34" charset="0"/>
                          <a:ea typeface="宋体" panose="02010600030101010101" pitchFamily="2" charset="-122"/>
                          <a:cs typeface="华文新魏" panose="02010800040101010101" pitchFamily="2" charset="-122"/>
                        </a:defRPr>
                      </a:lvl1pPr>
                      <a:lvl2pPr marL="742950" indent="-285750" eaLnBrk="0" hangingPunct="0">
                        <a:spcBef>
                          <a:spcPct val="20000"/>
                        </a:spcBef>
                        <a:buClr>
                          <a:schemeClr val="hlink"/>
                        </a:buClr>
                        <a:buSzPct val="55000"/>
                        <a:buFont typeface="Wingdings" panose="05000000000000000000" pitchFamily="2" charset="2"/>
                        <a:defRPr kumimoji="1" sz="2400">
                          <a:solidFill>
                            <a:schemeClr val="tx1"/>
                          </a:solidFill>
                          <a:latin typeface="Calibri" panose="020F0502020204030204" pitchFamily="34" charset="0"/>
                          <a:ea typeface="宋体" panose="02010600030101010101" pitchFamily="2" charset="-122"/>
                          <a:cs typeface="华文新魏" panose="02010800040101010101" pitchFamily="2" charset="-122"/>
                        </a:defRPr>
                      </a:lvl2pPr>
                      <a:lvl3pPr marL="1143000" indent="-228600" eaLnBrk="0" hangingPunct="0">
                        <a:spcBef>
                          <a:spcPct val="20000"/>
                        </a:spcBef>
                        <a:buClr>
                          <a:schemeClr val="folHlink"/>
                        </a:buClr>
                        <a:buSzPct val="50000"/>
                        <a:buFont typeface="Wingdings" panose="05000000000000000000" pitchFamily="2" charset="2"/>
                        <a:defRPr kumimoji="1" sz="2000">
                          <a:solidFill>
                            <a:schemeClr val="tx1"/>
                          </a:solidFill>
                          <a:latin typeface="Calibri" panose="020F0502020204030204" pitchFamily="34" charset="0"/>
                          <a:ea typeface="宋体" panose="02010600030101010101" pitchFamily="2" charset="-122"/>
                          <a:cs typeface="华文新魏" panose="02010800040101010101" pitchFamily="2" charset="-122"/>
                        </a:defRPr>
                      </a:lvl3pPr>
                      <a:lvl4pPr marL="1600200" indent="-228600" eaLnBrk="0" hangingPunct="0">
                        <a:spcBef>
                          <a:spcPct val="20000"/>
                        </a:spcBef>
                        <a:buClr>
                          <a:schemeClr val="accent2"/>
                        </a:buClr>
                        <a:buSzPct val="55000"/>
                        <a:buFont typeface="Wingdings" panose="05000000000000000000" pitchFamily="2" charset="2"/>
                        <a:defRPr kumimoji="1">
                          <a:solidFill>
                            <a:schemeClr val="tx1"/>
                          </a:solidFill>
                          <a:latin typeface="Calibri" panose="020F0502020204030204" pitchFamily="34" charset="0"/>
                          <a:ea typeface="宋体" panose="02010600030101010101" pitchFamily="2" charset="-122"/>
                          <a:cs typeface="华文新魏" panose="02010800040101010101" pitchFamily="2" charset="-122"/>
                        </a:defRPr>
                      </a:lvl4pPr>
                      <a:lvl5pPr marL="2057400" indent="-228600" eaLnBrk="0" hangingPunct="0">
                        <a:spcBef>
                          <a:spcPct val="20000"/>
                        </a:spcBef>
                        <a:buClr>
                          <a:schemeClr val="accent1"/>
                        </a:buClr>
                        <a:buSzPct val="50000"/>
                        <a:buFont typeface="Wingdings" panose="05000000000000000000" pitchFamily="2" charset="2"/>
                        <a:defRPr kumimoji="1">
                          <a:solidFill>
                            <a:schemeClr val="tx1"/>
                          </a:solidFill>
                          <a:latin typeface="Calibri" panose="020F0502020204030204" pitchFamily="34" charset="0"/>
                          <a:ea typeface="宋体" panose="02010600030101010101" pitchFamily="2" charset="-122"/>
                          <a:cs typeface="华文新魏" panose="0201080004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kumimoji="1">
                          <a:solidFill>
                            <a:schemeClr val="tx1"/>
                          </a:solidFill>
                          <a:latin typeface="Calibri" panose="020F0502020204030204" pitchFamily="34" charset="0"/>
                          <a:ea typeface="宋体" panose="02010600030101010101" pitchFamily="2" charset="-122"/>
                          <a:cs typeface="华文新魏" panose="0201080004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kumimoji="1">
                          <a:solidFill>
                            <a:schemeClr val="tx1"/>
                          </a:solidFill>
                          <a:latin typeface="Calibri" panose="020F0502020204030204" pitchFamily="34" charset="0"/>
                          <a:ea typeface="宋体" panose="02010600030101010101" pitchFamily="2" charset="-122"/>
                          <a:cs typeface="华文新魏" panose="0201080004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kumimoji="1">
                          <a:solidFill>
                            <a:schemeClr val="tx1"/>
                          </a:solidFill>
                          <a:latin typeface="Calibri" panose="020F0502020204030204" pitchFamily="34" charset="0"/>
                          <a:ea typeface="宋体" panose="02010600030101010101" pitchFamily="2" charset="-122"/>
                          <a:cs typeface="华文新魏" panose="0201080004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kumimoji="1">
                          <a:solidFill>
                            <a:schemeClr val="tx1"/>
                          </a:solidFill>
                          <a:latin typeface="Calibri" panose="020F0502020204030204" pitchFamily="34" charset="0"/>
                          <a:ea typeface="宋体" panose="02010600030101010101" pitchFamily="2" charset="-122"/>
                          <a:cs typeface="华文新魏" panose="0201080004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0" lang="en-US" altLang="zh-CN" sz="1900" b="1" i="0" u="none" strike="noStrike" cap="none" normalizeH="0" baseline="0">
                          <a:ln>
                            <a:noFill/>
                          </a:ln>
                          <a:solidFill>
                            <a:schemeClr val="tx1"/>
                          </a:solidFill>
                          <a:effectLst/>
                          <a:latin typeface="楷体_GB2312" panose="02010609030101010101" pitchFamily="49" charset="-122"/>
                          <a:ea typeface="楷体_GB2312" panose="02010609030101010101" pitchFamily="49" charset="-122"/>
                          <a:cs typeface="华文新魏" panose="02010800040101010101" pitchFamily="2" charset="-122"/>
                        </a:rPr>
                        <a:t>0</a:t>
                      </a:r>
                      <a:endParaRPr kumimoji="0" lang="en-US" altLang="zh-CN" sz="1900" b="1" i="0" u="none" strike="noStrike" cap="none" normalizeH="0" baseline="0">
                        <a:ln>
                          <a:noFill/>
                        </a:ln>
                        <a:solidFill>
                          <a:schemeClr val="tx1"/>
                        </a:solidFill>
                        <a:effectLst/>
                        <a:latin typeface="楷体_GB2312" panose="02010609030101010101" pitchFamily="49" charset="-122"/>
                        <a:ea typeface="楷体_GB2312" panose="02010609030101010101" pitchFamily="49" charset="-122"/>
                        <a:cs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folHlink"/>
                        </a:buClr>
                        <a:buSzPct val="60000"/>
                        <a:buFont typeface="Wingdings" panose="05000000000000000000" pitchFamily="2" charset="2"/>
                        <a:defRPr kumimoji="1" sz="2800">
                          <a:solidFill>
                            <a:schemeClr val="tx1"/>
                          </a:solidFill>
                          <a:latin typeface="Calibri" panose="020F0502020204030204" pitchFamily="34" charset="0"/>
                          <a:ea typeface="宋体" panose="02010600030101010101" pitchFamily="2" charset="-122"/>
                          <a:cs typeface="华文新魏" panose="02010800040101010101" pitchFamily="2" charset="-122"/>
                        </a:defRPr>
                      </a:lvl1pPr>
                      <a:lvl2pPr marL="742950" indent="-285750" eaLnBrk="0" hangingPunct="0">
                        <a:spcBef>
                          <a:spcPct val="20000"/>
                        </a:spcBef>
                        <a:buClr>
                          <a:schemeClr val="hlink"/>
                        </a:buClr>
                        <a:buSzPct val="55000"/>
                        <a:buFont typeface="Wingdings" panose="05000000000000000000" pitchFamily="2" charset="2"/>
                        <a:defRPr kumimoji="1" sz="2400">
                          <a:solidFill>
                            <a:schemeClr val="tx1"/>
                          </a:solidFill>
                          <a:latin typeface="Calibri" panose="020F0502020204030204" pitchFamily="34" charset="0"/>
                          <a:ea typeface="宋体" panose="02010600030101010101" pitchFamily="2" charset="-122"/>
                          <a:cs typeface="华文新魏" panose="02010800040101010101" pitchFamily="2" charset="-122"/>
                        </a:defRPr>
                      </a:lvl2pPr>
                      <a:lvl3pPr marL="1143000" indent="-228600" eaLnBrk="0" hangingPunct="0">
                        <a:spcBef>
                          <a:spcPct val="20000"/>
                        </a:spcBef>
                        <a:buClr>
                          <a:schemeClr val="folHlink"/>
                        </a:buClr>
                        <a:buSzPct val="50000"/>
                        <a:buFont typeface="Wingdings" panose="05000000000000000000" pitchFamily="2" charset="2"/>
                        <a:defRPr kumimoji="1" sz="2000">
                          <a:solidFill>
                            <a:schemeClr val="tx1"/>
                          </a:solidFill>
                          <a:latin typeface="Calibri" panose="020F0502020204030204" pitchFamily="34" charset="0"/>
                          <a:ea typeface="宋体" panose="02010600030101010101" pitchFamily="2" charset="-122"/>
                          <a:cs typeface="华文新魏" panose="02010800040101010101" pitchFamily="2" charset="-122"/>
                        </a:defRPr>
                      </a:lvl3pPr>
                      <a:lvl4pPr marL="1600200" indent="-228600" eaLnBrk="0" hangingPunct="0">
                        <a:spcBef>
                          <a:spcPct val="20000"/>
                        </a:spcBef>
                        <a:buClr>
                          <a:schemeClr val="accent2"/>
                        </a:buClr>
                        <a:buSzPct val="55000"/>
                        <a:buFont typeface="Wingdings" panose="05000000000000000000" pitchFamily="2" charset="2"/>
                        <a:defRPr kumimoji="1">
                          <a:solidFill>
                            <a:schemeClr val="tx1"/>
                          </a:solidFill>
                          <a:latin typeface="Calibri" panose="020F0502020204030204" pitchFamily="34" charset="0"/>
                          <a:ea typeface="宋体" panose="02010600030101010101" pitchFamily="2" charset="-122"/>
                          <a:cs typeface="华文新魏" panose="02010800040101010101" pitchFamily="2" charset="-122"/>
                        </a:defRPr>
                      </a:lvl4pPr>
                      <a:lvl5pPr marL="2057400" indent="-228600" eaLnBrk="0" hangingPunct="0">
                        <a:spcBef>
                          <a:spcPct val="20000"/>
                        </a:spcBef>
                        <a:buClr>
                          <a:schemeClr val="accent1"/>
                        </a:buClr>
                        <a:buSzPct val="50000"/>
                        <a:buFont typeface="Wingdings" panose="05000000000000000000" pitchFamily="2" charset="2"/>
                        <a:defRPr kumimoji="1">
                          <a:solidFill>
                            <a:schemeClr val="tx1"/>
                          </a:solidFill>
                          <a:latin typeface="Calibri" panose="020F0502020204030204" pitchFamily="34" charset="0"/>
                          <a:ea typeface="宋体" panose="02010600030101010101" pitchFamily="2" charset="-122"/>
                          <a:cs typeface="华文新魏" panose="0201080004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kumimoji="1">
                          <a:solidFill>
                            <a:schemeClr val="tx1"/>
                          </a:solidFill>
                          <a:latin typeface="Calibri" panose="020F0502020204030204" pitchFamily="34" charset="0"/>
                          <a:ea typeface="宋体" panose="02010600030101010101" pitchFamily="2" charset="-122"/>
                          <a:cs typeface="华文新魏" panose="0201080004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kumimoji="1">
                          <a:solidFill>
                            <a:schemeClr val="tx1"/>
                          </a:solidFill>
                          <a:latin typeface="Calibri" panose="020F0502020204030204" pitchFamily="34" charset="0"/>
                          <a:ea typeface="宋体" panose="02010600030101010101" pitchFamily="2" charset="-122"/>
                          <a:cs typeface="华文新魏" panose="0201080004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kumimoji="1">
                          <a:solidFill>
                            <a:schemeClr val="tx1"/>
                          </a:solidFill>
                          <a:latin typeface="Calibri" panose="020F0502020204030204" pitchFamily="34" charset="0"/>
                          <a:ea typeface="宋体" panose="02010600030101010101" pitchFamily="2" charset="-122"/>
                          <a:cs typeface="华文新魏" panose="0201080004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kumimoji="1">
                          <a:solidFill>
                            <a:schemeClr val="tx1"/>
                          </a:solidFill>
                          <a:latin typeface="Calibri" panose="020F0502020204030204" pitchFamily="34" charset="0"/>
                          <a:ea typeface="宋体" panose="02010600030101010101" pitchFamily="2" charset="-122"/>
                          <a:cs typeface="华文新魏" panose="0201080004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0" lang="en-US" altLang="zh-CN" sz="1900" b="1" i="0" u="none" strike="noStrike" cap="none" normalizeH="0" baseline="0">
                          <a:ln>
                            <a:noFill/>
                          </a:ln>
                          <a:solidFill>
                            <a:schemeClr val="tx1"/>
                          </a:solidFill>
                          <a:effectLst/>
                          <a:latin typeface="楷体_GB2312" panose="02010609030101010101" pitchFamily="49" charset="-122"/>
                          <a:ea typeface="楷体_GB2312" panose="02010609030101010101" pitchFamily="49" charset="-122"/>
                          <a:cs typeface="华文新魏" panose="02010800040101010101" pitchFamily="2" charset="-122"/>
                        </a:rPr>
                        <a:t>0</a:t>
                      </a:r>
                      <a:endParaRPr kumimoji="0" lang="en-US" altLang="zh-CN" sz="1900" b="1" i="0" u="none" strike="noStrike" cap="none" normalizeH="0" baseline="0">
                        <a:ln>
                          <a:noFill/>
                        </a:ln>
                        <a:solidFill>
                          <a:schemeClr val="tx1"/>
                        </a:solidFill>
                        <a:effectLst/>
                        <a:latin typeface="楷体_GB2312" panose="02010609030101010101" pitchFamily="49" charset="-122"/>
                        <a:ea typeface="楷体_GB2312" panose="02010609030101010101" pitchFamily="49" charset="-122"/>
                        <a:cs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folHlink"/>
                        </a:buClr>
                        <a:buSzPct val="60000"/>
                        <a:buFont typeface="Wingdings" panose="05000000000000000000" pitchFamily="2" charset="2"/>
                        <a:defRPr kumimoji="1" sz="2800">
                          <a:solidFill>
                            <a:schemeClr val="tx1"/>
                          </a:solidFill>
                          <a:latin typeface="Calibri" panose="020F0502020204030204" pitchFamily="34" charset="0"/>
                          <a:ea typeface="宋体" panose="02010600030101010101" pitchFamily="2" charset="-122"/>
                          <a:cs typeface="华文新魏" panose="02010800040101010101" pitchFamily="2" charset="-122"/>
                        </a:defRPr>
                      </a:lvl1pPr>
                      <a:lvl2pPr marL="742950" indent="-285750" eaLnBrk="0" hangingPunct="0">
                        <a:spcBef>
                          <a:spcPct val="20000"/>
                        </a:spcBef>
                        <a:buClr>
                          <a:schemeClr val="hlink"/>
                        </a:buClr>
                        <a:buSzPct val="55000"/>
                        <a:buFont typeface="Wingdings" panose="05000000000000000000" pitchFamily="2" charset="2"/>
                        <a:defRPr kumimoji="1" sz="2400">
                          <a:solidFill>
                            <a:schemeClr val="tx1"/>
                          </a:solidFill>
                          <a:latin typeface="Calibri" panose="020F0502020204030204" pitchFamily="34" charset="0"/>
                          <a:ea typeface="宋体" panose="02010600030101010101" pitchFamily="2" charset="-122"/>
                          <a:cs typeface="华文新魏" panose="02010800040101010101" pitchFamily="2" charset="-122"/>
                        </a:defRPr>
                      </a:lvl2pPr>
                      <a:lvl3pPr marL="1143000" indent="-228600" eaLnBrk="0" hangingPunct="0">
                        <a:spcBef>
                          <a:spcPct val="20000"/>
                        </a:spcBef>
                        <a:buClr>
                          <a:schemeClr val="folHlink"/>
                        </a:buClr>
                        <a:buSzPct val="50000"/>
                        <a:buFont typeface="Wingdings" panose="05000000000000000000" pitchFamily="2" charset="2"/>
                        <a:defRPr kumimoji="1" sz="2000">
                          <a:solidFill>
                            <a:schemeClr val="tx1"/>
                          </a:solidFill>
                          <a:latin typeface="Calibri" panose="020F0502020204030204" pitchFamily="34" charset="0"/>
                          <a:ea typeface="宋体" panose="02010600030101010101" pitchFamily="2" charset="-122"/>
                          <a:cs typeface="华文新魏" panose="02010800040101010101" pitchFamily="2" charset="-122"/>
                        </a:defRPr>
                      </a:lvl3pPr>
                      <a:lvl4pPr marL="1600200" indent="-228600" eaLnBrk="0" hangingPunct="0">
                        <a:spcBef>
                          <a:spcPct val="20000"/>
                        </a:spcBef>
                        <a:buClr>
                          <a:schemeClr val="accent2"/>
                        </a:buClr>
                        <a:buSzPct val="55000"/>
                        <a:buFont typeface="Wingdings" panose="05000000000000000000" pitchFamily="2" charset="2"/>
                        <a:defRPr kumimoji="1">
                          <a:solidFill>
                            <a:schemeClr val="tx1"/>
                          </a:solidFill>
                          <a:latin typeface="Calibri" panose="020F0502020204030204" pitchFamily="34" charset="0"/>
                          <a:ea typeface="宋体" panose="02010600030101010101" pitchFamily="2" charset="-122"/>
                          <a:cs typeface="华文新魏" panose="02010800040101010101" pitchFamily="2" charset="-122"/>
                        </a:defRPr>
                      </a:lvl4pPr>
                      <a:lvl5pPr marL="2057400" indent="-228600" eaLnBrk="0" hangingPunct="0">
                        <a:spcBef>
                          <a:spcPct val="20000"/>
                        </a:spcBef>
                        <a:buClr>
                          <a:schemeClr val="accent1"/>
                        </a:buClr>
                        <a:buSzPct val="50000"/>
                        <a:buFont typeface="Wingdings" panose="05000000000000000000" pitchFamily="2" charset="2"/>
                        <a:defRPr kumimoji="1">
                          <a:solidFill>
                            <a:schemeClr val="tx1"/>
                          </a:solidFill>
                          <a:latin typeface="Calibri" panose="020F0502020204030204" pitchFamily="34" charset="0"/>
                          <a:ea typeface="宋体" panose="02010600030101010101" pitchFamily="2" charset="-122"/>
                          <a:cs typeface="华文新魏" panose="0201080004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kumimoji="1">
                          <a:solidFill>
                            <a:schemeClr val="tx1"/>
                          </a:solidFill>
                          <a:latin typeface="Calibri" panose="020F0502020204030204" pitchFamily="34" charset="0"/>
                          <a:ea typeface="宋体" panose="02010600030101010101" pitchFamily="2" charset="-122"/>
                          <a:cs typeface="华文新魏" panose="0201080004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kumimoji="1">
                          <a:solidFill>
                            <a:schemeClr val="tx1"/>
                          </a:solidFill>
                          <a:latin typeface="Calibri" panose="020F0502020204030204" pitchFamily="34" charset="0"/>
                          <a:ea typeface="宋体" panose="02010600030101010101" pitchFamily="2" charset="-122"/>
                          <a:cs typeface="华文新魏" panose="0201080004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kumimoji="1">
                          <a:solidFill>
                            <a:schemeClr val="tx1"/>
                          </a:solidFill>
                          <a:latin typeface="Calibri" panose="020F0502020204030204" pitchFamily="34" charset="0"/>
                          <a:ea typeface="宋体" panose="02010600030101010101" pitchFamily="2" charset="-122"/>
                          <a:cs typeface="华文新魏" panose="0201080004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kumimoji="1">
                          <a:solidFill>
                            <a:schemeClr val="tx1"/>
                          </a:solidFill>
                          <a:latin typeface="Calibri" panose="020F0502020204030204" pitchFamily="34" charset="0"/>
                          <a:ea typeface="宋体" panose="02010600030101010101" pitchFamily="2" charset="-122"/>
                          <a:cs typeface="华文新魏" panose="0201080004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0" lang="en-US" altLang="zh-CN" sz="1900" b="1" i="0" u="none" strike="noStrike" cap="none" normalizeH="0" baseline="0">
                          <a:ln>
                            <a:noFill/>
                          </a:ln>
                          <a:solidFill>
                            <a:schemeClr val="tx1"/>
                          </a:solidFill>
                          <a:effectLst/>
                          <a:latin typeface="楷体_GB2312" panose="02010609030101010101" pitchFamily="49" charset="-122"/>
                          <a:ea typeface="楷体_GB2312" panose="02010609030101010101" pitchFamily="49" charset="-122"/>
                          <a:cs typeface="华文新魏" panose="02010800040101010101" pitchFamily="2" charset="-122"/>
                        </a:rPr>
                        <a:t>1</a:t>
                      </a:r>
                      <a:endParaRPr kumimoji="0" lang="en-US" altLang="zh-CN" sz="1900" b="1" i="0" u="none" strike="noStrike" cap="none" normalizeH="0" baseline="0">
                        <a:ln>
                          <a:noFill/>
                        </a:ln>
                        <a:solidFill>
                          <a:schemeClr val="tx1"/>
                        </a:solidFill>
                        <a:effectLst/>
                        <a:latin typeface="楷体_GB2312" panose="02010609030101010101" pitchFamily="49" charset="-122"/>
                        <a:ea typeface="楷体_GB2312" panose="02010609030101010101" pitchFamily="49" charset="-122"/>
                        <a:cs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folHlink"/>
                        </a:buClr>
                        <a:buSzPct val="60000"/>
                        <a:buFont typeface="Wingdings" panose="05000000000000000000" pitchFamily="2" charset="2"/>
                        <a:defRPr kumimoji="1" sz="2800">
                          <a:solidFill>
                            <a:schemeClr val="tx1"/>
                          </a:solidFill>
                          <a:latin typeface="Calibri" panose="020F0502020204030204" pitchFamily="34" charset="0"/>
                          <a:ea typeface="宋体" panose="02010600030101010101" pitchFamily="2" charset="-122"/>
                          <a:cs typeface="华文新魏" panose="02010800040101010101" pitchFamily="2" charset="-122"/>
                        </a:defRPr>
                      </a:lvl1pPr>
                      <a:lvl2pPr marL="742950" indent="-285750" eaLnBrk="0" hangingPunct="0">
                        <a:spcBef>
                          <a:spcPct val="20000"/>
                        </a:spcBef>
                        <a:buClr>
                          <a:schemeClr val="hlink"/>
                        </a:buClr>
                        <a:buSzPct val="55000"/>
                        <a:buFont typeface="Wingdings" panose="05000000000000000000" pitchFamily="2" charset="2"/>
                        <a:defRPr kumimoji="1" sz="2400">
                          <a:solidFill>
                            <a:schemeClr val="tx1"/>
                          </a:solidFill>
                          <a:latin typeface="Calibri" panose="020F0502020204030204" pitchFamily="34" charset="0"/>
                          <a:ea typeface="宋体" panose="02010600030101010101" pitchFamily="2" charset="-122"/>
                          <a:cs typeface="华文新魏" panose="02010800040101010101" pitchFamily="2" charset="-122"/>
                        </a:defRPr>
                      </a:lvl2pPr>
                      <a:lvl3pPr marL="1143000" indent="-228600" eaLnBrk="0" hangingPunct="0">
                        <a:spcBef>
                          <a:spcPct val="20000"/>
                        </a:spcBef>
                        <a:buClr>
                          <a:schemeClr val="folHlink"/>
                        </a:buClr>
                        <a:buSzPct val="50000"/>
                        <a:buFont typeface="Wingdings" panose="05000000000000000000" pitchFamily="2" charset="2"/>
                        <a:defRPr kumimoji="1" sz="2000">
                          <a:solidFill>
                            <a:schemeClr val="tx1"/>
                          </a:solidFill>
                          <a:latin typeface="Calibri" panose="020F0502020204030204" pitchFamily="34" charset="0"/>
                          <a:ea typeface="宋体" panose="02010600030101010101" pitchFamily="2" charset="-122"/>
                          <a:cs typeface="华文新魏" panose="02010800040101010101" pitchFamily="2" charset="-122"/>
                        </a:defRPr>
                      </a:lvl3pPr>
                      <a:lvl4pPr marL="1600200" indent="-228600" eaLnBrk="0" hangingPunct="0">
                        <a:spcBef>
                          <a:spcPct val="20000"/>
                        </a:spcBef>
                        <a:buClr>
                          <a:schemeClr val="accent2"/>
                        </a:buClr>
                        <a:buSzPct val="55000"/>
                        <a:buFont typeface="Wingdings" panose="05000000000000000000" pitchFamily="2" charset="2"/>
                        <a:defRPr kumimoji="1">
                          <a:solidFill>
                            <a:schemeClr val="tx1"/>
                          </a:solidFill>
                          <a:latin typeface="Calibri" panose="020F0502020204030204" pitchFamily="34" charset="0"/>
                          <a:ea typeface="宋体" panose="02010600030101010101" pitchFamily="2" charset="-122"/>
                          <a:cs typeface="华文新魏" panose="02010800040101010101" pitchFamily="2" charset="-122"/>
                        </a:defRPr>
                      </a:lvl4pPr>
                      <a:lvl5pPr marL="2057400" indent="-228600" eaLnBrk="0" hangingPunct="0">
                        <a:spcBef>
                          <a:spcPct val="20000"/>
                        </a:spcBef>
                        <a:buClr>
                          <a:schemeClr val="accent1"/>
                        </a:buClr>
                        <a:buSzPct val="50000"/>
                        <a:buFont typeface="Wingdings" panose="05000000000000000000" pitchFamily="2" charset="2"/>
                        <a:defRPr kumimoji="1">
                          <a:solidFill>
                            <a:schemeClr val="tx1"/>
                          </a:solidFill>
                          <a:latin typeface="Calibri" panose="020F0502020204030204" pitchFamily="34" charset="0"/>
                          <a:ea typeface="宋体" panose="02010600030101010101" pitchFamily="2" charset="-122"/>
                          <a:cs typeface="华文新魏" panose="0201080004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kumimoji="1">
                          <a:solidFill>
                            <a:schemeClr val="tx1"/>
                          </a:solidFill>
                          <a:latin typeface="Calibri" panose="020F0502020204030204" pitchFamily="34" charset="0"/>
                          <a:ea typeface="宋体" panose="02010600030101010101" pitchFamily="2" charset="-122"/>
                          <a:cs typeface="华文新魏" panose="0201080004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kumimoji="1">
                          <a:solidFill>
                            <a:schemeClr val="tx1"/>
                          </a:solidFill>
                          <a:latin typeface="Calibri" panose="020F0502020204030204" pitchFamily="34" charset="0"/>
                          <a:ea typeface="宋体" panose="02010600030101010101" pitchFamily="2" charset="-122"/>
                          <a:cs typeface="华文新魏" panose="0201080004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kumimoji="1">
                          <a:solidFill>
                            <a:schemeClr val="tx1"/>
                          </a:solidFill>
                          <a:latin typeface="Calibri" panose="020F0502020204030204" pitchFamily="34" charset="0"/>
                          <a:ea typeface="宋体" panose="02010600030101010101" pitchFamily="2" charset="-122"/>
                          <a:cs typeface="华文新魏" panose="0201080004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kumimoji="1">
                          <a:solidFill>
                            <a:schemeClr val="tx1"/>
                          </a:solidFill>
                          <a:latin typeface="Calibri" panose="020F0502020204030204" pitchFamily="34" charset="0"/>
                          <a:ea typeface="宋体" panose="02010600030101010101" pitchFamily="2" charset="-122"/>
                          <a:cs typeface="华文新魏" panose="0201080004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0" lang="en-US" altLang="zh-CN" sz="1900" b="1" i="0" u="none" strike="noStrike" cap="none" normalizeH="0" baseline="0">
                          <a:ln>
                            <a:noFill/>
                          </a:ln>
                          <a:solidFill>
                            <a:schemeClr val="tx1"/>
                          </a:solidFill>
                          <a:effectLst/>
                          <a:latin typeface="楷体_GB2312" panose="02010609030101010101" pitchFamily="49" charset="-122"/>
                          <a:ea typeface="楷体_GB2312" panose="02010609030101010101" pitchFamily="49" charset="-122"/>
                          <a:cs typeface="华文新魏" panose="02010800040101010101" pitchFamily="2" charset="-122"/>
                        </a:rPr>
                        <a:t>1</a:t>
                      </a:r>
                      <a:endParaRPr kumimoji="0" lang="en-US" altLang="zh-CN" sz="1900" b="1" i="0" u="none" strike="noStrike" cap="none" normalizeH="0" baseline="0">
                        <a:ln>
                          <a:noFill/>
                        </a:ln>
                        <a:solidFill>
                          <a:schemeClr val="tx1"/>
                        </a:solidFill>
                        <a:effectLst/>
                        <a:latin typeface="楷体_GB2312" panose="02010609030101010101" pitchFamily="49" charset="-122"/>
                        <a:ea typeface="楷体_GB2312" panose="02010609030101010101" pitchFamily="49" charset="-122"/>
                        <a:cs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folHlink"/>
                        </a:buClr>
                        <a:buSzPct val="60000"/>
                        <a:buFont typeface="Wingdings" panose="05000000000000000000" pitchFamily="2" charset="2"/>
                        <a:defRPr kumimoji="1" sz="2800">
                          <a:solidFill>
                            <a:schemeClr val="tx1"/>
                          </a:solidFill>
                          <a:latin typeface="Calibri" panose="020F0502020204030204" pitchFamily="34" charset="0"/>
                          <a:ea typeface="宋体" panose="02010600030101010101" pitchFamily="2" charset="-122"/>
                          <a:cs typeface="华文新魏" panose="02010800040101010101" pitchFamily="2" charset="-122"/>
                        </a:defRPr>
                      </a:lvl1pPr>
                      <a:lvl2pPr marL="742950" indent="-285750" eaLnBrk="0" hangingPunct="0">
                        <a:spcBef>
                          <a:spcPct val="20000"/>
                        </a:spcBef>
                        <a:buClr>
                          <a:schemeClr val="hlink"/>
                        </a:buClr>
                        <a:buSzPct val="55000"/>
                        <a:buFont typeface="Wingdings" panose="05000000000000000000" pitchFamily="2" charset="2"/>
                        <a:defRPr kumimoji="1" sz="2400">
                          <a:solidFill>
                            <a:schemeClr val="tx1"/>
                          </a:solidFill>
                          <a:latin typeface="Calibri" panose="020F0502020204030204" pitchFamily="34" charset="0"/>
                          <a:ea typeface="宋体" panose="02010600030101010101" pitchFamily="2" charset="-122"/>
                          <a:cs typeface="华文新魏" panose="02010800040101010101" pitchFamily="2" charset="-122"/>
                        </a:defRPr>
                      </a:lvl2pPr>
                      <a:lvl3pPr marL="1143000" indent="-228600" eaLnBrk="0" hangingPunct="0">
                        <a:spcBef>
                          <a:spcPct val="20000"/>
                        </a:spcBef>
                        <a:buClr>
                          <a:schemeClr val="folHlink"/>
                        </a:buClr>
                        <a:buSzPct val="50000"/>
                        <a:buFont typeface="Wingdings" panose="05000000000000000000" pitchFamily="2" charset="2"/>
                        <a:defRPr kumimoji="1" sz="2000">
                          <a:solidFill>
                            <a:schemeClr val="tx1"/>
                          </a:solidFill>
                          <a:latin typeface="Calibri" panose="020F0502020204030204" pitchFamily="34" charset="0"/>
                          <a:ea typeface="宋体" panose="02010600030101010101" pitchFamily="2" charset="-122"/>
                          <a:cs typeface="华文新魏" panose="02010800040101010101" pitchFamily="2" charset="-122"/>
                        </a:defRPr>
                      </a:lvl3pPr>
                      <a:lvl4pPr marL="1600200" indent="-228600" eaLnBrk="0" hangingPunct="0">
                        <a:spcBef>
                          <a:spcPct val="20000"/>
                        </a:spcBef>
                        <a:buClr>
                          <a:schemeClr val="accent2"/>
                        </a:buClr>
                        <a:buSzPct val="55000"/>
                        <a:buFont typeface="Wingdings" panose="05000000000000000000" pitchFamily="2" charset="2"/>
                        <a:defRPr kumimoji="1">
                          <a:solidFill>
                            <a:schemeClr val="tx1"/>
                          </a:solidFill>
                          <a:latin typeface="Calibri" panose="020F0502020204030204" pitchFamily="34" charset="0"/>
                          <a:ea typeface="宋体" panose="02010600030101010101" pitchFamily="2" charset="-122"/>
                          <a:cs typeface="华文新魏" panose="02010800040101010101" pitchFamily="2" charset="-122"/>
                        </a:defRPr>
                      </a:lvl4pPr>
                      <a:lvl5pPr marL="2057400" indent="-228600" eaLnBrk="0" hangingPunct="0">
                        <a:spcBef>
                          <a:spcPct val="20000"/>
                        </a:spcBef>
                        <a:buClr>
                          <a:schemeClr val="accent1"/>
                        </a:buClr>
                        <a:buSzPct val="50000"/>
                        <a:buFont typeface="Wingdings" panose="05000000000000000000" pitchFamily="2" charset="2"/>
                        <a:defRPr kumimoji="1">
                          <a:solidFill>
                            <a:schemeClr val="tx1"/>
                          </a:solidFill>
                          <a:latin typeface="Calibri" panose="020F0502020204030204" pitchFamily="34" charset="0"/>
                          <a:ea typeface="宋体" panose="02010600030101010101" pitchFamily="2" charset="-122"/>
                          <a:cs typeface="华文新魏" panose="0201080004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kumimoji="1">
                          <a:solidFill>
                            <a:schemeClr val="tx1"/>
                          </a:solidFill>
                          <a:latin typeface="Calibri" panose="020F0502020204030204" pitchFamily="34" charset="0"/>
                          <a:ea typeface="宋体" panose="02010600030101010101" pitchFamily="2" charset="-122"/>
                          <a:cs typeface="华文新魏" panose="0201080004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kumimoji="1">
                          <a:solidFill>
                            <a:schemeClr val="tx1"/>
                          </a:solidFill>
                          <a:latin typeface="Calibri" panose="020F0502020204030204" pitchFamily="34" charset="0"/>
                          <a:ea typeface="宋体" panose="02010600030101010101" pitchFamily="2" charset="-122"/>
                          <a:cs typeface="华文新魏" panose="0201080004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kumimoji="1">
                          <a:solidFill>
                            <a:schemeClr val="tx1"/>
                          </a:solidFill>
                          <a:latin typeface="Calibri" panose="020F0502020204030204" pitchFamily="34" charset="0"/>
                          <a:ea typeface="宋体" panose="02010600030101010101" pitchFamily="2" charset="-122"/>
                          <a:cs typeface="华文新魏" panose="0201080004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kumimoji="1">
                          <a:solidFill>
                            <a:schemeClr val="tx1"/>
                          </a:solidFill>
                          <a:latin typeface="Calibri" panose="020F0502020204030204" pitchFamily="34" charset="0"/>
                          <a:ea typeface="宋体" panose="02010600030101010101" pitchFamily="2" charset="-122"/>
                          <a:cs typeface="华文新魏" panose="0201080004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0" lang="en-US" altLang="zh-CN" sz="1900" b="1" i="0" u="none" strike="noStrike" cap="none" normalizeH="0" baseline="0">
                          <a:ln>
                            <a:noFill/>
                          </a:ln>
                          <a:solidFill>
                            <a:schemeClr val="tx1"/>
                          </a:solidFill>
                          <a:effectLst/>
                          <a:latin typeface="楷体_GB2312" panose="02010609030101010101" pitchFamily="49" charset="-122"/>
                          <a:ea typeface="楷体_GB2312" panose="02010609030101010101" pitchFamily="49" charset="-122"/>
                          <a:cs typeface="华文新魏" panose="02010800040101010101" pitchFamily="2" charset="-122"/>
                        </a:rPr>
                        <a:t>1</a:t>
                      </a:r>
                      <a:endParaRPr kumimoji="0" lang="en-US" altLang="zh-CN" sz="1900" b="1" i="0" u="none" strike="noStrike" cap="none" normalizeH="0" baseline="0">
                        <a:ln>
                          <a:noFill/>
                        </a:ln>
                        <a:solidFill>
                          <a:schemeClr val="tx1"/>
                        </a:solidFill>
                        <a:effectLst/>
                        <a:latin typeface="楷体_GB2312" panose="02010609030101010101" pitchFamily="49" charset="-122"/>
                        <a:ea typeface="楷体_GB2312" panose="02010609030101010101" pitchFamily="49" charset="-122"/>
                        <a:cs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folHlink"/>
                        </a:buClr>
                        <a:buSzPct val="60000"/>
                        <a:buFont typeface="Wingdings" panose="05000000000000000000" pitchFamily="2" charset="2"/>
                        <a:defRPr kumimoji="1" sz="2800">
                          <a:solidFill>
                            <a:schemeClr val="tx1"/>
                          </a:solidFill>
                          <a:latin typeface="Calibri" panose="020F0502020204030204" pitchFamily="34" charset="0"/>
                          <a:ea typeface="宋体" panose="02010600030101010101" pitchFamily="2" charset="-122"/>
                          <a:cs typeface="华文新魏" panose="02010800040101010101" pitchFamily="2" charset="-122"/>
                        </a:defRPr>
                      </a:lvl1pPr>
                      <a:lvl2pPr marL="742950" indent="-285750" eaLnBrk="0" hangingPunct="0">
                        <a:spcBef>
                          <a:spcPct val="20000"/>
                        </a:spcBef>
                        <a:buClr>
                          <a:schemeClr val="hlink"/>
                        </a:buClr>
                        <a:buSzPct val="55000"/>
                        <a:buFont typeface="Wingdings" panose="05000000000000000000" pitchFamily="2" charset="2"/>
                        <a:defRPr kumimoji="1" sz="2400">
                          <a:solidFill>
                            <a:schemeClr val="tx1"/>
                          </a:solidFill>
                          <a:latin typeface="Calibri" panose="020F0502020204030204" pitchFamily="34" charset="0"/>
                          <a:ea typeface="宋体" panose="02010600030101010101" pitchFamily="2" charset="-122"/>
                          <a:cs typeface="华文新魏" panose="02010800040101010101" pitchFamily="2" charset="-122"/>
                        </a:defRPr>
                      </a:lvl2pPr>
                      <a:lvl3pPr marL="1143000" indent="-228600" eaLnBrk="0" hangingPunct="0">
                        <a:spcBef>
                          <a:spcPct val="20000"/>
                        </a:spcBef>
                        <a:buClr>
                          <a:schemeClr val="folHlink"/>
                        </a:buClr>
                        <a:buSzPct val="50000"/>
                        <a:buFont typeface="Wingdings" panose="05000000000000000000" pitchFamily="2" charset="2"/>
                        <a:defRPr kumimoji="1" sz="2000">
                          <a:solidFill>
                            <a:schemeClr val="tx1"/>
                          </a:solidFill>
                          <a:latin typeface="Calibri" panose="020F0502020204030204" pitchFamily="34" charset="0"/>
                          <a:ea typeface="宋体" panose="02010600030101010101" pitchFamily="2" charset="-122"/>
                          <a:cs typeface="华文新魏" panose="02010800040101010101" pitchFamily="2" charset="-122"/>
                        </a:defRPr>
                      </a:lvl3pPr>
                      <a:lvl4pPr marL="1600200" indent="-228600" eaLnBrk="0" hangingPunct="0">
                        <a:spcBef>
                          <a:spcPct val="20000"/>
                        </a:spcBef>
                        <a:buClr>
                          <a:schemeClr val="accent2"/>
                        </a:buClr>
                        <a:buSzPct val="55000"/>
                        <a:buFont typeface="Wingdings" panose="05000000000000000000" pitchFamily="2" charset="2"/>
                        <a:defRPr kumimoji="1">
                          <a:solidFill>
                            <a:schemeClr val="tx1"/>
                          </a:solidFill>
                          <a:latin typeface="Calibri" panose="020F0502020204030204" pitchFamily="34" charset="0"/>
                          <a:ea typeface="宋体" panose="02010600030101010101" pitchFamily="2" charset="-122"/>
                          <a:cs typeface="华文新魏" panose="02010800040101010101" pitchFamily="2" charset="-122"/>
                        </a:defRPr>
                      </a:lvl4pPr>
                      <a:lvl5pPr marL="2057400" indent="-228600" eaLnBrk="0" hangingPunct="0">
                        <a:spcBef>
                          <a:spcPct val="20000"/>
                        </a:spcBef>
                        <a:buClr>
                          <a:schemeClr val="accent1"/>
                        </a:buClr>
                        <a:buSzPct val="50000"/>
                        <a:buFont typeface="Wingdings" panose="05000000000000000000" pitchFamily="2" charset="2"/>
                        <a:defRPr kumimoji="1">
                          <a:solidFill>
                            <a:schemeClr val="tx1"/>
                          </a:solidFill>
                          <a:latin typeface="Calibri" panose="020F0502020204030204" pitchFamily="34" charset="0"/>
                          <a:ea typeface="宋体" panose="02010600030101010101" pitchFamily="2" charset="-122"/>
                          <a:cs typeface="华文新魏" panose="0201080004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kumimoji="1">
                          <a:solidFill>
                            <a:schemeClr val="tx1"/>
                          </a:solidFill>
                          <a:latin typeface="Calibri" panose="020F0502020204030204" pitchFamily="34" charset="0"/>
                          <a:ea typeface="宋体" panose="02010600030101010101" pitchFamily="2" charset="-122"/>
                          <a:cs typeface="华文新魏" panose="0201080004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kumimoji="1">
                          <a:solidFill>
                            <a:schemeClr val="tx1"/>
                          </a:solidFill>
                          <a:latin typeface="Calibri" panose="020F0502020204030204" pitchFamily="34" charset="0"/>
                          <a:ea typeface="宋体" panose="02010600030101010101" pitchFamily="2" charset="-122"/>
                          <a:cs typeface="华文新魏" panose="0201080004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kumimoji="1">
                          <a:solidFill>
                            <a:schemeClr val="tx1"/>
                          </a:solidFill>
                          <a:latin typeface="Calibri" panose="020F0502020204030204" pitchFamily="34" charset="0"/>
                          <a:ea typeface="宋体" panose="02010600030101010101" pitchFamily="2" charset="-122"/>
                          <a:cs typeface="华文新魏" panose="0201080004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kumimoji="1">
                          <a:solidFill>
                            <a:schemeClr val="tx1"/>
                          </a:solidFill>
                          <a:latin typeface="Calibri" panose="020F0502020204030204" pitchFamily="34" charset="0"/>
                          <a:ea typeface="宋体" panose="02010600030101010101" pitchFamily="2" charset="-122"/>
                          <a:cs typeface="华文新魏" panose="0201080004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0" lang="en-US" altLang="zh-CN" sz="1900" b="1" i="0" u="none" strike="noStrike" cap="none" normalizeH="0" baseline="0">
                          <a:ln>
                            <a:noFill/>
                          </a:ln>
                          <a:solidFill>
                            <a:schemeClr val="tx1"/>
                          </a:solidFill>
                          <a:effectLst/>
                          <a:latin typeface="楷体_GB2312" panose="02010609030101010101" pitchFamily="49" charset="-122"/>
                          <a:ea typeface="楷体_GB2312" panose="02010609030101010101" pitchFamily="49" charset="-122"/>
                          <a:cs typeface="华文新魏" panose="02010800040101010101" pitchFamily="2" charset="-122"/>
                        </a:rPr>
                        <a:t>2</a:t>
                      </a:r>
                      <a:endParaRPr kumimoji="0" lang="en-US" altLang="zh-CN" sz="1900" b="1" i="0" u="none" strike="noStrike" cap="none" normalizeH="0" baseline="0">
                        <a:ln>
                          <a:noFill/>
                        </a:ln>
                        <a:solidFill>
                          <a:schemeClr val="tx1"/>
                        </a:solidFill>
                        <a:effectLst/>
                        <a:latin typeface="楷体_GB2312" panose="02010609030101010101" pitchFamily="49" charset="-122"/>
                        <a:ea typeface="楷体_GB2312" panose="02010609030101010101" pitchFamily="49" charset="-122"/>
                        <a:cs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folHlink"/>
                        </a:buClr>
                        <a:buSzPct val="60000"/>
                        <a:buFont typeface="Wingdings" panose="05000000000000000000" pitchFamily="2" charset="2"/>
                        <a:defRPr kumimoji="1" sz="2800">
                          <a:solidFill>
                            <a:schemeClr val="tx1"/>
                          </a:solidFill>
                          <a:latin typeface="Calibri" panose="020F0502020204030204" pitchFamily="34" charset="0"/>
                          <a:ea typeface="宋体" panose="02010600030101010101" pitchFamily="2" charset="-122"/>
                          <a:cs typeface="华文新魏" panose="02010800040101010101" pitchFamily="2" charset="-122"/>
                        </a:defRPr>
                      </a:lvl1pPr>
                      <a:lvl2pPr marL="742950" indent="-285750" eaLnBrk="0" hangingPunct="0">
                        <a:spcBef>
                          <a:spcPct val="20000"/>
                        </a:spcBef>
                        <a:buClr>
                          <a:schemeClr val="hlink"/>
                        </a:buClr>
                        <a:buSzPct val="55000"/>
                        <a:buFont typeface="Wingdings" panose="05000000000000000000" pitchFamily="2" charset="2"/>
                        <a:defRPr kumimoji="1" sz="2400">
                          <a:solidFill>
                            <a:schemeClr val="tx1"/>
                          </a:solidFill>
                          <a:latin typeface="Calibri" panose="020F0502020204030204" pitchFamily="34" charset="0"/>
                          <a:ea typeface="宋体" panose="02010600030101010101" pitchFamily="2" charset="-122"/>
                          <a:cs typeface="华文新魏" panose="02010800040101010101" pitchFamily="2" charset="-122"/>
                        </a:defRPr>
                      </a:lvl2pPr>
                      <a:lvl3pPr marL="1143000" indent="-228600" eaLnBrk="0" hangingPunct="0">
                        <a:spcBef>
                          <a:spcPct val="20000"/>
                        </a:spcBef>
                        <a:buClr>
                          <a:schemeClr val="folHlink"/>
                        </a:buClr>
                        <a:buSzPct val="50000"/>
                        <a:buFont typeface="Wingdings" panose="05000000000000000000" pitchFamily="2" charset="2"/>
                        <a:defRPr kumimoji="1" sz="2000">
                          <a:solidFill>
                            <a:schemeClr val="tx1"/>
                          </a:solidFill>
                          <a:latin typeface="Calibri" panose="020F0502020204030204" pitchFamily="34" charset="0"/>
                          <a:ea typeface="宋体" panose="02010600030101010101" pitchFamily="2" charset="-122"/>
                          <a:cs typeface="华文新魏" panose="02010800040101010101" pitchFamily="2" charset="-122"/>
                        </a:defRPr>
                      </a:lvl3pPr>
                      <a:lvl4pPr marL="1600200" indent="-228600" eaLnBrk="0" hangingPunct="0">
                        <a:spcBef>
                          <a:spcPct val="20000"/>
                        </a:spcBef>
                        <a:buClr>
                          <a:schemeClr val="accent2"/>
                        </a:buClr>
                        <a:buSzPct val="55000"/>
                        <a:buFont typeface="Wingdings" panose="05000000000000000000" pitchFamily="2" charset="2"/>
                        <a:defRPr kumimoji="1">
                          <a:solidFill>
                            <a:schemeClr val="tx1"/>
                          </a:solidFill>
                          <a:latin typeface="Calibri" panose="020F0502020204030204" pitchFamily="34" charset="0"/>
                          <a:ea typeface="宋体" panose="02010600030101010101" pitchFamily="2" charset="-122"/>
                          <a:cs typeface="华文新魏" panose="02010800040101010101" pitchFamily="2" charset="-122"/>
                        </a:defRPr>
                      </a:lvl4pPr>
                      <a:lvl5pPr marL="2057400" indent="-228600" eaLnBrk="0" hangingPunct="0">
                        <a:spcBef>
                          <a:spcPct val="20000"/>
                        </a:spcBef>
                        <a:buClr>
                          <a:schemeClr val="accent1"/>
                        </a:buClr>
                        <a:buSzPct val="50000"/>
                        <a:buFont typeface="Wingdings" panose="05000000000000000000" pitchFamily="2" charset="2"/>
                        <a:defRPr kumimoji="1">
                          <a:solidFill>
                            <a:schemeClr val="tx1"/>
                          </a:solidFill>
                          <a:latin typeface="Calibri" panose="020F0502020204030204" pitchFamily="34" charset="0"/>
                          <a:ea typeface="宋体" panose="02010600030101010101" pitchFamily="2" charset="-122"/>
                          <a:cs typeface="华文新魏" panose="0201080004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kumimoji="1">
                          <a:solidFill>
                            <a:schemeClr val="tx1"/>
                          </a:solidFill>
                          <a:latin typeface="Calibri" panose="020F0502020204030204" pitchFamily="34" charset="0"/>
                          <a:ea typeface="宋体" panose="02010600030101010101" pitchFamily="2" charset="-122"/>
                          <a:cs typeface="华文新魏" panose="0201080004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kumimoji="1">
                          <a:solidFill>
                            <a:schemeClr val="tx1"/>
                          </a:solidFill>
                          <a:latin typeface="Calibri" panose="020F0502020204030204" pitchFamily="34" charset="0"/>
                          <a:ea typeface="宋体" panose="02010600030101010101" pitchFamily="2" charset="-122"/>
                          <a:cs typeface="华文新魏" panose="0201080004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kumimoji="1">
                          <a:solidFill>
                            <a:schemeClr val="tx1"/>
                          </a:solidFill>
                          <a:latin typeface="Calibri" panose="020F0502020204030204" pitchFamily="34" charset="0"/>
                          <a:ea typeface="宋体" panose="02010600030101010101" pitchFamily="2" charset="-122"/>
                          <a:cs typeface="华文新魏" panose="0201080004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kumimoji="1">
                          <a:solidFill>
                            <a:schemeClr val="tx1"/>
                          </a:solidFill>
                          <a:latin typeface="Calibri" panose="020F0502020204030204" pitchFamily="34" charset="0"/>
                          <a:ea typeface="宋体" panose="02010600030101010101" pitchFamily="2" charset="-122"/>
                          <a:cs typeface="华文新魏" panose="0201080004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0" lang="en-US" altLang="zh-CN" sz="1900" b="1" i="0" u="none" strike="noStrike" cap="none" normalizeH="0" baseline="0">
                          <a:ln>
                            <a:noFill/>
                          </a:ln>
                          <a:solidFill>
                            <a:schemeClr val="tx1"/>
                          </a:solidFill>
                          <a:effectLst/>
                          <a:latin typeface="楷体_GB2312" panose="02010609030101010101" pitchFamily="49" charset="-122"/>
                          <a:ea typeface="楷体_GB2312" panose="02010609030101010101" pitchFamily="49" charset="-122"/>
                          <a:cs typeface="华文新魏" panose="02010800040101010101" pitchFamily="2" charset="-122"/>
                        </a:rPr>
                        <a:t>2</a:t>
                      </a:r>
                      <a:endParaRPr kumimoji="0" lang="en-US" altLang="zh-CN" sz="1900" b="1" i="0" u="none" strike="noStrike" cap="none" normalizeH="0" baseline="0">
                        <a:ln>
                          <a:noFill/>
                        </a:ln>
                        <a:solidFill>
                          <a:schemeClr val="tx1"/>
                        </a:solidFill>
                        <a:effectLst/>
                        <a:latin typeface="楷体_GB2312" panose="02010609030101010101" pitchFamily="49" charset="-122"/>
                        <a:ea typeface="楷体_GB2312" panose="02010609030101010101" pitchFamily="49" charset="-122"/>
                        <a:cs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folHlink"/>
                        </a:buClr>
                        <a:buSzPct val="60000"/>
                        <a:buFont typeface="Wingdings" panose="05000000000000000000" pitchFamily="2" charset="2"/>
                        <a:defRPr kumimoji="1" sz="2800">
                          <a:solidFill>
                            <a:schemeClr val="tx1"/>
                          </a:solidFill>
                          <a:latin typeface="Calibri" panose="020F0502020204030204" pitchFamily="34" charset="0"/>
                          <a:ea typeface="宋体" panose="02010600030101010101" pitchFamily="2" charset="-122"/>
                          <a:cs typeface="华文新魏" panose="02010800040101010101" pitchFamily="2" charset="-122"/>
                        </a:defRPr>
                      </a:lvl1pPr>
                      <a:lvl2pPr marL="742950" indent="-285750" eaLnBrk="0" hangingPunct="0">
                        <a:spcBef>
                          <a:spcPct val="20000"/>
                        </a:spcBef>
                        <a:buClr>
                          <a:schemeClr val="hlink"/>
                        </a:buClr>
                        <a:buSzPct val="55000"/>
                        <a:buFont typeface="Wingdings" panose="05000000000000000000" pitchFamily="2" charset="2"/>
                        <a:defRPr kumimoji="1" sz="2400">
                          <a:solidFill>
                            <a:schemeClr val="tx1"/>
                          </a:solidFill>
                          <a:latin typeface="Calibri" panose="020F0502020204030204" pitchFamily="34" charset="0"/>
                          <a:ea typeface="宋体" panose="02010600030101010101" pitchFamily="2" charset="-122"/>
                          <a:cs typeface="华文新魏" panose="02010800040101010101" pitchFamily="2" charset="-122"/>
                        </a:defRPr>
                      </a:lvl2pPr>
                      <a:lvl3pPr marL="1143000" indent="-228600" eaLnBrk="0" hangingPunct="0">
                        <a:spcBef>
                          <a:spcPct val="20000"/>
                        </a:spcBef>
                        <a:buClr>
                          <a:schemeClr val="folHlink"/>
                        </a:buClr>
                        <a:buSzPct val="50000"/>
                        <a:buFont typeface="Wingdings" panose="05000000000000000000" pitchFamily="2" charset="2"/>
                        <a:defRPr kumimoji="1" sz="2000">
                          <a:solidFill>
                            <a:schemeClr val="tx1"/>
                          </a:solidFill>
                          <a:latin typeface="Calibri" panose="020F0502020204030204" pitchFamily="34" charset="0"/>
                          <a:ea typeface="宋体" panose="02010600030101010101" pitchFamily="2" charset="-122"/>
                          <a:cs typeface="华文新魏" panose="02010800040101010101" pitchFamily="2" charset="-122"/>
                        </a:defRPr>
                      </a:lvl3pPr>
                      <a:lvl4pPr marL="1600200" indent="-228600" eaLnBrk="0" hangingPunct="0">
                        <a:spcBef>
                          <a:spcPct val="20000"/>
                        </a:spcBef>
                        <a:buClr>
                          <a:schemeClr val="accent2"/>
                        </a:buClr>
                        <a:buSzPct val="55000"/>
                        <a:buFont typeface="Wingdings" panose="05000000000000000000" pitchFamily="2" charset="2"/>
                        <a:defRPr kumimoji="1">
                          <a:solidFill>
                            <a:schemeClr val="tx1"/>
                          </a:solidFill>
                          <a:latin typeface="Calibri" panose="020F0502020204030204" pitchFamily="34" charset="0"/>
                          <a:ea typeface="宋体" panose="02010600030101010101" pitchFamily="2" charset="-122"/>
                          <a:cs typeface="华文新魏" panose="02010800040101010101" pitchFamily="2" charset="-122"/>
                        </a:defRPr>
                      </a:lvl4pPr>
                      <a:lvl5pPr marL="2057400" indent="-228600" eaLnBrk="0" hangingPunct="0">
                        <a:spcBef>
                          <a:spcPct val="20000"/>
                        </a:spcBef>
                        <a:buClr>
                          <a:schemeClr val="accent1"/>
                        </a:buClr>
                        <a:buSzPct val="50000"/>
                        <a:buFont typeface="Wingdings" panose="05000000000000000000" pitchFamily="2" charset="2"/>
                        <a:defRPr kumimoji="1">
                          <a:solidFill>
                            <a:schemeClr val="tx1"/>
                          </a:solidFill>
                          <a:latin typeface="Calibri" panose="020F0502020204030204" pitchFamily="34" charset="0"/>
                          <a:ea typeface="宋体" panose="02010600030101010101" pitchFamily="2" charset="-122"/>
                          <a:cs typeface="华文新魏" panose="0201080004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kumimoji="1">
                          <a:solidFill>
                            <a:schemeClr val="tx1"/>
                          </a:solidFill>
                          <a:latin typeface="Calibri" panose="020F0502020204030204" pitchFamily="34" charset="0"/>
                          <a:ea typeface="宋体" panose="02010600030101010101" pitchFamily="2" charset="-122"/>
                          <a:cs typeface="华文新魏" panose="0201080004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kumimoji="1">
                          <a:solidFill>
                            <a:schemeClr val="tx1"/>
                          </a:solidFill>
                          <a:latin typeface="Calibri" panose="020F0502020204030204" pitchFamily="34" charset="0"/>
                          <a:ea typeface="宋体" panose="02010600030101010101" pitchFamily="2" charset="-122"/>
                          <a:cs typeface="华文新魏" panose="0201080004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kumimoji="1">
                          <a:solidFill>
                            <a:schemeClr val="tx1"/>
                          </a:solidFill>
                          <a:latin typeface="Calibri" panose="020F0502020204030204" pitchFamily="34" charset="0"/>
                          <a:ea typeface="宋体" panose="02010600030101010101" pitchFamily="2" charset="-122"/>
                          <a:cs typeface="华文新魏" panose="0201080004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kumimoji="1">
                          <a:solidFill>
                            <a:schemeClr val="tx1"/>
                          </a:solidFill>
                          <a:latin typeface="Calibri" panose="020F0502020204030204" pitchFamily="34" charset="0"/>
                          <a:ea typeface="宋体" panose="02010600030101010101" pitchFamily="2" charset="-122"/>
                          <a:cs typeface="华文新魏" panose="0201080004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0" lang="en-US" altLang="zh-CN" sz="1900" b="1" i="0" u="none" strike="noStrike" cap="none" normalizeH="0" baseline="0">
                          <a:ln>
                            <a:noFill/>
                          </a:ln>
                          <a:solidFill>
                            <a:schemeClr val="tx1"/>
                          </a:solidFill>
                          <a:effectLst/>
                          <a:latin typeface="楷体_GB2312" panose="02010609030101010101" pitchFamily="49" charset="-122"/>
                          <a:ea typeface="楷体_GB2312" panose="02010609030101010101" pitchFamily="49" charset="-122"/>
                          <a:cs typeface="华文新魏" panose="02010800040101010101" pitchFamily="2" charset="-122"/>
                        </a:rPr>
                        <a:t>2</a:t>
                      </a:r>
                      <a:endParaRPr kumimoji="0" lang="en-US" altLang="zh-CN" sz="1900" b="1" i="0" u="none" strike="noStrike" cap="none" normalizeH="0" baseline="0">
                        <a:ln>
                          <a:noFill/>
                        </a:ln>
                        <a:solidFill>
                          <a:schemeClr val="tx1"/>
                        </a:solidFill>
                        <a:effectLst/>
                        <a:latin typeface="楷体_GB2312" panose="02010609030101010101" pitchFamily="49" charset="-122"/>
                        <a:ea typeface="楷体_GB2312" panose="02010609030101010101" pitchFamily="49" charset="-122"/>
                        <a:cs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folHlink"/>
                        </a:buClr>
                        <a:buSzPct val="60000"/>
                        <a:buFont typeface="Wingdings" panose="05000000000000000000" pitchFamily="2" charset="2"/>
                        <a:defRPr kumimoji="1" sz="2800">
                          <a:solidFill>
                            <a:schemeClr val="tx1"/>
                          </a:solidFill>
                          <a:latin typeface="Calibri" panose="020F0502020204030204" pitchFamily="34" charset="0"/>
                          <a:ea typeface="宋体" panose="02010600030101010101" pitchFamily="2" charset="-122"/>
                          <a:cs typeface="华文新魏" panose="02010800040101010101" pitchFamily="2" charset="-122"/>
                        </a:defRPr>
                      </a:lvl1pPr>
                      <a:lvl2pPr marL="742950" indent="-285750" eaLnBrk="0" hangingPunct="0">
                        <a:spcBef>
                          <a:spcPct val="20000"/>
                        </a:spcBef>
                        <a:buClr>
                          <a:schemeClr val="hlink"/>
                        </a:buClr>
                        <a:buSzPct val="55000"/>
                        <a:buFont typeface="Wingdings" panose="05000000000000000000" pitchFamily="2" charset="2"/>
                        <a:defRPr kumimoji="1" sz="2400">
                          <a:solidFill>
                            <a:schemeClr val="tx1"/>
                          </a:solidFill>
                          <a:latin typeface="Calibri" panose="020F0502020204030204" pitchFamily="34" charset="0"/>
                          <a:ea typeface="宋体" panose="02010600030101010101" pitchFamily="2" charset="-122"/>
                          <a:cs typeface="华文新魏" panose="02010800040101010101" pitchFamily="2" charset="-122"/>
                        </a:defRPr>
                      </a:lvl2pPr>
                      <a:lvl3pPr marL="1143000" indent="-228600" eaLnBrk="0" hangingPunct="0">
                        <a:spcBef>
                          <a:spcPct val="20000"/>
                        </a:spcBef>
                        <a:buClr>
                          <a:schemeClr val="folHlink"/>
                        </a:buClr>
                        <a:buSzPct val="50000"/>
                        <a:buFont typeface="Wingdings" panose="05000000000000000000" pitchFamily="2" charset="2"/>
                        <a:defRPr kumimoji="1" sz="2000">
                          <a:solidFill>
                            <a:schemeClr val="tx1"/>
                          </a:solidFill>
                          <a:latin typeface="Calibri" panose="020F0502020204030204" pitchFamily="34" charset="0"/>
                          <a:ea typeface="宋体" panose="02010600030101010101" pitchFamily="2" charset="-122"/>
                          <a:cs typeface="华文新魏" panose="02010800040101010101" pitchFamily="2" charset="-122"/>
                        </a:defRPr>
                      </a:lvl3pPr>
                      <a:lvl4pPr marL="1600200" indent="-228600" eaLnBrk="0" hangingPunct="0">
                        <a:spcBef>
                          <a:spcPct val="20000"/>
                        </a:spcBef>
                        <a:buClr>
                          <a:schemeClr val="accent2"/>
                        </a:buClr>
                        <a:buSzPct val="55000"/>
                        <a:buFont typeface="Wingdings" panose="05000000000000000000" pitchFamily="2" charset="2"/>
                        <a:defRPr kumimoji="1">
                          <a:solidFill>
                            <a:schemeClr val="tx1"/>
                          </a:solidFill>
                          <a:latin typeface="Calibri" panose="020F0502020204030204" pitchFamily="34" charset="0"/>
                          <a:ea typeface="宋体" panose="02010600030101010101" pitchFamily="2" charset="-122"/>
                          <a:cs typeface="华文新魏" panose="02010800040101010101" pitchFamily="2" charset="-122"/>
                        </a:defRPr>
                      </a:lvl4pPr>
                      <a:lvl5pPr marL="2057400" indent="-228600" eaLnBrk="0" hangingPunct="0">
                        <a:spcBef>
                          <a:spcPct val="20000"/>
                        </a:spcBef>
                        <a:buClr>
                          <a:schemeClr val="accent1"/>
                        </a:buClr>
                        <a:buSzPct val="50000"/>
                        <a:buFont typeface="Wingdings" panose="05000000000000000000" pitchFamily="2" charset="2"/>
                        <a:defRPr kumimoji="1">
                          <a:solidFill>
                            <a:schemeClr val="tx1"/>
                          </a:solidFill>
                          <a:latin typeface="Calibri" panose="020F0502020204030204" pitchFamily="34" charset="0"/>
                          <a:ea typeface="宋体" panose="02010600030101010101" pitchFamily="2" charset="-122"/>
                          <a:cs typeface="华文新魏" panose="0201080004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kumimoji="1">
                          <a:solidFill>
                            <a:schemeClr val="tx1"/>
                          </a:solidFill>
                          <a:latin typeface="Calibri" panose="020F0502020204030204" pitchFamily="34" charset="0"/>
                          <a:ea typeface="宋体" panose="02010600030101010101" pitchFamily="2" charset="-122"/>
                          <a:cs typeface="华文新魏" panose="0201080004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kumimoji="1">
                          <a:solidFill>
                            <a:schemeClr val="tx1"/>
                          </a:solidFill>
                          <a:latin typeface="Calibri" panose="020F0502020204030204" pitchFamily="34" charset="0"/>
                          <a:ea typeface="宋体" panose="02010600030101010101" pitchFamily="2" charset="-122"/>
                          <a:cs typeface="华文新魏" panose="0201080004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kumimoji="1">
                          <a:solidFill>
                            <a:schemeClr val="tx1"/>
                          </a:solidFill>
                          <a:latin typeface="Calibri" panose="020F0502020204030204" pitchFamily="34" charset="0"/>
                          <a:ea typeface="宋体" panose="02010600030101010101" pitchFamily="2" charset="-122"/>
                          <a:cs typeface="华文新魏" panose="0201080004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kumimoji="1">
                          <a:solidFill>
                            <a:schemeClr val="tx1"/>
                          </a:solidFill>
                          <a:latin typeface="Calibri" panose="020F0502020204030204" pitchFamily="34" charset="0"/>
                          <a:ea typeface="宋体" panose="02010600030101010101" pitchFamily="2" charset="-122"/>
                          <a:cs typeface="华文新魏" panose="0201080004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0" lang="en-US" altLang="zh-CN" sz="1900" b="1" i="0" u="none" strike="noStrike" cap="none" normalizeH="0" baseline="0">
                          <a:ln>
                            <a:noFill/>
                          </a:ln>
                          <a:solidFill>
                            <a:schemeClr val="tx1"/>
                          </a:solidFill>
                          <a:effectLst/>
                          <a:latin typeface="楷体_GB2312" panose="02010609030101010101" pitchFamily="49" charset="-122"/>
                          <a:ea typeface="楷体_GB2312" panose="02010609030101010101" pitchFamily="49" charset="-122"/>
                          <a:cs typeface="华文新魏" panose="02010800040101010101" pitchFamily="2" charset="-122"/>
                        </a:rPr>
                        <a:t>6</a:t>
                      </a:r>
                      <a:endParaRPr kumimoji="0" lang="en-US" altLang="zh-CN" sz="1900" b="1" i="0" u="none" strike="noStrike" cap="none" normalizeH="0" baseline="0">
                        <a:ln>
                          <a:noFill/>
                        </a:ln>
                        <a:solidFill>
                          <a:schemeClr val="tx1"/>
                        </a:solidFill>
                        <a:effectLst/>
                        <a:latin typeface="楷体_GB2312" panose="02010609030101010101" pitchFamily="49" charset="-122"/>
                        <a:ea typeface="楷体_GB2312" panose="02010609030101010101" pitchFamily="49" charset="-122"/>
                        <a:cs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folHlink"/>
                        </a:buClr>
                        <a:buSzPct val="60000"/>
                        <a:buFont typeface="Wingdings" panose="05000000000000000000" pitchFamily="2" charset="2"/>
                        <a:defRPr kumimoji="1" sz="2800">
                          <a:solidFill>
                            <a:schemeClr val="tx1"/>
                          </a:solidFill>
                          <a:latin typeface="Calibri" panose="020F0502020204030204" pitchFamily="34" charset="0"/>
                          <a:ea typeface="宋体" panose="02010600030101010101" pitchFamily="2" charset="-122"/>
                          <a:cs typeface="华文新魏" panose="02010800040101010101" pitchFamily="2" charset="-122"/>
                        </a:defRPr>
                      </a:lvl1pPr>
                      <a:lvl2pPr marL="742950" indent="-285750" eaLnBrk="0" hangingPunct="0">
                        <a:spcBef>
                          <a:spcPct val="20000"/>
                        </a:spcBef>
                        <a:buClr>
                          <a:schemeClr val="hlink"/>
                        </a:buClr>
                        <a:buSzPct val="55000"/>
                        <a:buFont typeface="Wingdings" panose="05000000000000000000" pitchFamily="2" charset="2"/>
                        <a:defRPr kumimoji="1" sz="2400">
                          <a:solidFill>
                            <a:schemeClr val="tx1"/>
                          </a:solidFill>
                          <a:latin typeface="Calibri" panose="020F0502020204030204" pitchFamily="34" charset="0"/>
                          <a:ea typeface="宋体" panose="02010600030101010101" pitchFamily="2" charset="-122"/>
                          <a:cs typeface="华文新魏" panose="02010800040101010101" pitchFamily="2" charset="-122"/>
                        </a:defRPr>
                      </a:lvl2pPr>
                      <a:lvl3pPr marL="1143000" indent="-228600" eaLnBrk="0" hangingPunct="0">
                        <a:spcBef>
                          <a:spcPct val="20000"/>
                        </a:spcBef>
                        <a:buClr>
                          <a:schemeClr val="folHlink"/>
                        </a:buClr>
                        <a:buSzPct val="50000"/>
                        <a:buFont typeface="Wingdings" panose="05000000000000000000" pitchFamily="2" charset="2"/>
                        <a:defRPr kumimoji="1" sz="2000">
                          <a:solidFill>
                            <a:schemeClr val="tx1"/>
                          </a:solidFill>
                          <a:latin typeface="Calibri" panose="020F0502020204030204" pitchFamily="34" charset="0"/>
                          <a:ea typeface="宋体" panose="02010600030101010101" pitchFamily="2" charset="-122"/>
                          <a:cs typeface="华文新魏" panose="02010800040101010101" pitchFamily="2" charset="-122"/>
                        </a:defRPr>
                      </a:lvl3pPr>
                      <a:lvl4pPr marL="1600200" indent="-228600" eaLnBrk="0" hangingPunct="0">
                        <a:spcBef>
                          <a:spcPct val="20000"/>
                        </a:spcBef>
                        <a:buClr>
                          <a:schemeClr val="accent2"/>
                        </a:buClr>
                        <a:buSzPct val="55000"/>
                        <a:buFont typeface="Wingdings" panose="05000000000000000000" pitchFamily="2" charset="2"/>
                        <a:defRPr kumimoji="1">
                          <a:solidFill>
                            <a:schemeClr val="tx1"/>
                          </a:solidFill>
                          <a:latin typeface="Calibri" panose="020F0502020204030204" pitchFamily="34" charset="0"/>
                          <a:ea typeface="宋体" panose="02010600030101010101" pitchFamily="2" charset="-122"/>
                          <a:cs typeface="华文新魏" panose="02010800040101010101" pitchFamily="2" charset="-122"/>
                        </a:defRPr>
                      </a:lvl4pPr>
                      <a:lvl5pPr marL="2057400" indent="-228600" eaLnBrk="0" hangingPunct="0">
                        <a:spcBef>
                          <a:spcPct val="20000"/>
                        </a:spcBef>
                        <a:buClr>
                          <a:schemeClr val="accent1"/>
                        </a:buClr>
                        <a:buSzPct val="50000"/>
                        <a:buFont typeface="Wingdings" panose="05000000000000000000" pitchFamily="2" charset="2"/>
                        <a:defRPr kumimoji="1">
                          <a:solidFill>
                            <a:schemeClr val="tx1"/>
                          </a:solidFill>
                          <a:latin typeface="Calibri" panose="020F0502020204030204" pitchFamily="34" charset="0"/>
                          <a:ea typeface="宋体" panose="02010600030101010101" pitchFamily="2" charset="-122"/>
                          <a:cs typeface="华文新魏" panose="0201080004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kumimoji="1">
                          <a:solidFill>
                            <a:schemeClr val="tx1"/>
                          </a:solidFill>
                          <a:latin typeface="Calibri" panose="020F0502020204030204" pitchFamily="34" charset="0"/>
                          <a:ea typeface="宋体" panose="02010600030101010101" pitchFamily="2" charset="-122"/>
                          <a:cs typeface="华文新魏" panose="0201080004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kumimoji="1">
                          <a:solidFill>
                            <a:schemeClr val="tx1"/>
                          </a:solidFill>
                          <a:latin typeface="Calibri" panose="020F0502020204030204" pitchFamily="34" charset="0"/>
                          <a:ea typeface="宋体" panose="02010600030101010101" pitchFamily="2" charset="-122"/>
                          <a:cs typeface="华文新魏" panose="0201080004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kumimoji="1">
                          <a:solidFill>
                            <a:schemeClr val="tx1"/>
                          </a:solidFill>
                          <a:latin typeface="Calibri" panose="020F0502020204030204" pitchFamily="34" charset="0"/>
                          <a:ea typeface="宋体" panose="02010600030101010101" pitchFamily="2" charset="-122"/>
                          <a:cs typeface="华文新魏" panose="0201080004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kumimoji="1">
                          <a:solidFill>
                            <a:schemeClr val="tx1"/>
                          </a:solidFill>
                          <a:latin typeface="Calibri" panose="020F0502020204030204" pitchFamily="34" charset="0"/>
                          <a:ea typeface="宋体" panose="02010600030101010101" pitchFamily="2" charset="-122"/>
                          <a:cs typeface="华文新魏" panose="0201080004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0" lang="en-US" altLang="zh-CN" sz="1900" b="1" i="0" u="none" strike="noStrike" cap="none" normalizeH="0" baseline="0">
                          <a:ln>
                            <a:noFill/>
                          </a:ln>
                          <a:solidFill>
                            <a:schemeClr val="tx1"/>
                          </a:solidFill>
                          <a:effectLst/>
                          <a:latin typeface="楷体_GB2312" panose="02010609030101010101" pitchFamily="49" charset="-122"/>
                          <a:ea typeface="楷体_GB2312" panose="02010609030101010101" pitchFamily="49" charset="-122"/>
                          <a:cs typeface="华文新魏" panose="02010800040101010101" pitchFamily="2" charset="-122"/>
                        </a:rPr>
                        <a:t>6</a:t>
                      </a:r>
                      <a:endParaRPr kumimoji="0" lang="en-US" altLang="zh-CN" sz="1900" b="1" i="0" u="none" strike="noStrike" cap="none" normalizeH="0" baseline="0">
                        <a:ln>
                          <a:noFill/>
                        </a:ln>
                        <a:solidFill>
                          <a:schemeClr val="tx1"/>
                        </a:solidFill>
                        <a:effectLst/>
                        <a:latin typeface="楷体_GB2312" panose="02010609030101010101" pitchFamily="49" charset="-122"/>
                        <a:ea typeface="楷体_GB2312" panose="02010609030101010101" pitchFamily="49" charset="-122"/>
                        <a:cs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graphicFrame>
        <p:nvGraphicFramePr>
          <p:cNvPr id="8" name="Group 107"/>
          <p:cNvGraphicFramePr>
            <a:graphicFrameLocks noGrp="1"/>
          </p:cNvGraphicFramePr>
          <p:nvPr/>
        </p:nvGraphicFramePr>
        <p:xfrm>
          <a:off x="2667000" y="4572000"/>
          <a:ext cx="5334000" cy="1463675"/>
        </p:xfrm>
        <a:graphic>
          <a:graphicData uri="http://schemas.openxmlformats.org/drawingml/2006/table">
            <a:tbl>
              <a:tblPr/>
              <a:tblGrid>
                <a:gridCol w="533400"/>
                <a:gridCol w="533400"/>
                <a:gridCol w="533400"/>
                <a:gridCol w="533400"/>
                <a:gridCol w="533400"/>
                <a:gridCol w="533400"/>
                <a:gridCol w="533400"/>
                <a:gridCol w="533400"/>
                <a:gridCol w="533400"/>
                <a:gridCol w="533400"/>
              </a:tblGrid>
              <a:tr h="457200">
                <a:tc>
                  <a:txBody>
                    <a:bodyPr/>
                    <a:lstStyle>
                      <a:lvl1pPr eaLnBrk="0" hangingPunct="0">
                        <a:spcBef>
                          <a:spcPct val="20000"/>
                        </a:spcBef>
                        <a:buClr>
                          <a:schemeClr val="folHlink"/>
                        </a:buClr>
                        <a:buSzPct val="60000"/>
                        <a:buFont typeface="Wingdings" panose="05000000000000000000" pitchFamily="2" charset="2"/>
                        <a:defRPr kumimoji="1" sz="2800">
                          <a:solidFill>
                            <a:schemeClr val="tx1"/>
                          </a:solidFill>
                          <a:latin typeface="Calibri" panose="020F0502020204030204" pitchFamily="34" charset="0"/>
                          <a:ea typeface="宋体" panose="02010600030101010101" pitchFamily="2" charset="-122"/>
                          <a:cs typeface="华文新魏" panose="02010800040101010101" pitchFamily="2" charset="-122"/>
                        </a:defRPr>
                      </a:lvl1pPr>
                      <a:lvl2pPr marL="742950" indent="-285750" eaLnBrk="0" hangingPunct="0">
                        <a:spcBef>
                          <a:spcPct val="20000"/>
                        </a:spcBef>
                        <a:buClr>
                          <a:schemeClr val="hlink"/>
                        </a:buClr>
                        <a:buSzPct val="55000"/>
                        <a:buFont typeface="Wingdings" panose="05000000000000000000" pitchFamily="2" charset="2"/>
                        <a:defRPr kumimoji="1" sz="2400">
                          <a:solidFill>
                            <a:schemeClr val="tx1"/>
                          </a:solidFill>
                          <a:latin typeface="Calibri" panose="020F0502020204030204" pitchFamily="34" charset="0"/>
                          <a:ea typeface="宋体" panose="02010600030101010101" pitchFamily="2" charset="-122"/>
                          <a:cs typeface="华文新魏" panose="02010800040101010101" pitchFamily="2" charset="-122"/>
                        </a:defRPr>
                      </a:lvl2pPr>
                      <a:lvl3pPr marL="1143000" indent="-228600" eaLnBrk="0" hangingPunct="0">
                        <a:spcBef>
                          <a:spcPct val="20000"/>
                        </a:spcBef>
                        <a:buClr>
                          <a:schemeClr val="folHlink"/>
                        </a:buClr>
                        <a:buSzPct val="50000"/>
                        <a:buFont typeface="Wingdings" panose="05000000000000000000" pitchFamily="2" charset="2"/>
                        <a:defRPr kumimoji="1" sz="2000">
                          <a:solidFill>
                            <a:schemeClr val="tx1"/>
                          </a:solidFill>
                          <a:latin typeface="Calibri" panose="020F0502020204030204" pitchFamily="34" charset="0"/>
                          <a:ea typeface="宋体" panose="02010600030101010101" pitchFamily="2" charset="-122"/>
                          <a:cs typeface="华文新魏" panose="02010800040101010101" pitchFamily="2" charset="-122"/>
                        </a:defRPr>
                      </a:lvl3pPr>
                      <a:lvl4pPr marL="1600200" indent="-228600" eaLnBrk="0" hangingPunct="0">
                        <a:spcBef>
                          <a:spcPct val="20000"/>
                        </a:spcBef>
                        <a:buClr>
                          <a:schemeClr val="accent2"/>
                        </a:buClr>
                        <a:buSzPct val="55000"/>
                        <a:buFont typeface="Wingdings" panose="05000000000000000000" pitchFamily="2" charset="2"/>
                        <a:defRPr kumimoji="1">
                          <a:solidFill>
                            <a:schemeClr val="tx1"/>
                          </a:solidFill>
                          <a:latin typeface="Calibri" panose="020F0502020204030204" pitchFamily="34" charset="0"/>
                          <a:ea typeface="宋体" panose="02010600030101010101" pitchFamily="2" charset="-122"/>
                          <a:cs typeface="华文新魏" panose="02010800040101010101" pitchFamily="2" charset="-122"/>
                        </a:defRPr>
                      </a:lvl4pPr>
                      <a:lvl5pPr marL="2057400" indent="-228600" eaLnBrk="0" hangingPunct="0">
                        <a:spcBef>
                          <a:spcPct val="20000"/>
                        </a:spcBef>
                        <a:buClr>
                          <a:schemeClr val="accent1"/>
                        </a:buClr>
                        <a:buSzPct val="50000"/>
                        <a:buFont typeface="Wingdings" panose="05000000000000000000" pitchFamily="2" charset="2"/>
                        <a:defRPr kumimoji="1">
                          <a:solidFill>
                            <a:schemeClr val="tx1"/>
                          </a:solidFill>
                          <a:latin typeface="Calibri" panose="020F0502020204030204" pitchFamily="34" charset="0"/>
                          <a:ea typeface="宋体" panose="02010600030101010101" pitchFamily="2" charset="-122"/>
                          <a:cs typeface="华文新魏" panose="0201080004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kumimoji="1">
                          <a:solidFill>
                            <a:schemeClr val="tx1"/>
                          </a:solidFill>
                          <a:latin typeface="Calibri" panose="020F0502020204030204" pitchFamily="34" charset="0"/>
                          <a:ea typeface="宋体" panose="02010600030101010101" pitchFamily="2" charset="-122"/>
                          <a:cs typeface="华文新魏" panose="0201080004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kumimoji="1">
                          <a:solidFill>
                            <a:schemeClr val="tx1"/>
                          </a:solidFill>
                          <a:latin typeface="Calibri" panose="020F0502020204030204" pitchFamily="34" charset="0"/>
                          <a:ea typeface="宋体" panose="02010600030101010101" pitchFamily="2" charset="-122"/>
                          <a:cs typeface="华文新魏" panose="0201080004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kumimoji="1">
                          <a:solidFill>
                            <a:schemeClr val="tx1"/>
                          </a:solidFill>
                          <a:latin typeface="Calibri" panose="020F0502020204030204" pitchFamily="34" charset="0"/>
                          <a:ea typeface="宋体" panose="02010600030101010101" pitchFamily="2" charset="-122"/>
                          <a:cs typeface="华文新魏" panose="0201080004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kumimoji="1">
                          <a:solidFill>
                            <a:schemeClr val="tx1"/>
                          </a:solidFill>
                          <a:latin typeface="Calibri" panose="020F0502020204030204" pitchFamily="34" charset="0"/>
                          <a:ea typeface="宋体" panose="02010600030101010101" pitchFamily="2" charset="-122"/>
                          <a:cs typeface="华文新魏" panose="0201080004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0" lang="en-US" altLang="zh-CN" sz="1900" b="1" i="1" u="none" strike="noStrike" cap="none" normalizeH="0" baseline="0">
                          <a:ln>
                            <a:noFill/>
                          </a:ln>
                          <a:solidFill>
                            <a:schemeClr val="tx1"/>
                          </a:solidFill>
                          <a:effectLst/>
                          <a:latin typeface="Times New Roman" panose="02020603050405020304" pitchFamily="18" charset="0"/>
                          <a:ea typeface="楷体_GB2312" panose="02010609030101010101" pitchFamily="49" charset="-122"/>
                          <a:cs typeface="Times New Roman" panose="02020603050405020304" pitchFamily="18" charset="0"/>
                        </a:rPr>
                        <a:t>x</a:t>
                      </a:r>
                      <a:r>
                        <a:rPr kumimoji="0" lang="en-US" altLang="zh-CN" sz="1900" b="1" i="0" u="none" strike="noStrike" cap="none" normalizeH="0" baseline="-25000">
                          <a:ln>
                            <a:noFill/>
                          </a:ln>
                          <a:solidFill>
                            <a:schemeClr val="tx1"/>
                          </a:solidFill>
                          <a:effectLst/>
                          <a:latin typeface="Times New Roman" panose="02020603050405020304" pitchFamily="18" charset="0"/>
                          <a:ea typeface="楷体_GB2312" panose="02010609030101010101" pitchFamily="49" charset="-122"/>
                          <a:cs typeface="Times New Roman" panose="02020603050405020304" pitchFamily="18" charset="0"/>
                        </a:rPr>
                        <a:t>11</a:t>
                      </a:r>
                      <a:endParaRPr kumimoji="0" lang="en-US" altLang="zh-CN" sz="1900" b="1" i="0" u="none" strike="noStrike" cap="none" normalizeH="0" baseline="-25000">
                        <a:ln>
                          <a:noFill/>
                        </a:ln>
                        <a:solidFill>
                          <a:schemeClr val="tx1"/>
                        </a:solidFill>
                        <a:effectLst/>
                        <a:latin typeface="Times New Roman" panose="02020603050405020304" pitchFamily="18" charset="0"/>
                        <a:ea typeface="楷体_GB2312" panose="02010609030101010101" pitchFamily="49" charset="-122"/>
                        <a:cs typeface="Times New Roman" panose="02020603050405020304" pitchFamily="18"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folHlink"/>
                        </a:buClr>
                        <a:buSzPct val="60000"/>
                        <a:buFont typeface="Wingdings" panose="05000000000000000000" pitchFamily="2" charset="2"/>
                        <a:defRPr kumimoji="1" sz="2800">
                          <a:solidFill>
                            <a:schemeClr val="tx1"/>
                          </a:solidFill>
                          <a:latin typeface="Calibri" panose="020F0502020204030204" pitchFamily="34" charset="0"/>
                          <a:ea typeface="宋体" panose="02010600030101010101" pitchFamily="2" charset="-122"/>
                          <a:cs typeface="华文新魏" panose="02010800040101010101" pitchFamily="2" charset="-122"/>
                        </a:defRPr>
                      </a:lvl1pPr>
                      <a:lvl2pPr marL="742950" indent="-285750" eaLnBrk="0" hangingPunct="0">
                        <a:spcBef>
                          <a:spcPct val="20000"/>
                        </a:spcBef>
                        <a:buClr>
                          <a:schemeClr val="hlink"/>
                        </a:buClr>
                        <a:buSzPct val="55000"/>
                        <a:buFont typeface="Wingdings" panose="05000000000000000000" pitchFamily="2" charset="2"/>
                        <a:defRPr kumimoji="1" sz="2400">
                          <a:solidFill>
                            <a:schemeClr val="tx1"/>
                          </a:solidFill>
                          <a:latin typeface="Calibri" panose="020F0502020204030204" pitchFamily="34" charset="0"/>
                          <a:ea typeface="宋体" panose="02010600030101010101" pitchFamily="2" charset="-122"/>
                          <a:cs typeface="华文新魏" panose="02010800040101010101" pitchFamily="2" charset="-122"/>
                        </a:defRPr>
                      </a:lvl2pPr>
                      <a:lvl3pPr marL="1143000" indent="-228600" eaLnBrk="0" hangingPunct="0">
                        <a:spcBef>
                          <a:spcPct val="20000"/>
                        </a:spcBef>
                        <a:buClr>
                          <a:schemeClr val="folHlink"/>
                        </a:buClr>
                        <a:buSzPct val="50000"/>
                        <a:buFont typeface="Wingdings" panose="05000000000000000000" pitchFamily="2" charset="2"/>
                        <a:defRPr kumimoji="1" sz="2000">
                          <a:solidFill>
                            <a:schemeClr val="tx1"/>
                          </a:solidFill>
                          <a:latin typeface="Calibri" panose="020F0502020204030204" pitchFamily="34" charset="0"/>
                          <a:ea typeface="宋体" panose="02010600030101010101" pitchFamily="2" charset="-122"/>
                          <a:cs typeface="华文新魏" panose="02010800040101010101" pitchFamily="2" charset="-122"/>
                        </a:defRPr>
                      </a:lvl3pPr>
                      <a:lvl4pPr marL="1600200" indent="-228600" eaLnBrk="0" hangingPunct="0">
                        <a:spcBef>
                          <a:spcPct val="20000"/>
                        </a:spcBef>
                        <a:buClr>
                          <a:schemeClr val="accent2"/>
                        </a:buClr>
                        <a:buSzPct val="55000"/>
                        <a:buFont typeface="Wingdings" panose="05000000000000000000" pitchFamily="2" charset="2"/>
                        <a:defRPr kumimoji="1">
                          <a:solidFill>
                            <a:schemeClr val="tx1"/>
                          </a:solidFill>
                          <a:latin typeface="Calibri" panose="020F0502020204030204" pitchFamily="34" charset="0"/>
                          <a:ea typeface="宋体" panose="02010600030101010101" pitchFamily="2" charset="-122"/>
                          <a:cs typeface="华文新魏" panose="02010800040101010101" pitchFamily="2" charset="-122"/>
                        </a:defRPr>
                      </a:lvl4pPr>
                      <a:lvl5pPr marL="2057400" indent="-228600" eaLnBrk="0" hangingPunct="0">
                        <a:spcBef>
                          <a:spcPct val="20000"/>
                        </a:spcBef>
                        <a:buClr>
                          <a:schemeClr val="accent1"/>
                        </a:buClr>
                        <a:buSzPct val="50000"/>
                        <a:buFont typeface="Wingdings" panose="05000000000000000000" pitchFamily="2" charset="2"/>
                        <a:defRPr kumimoji="1">
                          <a:solidFill>
                            <a:schemeClr val="tx1"/>
                          </a:solidFill>
                          <a:latin typeface="Calibri" panose="020F0502020204030204" pitchFamily="34" charset="0"/>
                          <a:ea typeface="宋体" panose="02010600030101010101" pitchFamily="2" charset="-122"/>
                          <a:cs typeface="华文新魏" panose="0201080004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kumimoji="1">
                          <a:solidFill>
                            <a:schemeClr val="tx1"/>
                          </a:solidFill>
                          <a:latin typeface="Calibri" panose="020F0502020204030204" pitchFamily="34" charset="0"/>
                          <a:ea typeface="宋体" panose="02010600030101010101" pitchFamily="2" charset="-122"/>
                          <a:cs typeface="华文新魏" panose="0201080004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kumimoji="1">
                          <a:solidFill>
                            <a:schemeClr val="tx1"/>
                          </a:solidFill>
                          <a:latin typeface="Calibri" panose="020F0502020204030204" pitchFamily="34" charset="0"/>
                          <a:ea typeface="宋体" panose="02010600030101010101" pitchFamily="2" charset="-122"/>
                          <a:cs typeface="华文新魏" panose="0201080004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kumimoji="1">
                          <a:solidFill>
                            <a:schemeClr val="tx1"/>
                          </a:solidFill>
                          <a:latin typeface="Calibri" panose="020F0502020204030204" pitchFamily="34" charset="0"/>
                          <a:ea typeface="宋体" panose="02010600030101010101" pitchFamily="2" charset="-122"/>
                          <a:cs typeface="华文新魏" panose="0201080004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kumimoji="1">
                          <a:solidFill>
                            <a:schemeClr val="tx1"/>
                          </a:solidFill>
                          <a:latin typeface="Calibri" panose="020F0502020204030204" pitchFamily="34" charset="0"/>
                          <a:ea typeface="宋体" panose="02010600030101010101" pitchFamily="2" charset="-122"/>
                          <a:cs typeface="华文新魏" panose="0201080004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0" lang="en-US" altLang="zh-CN" sz="1900" b="1" i="1" u="none" strike="noStrike" cap="none" normalizeH="0" baseline="0">
                          <a:ln>
                            <a:noFill/>
                          </a:ln>
                          <a:solidFill>
                            <a:schemeClr val="tx1"/>
                          </a:solidFill>
                          <a:effectLst/>
                          <a:latin typeface="Times New Roman" panose="02020603050405020304" pitchFamily="18" charset="0"/>
                          <a:ea typeface="楷体_GB2312" panose="02010609030101010101" pitchFamily="49" charset="-122"/>
                          <a:cs typeface="Times New Roman" panose="02020603050405020304" pitchFamily="18" charset="0"/>
                        </a:rPr>
                        <a:t>x</a:t>
                      </a:r>
                      <a:r>
                        <a:rPr kumimoji="0" lang="en-US" altLang="zh-CN" sz="1900" b="1" i="0" u="none" strike="noStrike" cap="none" normalizeH="0" baseline="-25000">
                          <a:ln>
                            <a:noFill/>
                          </a:ln>
                          <a:solidFill>
                            <a:schemeClr val="tx1"/>
                          </a:solidFill>
                          <a:effectLst/>
                          <a:latin typeface="Times New Roman" panose="02020603050405020304" pitchFamily="18" charset="0"/>
                          <a:ea typeface="楷体_GB2312" panose="02010609030101010101" pitchFamily="49" charset="-122"/>
                          <a:cs typeface="Times New Roman" panose="02020603050405020304" pitchFamily="18" charset="0"/>
                        </a:rPr>
                        <a:t>12</a:t>
                      </a:r>
                      <a:endParaRPr kumimoji="0" lang="en-US" altLang="zh-CN" sz="1900" b="1" i="0" u="none" strike="noStrike" cap="none" normalizeH="0" baseline="-25000">
                        <a:ln>
                          <a:noFill/>
                        </a:ln>
                        <a:solidFill>
                          <a:schemeClr val="tx1"/>
                        </a:solidFill>
                        <a:effectLst/>
                        <a:latin typeface="Times New Roman" panose="02020603050405020304" pitchFamily="18" charset="0"/>
                        <a:ea typeface="楷体_GB2312" panose="02010609030101010101" pitchFamily="49" charset="-122"/>
                        <a:cs typeface="Times New Roman" panose="02020603050405020304"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folHlink"/>
                        </a:buClr>
                        <a:buSzPct val="60000"/>
                        <a:buFont typeface="Wingdings" panose="05000000000000000000" pitchFamily="2" charset="2"/>
                        <a:defRPr kumimoji="1" sz="2800">
                          <a:solidFill>
                            <a:schemeClr val="tx1"/>
                          </a:solidFill>
                          <a:latin typeface="Calibri" panose="020F0502020204030204" pitchFamily="34" charset="0"/>
                          <a:ea typeface="宋体" panose="02010600030101010101" pitchFamily="2" charset="-122"/>
                          <a:cs typeface="华文新魏" panose="02010800040101010101" pitchFamily="2" charset="-122"/>
                        </a:defRPr>
                      </a:lvl1pPr>
                      <a:lvl2pPr marL="742950" indent="-285750" eaLnBrk="0" hangingPunct="0">
                        <a:spcBef>
                          <a:spcPct val="20000"/>
                        </a:spcBef>
                        <a:buClr>
                          <a:schemeClr val="hlink"/>
                        </a:buClr>
                        <a:buSzPct val="55000"/>
                        <a:buFont typeface="Wingdings" panose="05000000000000000000" pitchFamily="2" charset="2"/>
                        <a:defRPr kumimoji="1" sz="2400">
                          <a:solidFill>
                            <a:schemeClr val="tx1"/>
                          </a:solidFill>
                          <a:latin typeface="Calibri" panose="020F0502020204030204" pitchFamily="34" charset="0"/>
                          <a:ea typeface="宋体" panose="02010600030101010101" pitchFamily="2" charset="-122"/>
                          <a:cs typeface="华文新魏" panose="02010800040101010101" pitchFamily="2" charset="-122"/>
                        </a:defRPr>
                      </a:lvl2pPr>
                      <a:lvl3pPr marL="1143000" indent="-228600" eaLnBrk="0" hangingPunct="0">
                        <a:spcBef>
                          <a:spcPct val="20000"/>
                        </a:spcBef>
                        <a:buClr>
                          <a:schemeClr val="folHlink"/>
                        </a:buClr>
                        <a:buSzPct val="50000"/>
                        <a:buFont typeface="Wingdings" panose="05000000000000000000" pitchFamily="2" charset="2"/>
                        <a:defRPr kumimoji="1" sz="2000">
                          <a:solidFill>
                            <a:schemeClr val="tx1"/>
                          </a:solidFill>
                          <a:latin typeface="Calibri" panose="020F0502020204030204" pitchFamily="34" charset="0"/>
                          <a:ea typeface="宋体" panose="02010600030101010101" pitchFamily="2" charset="-122"/>
                          <a:cs typeface="华文新魏" panose="02010800040101010101" pitchFamily="2" charset="-122"/>
                        </a:defRPr>
                      </a:lvl3pPr>
                      <a:lvl4pPr marL="1600200" indent="-228600" eaLnBrk="0" hangingPunct="0">
                        <a:spcBef>
                          <a:spcPct val="20000"/>
                        </a:spcBef>
                        <a:buClr>
                          <a:schemeClr val="accent2"/>
                        </a:buClr>
                        <a:buSzPct val="55000"/>
                        <a:buFont typeface="Wingdings" panose="05000000000000000000" pitchFamily="2" charset="2"/>
                        <a:defRPr kumimoji="1">
                          <a:solidFill>
                            <a:schemeClr val="tx1"/>
                          </a:solidFill>
                          <a:latin typeface="Calibri" panose="020F0502020204030204" pitchFamily="34" charset="0"/>
                          <a:ea typeface="宋体" panose="02010600030101010101" pitchFamily="2" charset="-122"/>
                          <a:cs typeface="华文新魏" panose="02010800040101010101" pitchFamily="2" charset="-122"/>
                        </a:defRPr>
                      </a:lvl4pPr>
                      <a:lvl5pPr marL="2057400" indent="-228600" eaLnBrk="0" hangingPunct="0">
                        <a:spcBef>
                          <a:spcPct val="20000"/>
                        </a:spcBef>
                        <a:buClr>
                          <a:schemeClr val="accent1"/>
                        </a:buClr>
                        <a:buSzPct val="50000"/>
                        <a:buFont typeface="Wingdings" panose="05000000000000000000" pitchFamily="2" charset="2"/>
                        <a:defRPr kumimoji="1">
                          <a:solidFill>
                            <a:schemeClr val="tx1"/>
                          </a:solidFill>
                          <a:latin typeface="Calibri" panose="020F0502020204030204" pitchFamily="34" charset="0"/>
                          <a:ea typeface="宋体" panose="02010600030101010101" pitchFamily="2" charset="-122"/>
                          <a:cs typeface="华文新魏" panose="0201080004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kumimoji="1">
                          <a:solidFill>
                            <a:schemeClr val="tx1"/>
                          </a:solidFill>
                          <a:latin typeface="Calibri" panose="020F0502020204030204" pitchFamily="34" charset="0"/>
                          <a:ea typeface="宋体" panose="02010600030101010101" pitchFamily="2" charset="-122"/>
                          <a:cs typeface="华文新魏" panose="0201080004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kumimoji="1">
                          <a:solidFill>
                            <a:schemeClr val="tx1"/>
                          </a:solidFill>
                          <a:latin typeface="Calibri" panose="020F0502020204030204" pitchFamily="34" charset="0"/>
                          <a:ea typeface="宋体" panose="02010600030101010101" pitchFamily="2" charset="-122"/>
                          <a:cs typeface="华文新魏" panose="0201080004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kumimoji="1">
                          <a:solidFill>
                            <a:schemeClr val="tx1"/>
                          </a:solidFill>
                          <a:latin typeface="Calibri" panose="020F0502020204030204" pitchFamily="34" charset="0"/>
                          <a:ea typeface="宋体" panose="02010600030101010101" pitchFamily="2" charset="-122"/>
                          <a:cs typeface="华文新魏" panose="0201080004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kumimoji="1">
                          <a:solidFill>
                            <a:schemeClr val="tx1"/>
                          </a:solidFill>
                          <a:latin typeface="Calibri" panose="020F0502020204030204" pitchFamily="34" charset="0"/>
                          <a:ea typeface="宋体" panose="02010600030101010101" pitchFamily="2" charset="-122"/>
                          <a:cs typeface="华文新魏" panose="0201080004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0" lang="en-US" altLang="zh-CN" sz="1900" b="1" i="1" u="none" strike="noStrike" cap="none" normalizeH="0" baseline="0">
                          <a:ln>
                            <a:noFill/>
                          </a:ln>
                          <a:solidFill>
                            <a:schemeClr val="tx1"/>
                          </a:solidFill>
                          <a:effectLst/>
                          <a:latin typeface="Times New Roman" panose="02020603050405020304" pitchFamily="18" charset="0"/>
                          <a:ea typeface="楷体_GB2312" panose="02010609030101010101" pitchFamily="49" charset="-122"/>
                          <a:cs typeface="Times New Roman" panose="02020603050405020304" pitchFamily="18" charset="0"/>
                        </a:rPr>
                        <a:t>x</a:t>
                      </a:r>
                      <a:r>
                        <a:rPr kumimoji="0" lang="en-US" altLang="zh-CN" sz="1900" b="1" i="0" u="none" strike="noStrike" cap="none" normalizeH="0" baseline="-25000">
                          <a:ln>
                            <a:noFill/>
                          </a:ln>
                          <a:solidFill>
                            <a:schemeClr val="tx1"/>
                          </a:solidFill>
                          <a:effectLst/>
                          <a:latin typeface="Times New Roman" panose="02020603050405020304" pitchFamily="18" charset="0"/>
                          <a:ea typeface="楷体_GB2312" panose="02010609030101010101" pitchFamily="49" charset="-122"/>
                          <a:cs typeface="Times New Roman" panose="02020603050405020304" pitchFamily="18" charset="0"/>
                        </a:rPr>
                        <a:t>13</a:t>
                      </a:r>
                      <a:endParaRPr kumimoji="0" lang="en-US" altLang="zh-CN" sz="1900" b="1" i="0" u="none" strike="noStrike" cap="none" normalizeH="0" baseline="-25000">
                        <a:ln>
                          <a:noFill/>
                        </a:ln>
                        <a:solidFill>
                          <a:schemeClr val="tx1"/>
                        </a:solidFill>
                        <a:effectLst/>
                        <a:latin typeface="Times New Roman" panose="02020603050405020304" pitchFamily="18" charset="0"/>
                        <a:ea typeface="楷体_GB2312" panose="02010609030101010101" pitchFamily="49" charset="-122"/>
                        <a:cs typeface="Times New Roman" panose="02020603050405020304"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folHlink"/>
                        </a:buClr>
                        <a:buSzPct val="60000"/>
                        <a:buFont typeface="Wingdings" panose="05000000000000000000" pitchFamily="2" charset="2"/>
                        <a:defRPr kumimoji="1" sz="2800">
                          <a:solidFill>
                            <a:schemeClr val="tx1"/>
                          </a:solidFill>
                          <a:latin typeface="Calibri" panose="020F0502020204030204" pitchFamily="34" charset="0"/>
                          <a:ea typeface="宋体" panose="02010600030101010101" pitchFamily="2" charset="-122"/>
                          <a:cs typeface="华文新魏" panose="02010800040101010101" pitchFamily="2" charset="-122"/>
                        </a:defRPr>
                      </a:lvl1pPr>
                      <a:lvl2pPr marL="742950" indent="-285750" eaLnBrk="0" hangingPunct="0">
                        <a:spcBef>
                          <a:spcPct val="20000"/>
                        </a:spcBef>
                        <a:buClr>
                          <a:schemeClr val="hlink"/>
                        </a:buClr>
                        <a:buSzPct val="55000"/>
                        <a:buFont typeface="Wingdings" panose="05000000000000000000" pitchFamily="2" charset="2"/>
                        <a:defRPr kumimoji="1" sz="2400">
                          <a:solidFill>
                            <a:schemeClr val="tx1"/>
                          </a:solidFill>
                          <a:latin typeface="Calibri" panose="020F0502020204030204" pitchFamily="34" charset="0"/>
                          <a:ea typeface="宋体" panose="02010600030101010101" pitchFamily="2" charset="-122"/>
                          <a:cs typeface="华文新魏" panose="02010800040101010101" pitchFamily="2" charset="-122"/>
                        </a:defRPr>
                      </a:lvl2pPr>
                      <a:lvl3pPr marL="1143000" indent="-228600" eaLnBrk="0" hangingPunct="0">
                        <a:spcBef>
                          <a:spcPct val="20000"/>
                        </a:spcBef>
                        <a:buClr>
                          <a:schemeClr val="folHlink"/>
                        </a:buClr>
                        <a:buSzPct val="50000"/>
                        <a:buFont typeface="Wingdings" panose="05000000000000000000" pitchFamily="2" charset="2"/>
                        <a:defRPr kumimoji="1" sz="2000">
                          <a:solidFill>
                            <a:schemeClr val="tx1"/>
                          </a:solidFill>
                          <a:latin typeface="Calibri" panose="020F0502020204030204" pitchFamily="34" charset="0"/>
                          <a:ea typeface="宋体" panose="02010600030101010101" pitchFamily="2" charset="-122"/>
                          <a:cs typeface="华文新魏" panose="02010800040101010101" pitchFamily="2" charset="-122"/>
                        </a:defRPr>
                      </a:lvl3pPr>
                      <a:lvl4pPr marL="1600200" indent="-228600" eaLnBrk="0" hangingPunct="0">
                        <a:spcBef>
                          <a:spcPct val="20000"/>
                        </a:spcBef>
                        <a:buClr>
                          <a:schemeClr val="accent2"/>
                        </a:buClr>
                        <a:buSzPct val="55000"/>
                        <a:buFont typeface="Wingdings" panose="05000000000000000000" pitchFamily="2" charset="2"/>
                        <a:defRPr kumimoji="1">
                          <a:solidFill>
                            <a:schemeClr val="tx1"/>
                          </a:solidFill>
                          <a:latin typeface="Calibri" panose="020F0502020204030204" pitchFamily="34" charset="0"/>
                          <a:ea typeface="宋体" panose="02010600030101010101" pitchFamily="2" charset="-122"/>
                          <a:cs typeface="华文新魏" panose="02010800040101010101" pitchFamily="2" charset="-122"/>
                        </a:defRPr>
                      </a:lvl4pPr>
                      <a:lvl5pPr marL="2057400" indent="-228600" eaLnBrk="0" hangingPunct="0">
                        <a:spcBef>
                          <a:spcPct val="20000"/>
                        </a:spcBef>
                        <a:buClr>
                          <a:schemeClr val="accent1"/>
                        </a:buClr>
                        <a:buSzPct val="50000"/>
                        <a:buFont typeface="Wingdings" panose="05000000000000000000" pitchFamily="2" charset="2"/>
                        <a:defRPr kumimoji="1">
                          <a:solidFill>
                            <a:schemeClr val="tx1"/>
                          </a:solidFill>
                          <a:latin typeface="Calibri" panose="020F0502020204030204" pitchFamily="34" charset="0"/>
                          <a:ea typeface="宋体" panose="02010600030101010101" pitchFamily="2" charset="-122"/>
                          <a:cs typeface="华文新魏" panose="0201080004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kumimoji="1">
                          <a:solidFill>
                            <a:schemeClr val="tx1"/>
                          </a:solidFill>
                          <a:latin typeface="Calibri" panose="020F0502020204030204" pitchFamily="34" charset="0"/>
                          <a:ea typeface="宋体" panose="02010600030101010101" pitchFamily="2" charset="-122"/>
                          <a:cs typeface="华文新魏" panose="0201080004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kumimoji="1">
                          <a:solidFill>
                            <a:schemeClr val="tx1"/>
                          </a:solidFill>
                          <a:latin typeface="Calibri" panose="020F0502020204030204" pitchFamily="34" charset="0"/>
                          <a:ea typeface="宋体" panose="02010600030101010101" pitchFamily="2" charset="-122"/>
                          <a:cs typeface="华文新魏" panose="0201080004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kumimoji="1">
                          <a:solidFill>
                            <a:schemeClr val="tx1"/>
                          </a:solidFill>
                          <a:latin typeface="Calibri" panose="020F0502020204030204" pitchFamily="34" charset="0"/>
                          <a:ea typeface="宋体" panose="02010600030101010101" pitchFamily="2" charset="-122"/>
                          <a:cs typeface="华文新魏" panose="0201080004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kumimoji="1">
                          <a:solidFill>
                            <a:schemeClr val="tx1"/>
                          </a:solidFill>
                          <a:latin typeface="Calibri" panose="020F0502020204030204" pitchFamily="34" charset="0"/>
                          <a:ea typeface="宋体" panose="02010600030101010101" pitchFamily="2" charset="-122"/>
                          <a:cs typeface="华文新魏" panose="0201080004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0" lang="en-US" altLang="zh-CN" sz="1900" b="1" i="1" u="none" strike="noStrike" cap="none" normalizeH="0" baseline="0">
                          <a:ln>
                            <a:noFill/>
                          </a:ln>
                          <a:solidFill>
                            <a:schemeClr val="tx1"/>
                          </a:solidFill>
                          <a:effectLst/>
                          <a:latin typeface="Times New Roman" panose="02020603050405020304" pitchFamily="18" charset="0"/>
                          <a:ea typeface="楷体_GB2312" panose="02010609030101010101" pitchFamily="49" charset="-122"/>
                          <a:cs typeface="Times New Roman" panose="02020603050405020304" pitchFamily="18" charset="0"/>
                        </a:rPr>
                        <a:t>x</a:t>
                      </a:r>
                      <a:r>
                        <a:rPr kumimoji="0" lang="en-US" altLang="zh-CN" sz="1900" b="1" i="0" u="none" strike="noStrike" cap="none" normalizeH="0" baseline="-25000">
                          <a:ln>
                            <a:noFill/>
                          </a:ln>
                          <a:solidFill>
                            <a:schemeClr val="tx1"/>
                          </a:solidFill>
                          <a:effectLst/>
                          <a:latin typeface="Times New Roman" panose="02020603050405020304" pitchFamily="18" charset="0"/>
                          <a:ea typeface="楷体_GB2312" panose="02010609030101010101" pitchFamily="49" charset="-122"/>
                          <a:cs typeface="Times New Roman" panose="02020603050405020304" pitchFamily="18" charset="0"/>
                        </a:rPr>
                        <a:t>14</a:t>
                      </a:r>
                      <a:endParaRPr kumimoji="0" lang="en-US" altLang="zh-CN" sz="1900" b="1" i="0" u="none" strike="noStrike" cap="none" normalizeH="0" baseline="-25000">
                        <a:ln>
                          <a:noFill/>
                        </a:ln>
                        <a:solidFill>
                          <a:schemeClr val="tx1"/>
                        </a:solidFill>
                        <a:effectLst/>
                        <a:latin typeface="Times New Roman" panose="02020603050405020304" pitchFamily="18" charset="0"/>
                        <a:ea typeface="楷体_GB2312" panose="02010609030101010101" pitchFamily="49" charset="-122"/>
                        <a:cs typeface="Times New Roman" panose="02020603050405020304"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folHlink"/>
                        </a:buClr>
                        <a:buSzPct val="60000"/>
                        <a:buFont typeface="Wingdings" panose="05000000000000000000" pitchFamily="2" charset="2"/>
                        <a:defRPr kumimoji="1" sz="2800">
                          <a:solidFill>
                            <a:schemeClr val="tx1"/>
                          </a:solidFill>
                          <a:latin typeface="Calibri" panose="020F0502020204030204" pitchFamily="34" charset="0"/>
                          <a:ea typeface="宋体" panose="02010600030101010101" pitchFamily="2" charset="-122"/>
                          <a:cs typeface="华文新魏" panose="02010800040101010101" pitchFamily="2" charset="-122"/>
                        </a:defRPr>
                      </a:lvl1pPr>
                      <a:lvl2pPr marL="742950" indent="-285750" eaLnBrk="0" hangingPunct="0">
                        <a:spcBef>
                          <a:spcPct val="20000"/>
                        </a:spcBef>
                        <a:buClr>
                          <a:schemeClr val="hlink"/>
                        </a:buClr>
                        <a:buSzPct val="55000"/>
                        <a:buFont typeface="Wingdings" panose="05000000000000000000" pitchFamily="2" charset="2"/>
                        <a:defRPr kumimoji="1" sz="2400">
                          <a:solidFill>
                            <a:schemeClr val="tx1"/>
                          </a:solidFill>
                          <a:latin typeface="Calibri" panose="020F0502020204030204" pitchFamily="34" charset="0"/>
                          <a:ea typeface="宋体" panose="02010600030101010101" pitchFamily="2" charset="-122"/>
                          <a:cs typeface="华文新魏" panose="02010800040101010101" pitchFamily="2" charset="-122"/>
                        </a:defRPr>
                      </a:lvl2pPr>
                      <a:lvl3pPr marL="1143000" indent="-228600" eaLnBrk="0" hangingPunct="0">
                        <a:spcBef>
                          <a:spcPct val="20000"/>
                        </a:spcBef>
                        <a:buClr>
                          <a:schemeClr val="folHlink"/>
                        </a:buClr>
                        <a:buSzPct val="50000"/>
                        <a:buFont typeface="Wingdings" panose="05000000000000000000" pitchFamily="2" charset="2"/>
                        <a:defRPr kumimoji="1" sz="2000">
                          <a:solidFill>
                            <a:schemeClr val="tx1"/>
                          </a:solidFill>
                          <a:latin typeface="Calibri" panose="020F0502020204030204" pitchFamily="34" charset="0"/>
                          <a:ea typeface="宋体" panose="02010600030101010101" pitchFamily="2" charset="-122"/>
                          <a:cs typeface="华文新魏" panose="02010800040101010101" pitchFamily="2" charset="-122"/>
                        </a:defRPr>
                      </a:lvl3pPr>
                      <a:lvl4pPr marL="1600200" indent="-228600" eaLnBrk="0" hangingPunct="0">
                        <a:spcBef>
                          <a:spcPct val="20000"/>
                        </a:spcBef>
                        <a:buClr>
                          <a:schemeClr val="accent2"/>
                        </a:buClr>
                        <a:buSzPct val="55000"/>
                        <a:buFont typeface="Wingdings" panose="05000000000000000000" pitchFamily="2" charset="2"/>
                        <a:defRPr kumimoji="1">
                          <a:solidFill>
                            <a:schemeClr val="tx1"/>
                          </a:solidFill>
                          <a:latin typeface="Calibri" panose="020F0502020204030204" pitchFamily="34" charset="0"/>
                          <a:ea typeface="宋体" panose="02010600030101010101" pitchFamily="2" charset="-122"/>
                          <a:cs typeface="华文新魏" panose="02010800040101010101" pitchFamily="2" charset="-122"/>
                        </a:defRPr>
                      </a:lvl4pPr>
                      <a:lvl5pPr marL="2057400" indent="-228600" eaLnBrk="0" hangingPunct="0">
                        <a:spcBef>
                          <a:spcPct val="20000"/>
                        </a:spcBef>
                        <a:buClr>
                          <a:schemeClr val="accent1"/>
                        </a:buClr>
                        <a:buSzPct val="50000"/>
                        <a:buFont typeface="Wingdings" panose="05000000000000000000" pitchFamily="2" charset="2"/>
                        <a:defRPr kumimoji="1">
                          <a:solidFill>
                            <a:schemeClr val="tx1"/>
                          </a:solidFill>
                          <a:latin typeface="Calibri" panose="020F0502020204030204" pitchFamily="34" charset="0"/>
                          <a:ea typeface="宋体" panose="02010600030101010101" pitchFamily="2" charset="-122"/>
                          <a:cs typeface="华文新魏" panose="0201080004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kumimoji="1">
                          <a:solidFill>
                            <a:schemeClr val="tx1"/>
                          </a:solidFill>
                          <a:latin typeface="Calibri" panose="020F0502020204030204" pitchFamily="34" charset="0"/>
                          <a:ea typeface="宋体" panose="02010600030101010101" pitchFamily="2" charset="-122"/>
                          <a:cs typeface="华文新魏" panose="0201080004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kumimoji="1">
                          <a:solidFill>
                            <a:schemeClr val="tx1"/>
                          </a:solidFill>
                          <a:latin typeface="Calibri" panose="020F0502020204030204" pitchFamily="34" charset="0"/>
                          <a:ea typeface="宋体" panose="02010600030101010101" pitchFamily="2" charset="-122"/>
                          <a:cs typeface="华文新魏" panose="0201080004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kumimoji="1">
                          <a:solidFill>
                            <a:schemeClr val="tx1"/>
                          </a:solidFill>
                          <a:latin typeface="Calibri" panose="020F0502020204030204" pitchFamily="34" charset="0"/>
                          <a:ea typeface="宋体" panose="02010600030101010101" pitchFamily="2" charset="-122"/>
                          <a:cs typeface="华文新魏" panose="0201080004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kumimoji="1">
                          <a:solidFill>
                            <a:schemeClr val="tx1"/>
                          </a:solidFill>
                          <a:latin typeface="Calibri" panose="020F0502020204030204" pitchFamily="34" charset="0"/>
                          <a:ea typeface="宋体" panose="02010600030101010101" pitchFamily="2" charset="-122"/>
                          <a:cs typeface="华文新魏" panose="0201080004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0" lang="en-US" altLang="zh-CN" sz="1900" b="1" i="1" u="none" strike="noStrike" cap="none" normalizeH="0" baseline="0">
                          <a:ln>
                            <a:noFill/>
                          </a:ln>
                          <a:solidFill>
                            <a:schemeClr val="tx1"/>
                          </a:solidFill>
                          <a:effectLst/>
                          <a:latin typeface="Times New Roman" panose="02020603050405020304" pitchFamily="18" charset="0"/>
                          <a:ea typeface="楷体_GB2312" panose="02010609030101010101" pitchFamily="49" charset="-122"/>
                          <a:cs typeface="Times New Roman" panose="02020603050405020304" pitchFamily="18" charset="0"/>
                        </a:rPr>
                        <a:t>x</a:t>
                      </a:r>
                      <a:r>
                        <a:rPr kumimoji="0" lang="en-US" altLang="zh-CN" sz="1900" b="1" i="0" u="none" strike="noStrike" cap="none" normalizeH="0" baseline="-25000">
                          <a:ln>
                            <a:noFill/>
                          </a:ln>
                          <a:solidFill>
                            <a:schemeClr val="tx1"/>
                          </a:solidFill>
                          <a:effectLst/>
                          <a:latin typeface="Times New Roman" panose="02020603050405020304" pitchFamily="18" charset="0"/>
                          <a:ea typeface="楷体_GB2312" panose="02010609030101010101" pitchFamily="49" charset="-122"/>
                          <a:cs typeface="Times New Roman" panose="02020603050405020304" pitchFamily="18" charset="0"/>
                        </a:rPr>
                        <a:t>15</a:t>
                      </a:r>
                      <a:endParaRPr kumimoji="0" lang="en-US" altLang="zh-CN" sz="1900" b="1" i="0" u="none" strike="noStrike" cap="none" normalizeH="0" baseline="-25000">
                        <a:ln>
                          <a:noFill/>
                        </a:ln>
                        <a:solidFill>
                          <a:schemeClr val="tx1"/>
                        </a:solidFill>
                        <a:effectLst/>
                        <a:latin typeface="Times New Roman" panose="02020603050405020304" pitchFamily="18" charset="0"/>
                        <a:ea typeface="楷体_GB2312" panose="02010609030101010101" pitchFamily="49" charset="-122"/>
                        <a:cs typeface="Times New Roman" panose="02020603050405020304"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folHlink"/>
                        </a:buClr>
                        <a:buSzPct val="60000"/>
                        <a:buFont typeface="Wingdings" panose="05000000000000000000" pitchFamily="2" charset="2"/>
                        <a:defRPr kumimoji="1" sz="2800">
                          <a:solidFill>
                            <a:schemeClr val="tx1"/>
                          </a:solidFill>
                          <a:latin typeface="Calibri" panose="020F0502020204030204" pitchFamily="34" charset="0"/>
                          <a:ea typeface="宋体" panose="02010600030101010101" pitchFamily="2" charset="-122"/>
                          <a:cs typeface="华文新魏" panose="02010800040101010101" pitchFamily="2" charset="-122"/>
                        </a:defRPr>
                      </a:lvl1pPr>
                      <a:lvl2pPr marL="742950" indent="-285750" eaLnBrk="0" hangingPunct="0">
                        <a:spcBef>
                          <a:spcPct val="20000"/>
                        </a:spcBef>
                        <a:buClr>
                          <a:schemeClr val="hlink"/>
                        </a:buClr>
                        <a:buSzPct val="55000"/>
                        <a:buFont typeface="Wingdings" panose="05000000000000000000" pitchFamily="2" charset="2"/>
                        <a:defRPr kumimoji="1" sz="2400">
                          <a:solidFill>
                            <a:schemeClr val="tx1"/>
                          </a:solidFill>
                          <a:latin typeface="Calibri" panose="020F0502020204030204" pitchFamily="34" charset="0"/>
                          <a:ea typeface="宋体" panose="02010600030101010101" pitchFamily="2" charset="-122"/>
                          <a:cs typeface="华文新魏" panose="02010800040101010101" pitchFamily="2" charset="-122"/>
                        </a:defRPr>
                      </a:lvl2pPr>
                      <a:lvl3pPr marL="1143000" indent="-228600" eaLnBrk="0" hangingPunct="0">
                        <a:spcBef>
                          <a:spcPct val="20000"/>
                        </a:spcBef>
                        <a:buClr>
                          <a:schemeClr val="folHlink"/>
                        </a:buClr>
                        <a:buSzPct val="50000"/>
                        <a:buFont typeface="Wingdings" panose="05000000000000000000" pitchFamily="2" charset="2"/>
                        <a:defRPr kumimoji="1" sz="2000">
                          <a:solidFill>
                            <a:schemeClr val="tx1"/>
                          </a:solidFill>
                          <a:latin typeface="Calibri" panose="020F0502020204030204" pitchFamily="34" charset="0"/>
                          <a:ea typeface="宋体" panose="02010600030101010101" pitchFamily="2" charset="-122"/>
                          <a:cs typeface="华文新魏" panose="02010800040101010101" pitchFamily="2" charset="-122"/>
                        </a:defRPr>
                      </a:lvl3pPr>
                      <a:lvl4pPr marL="1600200" indent="-228600" eaLnBrk="0" hangingPunct="0">
                        <a:spcBef>
                          <a:spcPct val="20000"/>
                        </a:spcBef>
                        <a:buClr>
                          <a:schemeClr val="accent2"/>
                        </a:buClr>
                        <a:buSzPct val="55000"/>
                        <a:buFont typeface="Wingdings" panose="05000000000000000000" pitchFamily="2" charset="2"/>
                        <a:defRPr kumimoji="1">
                          <a:solidFill>
                            <a:schemeClr val="tx1"/>
                          </a:solidFill>
                          <a:latin typeface="Calibri" panose="020F0502020204030204" pitchFamily="34" charset="0"/>
                          <a:ea typeface="宋体" panose="02010600030101010101" pitchFamily="2" charset="-122"/>
                          <a:cs typeface="华文新魏" panose="02010800040101010101" pitchFamily="2" charset="-122"/>
                        </a:defRPr>
                      </a:lvl4pPr>
                      <a:lvl5pPr marL="2057400" indent="-228600" eaLnBrk="0" hangingPunct="0">
                        <a:spcBef>
                          <a:spcPct val="20000"/>
                        </a:spcBef>
                        <a:buClr>
                          <a:schemeClr val="accent1"/>
                        </a:buClr>
                        <a:buSzPct val="50000"/>
                        <a:buFont typeface="Wingdings" panose="05000000000000000000" pitchFamily="2" charset="2"/>
                        <a:defRPr kumimoji="1">
                          <a:solidFill>
                            <a:schemeClr val="tx1"/>
                          </a:solidFill>
                          <a:latin typeface="Calibri" panose="020F0502020204030204" pitchFamily="34" charset="0"/>
                          <a:ea typeface="宋体" panose="02010600030101010101" pitchFamily="2" charset="-122"/>
                          <a:cs typeface="华文新魏" panose="0201080004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kumimoji="1">
                          <a:solidFill>
                            <a:schemeClr val="tx1"/>
                          </a:solidFill>
                          <a:latin typeface="Calibri" panose="020F0502020204030204" pitchFamily="34" charset="0"/>
                          <a:ea typeface="宋体" panose="02010600030101010101" pitchFamily="2" charset="-122"/>
                          <a:cs typeface="华文新魏" panose="0201080004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kumimoji="1">
                          <a:solidFill>
                            <a:schemeClr val="tx1"/>
                          </a:solidFill>
                          <a:latin typeface="Calibri" panose="020F0502020204030204" pitchFamily="34" charset="0"/>
                          <a:ea typeface="宋体" panose="02010600030101010101" pitchFamily="2" charset="-122"/>
                          <a:cs typeface="华文新魏" panose="0201080004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kumimoji="1">
                          <a:solidFill>
                            <a:schemeClr val="tx1"/>
                          </a:solidFill>
                          <a:latin typeface="Calibri" panose="020F0502020204030204" pitchFamily="34" charset="0"/>
                          <a:ea typeface="宋体" panose="02010600030101010101" pitchFamily="2" charset="-122"/>
                          <a:cs typeface="华文新魏" panose="0201080004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kumimoji="1">
                          <a:solidFill>
                            <a:schemeClr val="tx1"/>
                          </a:solidFill>
                          <a:latin typeface="Calibri" panose="020F0502020204030204" pitchFamily="34" charset="0"/>
                          <a:ea typeface="宋体" panose="02010600030101010101" pitchFamily="2" charset="-122"/>
                          <a:cs typeface="华文新魏" panose="0201080004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0" lang="en-US" altLang="zh-CN" sz="1900" b="1" i="1" u="none" strike="noStrike" cap="none" normalizeH="0" baseline="0">
                          <a:ln>
                            <a:noFill/>
                          </a:ln>
                          <a:solidFill>
                            <a:schemeClr val="tx1"/>
                          </a:solidFill>
                          <a:effectLst/>
                          <a:latin typeface="Times New Roman" panose="02020603050405020304" pitchFamily="18" charset="0"/>
                          <a:ea typeface="楷体_GB2312" panose="02010609030101010101" pitchFamily="49" charset="-122"/>
                          <a:cs typeface="Times New Roman" panose="02020603050405020304" pitchFamily="18" charset="0"/>
                        </a:rPr>
                        <a:t>x</a:t>
                      </a:r>
                      <a:r>
                        <a:rPr kumimoji="0" lang="en-US" altLang="zh-CN" sz="1900" b="1" i="0" u="none" strike="noStrike" cap="none" normalizeH="0" baseline="-25000">
                          <a:ln>
                            <a:noFill/>
                          </a:ln>
                          <a:solidFill>
                            <a:schemeClr val="tx1"/>
                          </a:solidFill>
                          <a:effectLst/>
                          <a:latin typeface="Times New Roman" panose="02020603050405020304" pitchFamily="18" charset="0"/>
                          <a:ea typeface="楷体_GB2312" panose="02010609030101010101" pitchFamily="49" charset="-122"/>
                          <a:cs typeface="Times New Roman" panose="02020603050405020304" pitchFamily="18" charset="0"/>
                        </a:rPr>
                        <a:t>16</a:t>
                      </a:r>
                      <a:endParaRPr kumimoji="0" lang="en-US" altLang="zh-CN" sz="1900" b="1" i="0" u="none" strike="noStrike" cap="none" normalizeH="0" baseline="-25000">
                        <a:ln>
                          <a:noFill/>
                        </a:ln>
                        <a:solidFill>
                          <a:schemeClr val="tx1"/>
                        </a:solidFill>
                        <a:effectLst/>
                        <a:latin typeface="Times New Roman" panose="02020603050405020304" pitchFamily="18" charset="0"/>
                        <a:ea typeface="楷体_GB2312" panose="02010609030101010101" pitchFamily="49" charset="-122"/>
                        <a:cs typeface="Times New Roman" panose="02020603050405020304"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folHlink"/>
                        </a:buClr>
                        <a:buSzPct val="60000"/>
                        <a:buFont typeface="Wingdings" panose="05000000000000000000" pitchFamily="2" charset="2"/>
                        <a:defRPr kumimoji="1" sz="2800">
                          <a:solidFill>
                            <a:schemeClr val="tx1"/>
                          </a:solidFill>
                          <a:latin typeface="Calibri" panose="020F0502020204030204" pitchFamily="34" charset="0"/>
                          <a:ea typeface="宋体" panose="02010600030101010101" pitchFamily="2" charset="-122"/>
                          <a:cs typeface="华文新魏" panose="02010800040101010101" pitchFamily="2" charset="-122"/>
                        </a:defRPr>
                      </a:lvl1pPr>
                      <a:lvl2pPr marL="742950" indent="-285750" eaLnBrk="0" hangingPunct="0">
                        <a:spcBef>
                          <a:spcPct val="20000"/>
                        </a:spcBef>
                        <a:buClr>
                          <a:schemeClr val="hlink"/>
                        </a:buClr>
                        <a:buSzPct val="55000"/>
                        <a:buFont typeface="Wingdings" panose="05000000000000000000" pitchFamily="2" charset="2"/>
                        <a:defRPr kumimoji="1" sz="2400">
                          <a:solidFill>
                            <a:schemeClr val="tx1"/>
                          </a:solidFill>
                          <a:latin typeface="Calibri" panose="020F0502020204030204" pitchFamily="34" charset="0"/>
                          <a:ea typeface="宋体" panose="02010600030101010101" pitchFamily="2" charset="-122"/>
                          <a:cs typeface="华文新魏" panose="02010800040101010101" pitchFamily="2" charset="-122"/>
                        </a:defRPr>
                      </a:lvl2pPr>
                      <a:lvl3pPr marL="1143000" indent="-228600" eaLnBrk="0" hangingPunct="0">
                        <a:spcBef>
                          <a:spcPct val="20000"/>
                        </a:spcBef>
                        <a:buClr>
                          <a:schemeClr val="folHlink"/>
                        </a:buClr>
                        <a:buSzPct val="50000"/>
                        <a:buFont typeface="Wingdings" panose="05000000000000000000" pitchFamily="2" charset="2"/>
                        <a:defRPr kumimoji="1" sz="2000">
                          <a:solidFill>
                            <a:schemeClr val="tx1"/>
                          </a:solidFill>
                          <a:latin typeface="Calibri" panose="020F0502020204030204" pitchFamily="34" charset="0"/>
                          <a:ea typeface="宋体" panose="02010600030101010101" pitchFamily="2" charset="-122"/>
                          <a:cs typeface="华文新魏" panose="02010800040101010101" pitchFamily="2" charset="-122"/>
                        </a:defRPr>
                      </a:lvl3pPr>
                      <a:lvl4pPr marL="1600200" indent="-228600" eaLnBrk="0" hangingPunct="0">
                        <a:spcBef>
                          <a:spcPct val="20000"/>
                        </a:spcBef>
                        <a:buClr>
                          <a:schemeClr val="accent2"/>
                        </a:buClr>
                        <a:buSzPct val="55000"/>
                        <a:buFont typeface="Wingdings" panose="05000000000000000000" pitchFamily="2" charset="2"/>
                        <a:defRPr kumimoji="1">
                          <a:solidFill>
                            <a:schemeClr val="tx1"/>
                          </a:solidFill>
                          <a:latin typeface="Calibri" panose="020F0502020204030204" pitchFamily="34" charset="0"/>
                          <a:ea typeface="宋体" panose="02010600030101010101" pitchFamily="2" charset="-122"/>
                          <a:cs typeface="华文新魏" panose="02010800040101010101" pitchFamily="2" charset="-122"/>
                        </a:defRPr>
                      </a:lvl4pPr>
                      <a:lvl5pPr marL="2057400" indent="-228600" eaLnBrk="0" hangingPunct="0">
                        <a:spcBef>
                          <a:spcPct val="20000"/>
                        </a:spcBef>
                        <a:buClr>
                          <a:schemeClr val="accent1"/>
                        </a:buClr>
                        <a:buSzPct val="50000"/>
                        <a:buFont typeface="Wingdings" panose="05000000000000000000" pitchFamily="2" charset="2"/>
                        <a:defRPr kumimoji="1">
                          <a:solidFill>
                            <a:schemeClr val="tx1"/>
                          </a:solidFill>
                          <a:latin typeface="Calibri" panose="020F0502020204030204" pitchFamily="34" charset="0"/>
                          <a:ea typeface="宋体" panose="02010600030101010101" pitchFamily="2" charset="-122"/>
                          <a:cs typeface="华文新魏" panose="0201080004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kumimoji="1">
                          <a:solidFill>
                            <a:schemeClr val="tx1"/>
                          </a:solidFill>
                          <a:latin typeface="Calibri" panose="020F0502020204030204" pitchFamily="34" charset="0"/>
                          <a:ea typeface="宋体" panose="02010600030101010101" pitchFamily="2" charset="-122"/>
                          <a:cs typeface="华文新魏" panose="0201080004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kumimoji="1">
                          <a:solidFill>
                            <a:schemeClr val="tx1"/>
                          </a:solidFill>
                          <a:latin typeface="Calibri" panose="020F0502020204030204" pitchFamily="34" charset="0"/>
                          <a:ea typeface="宋体" panose="02010600030101010101" pitchFamily="2" charset="-122"/>
                          <a:cs typeface="华文新魏" panose="0201080004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kumimoji="1">
                          <a:solidFill>
                            <a:schemeClr val="tx1"/>
                          </a:solidFill>
                          <a:latin typeface="Calibri" panose="020F0502020204030204" pitchFamily="34" charset="0"/>
                          <a:ea typeface="宋体" panose="02010600030101010101" pitchFamily="2" charset="-122"/>
                          <a:cs typeface="华文新魏" panose="0201080004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kumimoji="1">
                          <a:solidFill>
                            <a:schemeClr val="tx1"/>
                          </a:solidFill>
                          <a:latin typeface="Calibri" panose="020F0502020204030204" pitchFamily="34" charset="0"/>
                          <a:ea typeface="宋体" panose="02010600030101010101" pitchFamily="2" charset="-122"/>
                          <a:cs typeface="华文新魏" panose="0201080004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0" lang="en-US" altLang="zh-CN" sz="1900" b="1" i="1" u="none" strike="noStrike" cap="none" normalizeH="0" baseline="0">
                          <a:ln>
                            <a:noFill/>
                          </a:ln>
                          <a:solidFill>
                            <a:schemeClr val="tx1"/>
                          </a:solidFill>
                          <a:effectLst/>
                          <a:latin typeface="Times New Roman" panose="02020603050405020304" pitchFamily="18" charset="0"/>
                          <a:ea typeface="楷体_GB2312" panose="02010609030101010101" pitchFamily="49" charset="-122"/>
                          <a:cs typeface="Times New Roman" panose="02020603050405020304" pitchFamily="18" charset="0"/>
                        </a:rPr>
                        <a:t>x</a:t>
                      </a:r>
                      <a:r>
                        <a:rPr kumimoji="0" lang="en-US" altLang="zh-CN" sz="1900" b="1" i="0" u="none" strike="noStrike" cap="none" normalizeH="0" baseline="-25000">
                          <a:ln>
                            <a:noFill/>
                          </a:ln>
                          <a:solidFill>
                            <a:schemeClr val="tx1"/>
                          </a:solidFill>
                          <a:effectLst/>
                          <a:latin typeface="Times New Roman" panose="02020603050405020304" pitchFamily="18" charset="0"/>
                          <a:ea typeface="楷体_GB2312" panose="02010609030101010101" pitchFamily="49" charset="-122"/>
                          <a:cs typeface="Times New Roman" panose="02020603050405020304" pitchFamily="18" charset="0"/>
                        </a:rPr>
                        <a:t>17</a:t>
                      </a:r>
                      <a:endParaRPr kumimoji="0" lang="en-US" altLang="zh-CN" sz="1900" b="1" i="0" u="none" strike="noStrike" cap="none" normalizeH="0" baseline="-25000">
                        <a:ln>
                          <a:noFill/>
                        </a:ln>
                        <a:solidFill>
                          <a:schemeClr val="tx1"/>
                        </a:solidFill>
                        <a:effectLst/>
                        <a:latin typeface="Times New Roman" panose="02020603050405020304" pitchFamily="18" charset="0"/>
                        <a:ea typeface="楷体_GB2312" panose="02010609030101010101" pitchFamily="49" charset="-122"/>
                        <a:cs typeface="Times New Roman" panose="02020603050405020304"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folHlink"/>
                        </a:buClr>
                        <a:buSzPct val="60000"/>
                        <a:buFont typeface="Wingdings" panose="05000000000000000000" pitchFamily="2" charset="2"/>
                        <a:defRPr kumimoji="1" sz="2800">
                          <a:solidFill>
                            <a:schemeClr val="tx1"/>
                          </a:solidFill>
                          <a:latin typeface="Calibri" panose="020F0502020204030204" pitchFamily="34" charset="0"/>
                          <a:ea typeface="宋体" panose="02010600030101010101" pitchFamily="2" charset="-122"/>
                          <a:cs typeface="华文新魏" panose="02010800040101010101" pitchFamily="2" charset="-122"/>
                        </a:defRPr>
                      </a:lvl1pPr>
                      <a:lvl2pPr marL="742950" indent="-285750" eaLnBrk="0" hangingPunct="0">
                        <a:spcBef>
                          <a:spcPct val="20000"/>
                        </a:spcBef>
                        <a:buClr>
                          <a:schemeClr val="hlink"/>
                        </a:buClr>
                        <a:buSzPct val="55000"/>
                        <a:buFont typeface="Wingdings" panose="05000000000000000000" pitchFamily="2" charset="2"/>
                        <a:defRPr kumimoji="1" sz="2400">
                          <a:solidFill>
                            <a:schemeClr val="tx1"/>
                          </a:solidFill>
                          <a:latin typeface="Calibri" panose="020F0502020204030204" pitchFamily="34" charset="0"/>
                          <a:ea typeface="宋体" panose="02010600030101010101" pitchFamily="2" charset="-122"/>
                          <a:cs typeface="华文新魏" panose="02010800040101010101" pitchFamily="2" charset="-122"/>
                        </a:defRPr>
                      </a:lvl2pPr>
                      <a:lvl3pPr marL="1143000" indent="-228600" eaLnBrk="0" hangingPunct="0">
                        <a:spcBef>
                          <a:spcPct val="20000"/>
                        </a:spcBef>
                        <a:buClr>
                          <a:schemeClr val="folHlink"/>
                        </a:buClr>
                        <a:buSzPct val="50000"/>
                        <a:buFont typeface="Wingdings" panose="05000000000000000000" pitchFamily="2" charset="2"/>
                        <a:defRPr kumimoji="1" sz="2000">
                          <a:solidFill>
                            <a:schemeClr val="tx1"/>
                          </a:solidFill>
                          <a:latin typeface="Calibri" panose="020F0502020204030204" pitchFamily="34" charset="0"/>
                          <a:ea typeface="宋体" panose="02010600030101010101" pitchFamily="2" charset="-122"/>
                          <a:cs typeface="华文新魏" panose="02010800040101010101" pitchFamily="2" charset="-122"/>
                        </a:defRPr>
                      </a:lvl3pPr>
                      <a:lvl4pPr marL="1600200" indent="-228600" eaLnBrk="0" hangingPunct="0">
                        <a:spcBef>
                          <a:spcPct val="20000"/>
                        </a:spcBef>
                        <a:buClr>
                          <a:schemeClr val="accent2"/>
                        </a:buClr>
                        <a:buSzPct val="55000"/>
                        <a:buFont typeface="Wingdings" panose="05000000000000000000" pitchFamily="2" charset="2"/>
                        <a:defRPr kumimoji="1">
                          <a:solidFill>
                            <a:schemeClr val="tx1"/>
                          </a:solidFill>
                          <a:latin typeface="Calibri" panose="020F0502020204030204" pitchFamily="34" charset="0"/>
                          <a:ea typeface="宋体" panose="02010600030101010101" pitchFamily="2" charset="-122"/>
                          <a:cs typeface="华文新魏" panose="02010800040101010101" pitchFamily="2" charset="-122"/>
                        </a:defRPr>
                      </a:lvl4pPr>
                      <a:lvl5pPr marL="2057400" indent="-228600" eaLnBrk="0" hangingPunct="0">
                        <a:spcBef>
                          <a:spcPct val="20000"/>
                        </a:spcBef>
                        <a:buClr>
                          <a:schemeClr val="accent1"/>
                        </a:buClr>
                        <a:buSzPct val="50000"/>
                        <a:buFont typeface="Wingdings" panose="05000000000000000000" pitchFamily="2" charset="2"/>
                        <a:defRPr kumimoji="1">
                          <a:solidFill>
                            <a:schemeClr val="tx1"/>
                          </a:solidFill>
                          <a:latin typeface="Calibri" panose="020F0502020204030204" pitchFamily="34" charset="0"/>
                          <a:ea typeface="宋体" panose="02010600030101010101" pitchFamily="2" charset="-122"/>
                          <a:cs typeface="华文新魏" panose="0201080004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kumimoji="1">
                          <a:solidFill>
                            <a:schemeClr val="tx1"/>
                          </a:solidFill>
                          <a:latin typeface="Calibri" panose="020F0502020204030204" pitchFamily="34" charset="0"/>
                          <a:ea typeface="宋体" panose="02010600030101010101" pitchFamily="2" charset="-122"/>
                          <a:cs typeface="华文新魏" panose="0201080004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kumimoji="1">
                          <a:solidFill>
                            <a:schemeClr val="tx1"/>
                          </a:solidFill>
                          <a:latin typeface="Calibri" panose="020F0502020204030204" pitchFamily="34" charset="0"/>
                          <a:ea typeface="宋体" panose="02010600030101010101" pitchFamily="2" charset="-122"/>
                          <a:cs typeface="华文新魏" panose="0201080004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kumimoji="1">
                          <a:solidFill>
                            <a:schemeClr val="tx1"/>
                          </a:solidFill>
                          <a:latin typeface="Calibri" panose="020F0502020204030204" pitchFamily="34" charset="0"/>
                          <a:ea typeface="宋体" panose="02010600030101010101" pitchFamily="2" charset="-122"/>
                          <a:cs typeface="华文新魏" panose="0201080004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kumimoji="1">
                          <a:solidFill>
                            <a:schemeClr val="tx1"/>
                          </a:solidFill>
                          <a:latin typeface="Calibri" panose="020F0502020204030204" pitchFamily="34" charset="0"/>
                          <a:ea typeface="宋体" panose="02010600030101010101" pitchFamily="2" charset="-122"/>
                          <a:cs typeface="华文新魏" panose="0201080004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0" lang="en-US" altLang="zh-CN" sz="1900" b="1" i="1" u="none" strike="noStrike" cap="none" normalizeH="0" baseline="0">
                          <a:ln>
                            <a:noFill/>
                          </a:ln>
                          <a:solidFill>
                            <a:schemeClr val="tx1"/>
                          </a:solidFill>
                          <a:effectLst/>
                          <a:latin typeface="Times New Roman" panose="02020603050405020304" pitchFamily="18" charset="0"/>
                          <a:ea typeface="楷体_GB2312" panose="02010609030101010101" pitchFamily="49" charset="-122"/>
                          <a:cs typeface="Times New Roman" panose="02020603050405020304" pitchFamily="18" charset="0"/>
                        </a:rPr>
                        <a:t>x</a:t>
                      </a:r>
                      <a:r>
                        <a:rPr kumimoji="0" lang="en-US" altLang="zh-CN" sz="1900" b="1" i="0" u="none" strike="noStrike" cap="none" normalizeH="0" baseline="-25000">
                          <a:ln>
                            <a:noFill/>
                          </a:ln>
                          <a:solidFill>
                            <a:schemeClr val="tx1"/>
                          </a:solidFill>
                          <a:effectLst/>
                          <a:latin typeface="Times New Roman" panose="02020603050405020304" pitchFamily="18" charset="0"/>
                          <a:ea typeface="楷体_GB2312" panose="02010609030101010101" pitchFamily="49" charset="-122"/>
                          <a:cs typeface="Times New Roman" panose="02020603050405020304" pitchFamily="18" charset="0"/>
                        </a:rPr>
                        <a:t>18</a:t>
                      </a:r>
                      <a:endParaRPr kumimoji="0" lang="en-US" altLang="zh-CN" sz="1900" b="1" i="0" u="none" strike="noStrike" cap="none" normalizeH="0" baseline="-25000">
                        <a:ln>
                          <a:noFill/>
                        </a:ln>
                        <a:solidFill>
                          <a:schemeClr val="tx1"/>
                        </a:solidFill>
                        <a:effectLst/>
                        <a:latin typeface="Times New Roman" panose="02020603050405020304" pitchFamily="18" charset="0"/>
                        <a:ea typeface="楷体_GB2312" panose="02010609030101010101" pitchFamily="49" charset="-122"/>
                        <a:cs typeface="Times New Roman" panose="02020603050405020304"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folHlink"/>
                        </a:buClr>
                        <a:buSzPct val="60000"/>
                        <a:buFont typeface="Wingdings" panose="05000000000000000000" pitchFamily="2" charset="2"/>
                        <a:defRPr kumimoji="1" sz="2800">
                          <a:solidFill>
                            <a:schemeClr val="tx1"/>
                          </a:solidFill>
                          <a:latin typeface="Calibri" panose="020F0502020204030204" pitchFamily="34" charset="0"/>
                          <a:ea typeface="宋体" panose="02010600030101010101" pitchFamily="2" charset="-122"/>
                          <a:cs typeface="华文新魏" panose="02010800040101010101" pitchFamily="2" charset="-122"/>
                        </a:defRPr>
                      </a:lvl1pPr>
                      <a:lvl2pPr marL="742950" indent="-285750" eaLnBrk="0" hangingPunct="0">
                        <a:spcBef>
                          <a:spcPct val="20000"/>
                        </a:spcBef>
                        <a:buClr>
                          <a:schemeClr val="hlink"/>
                        </a:buClr>
                        <a:buSzPct val="55000"/>
                        <a:buFont typeface="Wingdings" panose="05000000000000000000" pitchFamily="2" charset="2"/>
                        <a:defRPr kumimoji="1" sz="2400">
                          <a:solidFill>
                            <a:schemeClr val="tx1"/>
                          </a:solidFill>
                          <a:latin typeface="Calibri" panose="020F0502020204030204" pitchFamily="34" charset="0"/>
                          <a:ea typeface="宋体" panose="02010600030101010101" pitchFamily="2" charset="-122"/>
                          <a:cs typeface="华文新魏" panose="02010800040101010101" pitchFamily="2" charset="-122"/>
                        </a:defRPr>
                      </a:lvl2pPr>
                      <a:lvl3pPr marL="1143000" indent="-228600" eaLnBrk="0" hangingPunct="0">
                        <a:spcBef>
                          <a:spcPct val="20000"/>
                        </a:spcBef>
                        <a:buClr>
                          <a:schemeClr val="folHlink"/>
                        </a:buClr>
                        <a:buSzPct val="50000"/>
                        <a:buFont typeface="Wingdings" panose="05000000000000000000" pitchFamily="2" charset="2"/>
                        <a:defRPr kumimoji="1" sz="2000">
                          <a:solidFill>
                            <a:schemeClr val="tx1"/>
                          </a:solidFill>
                          <a:latin typeface="Calibri" panose="020F0502020204030204" pitchFamily="34" charset="0"/>
                          <a:ea typeface="宋体" panose="02010600030101010101" pitchFamily="2" charset="-122"/>
                          <a:cs typeface="华文新魏" panose="02010800040101010101" pitchFamily="2" charset="-122"/>
                        </a:defRPr>
                      </a:lvl3pPr>
                      <a:lvl4pPr marL="1600200" indent="-228600" eaLnBrk="0" hangingPunct="0">
                        <a:spcBef>
                          <a:spcPct val="20000"/>
                        </a:spcBef>
                        <a:buClr>
                          <a:schemeClr val="accent2"/>
                        </a:buClr>
                        <a:buSzPct val="55000"/>
                        <a:buFont typeface="Wingdings" panose="05000000000000000000" pitchFamily="2" charset="2"/>
                        <a:defRPr kumimoji="1">
                          <a:solidFill>
                            <a:schemeClr val="tx1"/>
                          </a:solidFill>
                          <a:latin typeface="Calibri" panose="020F0502020204030204" pitchFamily="34" charset="0"/>
                          <a:ea typeface="宋体" panose="02010600030101010101" pitchFamily="2" charset="-122"/>
                          <a:cs typeface="华文新魏" panose="02010800040101010101" pitchFamily="2" charset="-122"/>
                        </a:defRPr>
                      </a:lvl4pPr>
                      <a:lvl5pPr marL="2057400" indent="-228600" eaLnBrk="0" hangingPunct="0">
                        <a:spcBef>
                          <a:spcPct val="20000"/>
                        </a:spcBef>
                        <a:buClr>
                          <a:schemeClr val="accent1"/>
                        </a:buClr>
                        <a:buSzPct val="50000"/>
                        <a:buFont typeface="Wingdings" panose="05000000000000000000" pitchFamily="2" charset="2"/>
                        <a:defRPr kumimoji="1">
                          <a:solidFill>
                            <a:schemeClr val="tx1"/>
                          </a:solidFill>
                          <a:latin typeface="Calibri" panose="020F0502020204030204" pitchFamily="34" charset="0"/>
                          <a:ea typeface="宋体" panose="02010600030101010101" pitchFamily="2" charset="-122"/>
                          <a:cs typeface="华文新魏" panose="0201080004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kumimoji="1">
                          <a:solidFill>
                            <a:schemeClr val="tx1"/>
                          </a:solidFill>
                          <a:latin typeface="Calibri" panose="020F0502020204030204" pitchFamily="34" charset="0"/>
                          <a:ea typeface="宋体" panose="02010600030101010101" pitchFamily="2" charset="-122"/>
                          <a:cs typeface="华文新魏" panose="0201080004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kumimoji="1">
                          <a:solidFill>
                            <a:schemeClr val="tx1"/>
                          </a:solidFill>
                          <a:latin typeface="Calibri" panose="020F0502020204030204" pitchFamily="34" charset="0"/>
                          <a:ea typeface="宋体" panose="02010600030101010101" pitchFamily="2" charset="-122"/>
                          <a:cs typeface="华文新魏" panose="0201080004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kumimoji="1">
                          <a:solidFill>
                            <a:schemeClr val="tx1"/>
                          </a:solidFill>
                          <a:latin typeface="Calibri" panose="020F0502020204030204" pitchFamily="34" charset="0"/>
                          <a:ea typeface="宋体" panose="02010600030101010101" pitchFamily="2" charset="-122"/>
                          <a:cs typeface="华文新魏" panose="0201080004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kumimoji="1">
                          <a:solidFill>
                            <a:schemeClr val="tx1"/>
                          </a:solidFill>
                          <a:latin typeface="Calibri" panose="020F0502020204030204" pitchFamily="34" charset="0"/>
                          <a:ea typeface="宋体" panose="02010600030101010101" pitchFamily="2" charset="-122"/>
                          <a:cs typeface="华文新魏" panose="0201080004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0" lang="en-US" altLang="zh-CN" sz="1900" b="1" i="1" u="none" strike="noStrike" cap="none" normalizeH="0" baseline="0">
                          <a:ln>
                            <a:noFill/>
                          </a:ln>
                          <a:solidFill>
                            <a:schemeClr val="tx1"/>
                          </a:solidFill>
                          <a:effectLst/>
                          <a:latin typeface="Times New Roman" panose="02020603050405020304" pitchFamily="18" charset="0"/>
                          <a:ea typeface="楷体_GB2312" panose="02010609030101010101" pitchFamily="49" charset="-122"/>
                          <a:cs typeface="Times New Roman" panose="02020603050405020304" pitchFamily="18" charset="0"/>
                        </a:rPr>
                        <a:t>x</a:t>
                      </a:r>
                      <a:r>
                        <a:rPr kumimoji="0" lang="en-US" altLang="zh-CN" sz="1900" b="1" i="0" u="none" strike="noStrike" cap="none" normalizeH="0" baseline="-25000">
                          <a:ln>
                            <a:noFill/>
                          </a:ln>
                          <a:solidFill>
                            <a:schemeClr val="tx1"/>
                          </a:solidFill>
                          <a:effectLst/>
                          <a:latin typeface="Times New Roman" panose="02020603050405020304" pitchFamily="18" charset="0"/>
                          <a:ea typeface="楷体_GB2312" panose="02010609030101010101" pitchFamily="49" charset="-122"/>
                          <a:cs typeface="Times New Roman" panose="02020603050405020304" pitchFamily="18" charset="0"/>
                        </a:rPr>
                        <a:t>19</a:t>
                      </a:r>
                      <a:endParaRPr kumimoji="0" lang="en-US" altLang="zh-CN" sz="1900" b="1" i="0" u="none" strike="noStrike" cap="none" normalizeH="0" baseline="-25000">
                        <a:ln>
                          <a:noFill/>
                        </a:ln>
                        <a:solidFill>
                          <a:schemeClr val="tx1"/>
                        </a:solidFill>
                        <a:effectLst/>
                        <a:latin typeface="Times New Roman" panose="02020603050405020304" pitchFamily="18" charset="0"/>
                        <a:ea typeface="楷体_GB2312" panose="02010609030101010101" pitchFamily="49" charset="-122"/>
                        <a:cs typeface="Times New Roman" panose="02020603050405020304"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folHlink"/>
                        </a:buClr>
                        <a:buSzPct val="60000"/>
                        <a:buFont typeface="Wingdings" panose="05000000000000000000" pitchFamily="2" charset="2"/>
                        <a:defRPr kumimoji="1" sz="2800">
                          <a:solidFill>
                            <a:schemeClr val="tx1"/>
                          </a:solidFill>
                          <a:latin typeface="Calibri" panose="020F0502020204030204" pitchFamily="34" charset="0"/>
                          <a:ea typeface="宋体" panose="02010600030101010101" pitchFamily="2" charset="-122"/>
                          <a:cs typeface="华文新魏" panose="02010800040101010101" pitchFamily="2" charset="-122"/>
                        </a:defRPr>
                      </a:lvl1pPr>
                      <a:lvl2pPr marL="742950" indent="-285750" eaLnBrk="0" hangingPunct="0">
                        <a:spcBef>
                          <a:spcPct val="20000"/>
                        </a:spcBef>
                        <a:buClr>
                          <a:schemeClr val="hlink"/>
                        </a:buClr>
                        <a:buSzPct val="55000"/>
                        <a:buFont typeface="Wingdings" panose="05000000000000000000" pitchFamily="2" charset="2"/>
                        <a:defRPr kumimoji="1" sz="2400">
                          <a:solidFill>
                            <a:schemeClr val="tx1"/>
                          </a:solidFill>
                          <a:latin typeface="Calibri" panose="020F0502020204030204" pitchFamily="34" charset="0"/>
                          <a:ea typeface="宋体" panose="02010600030101010101" pitchFamily="2" charset="-122"/>
                          <a:cs typeface="华文新魏" panose="02010800040101010101" pitchFamily="2" charset="-122"/>
                        </a:defRPr>
                      </a:lvl2pPr>
                      <a:lvl3pPr marL="1143000" indent="-228600" eaLnBrk="0" hangingPunct="0">
                        <a:spcBef>
                          <a:spcPct val="20000"/>
                        </a:spcBef>
                        <a:buClr>
                          <a:schemeClr val="folHlink"/>
                        </a:buClr>
                        <a:buSzPct val="50000"/>
                        <a:buFont typeface="Wingdings" panose="05000000000000000000" pitchFamily="2" charset="2"/>
                        <a:defRPr kumimoji="1" sz="2000">
                          <a:solidFill>
                            <a:schemeClr val="tx1"/>
                          </a:solidFill>
                          <a:latin typeface="Calibri" panose="020F0502020204030204" pitchFamily="34" charset="0"/>
                          <a:ea typeface="宋体" panose="02010600030101010101" pitchFamily="2" charset="-122"/>
                          <a:cs typeface="华文新魏" panose="02010800040101010101" pitchFamily="2" charset="-122"/>
                        </a:defRPr>
                      </a:lvl3pPr>
                      <a:lvl4pPr marL="1600200" indent="-228600" eaLnBrk="0" hangingPunct="0">
                        <a:spcBef>
                          <a:spcPct val="20000"/>
                        </a:spcBef>
                        <a:buClr>
                          <a:schemeClr val="accent2"/>
                        </a:buClr>
                        <a:buSzPct val="55000"/>
                        <a:buFont typeface="Wingdings" panose="05000000000000000000" pitchFamily="2" charset="2"/>
                        <a:defRPr kumimoji="1">
                          <a:solidFill>
                            <a:schemeClr val="tx1"/>
                          </a:solidFill>
                          <a:latin typeface="Calibri" panose="020F0502020204030204" pitchFamily="34" charset="0"/>
                          <a:ea typeface="宋体" panose="02010600030101010101" pitchFamily="2" charset="-122"/>
                          <a:cs typeface="华文新魏" panose="02010800040101010101" pitchFamily="2" charset="-122"/>
                        </a:defRPr>
                      </a:lvl4pPr>
                      <a:lvl5pPr marL="2057400" indent="-228600" eaLnBrk="0" hangingPunct="0">
                        <a:spcBef>
                          <a:spcPct val="20000"/>
                        </a:spcBef>
                        <a:buClr>
                          <a:schemeClr val="accent1"/>
                        </a:buClr>
                        <a:buSzPct val="50000"/>
                        <a:buFont typeface="Wingdings" panose="05000000000000000000" pitchFamily="2" charset="2"/>
                        <a:defRPr kumimoji="1">
                          <a:solidFill>
                            <a:schemeClr val="tx1"/>
                          </a:solidFill>
                          <a:latin typeface="Calibri" panose="020F0502020204030204" pitchFamily="34" charset="0"/>
                          <a:ea typeface="宋体" panose="02010600030101010101" pitchFamily="2" charset="-122"/>
                          <a:cs typeface="华文新魏" panose="0201080004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kumimoji="1">
                          <a:solidFill>
                            <a:schemeClr val="tx1"/>
                          </a:solidFill>
                          <a:latin typeface="Calibri" panose="020F0502020204030204" pitchFamily="34" charset="0"/>
                          <a:ea typeface="宋体" panose="02010600030101010101" pitchFamily="2" charset="-122"/>
                          <a:cs typeface="华文新魏" panose="0201080004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kumimoji="1">
                          <a:solidFill>
                            <a:schemeClr val="tx1"/>
                          </a:solidFill>
                          <a:latin typeface="Calibri" panose="020F0502020204030204" pitchFamily="34" charset="0"/>
                          <a:ea typeface="宋体" panose="02010600030101010101" pitchFamily="2" charset="-122"/>
                          <a:cs typeface="华文新魏" panose="0201080004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kumimoji="1">
                          <a:solidFill>
                            <a:schemeClr val="tx1"/>
                          </a:solidFill>
                          <a:latin typeface="Calibri" panose="020F0502020204030204" pitchFamily="34" charset="0"/>
                          <a:ea typeface="宋体" panose="02010600030101010101" pitchFamily="2" charset="-122"/>
                          <a:cs typeface="华文新魏" panose="0201080004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kumimoji="1">
                          <a:solidFill>
                            <a:schemeClr val="tx1"/>
                          </a:solidFill>
                          <a:latin typeface="Calibri" panose="020F0502020204030204" pitchFamily="34" charset="0"/>
                          <a:ea typeface="宋体" panose="02010600030101010101" pitchFamily="2" charset="-122"/>
                          <a:cs typeface="华文新魏" panose="0201080004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0" lang="en-US" altLang="zh-CN" sz="1900" b="1" i="1" u="none" strike="noStrike" cap="none" normalizeH="0" baseline="0">
                          <a:ln>
                            <a:noFill/>
                          </a:ln>
                          <a:solidFill>
                            <a:schemeClr val="tx1"/>
                          </a:solidFill>
                          <a:effectLst/>
                          <a:latin typeface="Times New Roman" panose="02020603050405020304" pitchFamily="18" charset="0"/>
                          <a:ea typeface="楷体_GB2312" panose="02010609030101010101" pitchFamily="49" charset="-122"/>
                          <a:cs typeface="Times New Roman" panose="02020603050405020304" pitchFamily="18" charset="0"/>
                        </a:rPr>
                        <a:t>x</a:t>
                      </a:r>
                      <a:r>
                        <a:rPr kumimoji="0" lang="en-US" altLang="zh-CN" sz="1900" b="1" i="0" u="none" strike="noStrike" cap="none" normalizeH="0" baseline="-25000">
                          <a:ln>
                            <a:noFill/>
                          </a:ln>
                          <a:solidFill>
                            <a:schemeClr val="tx1"/>
                          </a:solidFill>
                          <a:effectLst/>
                          <a:latin typeface="Times New Roman" panose="02020603050405020304" pitchFamily="18" charset="0"/>
                          <a:ea typeface="楷体_GB2312" panose="02010609030101010101" pitchFamily="49" charset="-122"/>
                          <a:cs typeface="Times New Roman" panose="02020603050405020304" pitchFamily="18" charset="0"/>
                        </a:rPr>
                        <a:t>20</a:t>
                      </a:r>
                      <a:endParaRPr kumimoji="0" lang="en-US" altLang="zh-CN" sz="1900" b="1" i="0" u="none" strike="noStrike" cap="none" normalizeH="0" baseline="-25000">
                        <a:ln>
                          <a:noFill/>
                        </a:ln>
                        <a:solidFill>
                          <a:schemeClr val="tx1"/>
                        </a:solidFill>
                        <a:effectLst/>
                        <a:latin typeface="Times New Roman" panose="02020603050405020304" pitchFamily="18" charset="0"/>
                        <a:ea typeface="楷体_GB2312" panose="02010609030101010101" pitchFamily="49" charset="-122"/>
                        <a:cs typeface="Times New Roman" panose="02020603050405020304" pitchFamily="18"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549275">
                <a:tc>
                  <a:txBody>
                    <a:bodyPr/>
                    <a:lstStyle>
                      <a:lvl1pPr eaLnBrk="0" hangingPunct="0">
                        <a:spcBef>
                          <a:spcPct val="20000"/>
                        </a:spcBef>
                        <a:buClr>
                          <a:schemeClr val="folHlink"/>
                        </a:buClr>
                        <a:buSzPct val="60000"/>
                        <a:buFont typeface="Wingdings" panose="05000000000000000000" pitchFamily="2" charset="2"/>
                        <a:defRPr kumimoji="1" sz="2800">
                          <a:solidFill>
                            <a:schemeClr val="tx1"/>
                          </a:solidFill>
                          <a:latin typeface="Calibri" panose="020F0502020204030204" pitchFamily="34" charset="0"/>
                          <a:ea typeface="宋体" panose="02010600030101010101" pitchFamily="2" charset="-122"/>
                          <a:cs typeface="华文新魏" panose="02010800040101010101" pitchFamily="2" charset="-122"/>
                        </a:defRPr>
                      </a:lvl1pPr>
                      <a:lvl2pPr marL="742950" indent="-285750" eaLnBrk="0" hangingPunct="0">
                        <a:spcBef>
                          <a:spcPct val="20000"/>
                        </a:spcBef>
                        <a:buClr>
                          <a:schemeClr val="hlink"/>
                        </a:buClr>
                        <a:buSzPct val="55000"/>
                        <a:buFont typeface="Wingdings" panose="05000000000000000000" pitchFamily="2" charset="2"/>
                        <a:defRPr kumimoji="1" sz="2400">
                          <a:solidFill>
                            <a:schemeClr val="tx1"/>
                          </a:solidFill>
                          <a:latin typeface="Calibri" panose="020F0502020204030204" pitchFamily="34" charset="0"/>
                          <a:ea typeface="宋体" panose="02010600030101010101" pitchFamily="2" charset="-122"/>
                          <a:cs typeface="华文新魏" panose="02010800040101010101" pitchFamily="2" charset="-122"/>
                        </a:defRPr>
                      </a:lvl2pPr>
                      <a:lvl3pPr marL="1143000" indent="-228600" eaLnBrk="0" hangingPunct="0">
                        <a:spcBef>
                          <a:spcPct val="20000"/>
                        </a:spcBef>
                        <a:buClr>
                          <a:schemeClr val="folHlink"/>
                        </a:buClr>
                        <a:buSzPct val="50000"/>
                        <a:buFont typeface="Wingdings" panose="05000000000000000000" pitchFamily="2" charset="2"/>
                        <a:defRPr kumimoji="1" sz="2000">
                          <a:solidFill>
                            <a:schemeClr val="tx1"/>
                          </a:solidFill>
                          <a:latin typeface="Calibri" panose="020F0502020204030204" pitchFamily="34" charset="0"/>
                          <a:ea typeface="宋体" panose="02010600030101010101" pitchFamily="2" charset="-122"/>
                          <a:cs typeface="华文新魏" panose="02010800040101010101" pitchFamily="2" charset="-122"/>
                        </a:defRPr>
                      </a:lvl3pPr>
                      <a:lvl4pPr marL="1600200" indent="-228600" eaLnBrk="0" hangingPunct="0">
                        <a:spcBef>
                          <a:spcPct val="20000"/>
                        </a:spcBef>
                        <a:buClr>
                          <a:schemeClr val="accent2"/>
                        </a:buClr>
                        <a:buSzPct val="55000"/>
                        <a:buFont typeface="Wingdings" panose="05000000000000000000" pitchFamily="2" charset="2"/>
                        <a:defRPr kumimoji="1">
                          <a:solidFill>
                            <a:schemeClr val="tx1"/>
                          </a:solidFill>
                          <a:latin typeface="Calibri" panose="020F0502020204030204" pitchFamily="34" charset="0"/>
                          <a:ea typeface="宋体" panose="02010600030101010101" pitchFamily="2" charset="-122"/>
                          <a:cs typeface="华文新魏" panose="02010800040101010101" pitchFamily="2" charset="-122"/>
                        </a:defRPr>
                      </a:lvl4pPr>
                      <a:lvl5pPr marL="2057400" indent="-228600" eaLnBrk="0" hangingPunct="0">
                        <a:spcBef>
                          <a:spcPct val="20000"/>
                        </a:spcBef>
                        <a:buClr>
                          <a:schemeClr val="accent1"/>
                        </a:buClr>
                        <a:buSzPct val="50000"/>
                        <a:buFont typeface="Wingdings" panose="05000000000000000000" pitchFamily="2" charset="2"/>
                        <a:defRPr kumimoji="1">
                          <a:solidFill>
                            <a:schemeClr val="tx1"/>
                          </a:solidFill>
                          <a:latin typeface="Calibri" panose="020F0502020204030204" pitchFamily="34" charset="0"/>
                          <a:ea typeface="宋体" panose="02010600030101010101" pitchFamily="2" charset="-122"/>
                          <a:cs typeface="华文新魏" panose="0201080004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kumimoji="1">
                          <a:solidFill>
                            <a:schemeClr val="tx1"/>
                          </a:solidFill>
                          <a:latin typeface="Calibri" panose="020F0502020204030204" pitchFamily="34" charset="0"/>
                          <a:ea typeface="宋体" panose="02010600030101010101" pitchFamily="2" charset="-122"/>
                          <a:cs typeface="华文新魏" panose="0201080004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kumimoji="1">
                          <a:solidFill>
                            <a:schemeClr val="tx1"/>
                          </a:solidFill>
                          <a:latin typeface="Calibri" panose="020F0502020204030204" pitchFamily="34" charset="0"/>
                          <a:ea typeface="宋体" panose="02010600030101010101" pitchFamily="2" charset="-122"/>
                          <a:cs typeface="华文新魏" panose="0201080004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kumimoji="1">
                          <a:solidFill>
                            <a:schemeClr val="tx1"/>
                          </a:solidFill>
                          <a:latin typeface="Calibri" panose="020F0502020204030204" pitchFamily="34" charset="0"/>
                          <a:ea typeface="宋体" panose="02010600030101010101" pitchFamily="2" charset="-122"/>
                          <a:cs typeface="华文新魏" panose="0201080004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kumimoji="1">
                          <a:solidFill>
                            <a:schemeClr val="tx1"/>
                          </a:solidFill>
                          <a:latin typeface="Calibri" panose="020F0502020204030204" pitchFamily="34" charset="0"/>
                          <a:ea typeface="宋体" panose="02010600030101010101" pitchFamily="2" charset="-122"/>
                          <a:cs typeface="华文新魏" panose="0201080004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0" lang="en-US" altLang="zh-CN" sz="1900" b="1" i="0" u="none" strike="noStrike" cap="none" normalizeH="0" baseline="0">
                          <a:ln>
                            <a:noFill/>
                          </a:ln>
                          <a:solidFill>
                            <a:schemeClr val="tx1"/>
                          </a:solidFill>
                          <a:effectLst/>
                          <a:latin typeface="楷体_GB2312" panose="02010609030101010101" pitchFamily="49" charset="-122"/>
                          <a:ea typeface="楷体_GB2312" panose="02010609030101010101" pitchFamily="49" charset="-122"/>
                          <a:cs typeface="华文新魏" panose="02010800040101010101" pitchFamily="2" charset="-122"/>
                        </a:rPr>
                        <a:t>8</a:t>
                      </a:r>
                      <a:endParaRPr kumimoji="0" lang="en-US" altLang="zh-CN" sz="1900" b="1" i="0" u="none" strike="noStrike" cap="none" normalizeH="0" baseline="0">
                        <a:ln>
                          <a:noFill/>
                        </a:ln>
                        <a:solidFill>
                          <a:schemeClr val="tx1"/>
                        </a:solidFill>
                        <a:effectLst/>
                        <a:latin typeface="楷体_GB2312" panose="02010609030101010101" pitchFamily="49" charset="-122"/>
                        <a:ea typeface="楷体_GB2312" panose="02010609030101010101" pitchFamily="49" charset="-122"/>
                        <a:cs typeface="华文新魏" panose="0201080004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folHlink"/>
                        </a:buClr>
                        <a:buSzPct val="60000"/>
                        <a:buFont typeface="Wingdings" panose="05000000000000000000" pitchFamily="2" charset="2"/>
                        <a:defRPr kumimoji="1" sz="2800">
                          <a:solidFill>
                            <a:schemeClr val="tx1"/>
                          </a:solidFill>
                          <a:latin typeface="Calibri" panose="020F0502020204030204" pitchFamily="34" charset="0"/>
                          <a:ea typeface="宋体" panose="02010600030101010101" pitchFamily="2" charset="-122"/>
                          <a:cs typeface="华文新魏" panose="02010800040101010101" pitchFamily="2" charset="-122"/>
                        </a:defRPr>
                      </a:lvl1pPr>
                      <a:lvl2pPr marL="742950" indent="-285750" eaLnBrk="0" hangingPunct="0">
                        <a:spcBef>
                          <a:spcPct val="20000"/>
                        </a:spcBef>
                        <a:buClr>
                          <a:schemeClr val="hlink"/>
                        </a:buClr>
                        <a:buSzPct val="55000"/>
                        <a:buFont typeface="Wingdings" panose="05000000000000000000" pitchFamily="2" charset="2"/>
                        <a:defRPr kumimoji="1" sz="2400">
                          <a:solidFill>
                            <a:schemeClr val="tx1"/>
                          </a:solidFill>
                          <a:latin typeface="Calibri" panose="020F0502020204030204" pitchFamily="34" charset="0"/>
                          <a:ea typeface="宋体" panose="02010600030101010101" pitchFamily="2" charset="-122"/>
                          <a:cs typeface="华文新魏" panose="02010800040101010101" pitchFamily="2" charset="-122"/>
                        </a:defRPr>
                      </a:lvl2pPr>
                      <a:lvl3pPr marL="1143000" indent="-228600" eaLnBrk="0" hangingPunct="0">
                        <a:spcBef>
                          <a:spcPct val="20000"/>
                        </a:spcBef>
                        <a:buClr>
                          <a:schemeClr val="folHlink"/>
                        </a:buClr>
                        <a:buSzPct val="50000"/>
                        <a:buFont typeface="Wingdings" panose="05000000000000000000" pitchFamily="2" charset="2"/>
                        <a:defRPr kumimoji="1" sz="2000">
                          <a:solidFill>
                            <a:schemeClr val="tx1"/>
                          </a:solidFill>
                          <a:latin typeface="Calibri" panose="020F0502020204030204" pitchFamily="34" charset="0"/>
                          <a:ea typeface="宋体" panose="02010600030101010101" pitchFamily="2" charset="-122"/>
                          <a:cs typeface="华文新魏" panose="02010800040101010101" pitchFamily="2" charset="-122"/>
                        </a:defRPr>
                      </a:lvl3pPr>
                      <a:lvl4pPr marL="1600200" indent="-228600" eaLnBrk="0" hangingPunct="0">
                        <a:spcBef>
                          <a:spcPct val="20000"/>
                        </a:spcBef>
                        <a:buClr>
                          <a:schemeClr val="accent2"/>
                        </a:buClr>
                        <a:buSzPct val="55000"/>
                        <a:buFont typeface="Wingdings" panose="05000000000000000000" pitchFamily="2" charset="2"/>
                        <a:defRPr kumimoji="1">
                          <a:solidFill>
                            <a:schemeClr val="tx1"/>
                          </a:solidFill>
                          <a:latin typeface="Calibri" panose="020F0502020204030204" pitchFamily="34" charset="0"/>
                          <a:ea typeface="宋体" panose="02010600030101010101" pitchFamily="2" charset="-122"/>
                          <a:cs typeface="华文新魏" panose="02010800040101010101" pitchFamily="2" charset="-122"/>
                        </a:defRPr>
                      </a:lvl4pPr>
                      <a:lvl5pPr marL="2057400" indent="-228600" eaLnBrk="0" hangingPunct="0">
                        <a:spcBef>
                          <a:spcPct val="20000"/>
                        </a:spcBef>
                        <a:buClr>
                          <a:schemeClr val="accent1"/>
                        </a:buClr>
                        <a:buSzPct val="50000"/>
                        <a:buFont typeface="Wingdings" panose="05000000000000000000" pitchFamily="2" charset="2"/>
                        <a:defRPr kumimoji="1">
                          <a:solidFill>
                            <a:schemeClr val="tx1"/>
                          </a:solidFill>
                          <a:latin typeface="Calibri" panose="020F0502020204030204" pitchFamily="34" charset="0"/>
                          <a:ea typeface="宋体" panose="02010600030101010101" pitchFamily="2" charset="-122"/>
                          <a:cs typeface="华文新魏" panose="0201080004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kumimoji="1">
                          <a:solidFill>
                            <a:schemeClr val="tx1"/>
                          </a:solidFill>
                          <a:latin typeface="Calibri" panose="020F0502020204030204" pitchFamily="34" charset="0"/>
                          <a:ea typeface="宋体" panose="02010600030101010101" pitchFamily="2" charset="-122"/>
                          <a:cs typeface="华文新魏" panose="0201080004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kumimoji="1">
                          <a:solidFill>
                            <a:schemeClr val="tx1"/>
                          </a:solidFill>
                          <a:latin typeface="Calibri" panose="020F0502020204030204" pitchFamily="34" charset="0"/>
                          <a:ea typeface="宋体" panose="02010600030101010101" pitchFamily="2" charset="-122"/>
                          <a:cs typeface="华文新魏" panose="0201080004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kumimoji="1">
                          <a:solidFill>
                            <a:schemeClr val="tx1"/>
                          </a:solidFill>
                          <a:latin typeface="Calibri" panose="020F0502020204030204" pitchFamily="34" charset="0"/>
                          <a:ea typeface="宋体" panose="02010600030101010101" pitchFamily="2" charset="-122"/>
                          <a:cs typeface="华文新魏" panose="0201080004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kumimoji="1">
                          <a:solidFill>
                            <a:schemeClr val="tx1"/>
                          </a:solidFill>
                          <a:latin typeface="Calibri" panose="020F0502020204030204" pitchFamily="34" charset="0"/>
                          <a:ea typeface="宋体" panose="02010600030101010101" pitchFamily="2" charset="-122"/>
                          <a:cs typeface="华文新魏" panose="0201080004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0" lang="en-US" altLang="zh-CN" sz="1900" b="1" i="0" u="none" strike="noStrike" cap="none" normalizeH="0" baseline="0">
                          <a:ln>
                            <a:noFill/>
                          </a:ln>
                          <a:solidFill>
                            <a:schemeClr val="tx1"/>
                          </a:solidFill>
                          <a:effectLst/>
                          <a:latin typeface="楷体_GB2312" panose="02010609030101010101" pitchFamily="49" charset="-122"/>
                          <a:ea typeface="楷体_GB2312" panose="02010609030101010101" pitchFamily="49" charset="-122"/>
                          <a:cs typeface="华文新魏" panose="02010800040101010101" pitchFamily="2" charset="-122"/>
                        </a:rPr>
                        <a:t>6</a:t>
                      </a:r>
                      <a:endParaRPr kumimoji="0" lang="en-US" altLang="zh-CN" sz="1900" b="1" i="0" u="none" strike="noStrike" cap="none" normalizeH="0" baseline="0">
                        <a:ln>
                          <a:noFill/>
                        </a:ln>
                        <a:solidFill>
                          <a:schemeClr val="tx1"/>
                        </a:solidFill>
                        <a:effectLst/>
                        <a:latin typeface="楷体_GB2312" panose="02010609030101010101" pitchFamily="49" charset="-122"/>
                        <a:ea typeface="楷体_GB2312" panose="02010609030101010101" pitchFamily="49" charset="-122"/>
                        <a:cs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folHlink"/>
                        </a:buClr>
                        <a:buSzPct val="60000"/>
                        <a:buFont typeface="Wingdings" panose="05000000000000000000" pitchFamily="2" charset="2"/>
                        <a:defRPr kumimoji="1" sz="2800">
                          <a:solidFill>
                            <a:schemeClr val="tx1"/>
                          </a:solidFill>
                          <a:latin typeface="Calibri" panose="020F0502020204030204" pitchFamily="34" charset="0"/>
                          <a:ea typeface="宋体" panose="02010600030101010101" pitchFamily="2" charset="-122"/>
                          <a:cs typeface="华文新魏" panose="02010800040101010101" pitchFamily="2" charset="-122"/>
                        </a:defRPr>
                      </a:lvl1pPr>
                      <a:lvl2pPr marL="742950" indent="-285750" eaLnBrk="0" hangingPunct="0">
                        <a:spcBef>
                          <a:spcPct val="20000"/>
                        </a:spcBef>
                        <a:buClr>
                          <a:schemeClr val="hlink"/>
                        </a:buClr>
                        <a:buSzPct val="55000"/>
                        <a:buFont typeface="Wingdings" panose="05000000000000000000" pitchFamily="2" charset="2"/>
                        <a:defRPr kumimoji="1" sz="2400">
                          <a:solidFill>
                            <a:schemeClr val="tx1"/>
                          </a:solidFill>
                          <a:latin typeface="Calibri" panose="020F0502020204030204" pitchFamily="34" charset="0"/>
                          <a:ea typeface="宋体" panose="02010600030101010101" pitchFamily="2" charset="-122"/>
                          <a:cs typeface="华文新魏" panose="02010800040101010101" pitchFamily="2" charset="-122"/>
                        </a:defRPr>
                      </a:lvl2pPr>
                      <a:lvl3pPr marL="1143000" indent="-228600" eaLnBrk="0" hangingPunct="0">
                        <a:spcBef>
                          <a:spcPct val="20000"/>
                        </a:spcBef>
                        <a:buClr>
                          <a:schemeClr val="folHlink"/>
                        </a:buClr>
                        <a:buSzPct val="50000"/>
                        <a:buFont typeface="Wingdings" panose="05000000000000000000" pitchFamily="2" charset="2"/>
                        <a:defRPr kumimoji="1" sz="2000">
                          <a:solidFill>
                            <a:schemeClr val="tx1"/>
                          </a:solidFill>
                          <a:latin typeface="Calibri" panose="020F0502020204030204" pitchFamily="34" charset="0"/>
                          <a:ea typeface="宋体" panose="02010600030101010101" pitchFamily="2" charset="-122"/>
                          <a:cs typeface="华文新魏" panose="02010800040101010101" pitchFamily="2" charset="-122"/>
                        </a:defRPr>
                      </a:lvl3pPr>
                      <a:lvl4pPr marL="1600200" indent="-228600" eaLnBrk="0" hangingPunct="0">
                        <a:spcBef>
                          <a:spcPct val="20000"/>
                        </a:spcBef>
                        <a:buClr>
                          <a:schemeClr val="accent2"/>
                        </a:buClr>
                        <a:buSzPct val="55000"/>
                        <a:buFont typeface="Wingdings" panose="05000000000000000000" pitchFamily="2" charset="2"/>
                        <a:defRPr kumimoji="1">
                          <a:solidFill>
                            <a:schemeClr val="tx1"/>
                          </a:solidFill>
                          <a:latin typeface="Calibri" panose="020F0502020204030204" pitchFamily="34" charset="0"/>
                          <a:ea typeface="宋体" panose="02010600030101010101" pitchFamily="2" charset="-122"/>
                          <a:cs typeface="华文新魏" panose="02010800040101010101" pitchFamily="2" charset="-122"/>
                        </a:defRPr>
                      </a:lvl4pPr>
                      <a:lvl5pPr marL="2057400" indent="-228600" eaLnBrk="0" hangingPunct="0">
                        <a:spcBef>
                          <a:spcPct val="20000"/>
                        </a:spcBef>
                        <a:buClr>
                          <a:schemeClr val="accent1"/>
                        </a:buClr>
                        <a:buSzPct val="50000"/>
                        <a:buFont typeface="Wingdings" panose="05000000000000000000" pitchFamily="2" charset="2"/>
                        <a:defRPr kumimoji="1">
                          <a:solidFill>
                            <a:schemeClr val="tx1"/>
                          </a:solidFill>
                          <a:latin typeface="Calibri" panose="020F0502020204030204" pitchFamily="34" charset="0"/>
                          <a:ea typeface="宋体" panose="02010600030101010101" pitchFamily="2" charset="-122"/>
                          <a:cs typeface="华文新魏" panose="0201080004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kumimoji="1">
                          <a:solidFill>
                            <a:schemeClr val="tx1"/>
                          </a:solidFill>
                          <a:latin typeface="Calibri" panose="020F0502020204030204" pitchFamily="34" charset="0"/>
                          <a:ea typeface="宋体" panose="02010600030101010101" pitchFamily="2" charset="-122"/>
                          <a:cs typeface="华文新魏" panose="0201080004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kumimoji="1">
                          <a:solidFill>
                            <a:schemeClr val="tx1"/>
                          </a:solidFill>
                          <a:latin typeface="Calibri" panose="020F0502020204030204" pitchFamily="34" charset="0"/>
                          <a:ea typeface="宋体" panose="02010600030101010101" pitchFamily="2" charset="-122"/>
                          <a:cs typeface="华文新魏" panose="0201080004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kumimoji="1">
                          <a:solidFill>
                            <a:schemeClr val="tx1"/>
                          </a:solidFill>
                          <a:latin typeface="Calibri" panose="020F0502020204030204" pitchFamily="34" charset="0"/>
                          <a:ea typeface="宋体" panose="02010600030101010101" pitchFamily="2" charset="-122"/>
                          <a:cs typeface="华文新魏" panose="0201080004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kumimoji="1">
                          <a:solidFill>
                            <a:schemeClr val="tx1"/>
                          </a:solidFill>
                          <a:latin typeface="Calibri" panose="020F0502020204030204" pitchFamily="34" charset="0"/>
                          <a:ea typeface="宋体" panose="02010600030101010101" pitchFamily="2" charset="-122"/>
                          <a:cs typeface="华文新魏" panose="0201080004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0" lang="en-US" altLang="zh-CN" sz="1900" b="1" i="0" u="none" strike="noStrike" cap="none" normalizeH="0" baseline="0">
                          <a:ln>
                            <a:noFill/>
                          </a:ln>
                          <a:solidFill>
                            <a:schemeClr val="tx1"/>
                          </a:solidFill>
                          <a:effectLst/>
                          <a:latin typeface="楷体_GB2312" panose="02010609030101010101" pitchFamily="49" charset="-122"/>
                          <a:ea typeface="楷体_GB2312" panose="02010609030101010101" pitchFamily="49" charset="-122"/>
                          <a:cs typeface="华文新魏" panose="02010800040101010101" pitchFamily="2" charset="-122"/>
                        </a:rPr>
                        <a:t>7</a:t>
                      </a:r>
                      <a:endParaRPr kumimoji="0" lang="en-US" altLang="zh-CN" sz="1900" b="1" i="0" u="none" strike="noStrike" cap="none" normalizeH="0" baseline="0">
                        <a:ln>
                          <a:noFill/>
                        </a:ln>
                        <a:solidFill>
                          <a:schemeClr val="tx1"/>
                        </a:solidFill>
                        <a:effectLst/>
                        <a:latin typeface="楷体_GB2312" panose="02010609030101010101" pitchFamily="49" charset="-122"/>
                        <a:ea typeface="楷体_GB2312" panose="02010609030101010101" pitchFamily="49" charset="-122"/>
                        <a:cs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folHlink"/>
                        </a:buClr>
                        <a:buSzPct val="60000"/>
                        <a:buFont typeface="Wingdings" panose="05000000000000000000" pitchFamily="2" charset="2"/>
                        <a:defRPr kumimoji="1" sz="2800">
                          <a:solidFill>
                            <a:schemeClr val="tx1"/>
                          </a:solidFill>
                          <a:latin typeface="Calibri" panose="020F0502020204030204" pitchFamily="34" charset="0"/>
                          <a:ea typeface="宋体" panose="02010600030101010101" pitchFamily="2" charset="-122"/>
                          <a:cs typeface="华文新魏" panose="02010800040101010101" pitchFamily="2" charset="-122"/>
                        </a:defRPr>
                      </a:lvl1pPr>
                      <a:lvl2pPr marL="742950" indent="-285750" eaLnBrk="0" hangingPunct="0">
                        <a:spcBef>
                          <a:spcPct val="20000"/>
                        </a:spcBef>
                        <a:buClr>
                          <a:schemeClr val="hlink"/>
                        </a:buClr>
                        <a:buSzPct val="55000"/>
                        <a:buFont typeface="Wingdings" panose="05000000000000000000" pitchFamily="2" charset="2"/>
                        <a:defRPr kumimoji="1" sz="2400">
                          <a:solidFill>
                            <a:schemeClr val="tx1"/>
                          </a:solidFill>
                          <a:latin typeface="Calibri" panose="020F0502020204030204" pitchFamily="34" charset="0"/>
                          <a:ea typeface="宋体" panose="02010600030101010101" pitchFamily="2" charset="-122"/>
                          <a:cs typeface="华文新魏" panose="02010800040101010101" pitchFamily="2" charset="-122"/>
                        </a:defRPr>
                      </a:lvl2pPr>
                      <a:lvl3pPr marL="1143000" indent="-228600" eaLnBrk="0" hangingPunct="0">
                        <a:spcBef>
                          <a:spcPct val="20000"/>
                        </a:spcBef>
                        <a:buClr>
                          <a:schemeClr val="folHlink"/>
                        </a:buClr>
                        <a:buSzPct val="50000"/>
                        <a:buFont typeface="Wingdings" panose="05000000000000000000" pitchFamily="2" charset="2"/>
                        <a:defRPr kumimoji="1" sz="2000">
                          <a:solidFill>
                            <a:schemeClr val="tx1"/>
                          </a:solidFill>
                          <a:latin typeface="Calibri" panose="020F0502020204030204" pitchFamily="34" charset="0"/>
                          <a:ea typeface="宋体" panose="02010600030101010101" pitchFamily="2" charset="-122"/>
                          <a:cs typeface="华文新魏" panose="02010800040101010101" pitchFamily="2" charset="-122"/>
                        </a:defRPr>
                      </a:lvl3pPr>
                      <a:lvl4pPr marL="1600200" indent="-228600" eaLnBrk="0" hangingPunct="0">
                        <a:spcBef>
                          <a:spcPct val="20000"/>
                        </a:spcBef>
                        <a:buClr>
                          <a:schemeClr val="accent2"/>
                        </a:buClr>
                        <a:buSzPct val="55000"/>
                        <a:buFont typeface="Wingdings" panose="05000000000000000000" pitchFamily="2" charset="2"/>
                        <a:defRPr kumimoji="1">
                          <a:solidFill>
                            <a:schemeClr val="tx1"/>
                          </a:solidFill>
                          <a:latin typeface="Calibri" panose="020F0502020204030204" pitchFamily="34" charset="0"/>
                          <a:ea typeface="宋体" panose="02010600030101010101" pitchFamily="2" charset="-122"/>
                          <a:cs typeface="华文新魏" panose="02010800040101010101" pitchFamily="2" charset="-122"/>
                        </a:defRPr>
                      </a:lvl4pPr>
                      <a:lvl5pPr marL="2057400" indent="-228600" eaLnBrk="0" hangingPunct="0">
                        <a:spcBef>
                          <a:spcPct val="20000"/>
                        </a:spcBef>
                        <a:buClr>
                          <a:schemeClr val="accent1"/>
                        </a:buClr>
                        <a:buSzPct val="50000"/>
                        <a:buFont typeface="Wingdings" panose="05000000000000000000" pitchFamily="2" charset="2"/>
                        <a:defRPr kumimoji="1">
                          <a:solidFill>
                            <a:schemeClr val="tx1"/>
                          </a:solidFill>
                          <a:latin typeface="Calibri" panose="020F0502020204030204" pitchFamily="34" charset="0"/>
                          <a:ea typeface="宋体" panose="02010600030101010101" pitchFamily="2" charset="-122"/>
                          <a:cs typeface="华文新魏" panose="0201080004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kumimoji="1">
                          <a:solidFill>
                            <a:schemeClr val="tx1"/>
                          </a:solidFill>
                          <a:latin typeface="Calibri" panose="020F0502020204030204" pitchFamily="34" charset="0"/>
                          <a:ea typeface="宋体" panose="02010600030101010101" pitchFamily="2" charset="-122"/>
                          <a:cs typeface="华文新魏" panose="0201080004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kumimoji="1">
                          <a:solidFill>
                            <a:schemeClr val="tx1"/>
                          </a:solidFill>
                          <a:latin typeface="Calibri" panose="020F0502020204030204" pitchFamily="34" charset="0"/>
                          <a:ea typeface="宋体" panose="02010600030101010101" pitchFamily="2" charset="-122"/>
                          <a:cs typeface="华文新魏" panose="0201080004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kumimoji="1">
                          <a:solidFill>
                            <a:schemeClr val="tx1"/>
                          </a:solidFill>
                          <a:latin typeface="Calibri" panose="020F0502020204030204" pitchFamily="34" charset="0"/>
                          <a:ea typeface="宋体" panose="02010600030101010101" pitchFamily="2" charset="-122"/>
                          <a:cs typeface="华文新魏" panose="0201080004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kumimoji="1">
                          <a:solidFill>
                            <a:schemeClr val="tx1"/>
                          </a:solidFill>
                          <a:latin typeface="Calibri" panose="020F0502020204030204" pitchFamily="34" charset="0"/>
                          <a:ea typeface="宋体" panose="02010600030101010101" pitchFamily="2" charset="-122"/>
                          <a:cs typeface="华文新魏" panose="0201080004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0" lang="en-US" altLang="zh-CN" sz="1900" b="1" i="0" u="none" strike="noStrike" cap="none" normalizeH="0" baseline="0">
                          <a:ln>
                            <a:noFill/>
                          </a:ln>
                          <a:solidFill>
                            <a:schemeClr val="tx1"/>
                          </a:solidFill>
                          <a:effectLst/>
                          <a:latin typeface="楷体_GB2312" panose="02010609030101010101" pitchFamily="49" charset="-122"/>
                          <a:ea typeface="楷体_GB2312" panose="02010609030101010101" pitchFamily="49" charset="-122"/>
                          <a:cs typeface="华文新魏" panose="02010800040101010101" pitchFamily="2" charset="-122"/>
                        </a:rPr>
                        <a:t>8</a:t>
                      </a:r>
                      <a:endParaRPr kumimoji="0" lang="en-US" altLang="zh-CN" sz="1900" b="1" i="0" u="none" strike="noStrike" cap="none" normalizeH="0" baseline="0">
                        <a:ln>
                          <a:noFill/>
                        </a:ln>
                        <a:solidFill>
                          <a:schemeClr val="tx1"/>
                        </a:solidFill>
                        <a:effectLst/>
                        <a:latin typeface="楷体_GB2312" panose="02010609030101010101" pitchFamily="49" charset="-122"/>
                        <a:ea typeface="楷体_GB2312" panose="02010609030101010101" pitchFamily="49" charset="-122"/>
                        <a:cs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folHlink"/>
                        </a:buClr>
                        <a:buSzPct val="60000"/>
                        <a:buFont typeface="Wingdings" panose="05000000000000000000" pitchFamily="2" charset="2"/>
                        <a:defRPr kumimoji="1" sz="2800">
                          <a:solidFill>
                            <a:schemeClr val="tx1"/>
                          </a:solidFill>
                          <a:latin typeface="Calibri" panose="020F0502020204030204" pitchFamily="34" charset="0"/>
                          <a:ea typeface="宋体" panose="02010600030101010101" pitchFamily="2" charset="-122"/>
                          <a:cs typeface="华文新魏" panose="02010800040101010101" pitchFamily="2" charset="-122"/>
                        </a:defRPr>
                      </a:lvl1pPr>
                      <a:lvl2pPr marL="742950" indent="-285750" eaLnBrk="0" hangingPunct="0">
                        <a:spcBef>
                          <a:spcPct val="20000"/>
                        </a:spcBef>
                        <a:buClr>
                          <a:schemeClr val="hlink"/>
                        </a:buClr>
                        <a:buSzPct val="55000"/>
                        <a:buFont typeface="Wingdings" panose="05000000000000000000" pitchFamily="2" charset="2"/>
                        <a:defRPr kumimoji="1" sz="2400">
                          <a:solidFill>
                            <a:schemeClr val="tx1"/>
                          </a:solidFill>
                          <a:latin typeface="Calibri" panose="020F0502020204030204" pitchFamily="34" charset="0"/>
                          <a:ea typeface="宋体" panose="02010600030101010101" pitchFamily="2" charset="-122"/>
                          <a:cs typeface="华文新魏" panose="02010800040101010101" pitchFamily="2" charset="-122"/>
                        </a:defRPr>
                      </a:lvl2pPr>
                      <a:lvl3pPr marL="1143000" indent="-228600" eaLnBrk="0" hangingPunct="0">
                        <a:spcBef>
                          <a:spcPct val="20000"/>
                        </a:spcBef>
                        <a:buClr>
                          <a:schemeClr val="folHlink"/>
                        </a:buClr>
                        <a:buSzPct val="50000"/>
                        <a:buFont typeface="Wingdings" panose="05000000000000000000" pitchFamily="2" charset="2"/>
                        <a:defRPr kumimoji="1" sz="2000">
                          <a:solidFill>
                            <a:schemeClr val="tx1"/>
                          </a:solidFill>
                          <a:latin typeface="Calibri" panose="020F0502020204030204" pitchFamily="34" charset="0"/>
                          <a:ea typeface="宋体" panose="02010600030101010101" pitchFamily="2" charset="-122"/>
                          <a:cs typeface="华文新魏" panose="02010800040101010101" pitchFamily="2" charset="-122"/>
                        </a:defRPr>
                      </a:lvl3pPr>
                      <a:lvl4pPr marL="1600200" indent="-228600" eaLnBrk="0" hangingPunct="0">
                        <a:spcBef>
                          <a:spcPct val="20000"/>
                        </a:spcBef>
                        <a:buClr>
                          <a:schemeClr val="accent2"/>
                        </a:buClr>
                        <a:buSzPct val="55000"/>
                        <a:buFont typeface="Wingdings" panose="05000000000000000000" pitchFamily="2" charset="2"/>
                        <a:defRPr kumimoji="1">
                          <a:solidFill>
                            <a:schemeClr val="tx1"/>
                          </a:solidFill>
                          <a:latin typeface="Calibri" panose="020F0502020204030204" pitchFamily="34" charset="0"/>
                          <a:ea typeface="宋体" panose="02010600030101010101" pitchFamily="2" charset="-122"/>
                          <a:cs typeface="华文新魏" panose="02010800040101010101" pitchFamily="2" charset="-122"/>
                        </a:defRPr>
                      </a:lvl4pPr>
                      <a:lvl5pPr marL="2057400" indent="-228600" eaLnBrk="0" hangingPunct="0">
                        <a:spcBef>
                          <a:spcPct val="20000"/>
                        </a:spcBef>
                        <a:buClr>
                          <a:schemeClr val="accent1"/>
                        </a:buClr>
                        <a:buSzPct val="50000"/>
                        <a:buFont typeface="Wingdings" panose="05000000000000000000" pitchFamily="2" charset="2"/>
                        <a:defRPr kumimoji="1">
                          <a:solidFill>
                            <a:schemeClr val="tx1"/>
                          </a:solidFill>
                          <a:latin typeface="Calibri" panose="020F0502020204030204" pitchFamily="34" charset="0"/>
                          <a:ea typeface="宋体" panose="02010600030101010101" pitchFamily="2" charset="-122"/>
                          <a:cs typeface="华文新魏" panose="0201080004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kumimoji="1">
                          <a:solidFill>
                            <a:schemeClr val="tx1"/>
                          </a:solidFill>
                          <a:latin typeface="Calibri" panose="020F0502020204030204" pitchFamily="34" charset="0"/>
                          <a:ea typeface="宋体" panose="02010600030101010101" pitchFamily="2" charset="-122"/>
                          <a:cs typeface="华文新魏" panose="0201080004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kumimoji="1">
                          <a:solidFill>
                            <a:schemeClr val="tx1"/>
                          </a:solidFill>
                          <a:latin typeface="Calibri" panose="020F0502020204030204" pitchFamily="34" charset="0"/>
                          <a:ea typeface="宋体" panose="02010600030101010101" pitchFamily="2" charset="-122"/>
                          <a:cs typeface="华文新魏" panose="0201080004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kumimoji="1">
                          <a:solidFill>
                            <a:schemeClr val="tx1"/>
                          </a:solidFill>
                          <a:latin typeface="Calibri" panose="020F0502020204030204" pitchFamily="34" charset="0"/>
                          <a:ea typeface="宋体" panose="02010600030101010101" pitchFamily="2" charset="-122"/>
                          <a:cs typeface="华文新魏" panose="0201080004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kumimoji="1">
                          <a:solidFill>
                            <a:schemeClr val="tx1"/>
                          </a:solidFill>
                          <a:latin typeface="Calibri" panose="020F0502020204030204" pitchFamily="34" charset="0"/>
                          <a:ea typeface="宋体" panose="02010600030101010101" pitchFamily="2" charset="-122"/>
                          <a:cs typeface="华文新魏" panose="0201080004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0" lang="en-US" altLang="zh-CN" sz="1900" b="1" i="0" u="none" strike="noStrike" cap="none" normalizeH="0" baseline="0">
                          <a:ln>
                            <a:noFill/>
                          </a:ln>
                          <a:solidFill>
                            <a:schemeClr val="tx1"/>
                          </a:solidFill>
                          <a:effectLst/>
                          <a:latin typeface="楷体_GB2312" panose="02010609030101010101" pitchFamily="49" charset="-122"/>
                          <a:ea typeface="楷体_GB2312" panose="02010609030101010101" pitchFamily="49" charset="-122"/>
                          <a:cs typeface="华文新魏" panose="02010800040101010101" pitchFamily="2" charset="-122"/>
                        </a:rPr>
                        <a:t>9</a:t>
                      </a:r>
                      <a:endParaRPr kumimoji="0" lang="en-US" altLang="zh-CN" sz="1900" b="1" i="0" u="none" strike="noStrike" cap="none" normalizeH="0" baseline="0">
                        <a:ln>
                          <a:noFill/>
                        </a:ln>
                        <a:solidFill>
                          <a:schemeClr val="tx1"/>
                        </a:solidFill>
                        <a:effectLst/>
                        <a:latin typeface="楷体_GB2312" panose="02010609030101010101" pitchFamily="49" charset="-122"/>
                        <a:ea typeface="楷体_GB2312" panose="02010609030101010101" pitchFamily="49" charset="-122"/>
                        <a:cs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folHlink"/>
                        </a:buClr>
                        <a:buSzPct val="60000"/>
                        <a:buFont typeface="Wingdings" panose="05000000000000000000" pitchFamily="2" charset="2"/>
                        <a:defRPr kumimoji="1" sz="2800">
                          <a:solidFill>
                            <a:schemeClr val="tx1"/>
                          </a:solidFill>
                          <a:latin typeface="Calibri" panose="020F0502020204030204" pitchFamily="34" charset="0"/>
                          <a:ea typeface="宋体" panose="02010600030101010101" pitchFamily="2" charset="-122"/>
                          <a:cs typeface="华文新魏" panose="02010800040101010101" pitchFamily="2" charset="-122"/>
                        </a:defRPr>
                      </a:lvl1pPr>
                      <a:lvl2pPr marL="742950" indent="-285750" eaLnBrk="0" hangingPunct="0">
                        <a:spcBef>
                          <a:spcPct val="20000"/>
                        </a:spcBef>
                        <a:buClr>
                          <a:schemeClr val="hlink"/>
                        </a:buClr>
                        <a:buSzPct val="55000"/>
                        <a:buFont typeface="Wingdings" panose="05000000000000000000" pitchFamily="2" charset="2"/>
                        <a:defRPr kumimoji="1" sz="2400">
                          <a:solidFill>
                            <a:schemeClr val="tx1"/>
                          </a:solidFill>
                          <a:latin typeface="Calibri" panose="020F0502020204030204" pitchFamily="34" charset="0"/>
                          <a:ea typeface="宋体" panose="02010600030101010101" pitchFamily="2" charset="-122"/>
                          <a:cs typeface="华文新魏" panose="02010800040101010101" pitchFamily="2" charset="-122"/>
                        </a:defRPr>
                      </a:lvl2pPr>
                      <a:lvl3pPr marL="1143000" indent="-228600" eaLnBrk="0" hangingPunct="0">
                        <a:spcBef>
                          <a:spcPct val="20000"/>
                        </a:spcBef>
                        <a:buClr>
                          <a:schemeClr val="folHlink"/>
                        </a:buClr>
                        <a:buSzPct val="50000"/>
                        <a:buFont typeface="Wingdings" panose="05000000000000000000" pitchFamily="2" charset="2"/>
                        <a:defRPr kumimoji="1" sz="2000">
                          <a:solidFill>
                            <a:schemeClr val="tx1"/>
                          </a:solidFill>
                          <a:latin typeface="Calibri" panose="020F0502020204030204" pitchFamily="34" charset="0"/>
                          <a:ea typeface="宋体" panose="02010600030101010101" pitchFamily="2" charset="-122"/>
                          <a:cs typeface="华文新魏" panose="02010800040101010101" pitchFamily="2" charset="-122"/>
                        </a:defRPr>
                      </a:lvl3pPr>
                      <a:lvl4pPr marL="1600200" indent="-228600" eaLnBrk="0" hangingPunct="0">
                        <a:spcBef>
                          <a:spcPct val="20000"/>
                        </a:spcBef>
                        <a:buClr>
                          <a:schemeClr val="accent2"/>
                        </a:buClr>
                        <a:buSzPct val="55000"/>
                        <a:buFont typeface="Wingdings" panose="05000000000000000000" pitchFamily="2" charset="2"/>
                        <a:defRPr kumimoji="1">
                          <a:solidFill>
                            <a:schemeClr val="tx1"/>
                          </a:solidFill>
                          <a:latin typeface="Calibri" panose="020F0502020204030204" pitchFamily="34" charset="0"/>
                          <a:ea typeface="宋体" panose="02010600030101010101" pitchFamily="2" charset="-122"/>
                          <a:cs typeface="华文新魏" panose="02010800040101010101" pitchFamily="2" charset="-122"/>
                        </a:defRPr>
                      </a:lvl4pPr>
                      <a:lvl5pPr marL="2057400" indent="-228600" eaLnBrk="0" hangingPunct="0">
                        <a:spcBef>
                          <a:spcPct val="20000"/>
                        </a:spcBef>
                        <a:buClr>
                          <a:schemeClr val="accent1"/>
                        </a:buClr>
                        <a:buSzPct val="50000"/>
                        <a:buFont typeface="Wingdings" panose="05000000000000000000" pitchFamily="2" charset="2"/>
                        <a:defRPr kumimoji="1">
                          <a:solidFill>
                            <a:schemeClr val="tx1"/>
                          </a:solidFill>
                          <a:latin typeface="Calibri" panose="020F0502020204030204" pitchFamily="34" charset="0"/>
                          <a:ea typeface="宋体" panose="02010600030101010101" pitchFamily="2" charset="-122"/>
                          <a:cs typeface="华文新魏" panose="0201080004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kumimoji="1">
                          <a:solidFill>
                            <a:schemeClr val="tx1"/>
                          </a:solidFill>
                          <a:latin typeface="Calibri" panose="020F0502020204030204" pitchFamily="34" charset="0"/>
                          <a:ea typeface="宋体" panose="02010600030101010101" pitchFamily="2" charset="-122"/>
                          <a:cs typeface="华文新魏" panose="0201080004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kumimoji="1">
                          <a:solidFill>
                            <a:schemeClr val="tx1"/>
                          </a:solidFill>
                          <a:latin typeface="Calibri" panose="020F0502020204030204" pitchFamily="34" charset="0"/>
                          <a:ea typeface="宋体" panose="02010600030101010101" pitchFamily="2" charset="-122"/>
                          <a:cs typeface="华文新魏" panose="0201080004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kumimoji="1">
                          <a:solidFill>
                            <a:schemeClr val="tx1"/>
                          </a:solidFill>
                          <a:latin typeface="Calibri" panose="020F0502020204030204" pitchFamily="34" charset="0"/>
                          <a:ea typeface="宋体" panose="02010600030101010101" pitchFamily="2" charset="-122"/>
                          <a:cs typeface="华文新魏" panose="0201080004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kumimoji="1">
                          <a:solidFill>
                            <a:schemeClr val="tx1"/>
                          </a:solidFill>
                          <a:latin typeface="Calibri" panose="020F0502020204030204" pitchFamily="34" charset="0"/>
                          <a:ea typeface="宋体" panose="02010600030101010101" pitchFamily="2" charset="-122"/>
                          <a:cs typeface="华文新魏" panose="0201080004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0" lang="en-US" altLang="zh-CN" sz="1900" b="1" i="0" u="none" strike="noStrike" cap="none" normalizeH="0" baseline="0">
                          <a:ln>
                            <a:noFill/>
                          </a:ln>
                          <a:solidFill>
                            <a:schemeClr val="tx1"/>
                          </a:solidFill>
                          <a:effectLst/>
                          <a:latin typeface="楷体_GB2312" panose="02010609030101010101" pitchFamily="49" charset="-122"/>
                          <a:ea typeface="楷体_GB2312" panose="02010609030101010101" pitchFamily="49" charset="-122"/>
                          <a:cs typeface="华文新魏" panose="02010800040101010101" pitchFamily="2" charset="-122"/>
                        </a:rPr>
                        <a:t>7</a:t>
                      </a:r>
                      <a:endParaRPr kumimoji="0" lang="en-US" altLang="zh-CN" sz="1900" b="1" i="0" u="none" strike="noStrike" cap="none" normalizeH="0" baseline="0">
                        <a:ln>
                          <a:noFill/>
                        </a:ln>
                        <a:solidFill>
                          <a:schemeClr val="tx1"/>
                        </a:solidFill>
                        <a:effectLst/>
                        <a:latin typeface="楷体_GB2312" panose="02010609030101010101" pitchFamily="49" charset="-122"/>
                        <a:ea typeface="楷体_GB2312" panose="02010609030101010101" pitchFamily="49" charset="-122"/>
                        <a:cs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folHlink"/>
                        </a:buClr>
                        <a:buSzPct val="60000"/>
                        <a:buFont typeface="Wingdings" panose="05000000000000000000" pitchFamily="2" charset="2"/>
                        <a:defRPr kumimoji="1" sz="2800">
                          <a:solidFill>
                            <a:schemeClr val="tx1"/>
                          </a:solidFill>
                          <a:latin typeface="Calibri" panose="020F0502020204030204" pitchFamily="34" charset="0"/>
                          <a:ea typeface="宋体" panose="02010600030101010101" pitchFamily="2" charset="-122"/>
                          <a:cs typeface="华文新魏" panose="02010800040101010101" pitchFamily="2" charset="-122"/>
                        </a:defRPr>
                      </a:lvl1pPr>
                      <a:lvl2pPr marL="742950" indent="-285750" eaLnBrk="0" hangingPunct="0">
                        <a:spcBef>
                          <a:spcPct val="20000"/>
                        </a:spcBef>
                        <a:buClr>
                          <a:schemeClr val="hlink"/>
                        </a:buClr>
                        <a:buSzPct val="55000"/>
                        <a:buFont typeface="Wingdings" panose="05000000000000000000" pitchFamily="2" charset="2"/>
                        <a:defRPr kumimoji="1" sz="2400">
                          <a:solidFill>
                            <a:schemeClr val="tx1"/>
                          </a:solidFill>
                          <a:latin typeface="Calibri" panose="020F0502020204030204" pitchFamily="34" charset="0"/>
                          <a:ea typeface="宋体" panose="02010600030101010101" pitchFamily="2" charset="-122"/>
                          <a:cs typeface="华文新魏" panose="02010800040101010101" pitchFamily="2" charset="-122"/>
                        </a:defRPr>
                      </a:lvl2pPr>
                      <a:lvl3pPr marL="1143000" indent="-228600" eaLnBrk="0" hangingPunct="0">
                        <a:spcBef>
                          <a:spcPct val="20000"/>
                        </a:spcBef>
                        <a:buClr>
                          <a:schemeClr val="folHlink"/>
                        </a:buClr>
                        <a:buSzPct val="50000"/>
                        <a:buFont typeface="Wingdings" panose="05000000000000000000" pitchFamily="2" charset="2"/>
                        <a:defRPr kumimoji="1" sz="2000">
                          <a:solidFill>
                            <a:schemeClr val="tx1"/>
                          </a:solidFill>
                          <a:latin typeface="Calibri" panose="020F0502020204030204" pitchFamily="34" charset="0"/>
                          <a:ea typeface="宋体" panose="02010600030101010101" pitchFamily="2" charset="-122"/>
                          <a:cs typeface="华文新魏" panose="02010800040101010101" pitchFamily="2" charset="-122"/>
                        </a:defRPr>
                      </a:lvl3pPr>
                      <a:lvl4pPr marL="1600200" indent="-228600" eaLnBrk="0" hangingPunct="0">
                        <a:spcBef>
                          <a:spcPct val="20000"/>
                        </a:spcBef>
                        <a:buClr>
                          <a:schemeClr val="accent2"/>
                        </a:buClr>
                        <a:buSzPct val="55000"/>
                        <a:buFont typeface="Wingdings" panose="05000000000000000000" pitchFamily="2" charset="2"/>
                        <a:defRPr kumimoji="1">
                          <a:solidFill>
                            <a:schemeClr val="tx1"/>
                          </a:solidFill>
                          <a:latin typeface="Calibri" panose="020F0502020204030204" pitchFamily="34" charset="0"/>
                          <a:ea typeface="宋体" panose="02010600030101010101" pitchFamily="2" charset="-122"/>
                          <a:cs typeface="华文新魏" panose="02010800040101010101" pitchFamily="2" charset="-122"/>
                        </a:defRPr>
                      </a:lvl4pPr>
                      <a:lvl5pPr marL="2057400" indent="-228600" eaLnBrk="0" hangingPunct="0">
                        <a:spcBef>
                          <a:spcPct val="20000"/>
                        </a:spcBef>
                        <a:buClr>
                          <a:schemeClr val="accent1"/>
                        </a:buClr>
                        <a:buSzPct val="50000"/>
                        <a:buFont typeface="Wingdings" panose="05000000000000000000" pitchFamily="2" charset="2"/>
                        <a:defRPr kumimoji="1">
                          <a:solidFill>
                            <a:schemeClr val="tx1"/>
                          </a:solidFill>
                          <a:latin typeface="Calibri" panose="020F0502020204030204" pitchFamily="34" charset="0"/>
                          <a:ea typeface="宋体" panose="02010600030101010101" pitchFamily="2" charset="-122"/>
                          <a:cs typeface="华文新魏" panose="0201080004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kumimoji="1">
                          <a:solidFill>
                            <a:schemeClr val="tx1"/>
                          </a:solidFill>
                          <a:latin typeface="Calibri" panose="020F0502020204030204" pitchFamily="34" charset="0"/>
                          <a:ea typeface="宋体" panose="02010600030101010101" pitchFamily="2" charset="-122"/>
                          <a:cs typeface="华文新魏" panose="0201080004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kumimoji="1">
                          <a:solidFill>
                            <a:schemeClr val="tx1"/>
                          </a:solidFill>
                          <a:latin typeface="Calibri" panose="020F0502020204030204" pitchFamily="34" charset="0"/>
                          <a:ea typeface="宋体" panose="02010600030101010101" pitchFamily="2" charset="-122"/>
                          <a:cs typeface="华文新魏" panose="0201080004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kumimoji="1">
                          <a:solidFill>
                            <a:schemeClr val="tx1"/>
                          </a:solidFill>
                          <a:latin typeface="Calibri" panose="020F0502020204030204" pitchFamily="34" charset="0"/>
                          <a:ea typeface="宋体" panose="02010600030101010101" pitchFamily="2" charset="-122"/>
                          <a:cs typeface="华文新魏" panose="0201080004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kumimoji="1">
                          <a:solidFill>
                            <a:schemeClr val="tx1"/>
                          </a:solidFill>
                          <a:latin typeface="Calibri" panose="020F0502020204030204" pitchFamily="34" charset="0"/>
                          <a:ea typeface="宋体" panose="02010600030101010101" pitchFamily="2" charset="-122"/>
                          <a:cs typeface="华文新魏" panose="0201080004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0" lang="en-US" altLang="zh-CN" sz="1900" b="1" i="0" u="none" strike="noStrike" cap="none" normalizeH="0" baseline="0">
                          <a:ln>
                            <a:noFill/>
                          </a:ln>
                          <a:solidFill>
                            <a:schemeClr val="tx1"/>
                          </a:solidFill>
                          <a:effectLst/>
                          <a:latin typeface="楷体_GB2312" panose="02010609030101010101" pitchFamily="49" charset="-122"/>
                          <a:ea typeface="楷体_GB2312" panose="02010609030101010101" pitchFamily="49" charset="-122"/>
                          <a:cs typeface="华文新魏" panose="02010800040101010101" pitchFamily="2" charset="-122"/>
                        </a:rPr>
                        <a:t>8</a:t>
                      </a:r>
                      <a:endParaRPr kumimoji="0" lang="en-US" altLang="zh-CN" sz="1900" b="1" i="0" u="none" strike="noStrike" cap="none" normalizeH="0" baseline="0">
                        <a:ln>
                          <a:noFill/>
                        </a:ln>
                        <a:solidFill>
                          <a:schemeClr val="tx1"/>
                        </a:solidFill>
                        <a:effectLst/>
                        <a:latin typeface="楷体_GB2312" panose="02010609030101010101" pitchFamily="49" charset="-122"/>
                        <a:ea typeface="楷体_GB2312" panose="02010609030101010101" pitchFamily="49" charset="-122"/>
                        <a:cs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folHlink"/>
                        </a:buClr>
                        <a:buSzPct val="60000"/>
                        <a:buFont typeface="Wingdings" panose="05000000000000000000" pitchFamily="2" charset="2"/>
                        <a:defRPr kumimoji="1" sz="2800">
                          <a:solidFill>
                            <a:schemeClr val="tx1"/>
                          </a:solidFill>
                          <a:latin typeface="Calibri" panose="020F0502020204030204" pitchFamily="34" charset="0"/>
                          <a:ea typeface="宋体" panose="02010600030101010101" pitchFamily="2" charset="-122"/>
                          <a:cs typeface="华文新魏" panose="02010800040101010101" pitchFamily="2" charset="-122"/>
                        </a:defRPr>
                      </a:lvl1pPr>
                      <a:lvl2pPr marL="742950" indent="-285750" eaLnBrk="0" hangingPunct="0">
                        <a:spcBef>
                          <a:spcPct val="20000"/>
                        </a:spcBef>
                        <a:buClr>
                          <a:schemeClr val="hlink"/>
                        </a:buClr>
                        <a:buSzPct val="55000"/>
                        <a:buFont typeface="Wingdings" panose="05000000000000000000" pitchFamily="2" charset="2"/>
                        <a:defRPr kumimoji="1" sz="2400">
                          <a:solidFill>
                            <a:schemeClr val="tx1"/>
                          </a:solidFill>
                          <a:latin typeface="Calibri" panose="020F0502020204030204" pitchFamily="34" charset="0"/>
                          <a:ea typeface="宋体" panose="02010600030101010101" pitchFamily="2" charset="-122"/>
                          <a:cs typeface="华文新魏" panose="02010800040101010101" pitchFamily="2" charset="-122"/>
                        </a:defRPr>
                      </a:lvl2pPr>
                      <a:lvl3pPr marL="1143000" indent="-228600" eaLnBrk="0" hangingPunct="0">
                        <a:spcBef>
                          <a:spcPct val="20000"/>
                        </a:spcBef>
                        <a:buClr>
                          <a:schemeClr val="folHlink"/>
                        </a:buClr>
                        <a:buSzPct val="50000"/>
                        <a:buFont typeface="Wingdings" panose="05000000000000000000" pitchFamily="2" charset="2"/>
                        <a:defRPr kumimoji="1" sz="2000">
                          <a:solidFill>
                            <a:schemeClr val="tx1"/>
                          </a:solidFill>
                          <a:latin typeface="Calibri" panose="020F0502020204030204" pitchFamily="34" charset="0"/>
                          <a:ea typeface="宋体" panose="02010600030101010101" pitchFamily="2" charset="-122"/>
                          <a:cs typeface="华文新魏" panose="02010800040101010101" pitchFamily="2" charset="-122"/>
                        </a:defRPr>
                      </a:lvl3pPr>
                      <a:lvl4pPr marL="1600200" indent="-228600" eaLnBrk="0" hangingPunct="0">
                        <a:spcBef>
                          <a:spcPct val="20000"/>
                        </a:spcBef>
                        <a:buClr>
                          <a:schemeClr val="accent2"/>
                        </a:buClr>
                        <a:buSzPct val="55000"/>
                        <a:buFont typeface="Wingdings" panose="05000000000000000000" pitchFamily="2" charset="2"/>
                        <a:defRPr kumimoji="1">
                          <a:solidFill>
                            <a:schemeClr val="tx1"/>
                          </a:solidFill>
                          <a:latin typeface="Calibri" panose="020F0502020204030204" pitchFamily="34" charset="0"/>
                          <a:ea typeface="宋体" panose="02010600030101010101" pitchFamily="2" charset="-122"/>
                          <a:cs typeface="华文新魏" panose="02010800040101010101" pitchFamily="2" charset="-122"/>
                        </a:defRPr>
                      </a:lvl4pPr>
                      <a:lvl5pPr marL="2057400" indent="-228600" eaLnBrk="0" hangingPunct="0">
                        <a:spcBef>
                          <a:spcPct val="20000"/>
                        </a:spcBef>
                        <a:buClr>
                          <a:schemeClr val="accent1"/>
                        </a:buClr>
                        <a:buSzPct val="50000"/>
                        <a:buFont typeface="Wingdings" panose="05000000000000000000" pitchFamily="2" charset="2"/>
                        <a:defRPr kumimoji="1">
                          <a:solidFill>
                            <a:schemeClr val="tx1"/>
                          </a:solidFill>
                          <a:latin typeface="Calibri" panose="020F0502020204030204" pitchFamily="34" charset="0"/>
                          <a:ea typeface="宋体" panose="02010600030101010101" pitchFamily="2" charset="-122"/>
                          <a:cs typeface="华文新魏" panose="0201080004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kumimoji="1">
                          <a:solidFill>
                            <a:schemeClr val="tx1"/>
                          </a:solidFill>
                          <a:latin typeface="Calibri" panose="020F0502020204030204" pitchFamily="34" charset="0"/>
                          <a:ea typeface="宋体" panose="02010600030101010101" pitchFamily="2" charset="-122"/>
                          <a:cs typeface="华文新魏" panose="0201080004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kumimoji="1">
                          <a:solidFill>
                            <a:schemeClr val="tx1"/>
                          </a:solidFill>
                          <a:latin typeface="Calibri" panose="020F0502020204030204" pitchFamily="34" charset="0"/>
                          <a:ea typeface="宋体" panose="02010600030101010101" pitchFamily="2" charset="-122"/>
                          <a:cs typeface="华文新魏" panose="0201080004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kumimoji="1">
                          <a:solidFill>
                            <a:schemeClr val="tx1"/>
                          </a:solidFill>
                          <a:latin typeface="Calibri" panose="020F0502020204030204" pitchFamily="34" charset="0"/>
                          <a:ea typeface="宋体" panose="02010600030101010101" pitchFamily="2" charset="-122"/>
                          <a:cs typeface="华文新魏" panose="0201080004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kumimoji="1">
                          <a:solidFill>
                            <a:schemeClr val="tx1"/>
                          </a:solidFill>
                          <a:latin typeface="Calibri" panose="020F0502020204030204" pitchFamily="34" charset="0"/>
                          <a:ea typeface="宋体" panose="02010600030101010101" pitchFamily="2" charset="-122"/>
                          <a:cs typeface="华文新魏" panose="0201080004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0" lang="en-US" altLang="zh-CN" sz="1900" b="1" i="0" u="none" strike="noStrike" cap="none" normalizeH="0" baseline="0">
                          <a:ln>
                            <a:noFill/>
                          </a:ln>
                          <a:solidFill>
                            <a:schemeClr val="tx1"/>
                          </a:solidFill>
                          <a:effectLst/>
                          <a:latin typeface="楷体_GB2312" panose="02010609030101010101" pitchFamily="49" charset="-122"/>
                          <a:ea typeface="楷体_GB2312" panose="02010609030101010101" pitchFamily="49" charset="-122"/>
                          <a:cs typeface="华文新魏" panose="02010800040101010101" pitchFamily="2" charset="-122"/>
                        </a:rPr>
                        <a:t>9</a:t>
                      </a:r>
                      <a:endParaRPr kumimoji="0" lang="en-US" altLang="zh-CN" sz="1900" b="1" i="0" u="none" strike="noStrike" cap="none" normalizeH="0" baseline="0">
                        <a:ln>
                          <a:noFill/>
                        </a:ln>
                        <a:solidFill>
                          <a:schemeClr val="tx1"/>
                        </a:solidFill>
                        <a:effectLst/>
                        <a:latin typeface="楷体_GB2312" panose="02010609030101010101" pitchFamily="49" charset="-122"/>
                        <a:ea typeface="楷体_GB2312" panose="02010609030101010101" pitchFamily="49" charset="-122"/>
                        <a:cs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folHlink"/>
                        </a:buClr>
                        <a:buSzPct val="60000"/>
                        <a:buFont typeface="Wingdings" panose="05000000000000000000" pitchFamily="2" charset="2"/>
                        <a:defRPr kumimoji="1" sz="2800">
                          <a:solidFill>
                            <a:schemeClr val="tx1"/>
                          </a:solidFill>
                          <a:latin typeface="Calibri" panose="020F0502020204030204" pitchFamily="34" charset="0"/>
                          <a:ea typeface="宋体" panose="02010600030101010101" pitchFamily="2" charset="-122"/>
                          <a:cs typeface="华文新魏" panose="02010800040101010101" pitchFamily="2" charset="-122"/>
                        </a:defRPr>
                      </a:lvl1pPr>
                      <a:lvl2pPr marL="742950" indent="-285750" eaLnBrk="0" hangingPunct="0">
                        <a:spcBef>
                          <a:spcPct val="20000"/>
                        </a:spcBef>
                        <a:buClr>
                          <a:schemeClr val="hlink"/>
                        </a:buClr>
                        <a:buSzPct val="55000"/>
                        <a:buFont typeface="Wingdings" panose="05000000000000000000" pitchFamily="2" charset="2"/>
                        <a:defRPr kumimoji="1" sz="2400">
                          <a:solidFill>
                            <a:schemeClr val="tx1"/>
                          </a:solidFill>
                          <a:latin typeface="Calibri" panose="020F0502020204030204" pitchFamily="34" charset="0"/>
                          <a:ea typeface="宋体" panose="02010600030101010101" pitchFamily="2" charset="-122"/>
                          <a:cs typeface="华文新魏" panose="02010800040101010101" pitchFamily="2" charset="-122"/>
                        </a:defRPr>
                      </a:lvl2pPr>
                      <a:lvl3pPr marL="1143000" indent="-228600" eaLnBrk="0" hangingPunct="0">
                        <a:spcBef>
                          <a:spcPct val="20000"/>
                        </a:spcBef>
                        <a:buClr>
                          <a:schemeClr val="folHlink"/>
                        </a:buClr>
                        <a:buSzPct val="50000"/>
                        <a:buFont typeface="Wingdings" panose="05000000000000000000" pitchFamily="2" charset="2"/>
                        <a:defRPr kumimoji="1" sz="2000">
                          <a:solidFill>
                            <a:schemeClr val="tx1"/>
                          </a:solidFill>
                          <a:latin typeface="Calibri" panose="020F0502020204030204" pitchFamily="34" charset="0"/>
                          <a:ea typeface="宋体" panose="02010600030101010101" pitchFamily="2" charset="-122"/>
                          <a:cs typeface="华文新魏" panose="02010800040101010101" pitchFamily="2" charset="-122"/>
                        </a:defRPr>
                      </a:lvl3pPr>
                      <a:lvl4pPr marL="1600200" indent="-228600" eaLnBrk="0" hangingPunct="0">
                        <a:spcBef>
                          <a:spcPct val="20000"/>
                        </a:spcBef>
                        <a:buClr>
                          <a:schemeClr val="accent2"/>
                        </a:buClr>
                        <a:buSzPct val="55000"/>
                        <a:buFont typeface="Wingdings" panose="05000000000000000000" pitchFamily="2" charset="2"/>
                        <a:defRPr kumimoji="1">
                          <a:solidFill>
                            <a:schemeClr val="tx1"/>
                          </a:solidFill>
                          <a:latin typeface="Calibri" panose="020F0502020204030204" pitchFamily="34" charset="0"/>
                          <a:ea typeface="宋体" panose="02010600030101010101" pitchFamily="2" charset="-122"/>
                          <a:cs typeface="华文新魏" panose="02010800040101010101" pitchFamily="2" charset="-122"/>
                        </a:defRPr>
                      </a:lvl4pPr>
                      <a:lvl5pPr marL="2057400" indent="-228600" eaLnBrk="0" hangingPunct="0">
                        <a:spcBef>
                          <a:spcPct val="20000"/>
                        </a:spcBef>
                        <a:buClr>
                          <a:schemeClr val="accent1"/>
                        </a:buClr>
                        <a:buSzPct val="50000"/>
                        <a:buFont typeface="Wingdings" panose="05000000000000000000" pitchFamily="2" charset="2"/>
                        <a:defRPr kumimoji="1">
                          <a:solidFill>
                            <a:schemeClr val="tx1"/>
                          </a:solidFill>
                          <a:latin typeface="Calibri" panose="020F0502020204030204" pitchFamily="34" charset="0"/>
                          <a:ea typeface="宋体" panose="02010600030101010101" pitchFamily="2" charset="-122"/>
                          <a:cs typeface="华文新魏" panose="0201080004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kumimoji="1">
                          <a:solidFill>
                            <a:schemeClr val="tx1"/>
                          </a:solidFill>
                          <a:latin typeface="Calibri" panose="020F0502020204030204" pitchFamily="34" charset="0"/>
                          <a:ea typeface="宋体" panose="02010600030101010101" pitchFamily="2" charset="-122"/>
                          <a:cs typeface="华文新魏" panose="0201080004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kumimoji="1">
                          <a:solidFill>
                            <a:schemeClr val="tx1"/>
                          </a:solidFill>
                          <a:latin typeface="Calibri" panose="020F0502020204030204" pitchFamily="34" charset="0"/>
                          <a:ea typeface="宋体" panose="02010600030101010101" pitchFamily="2" charset="-122"/>
                          <a:cs typeface="华文新魏" panose="0201080004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kumimoji="1">
                          <a:solidFill>
                            <a:schemeClr val="tx1"/>
                          </a:solidFill>
                          <a:latin typeface="Calibri" panose="020F0502020204030204" pitchFamily="34" charset="0"/>
                          <a:ea typeface="宋体" panose="02010600030101010101" pitchFamily="2" charset="-122"/>
                          <a:cs typeface="华文新魏" panose="0201080004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kumimoji="1">
                          <a:solidFill>
                            <a:schemeClr val="tx1"/>
                          </a:solidFill>
                          <a:latin typeface="Calibri" panose="020F0502020204030204" pitchFamily="34" charset="0"/>
                          <a:ea typeface="宋体" panose="02010600030101010101" pitchFamily="2" charset="-122"/>
                          <a:cs typeface="华文新魏" panose="0201080004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0" lang="en-US" altLang="zh-CN" sz="1900" b="1" i="0" u="none" strike="noStrike" cap="none" normalizeH="0" baseline="0">
                          <a:ln>
                            <a:noFill/>
                          </a:ln>
                          <a:solidFill>
                            <a:schemeClr val="tx1"/>
                          </a:solidFill>
                          <a:effectLst/>
                          <a:latin typeface="楷体_GB2312" panose="02010609030101010101" pitchFamily="49" charset="-122"/>
                          <a:ea typeface="楷体_GB2312" panose="02010609030101010101" pitchFamily="49" charset="-122"/>
                          <a:cs typeface="华文新魏" panose="02010800040101010101" pitchFamily="2" charset="-122"/>
                        </a:rPr>
                        <a:t>8</a:t>
                      </a:r>
                      <a:endParaRPr kumimoji="0" lang="en-US" altLang="zh-CN" sz="1900" b="1" i="0" u="none" strike="noStrike" cap="none" normalizeH="0" baseline="0">
                        <a:ln>
                          <a:noFill/>
                        </a:ln>
                        <a:solidFill>
                          <a:schemeClr val="tx1"/>
                        </a:solidFill>
                        <a:effectLst/>
                        <a:latin typeface="楷体_GB2312" panose="02010609030101010101" pitchFamily="49" charset="-122"/>
                        <a:ea typeface="楷体_GB2312" panose="02010609030101010101" pitchFamily="49" charset="-122"/>
                        <a:cs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folHlink"/>
                        </a:buClr>
                        <a:buSzPct val="60000"/>
                        <a:buFont typeface="Wingdings" panose="05000000000000000000" pitchFamily="2" charset="2"/>
                        <a:defRPr kumimoji="1" sz="2800">
                          <a:solidFill>
                            <a:schemeClr val="tx1"/>
                          </a:solidFill>
                          <a:latin typeface="Calibri" panose="020F0502020204030204" pitchFamily="34" charset="0"/>
                          <a:ea typeface="宋体" panose="02010600030101010101" pitchFamily="2" charset="-122"/>
                          <a:cs typeface="华文新魏" panose="02010800040101010101" pitchFamily="2" charset="-122"/>
                        </a:defRPr>
                      </a:lvl1pPr>
                      <a:lvl2pPr marL="742950" indent="-285750" eaLnBrk="0" hangingPunct="0">
                        <a:spcBef>
                          <a:spcPct val="20000"/>
                        </a:spcBef>
                        <a:buClr>
                          <a:schemeClr val="hlink"/>
                        </a:buClr>
                        <a:buSzPct val="55000"/>
                        <a:buFont typeface="Wingdings" panose="05000000000000000000" pitchFamily="2" charset="2"/>
                        <a:defRPr kumimoji="1" sz="2400">
                          <a:solidFill>
                            <a:schemeClr val="tx1"/>
                          </a:solidFill>
                          <a:latin typeface="Calibri" panose="020F0502020204030204" pitchFamily="34" charset="0"/>
                          <a:ea typeface="宋体" panose="02010600030101010101" pitchFamily="2" charset="-122"/>
                          <a:cs typeface="华文新魏" panose="02010800040101010101" pitchFamily="2" charset="-122"/>
                        </a:defRPr>
                      </a:lvl2pPr>
                      <a:lvl3pPr marL="1143000" indent="-228600" eaLnBrk="0" hangingPunct="0">
                        <a:spcBef>
                          <a:spcPct val="20000"/>
                        </a:spcBef>
                        <a:buClr>
                          <a:schemeClr val="folHlink"/>
                        </a:buClr>
                        <a:buSzPct val="50000"/>
                        <a:buFont typeface="Wingdings" panose="05000000000000000000" pitchFamily="2" charset="2"/>
                        <a:defRPr kumimoji="1" sz="2000">
                          <a:solidFill>
                            <a:schemeClr val="tx1"/>
                          </a:solidFill>
                          <a:latin typeface="Calibri" panose="020F0502020204030204" pitchFamily="34" charset="0"/>
                          <a:ea typeface="宋体" panose="02010600030101010101" pitchFamily="2" charset="-122"/>
                          <a:cs typeface="华文新魏" panose="02010800040101010101" pitchFamily="2" charset="-122"/>
                        </a:defRPr>
                      </a:lvl3pPr>
                      <a:lvl4pPr marL="1600200" indent="-228600" eaLnBrk="0" hangingPunct="0">
                        <a:spcBef>
                          <a:spcPct val="20000"/>
                        </a:spcBef>
                        <a:buClr>
                          <a:schemeClr val="accent2"/>
                        </a:buClr>
                        <a:buSzPct val="55000"/>
                        <a:buFont typeface="Wingdings" panose="05000000000000000000" pitchFamily="2" charset="2"/>
                        <a:defRPr kumimoji="1">
                          <a:solidFill>
                            <a:schemeClr val="tx1"/>
                          </a:solidFill>
                          <a:latin typeface="Calibri" panose="020F0502020204030204" pitchFamily="34" charset="0"/>
                          <a:ea typeface="宋体" panose="02010600030101010101" pitchFamily="2" charset="-122"/>
                          <a:cs typeface="华文新魏" panose="02010800040101010101" pitchFamily="2" charset="-122"/>
                        </a:defRPr>
                      </a:lvl4pPr>
                      <a:lvl5pPr marL="2057400" indent="-228600" eaLnBrk="0" hangingPunct="0">
                        <a:spcBef>
                          <a:spcPct val="20000"/>
                        </a:spcBef>
                        <a:buClr>
                          <a:schemeClr val="accent1"/>
                        </a:buClr>
                        <a:buSzPct val="50000"/>
                        <a:buFont typeface="Wingdings" panose="05000000000000000000" pitchFamily="2" charset="2"/>
                        <a:defRPr kumimoji="1">
                          <a:solidFill>
                            <a:schemeClr val="tx1"/>
                          </a:solidFill>
                          <a:latin typeface="Calibri" panose="020F0502020204030204" pitchFamily="34" charset="0"/>
                          <a:ea typeface="宋体" panose="02010600030101010101" pitchFamily="2" charset="-122"/>
                          <a:cs typeface="华文新魏" panose="0201080004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kumimoji="1">
                          <a:solidFill>
                            <a:schemeClr val="tx1"/>
                          </a:solidFill>
                          <a:latin typeface="Calibri" panose="020F0502020204030204" pitchFamily="34" charset="0"/>
                          <a:ea typeface="宋体" panose="02010600030101010101" pitchFamily="2" charset="-122"/>
                          <a:cs typeface="华文新魏" panose="0201080004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kumimoji="1">
                          <a:solidFill>
                            <a:schemeClr val="tx1"/>
                          </a:solidFill>
                          <a:latin typeface="Calibri" panose="020F0502020204030204" pitchFamily="34" charset="0"/>
                          <a:ea typeface="宋体" panose="02010600030101010101" pitchFamily="2" charset="-122"/>
                          <a:cs typeface="华文新魏" panose="0201080004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kumimoji="1">
                          <a:solidFill>
                            <a:schemeClr val="tx1"/>
                          </a:solidFill>
                          <a:latin typeface="Calibri" panose="020F0502020204030204" pitchFamily="34" charset="0"/>
                          <a:ea typeface="宋体" panose="02010600030101010101" pitchFamily="2" charset="-122"/>
                          <a:cs typeface="华文新魏" panose="0201080004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kumimoji="1">
                          <a:solidFill>
                            <a:schemeClr val="tx1"/>
                          </a:solidFill>
                          <a:latin typeface="Calibri" panose="020F0502020204030204" pitchFamily="34" charset="0"/>
                          <a:ea typeface="宋体" panose="02010600030101010101" pitchFamily="2" charset="-122"/>
                          <a:cs typeface="华文新魏" panose="0201080004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0" lang="en-US" altLang="zh-CN" sz="1900" b="1" i="0" u="none" strike="noStrike" cap="none" normalizeH="0" baseline="0">
                          <a:ln>
                            <a:noFill/>
                          </a:ln>
                          <a:solidFill>
                            <a:schemeClr val="tx1"/>
                          </a:solidFill>
                          <a:effectLst/>
                          <a:latin typeface="楷体_GB2312" panose="02010609030101010101" pitchFamily="49" charset="-122"/>
                          <a:ea typeface="楷体_GB2312" panose="02010609030101010101" pitchFamily="49" charset="-122"/>
                          <a:cs typeface="华文新魏" panose="02010800040101010101" pitchFamily="2" charset="-122"/>
                        </a:rPr>
                        <a:t>9</a:t>
                      </a:r>
                      <a:endParaRPr kumimoji="0" lang="en-US" altLang="zh-CN" sz="1900" b="1" i="0" u="none" strike="noStrike" cap="none" normalizeH="0" baseline="0">
                        <a:ln>
                          <a:noFill/>
                        </a:ln>
                        <a:solidFill>
                          <a:schemeClr val="tx1"/>
                        </a:solidFill>
                        <a:effectLst/>
                        <a:latin typeface="楷体_GB2312" panose="02010609030101010101" pitchFamily="49" charset="-122"/>
                        <a:ea typeface="楷体_GB2312" panose="02010609030101010101" pitchFamily="49" charset="-122"/>
                        <a:cs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57200">
                <a:tc>
                  <a:txBody>
                    <a:bodyPr/>
                    <a:lstStyle>
                      <a:lvl1pPr eaLnBrk="0" hangingPunct="0">
                        <a:spcBef>
                          <a:spcPct val="20000"/>
                        </a:spcBef>
                        <a:buClr>
                          <a:schemeClr val="folHlink"/>
                        </a:buClr>
                        <a:buSzPct val="60000"/>
                        <a:buFont typeface="Wingdings" panose="05000000000000000000" pitchFamily="2" charset="2"/>
                        <a:defRPr kumimoji="1" sz="2800">
                          <a:solidFill>
                            <a:schemeClr val="tx1"/>
                          </a:solidFill>
                          <a:latin typeface="Calibri" panose="020F0502020204030204" pitchFamily="34" charset="0"/>
                          <a:ea typeface="宋体" panose="02010600030101010101" pitchFamily="2" charset="-122"/>
                          <a:cs typeface="华文新魏" panose="02010800040101010101" pitchFamily="2" charset="-122"/>
                        </a:defRPr>
                      </a:lvl1pPr>
                      <a:lvl2pPr marL="742950" indent="-285750" eaLnBrk="0" hangingPunct="0">
                        <a:spcBef>
                          <a:spcPct val="20000"/>
                        </a:spcBef>
                        <a:buClr>
                          <a:schemeClr val="hlink"/>
                        </a:buClr>
                        <a:buSzPct val="55000"/>
                        <a:buFont typeface="Wingdings" panose="05000000000000000000" pitchFamily="2" charset="2"/>
                        <a:defRPr kumimoji="1" sz="2400">
                          <a:solidFill>
                            <a:schemeClr val="tx1"/>
                          </a:solidFill>
                          <a:latin typeface="Calibri" panose="020F0502020204030204" pitchFamily="34" charset="0"/>
                          <a:ea typeface="宋体" panose="02010600030101010101" pitchFamily="2" charset="-122"/>
                          <a:cs typeface="华文新魏" panose="02010800040101010101" pitchFamily="2" charset="-122"/>
                        </a:defRPr>
                      </a:lvl2pPr>
                      <a:lvl3pPr marL="1143000" indent="-228600" eaLnBrk="0" hangingPunct="0">
                        <a:spcBef>
                          <a:spcPct val="20000"/>
                        </a:spcBef>
                        <a:buClr>
                          <a:schemeClr val="folHlink"/>
                        </a:buClr>
                        <a:buSzPct val="50000"/>
                        <a:buFont typeface="Wingdings" panose="05000000000000000000" pitchFamily="2" charset="2"/>
                        <a:defRPr kumimoji="1" sz="2000">
                          <a:solidFill>
                            <a:schemeClr val="tx1"/>
                          </a:solidFill>
                          <a:latin typeface="Calibri" panose="020F0502020204030204" pitchFamily="34" charset="0"/>
                          <a:ea typeface="宋体" panose="02010600030101010101" pitchFamily="2" charset="-122"/>
                          <a:cs typeface="华文新魏" panose="02010800040101010101" pitchFamily="2" charset="-122"/>
                        </a:defRPr>
                      </a:lvl3pPr>
                      <a:lvl4pPr marL="1600200" indent="-228600" eaLnBrk="0" hangingPunct="0">
                        <a:spcBef>
                          <a:spcPct val="20000"/>
                        </a:spcBef>
                        <a:buClr>
                          <a:schemeClr val="accent2"/>
                        </a:buClr>
                        <a:buSzPct val="55000"/>
                        <a:buFont typeface="Wingdings" panose="05000000000000000000" pitchFamily="2" charset="2"/>
                        <a:defRPr kumimoji="1">
                          <a:solidFill>
                            <a:schemeClr val="tx1"/>
                          </a:solidFill>
                          <a:latin typeface="Calibri" panose="020F0502020204030204" pitchFamily="34" charset="0"/>
                          <a:ea typeface="宋体" panose="02010600030101010101" pitchFamily="2" charset="-122"/>
                          <a:cs typeface="华文新魏" panose="02010800040101010101" pitchFamily="2" charset="-122"/>
                        </a:defRPr>
                      </a:lvl4pPr>
                      <a:lvl5pPr marL="2057400" indent="-228600" eaLnBrk="0" hangingPunct="0">
                        <a:spcBef>
                          <a:spcPct val="20000"/>
                        </a:spcBef>
                        <a:buClr>
                          <a:schemeClr val="accent1"/>
                        </a:buClr>
                        <a:buSzPct val="50000"/>
                        <a:buFont typeface="Wingdings" panose="05000000000000000000" pitchFamily="2" charset="2"/>
                        <a:defRPr kumimoji="1">
                          <a:solidFill>
                            <a:schemeClr val="tx1"/>
                          </a:solidFill>
                          <a:latin typeface="Calibri" panose="020F0502020204030204" pitchFamily="34" charset="0"/>
                          <a:ea typeface="宋体" panose="02010600030101010101" pitchFamily="2" charset="-122"/>
                          <a:cs typeface="华文新魏" panose="0201080004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kumimoji="1">
                          <a:solidFill>
                            <a:schemeClr val="tx1"/>
                          </a:solidFill>
                          <a:latin typeface="Calibri" panose="020F0502020204030204" pitchFamily="34" charset="0"/>
                          <a:ea typeface="宋体" panose="02010600030101010101" pitchFamily="2" charset="-122"/>
                          <a:cs typeface="华文新魏" panose="0201080004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kumimoji="1">
                          <a:solidFill>
                            <a:schemeClr val="tx1"/>
                          </a:solidFill>
                          <a:latin typeface="Calibri" panose="020F0502020204030204" pitchFamily="34" charset="0"/>
                          <a:ea typeface="宋体" panose="02010600030101010101" pitchFamily="2" charset="-122"/>
                          <a:cs typeface="华文新魏" panose="0201080004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kumimoji="1">
                          <a:solidFill>
                            <a:schemeClr val="tx1"/>
                          </a:solidFill>
                          <a:latin typeface="Calibri" panose="020F0502020204030204" pitchFamily="34" charset="0"/>
                          <a:ea typeface="宋体" panose="02010600030101010101" pitchFamily="2" charset="-122"/>
                          <a:cs typeface="华文新魏" panose="0201080004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kumimoji="1">
                          <a:solidFill>
                            <a:schemeClr val="tx1"/>
                          </a:solidFill>
                          <a:latin typeface="Calibri" panose="020F0502020204030204" pitchFamily="34" charset="0"/>
                          <a:ea typeface="宋体" panose="02010600030101010101" pitchFamily="2" charset="-122"/>
                          <a:cs typeface="华文新魏" panose="0201080004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0" lang="en-US" altLang="zh-CN" sz="1900" b="1" i="0" u="none" strike="noStrike" cap="none" normalizeH="0" baseline="0">
                          <a:ln>
                            <a:noFill/>
                          </a:ln>
                          <a:solidFill>
                            <a:schemeClr val="tx1"/>
                          </a:solidFill>
                          <a:effectLst/>
                          <a:latin typeface="楷体_GB2312" panose="02010609030101010101" pitchFamily="49" charset="-122"/>
                          <a:ea typeface="楷体_GB2312" panose="02010609030101010101" pitchFamily="49" charset="-122"/>
                          <a:cs typeface="华文新魏" panose="02010800040101010101" pitchFamily="2" charset="-122"/>
                        </a:rPr>
                        <a:t>6</a:t>
                      </a:r>
                      <a:endParaRPr kumimoji="0" lang="en-US" altLang="zh-CN" sz="1900" b="1" i="0" u="none" strike="noStrike" cap="none" normalizeH="0" baseline="0">
                        <a:ln>
                          <a:noFill/>
                        </a:ln>
                        <a:solidFill>
                          <a:schemeClr val="tx1"/>
                        </a:solidFill>
                        <a:effectLst/>
                        <a:latin typeface="楷体_GB2312" panose="02010609030101010101" pitchFamily="49" charset="-122"/>
                        <a:ea typeface="楷体_GB2312" panose="02010609030101010101" pitchFamily="49" charset="-122"/>
                        <a:cs typeface="华文新魏" panose="0201080004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folHlink"/>
                        </a:buClr>
                        <a:buSzPct val="60000"/>
                        <a:buFont typeface="Wingdings" panose="05000000000000000000" pitchFamily="2" charset="2"/>
                        <a:defRPr kumimoji="1" sz="2800">
                          <a:solidFill>
                            <a:schemeClr val="tx1"/>
                          </a:solidFill>
                          <a:latin typeface="Calibri" panose="020F0502020204030204" pitchFamily="34" charset="0"/>
                          <a:ea typeface="宋体" panose="02010600030101010101" pitchFamily="2" charset="-122"/>
                          <a:cs typeface="华文新魏" panose="02010800040101010101" pitchFamily="2" charset="-122"/>
                        </a:defRPr>
                      </a:lvl1pPr>
                      <a:lvl2pPr marL="742950" indent="-285750" eaLnBrk="0" hangingPunct="0">
                        <a:spcBef>
                          <a:spcPct val="20000"/>
                        </a:spcBef>
                        <a:buClr>
                          <a:schemeClr val="hlink"/>
                        </a:buClr>
                        <a:buSzPct val="55000"/>
                        <a:buFont typeface="Wingdings" panose="05000000000000000000" pitchFamily="2" charset="2"/>
                        <a:defRPr kumimoji="1" sz="2400">
                          <a:solidFill>
                            <a:schemeClr val="tx1"/>
                          </a:solidFill>
                          <a:latin typeface="Calibri" panose="020F0502020204030204" pitchFamily="34" charset="0"/>
                          <a:ea typeface="宋体" panose="02010600030101010101" pitchFamily="2" charset="-122"/>
                          <a:cs typeface="华文新魏" panose="02010800040101010101" pitchFamily="2" charset="-122"/>
                        </a:defRPr>
                      </a:lvl2pPr>
                      <a:lvl3pPr marL="1143000" indent="-228600" eaLnBrk="0" hangingPunct="0">
                        <a:spcBef>
                          <a:spcPct val="20000"/>
                        </a:spcBef>
                        <a:buClr>
                          <a:schemeClr val="folHlink"/>
                        </a:buClr>
                        <a:buSzPct val="50000"/>
                        <a:buFont typeface="Wingdings" panose="05000000000000000000" pitchFamily="2" charset="2"/>
                        <a:defRPr kumimoji="1" sz="2000">
                          <a:solidFill>
                            <a:schemeClr val="tx1"/>
                          </a:solidFill>
                          <a:latin typeface="Calibri" panose="020F0502020204030204" pitchFamily="34" charset="0"/>
                          <a:ea typeface="宋体" panose="02010600030101010101" pitchFamily="2" charset="-122"/>
                          <a:cs typeface="华文新魏" panose="02010800040101010101" pitchFamily="2" charset="-122"/>
                        </a:defRPr>
                      </a:lvl3pPr>
                      <a:lvl4pPr marL="1600200" indent="-228600" eaLnBrk="0" hangingPunct="0">
                        <a:spcBef>
                          <a:spcPct val="20000"/>
                        </a:spcBef>
                        <a:buClr>
                          <a:schemeClr val="accent2"/>
                        </a:buClr>
                        <a:buSzPct val="55000"/>
                        <a:buFont typeface="Wingdings" panose="05000000000000000000" pitchFamily="2" charset="2"/>
                        <a:defRPr kumimoji="1">
                          <a:solidFill>
                            <a:schemeClr val="tx1"/>
                          </a:solidFill>
                          <a:latin typeface="Calibri" panose="020F0502020204030204" pitchFamily="34" charset="0"/>
                          <a:ea typeface="宋体" panose="02010600030101010101" pitchFamily="2" charset="-122"/>
                          <a:cs typeface="华文新魏" panose="02010800040101010101" pitchFamily="2" charset="-122"/>
                        </a:defRPr>
                      </a:lvl4pPr>
                      <a:lvl5pPr marL="2057400" indent="-228600" eaLnBrk="0" hangingPunct="0">
                        <a:spcBef>
                          <a:spcPct val="20000"/>
                        </a:spcBef>
                        <a:buClr>
                          <a:schemeClr val="accent1"/>
                        </a:buClr>
                        <a:buSzPct val="50000"/>
                        <a:buFont typeface="Wingdings" panose="05000000000000000000" pitchFamily="2" charset="2"/>
                        <a:defRPr kumimoji="1">
                          <a:solidFill>
                            <a:schemeClr val="tx1"/>
                          </a:solidFill>
                          <a:latin typeface="Calibri" panose="020F0502020204030204" pitchFamily="34" charset="0"/>
                          <a:ea typeface="宋体" panose="02010600030101010101" pitchFamily="2" charset="-122"/>
                          <a:cs typeface="华文新魏" panose="0201080004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kumimoji="1">
                          <a:solidFill>
                            <a:schemeClr val="tx1"/>
                          </a:solidFill>
                          <a:latin typeface="Calibri" panose="020F0502020204030204" pitchFamily="34" charset="0"/>
                          <a:ea typeface="宋体" panose="02010600030101010101" pitchFamily="2" charset="-122"/>
                          <a:cs typeface="华文新魏" panose="0201080004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kumimoji="1">
                          <a:solidFill>
                            <a:schemeClr val="tx1"/>
                          </a:solidFill>
                          <a:latin typeface="Calibri" panose="020F0502020204030204" pitchFamily="34" charset="0"/>
                          <a:ea typeface="宋体" panose="02010600030101010101" pitchFamily="2" charset="-122"/>
                          <a:cs typeface="华文新魏" panose="0201080004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kumimoji="1">
                          <a:solidFill>
                            <a:schemeClr val="tx1"/>
                          </a:solidFill>
                          <a:latin typeface="Calibri" panose="020F0502020204030204" pitchFamily="34" charset="0"/>
                          <a:ea typeface="宋体" panose="02010600030101010101" pitchFamily="2" charset="-122"/>
                          <a:cs typeface="华文新魏" panose="0201080004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kumimoji="1">
                          <a:solidFill>
                            <a:schemeClr val="tx1"/>
                          </a:solidFill>
                          <a:latin typeface="Calibri" panose="020F0502020204030204" pitchFamily="34" charset="0"/>
                          <a:ea typeface="宋体" panose="02010600030101010101" pitchFamily="2" charset="-122"/>
                          <a:cs typeface="华文新魏" panose="0201080004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0" lang="en-US" altLang="zh-CN" sz="1900" b="1" i="0" u="none" strike="noStrike" cap="none" normalizeH="0" baseline="0">
                          <a:ln>
                            <a:noFill/>
                          </a:ln>
                          <a:solidFill>
                            <a:schemeClr val="tx1"/>
                          </a:solidFill>
                          <a:effectLst/>
                          <a:latin typeface="楷体_GB2312" panose="02010609030101010101" pitchFamily="49" charset="-122"/>
                          <a:ea typeface="楷体_GB2312" panose="02010609030101010101" pitchFamily="49" charset="-122"/>
                          <a:cs typeface="华文新魏" panose="02010800040101010101" pitchFamily="2" charset="-122"/>
                        </a:rPr>
                        <a:t>7</a:t>
                      </a:r>
                      <a:endParaRPr kumimoji="0" lang="en-US" altLang="zh-CN" sz="1900" b="1" i="0" u="none" strike="noStrike" cap="none" normalizeH="0" baseline="0">
                        <a:ln>
                          <a:noFill/>
                        </a:ln>
                        <a:solidFill>
                          <a:schemeClr val="tx1"/>
                        </a:solidFill>
                        <a:effectLst/>
                        <a:latin typeface="楷体_GB2312" panose="02010609030101010101" pitchFamily="49" charset="-122"/>
                        <a:ea typeface="楷体_GB2312" panose="02010609030101010101" pitchFamily="49" charset="-122"/>
                        <a:cs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folHlink"/>
                        </a:buClr>
                        <a:buSzPct val="60000"/>
                        <a:buFont typeface="Wingdings" panose="05000000000000000000" pitchFamily="2" charset="2"/>
                        <a:defRPr kumimoji="1" sz="2800">
                          <a:solidFill>
                            <a:schemeClr val="tx1"/>
                          </a:solidFill>
                          <a:latin typeface="Calibri" panose="020F0502020204030204" pitchFamily="34" charset="0"/>
                          <a:ea typeface="宋体" panose="02010600030101010101" pitchFamily="2" charset="-122"/>
                          <a:cs typeface="华文新魏" panose="02010800040101010101" pitchFamily="2" charset="-122"/>
                        </a:defRPr>
                      </a:lvl1pPr>
                      <a:lvl2pPr marL="742950" indent="-285750" eaLnBrk="0" hangingPunct="0">
                        <a:spcBef>
                          <a:spcPct val="20000"/>
                        </a:spcBef>
                        <a:buClr>
                          <a:schemeClr val="hlink"/>
                        </a:buClr>
                        <a:buSzPct val="55000"/>
                        <a:buFont typeface="Wingdings" panose="05000000000000000000" pitchFamily="2" charset="2"/>
                        <a:defRPr kumimoji="1" sz="2400">
                          <a:solidFill>
                            <a:schemeClr val="tx1"/>
                          </a:solidFill>
                          <a:latin typeface="Calibri" panose="020F0502020204030204" pitchFamily="34" charset="0"/>
                          <a:ea typeface="宋体" panose="02010600030101010101" pitchFamily="2" charset="-122"/>
                          <a:cs typeface="华文新魏" panose="02010800040101010101" pitchFamily="2" charset="-122"/>
                        </a:defRPr>
                      </a:lvl2pPr>
                      <a:lvl3pPr marL="1143000" indent="-228600" eaLnBrk="0" hangingPunct="0">
                        <a:spcBef>
                          <a:spcPct val="20000"/>
                        </a:spcBef>
                        <a:buClr>
                          <a:schemeClr val="folHlink"/>
                        </a:buClr>
                        <a:buSzPct val="50000"/>
                        <a:buFont typeface="Wingdings" panose="05000000000000000000" pitchFamily="2" charset="2"/>
                        <a:defRPr kumimoji="1" sz="2000">
                          <a:solidFill>
                            <a:schemeClr val="tx1"/>
                          </a:solidFill>
                          <a:latin typeface="Calibri" panose="020F0502020204030204" pitchFamily="34" charset="0"/>
                          <a:ea typeface="宋体" panose="02010600030101010101" pitchFamily="2" charset="-122"/>
                          <a:cs typeface="华文新魏" panose="02010800040101010101" pitchFamily="2" charset="-122"/>
                        </a:defRPr>
                      </a:lvl3pPr>
                      <a:lvl4pPr marL="1600200" indent="-228600" eaLnBrk="0" hangingPunct="0">
                        <a:spcBef>
                          <a:spcPct val="20000"/>
                        </a:spcBef>
                        <a:buClr>
                          <a:schemeClr val="accent2"/>
                        </a:buClr>
                        <a:buSzPct val="55000"/>
                        <a:buFont typeface="Wingdings" panose="05000000000000000000" pitchFamily="2" charset="2"/>
                        <a:defRPr kumimoji="1">
                          <a:solidFill>
                            <a:schemeClr val="tx1"/>
                          </a:solidFill>
                          <a:latin typeface="Calibri" panose="020F0502020204030204" pitchFamily="34" charset="0"/>
                          <a:ea typeface="宋体" panose="02010600030101010101" pitchFamily="2" charset="-122"/>
                          <a:cs typeface="华文新魏" panose="02010800040101010101" pitchFamily="2" charset="-122"/>
                        </a:defRPr>
                      </a:lvl4pPr>
                      <a:lvl5pPr marL="2057400" indent="-228600" eaLnBrk="0" hangingPunct="0">
                        <a:spcBef>
                          <a:spcPct val="20000"/>
                        </a:spcBef>
                        <a:buClr>
                          <a:schemeClr val="accent1"/>
                        </a:buClr>
                        <a:buSzPct val="50000"/>
                        <a:buFont typeface="Wingdings" panose="05000000000000000000" pitchFamily="2" charset="2"/>
                        <a:defRPr kumimoji="1">
                          <a:solidFill>
                            <a:schemeClr val="tx1"/>
                          </a:solidFill>
                          <a:latin typeface="Calibri" panose="020F0502020204030204" pitchFamily="34" charset="0"/>
                          <a:ea typeface="宋体" panose="02010600030101010101" pitchFamily="2" charset="-122"/>
                          <a:cs typeface="华文新魏" panose="0201080004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kumimoji="1">
                          <a:solidFill>
                            <a:schemeClr val="tx1"/>
                          </a:solidFill>
                          <a:latin typeface="Calibri" panose="020F0502020204030204" pitchFamily="34" charset="0"/>
                          <a:ea typeface="宋体" panose="02010600030101010101" pitchFamily="2" charset="-122"/>
                          <a:cs typeface="华文新魏" panose="0201080004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kumimoji="1">
                          <a:solidFill>
                            <a:schemeClr val="tx1"/>
                          </a:solidFill>
                          <a:latin typeface="Calibri" panose="020F0502020204030204" pitchFamily="34" charset="0"/>
                          <a:ea typeface="宋体" panose="02010600030101010101" pitchFamily="2" charset="-122"/>
                          <a:cs typeface="华文新魏" panose="0201080004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kumimoji="1">
                          <a:solidFill>
                            <a:schemeClr val="tx1"/>
                          </a:solidFill>
                          <a:latin typeface="Calibri" panose="020F0502020204030204" pitchFamily="34" charset="0"/>
                          <a:ea typeface="宋体" panose="02010600030101010101" pitchFamily="2" charset="-122"/>
                          <a:cs typeface="华文新魏" panose="0201080004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kumimoji="1">
                          <a:solidFill>
                            <a:schemeClr val="tx1"/>
                          </a:solidFill>
                          <a:latin typeface="Calibri" panose="020F0502020204030204" pitchFamily="34" charset="0"/>
                          <a:ea typeface="宋体" panose="02010600030101010101" pitchFamily="2" charset="-122"/>
                          <a:cs typeface="华文新魏" panose="0201080004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0" lang="en-US" altLang="zh-CN" sz="1900" b="1" i="0" u="none" strike="noStrike" cap="none" normalizeH="0" baseline="0">
                          <a:ln>
                            <a:noFill/>
                          </a:ln>
                          <a:solidFill>
                            <a:schemeClr val="tx1"/>
                          </a:solidFill>
                          <a:effectLst/>
                          <a:latin typeface="楷体_GB2312" panose="02010609030101010101" pitchFamily="49" charset="-122"/>
                          <a:ea typeface="楷体_GB2312" panose="02010609030101010101" pitchFamily="49" charset="-122"/>
                          <a:cs typeface="华文新魏" panose="02010800040101010101" pitchFamily="2" charset="-122"/>
                        </a:rPr>
                        <a:t>7</a:t>
                      </a:r>
                      <a:endParaRPr kumimoji="0" lang="en-US" altLang="zh-CN" sz="1900" b="1" i="0" u="none" strike="noStrike" cap="none" normalizeH="0" baseline="0">
                        <a:ln>
                          <a:noFill/>
                        </a:ln>
                        <a:solidFill>
                          <a:schemeClr val="tx1"/>
                        </a:solidFill>
                        <a:effectLst/>
                        <a:latin typeface="楷体_GB2312" panose="02010609030101010101" pitchFamily="49" charset="-122"/>
                        <a:ea typeface="楷体_GB2312" panose="02010609030101010101" pitchFamily="49" charset="-122"/>
                        <a:cs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folHlink"/>
                        </a:buClr>
                        <a:buSzPct val="60000"/>
                        <a:buFont typeface="Wingdings" panose="05000000000000000000" pitchFamily="2" charset="2"/>
                        <a:defRPr kumimoji="1" sz="2800">
                          <a:solidFill>
                            <a:schemeClr val="tx1"/>
                          </a:solidFill>
                          <a:latin typeface="Calibri" panose="020F0502020204030204" pitchFamily="34" charset="0"/>
                          <a:ea typeface="宋体" panose="02010600030101010101" pitchFamily="2" charset="-122"/>
                          <a:cs typeface="华文新魏" panose="02010800040101010101" pitchFamily="2" charset="-122"/>
                        </a:defRPr>
                      </a:lvl1pPr>
                      <a:lvl2pPr marL="742950" indent="-285750" eaLnBrk="0" hangingPunct="0">
                        <a:spcBef>
                          <a:spcPct val="20000"/>
                        </a:spcBef>
                        <a:buClr>
                          <a:schemeClr val="hlink"/>
                        </a:buClr>
                        <a:buSzPct val="55000"/>
                        <a:buFont typeface="Wingdings" panose="05000000000000000000" pitchFamily="2" charset="2"/>
                        <a:defRPr kumimoji="1" sz="2400">
                          <a:solidFill>
                            <a:schemeClr val="tx1"/>
                          </a:solidFill>
                          <a:latin typeface="Calibri" panose="020F0502020204030204" pitchFamily="34" charset="0"/>
                          <a:ea typeface="宋体" panose="02010600030101010101" pitchFamily="2" charset="-122"/>
                          <a:cs typeface="华文新魏" panose="02010800040101010101" pitchFamily="2" charset="-122"/>
                        </a:defRPr>
                      </a:lvl2pPr>
                      <a:lvl3pPr marL="1143000" indent="-228600" eaLnBrk="0" hangingPunct="0">
                        <a:spcBef>
                          <a:spcPct val="20000"/>
                        </a:spcBef>
                        <a:buClr>
                          <a:schemeClr val="folHlink"/>
                        </a:buClr>
                        <a:buSzPct val="50000"/>
                        <a:buFont typeface="Wingdings" panose="05000000000000000000" pitchFamily="2" charset="2"/>
                        <a:defRPr kumimoji="1" sz="2000">
                          <a:solidFill>
                            <a:schemeClr val="tx1"/>
                          </a:solidFill>
                          <a:latin typeface="Calibri" panose="020F0502020204030204" pitchFamily="34" charset="0"/>
                          <a:ea typeface="宋体" panose="02010600030101010101" pitchFamily="2" charset="-122"/>
                          <a:cs typeface="华文新魏" panose="02010800040101010101" pitchFamily="2" charset="-122"/>
                        </a:defRPr>
                      </a:lvl3pPr>
                      <a:lvl4pPr marL="1600200" indent="-228600" eaLnBrk="0" hangingPunct="0">
                        <a:spcBef>
                          <a:spcPct val="20000"/>
                        </a:spcBef>
                        <a:buClr>
                          <a:schemeClr val="accent2"/>
                        </a:buClr>
                        <a:buSzPct val="55000"/>
                        <a:buFont typeface="Wingdings" panose="05000000000000000000" pitchFamily="2" charset="2"/>
                        <a:defRPr kumimoji="1">
                          <a:solidFill>
                            <a:schemeClr val="tx1"/>
                          </a:solidFill>
                          <a:latin typeface="Calibri" panose="020F0502020204030204" pitchFamily="34" charset="0"/>
                          <a:ea typeface="宋体" panose="02010600030101010101" pitchFamily="2" charset="-122"/>
                          <a:cs typeface="华文新魏" panose="02010800040101010101" pitchFamily="2" charset="-122"/>
                        </a:defRPr>
                      </a:lvl4pPr>
                      <a:lvl5pPr marL="2057400" indent="-228600" eaLnBrk="0" hangingPunct="0">
                        <a:spcBef>
                          <a:spcPct val="20000"/>
                        </a:spcBef>
                        <a:buClr>
                          <a:schemeClr val="accent1"/>
                        </a:buClr>
                        <a:buSzPct val="50000"/>
                        <a:buFont typeface="Wingdings" panose="05000000000000000000" pitchFamily="2" charset="2"/>
                        <a:defRPr kumimoji="1">
                          <a:solidFill>
                            <a:schemeClr val="tx1"/>
                          </a:solidFill>
                          <a:latin typeface="Calibri" panose="020F0502020204030204" pitchFamily="34" charset="0"/>
                          <a:ea typeface="宋体" panose="02010600030101010101" pitchFamily="2" charset="-122"/>
                          <a:cs typeface="华文新魏" panose="0201080004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kumimoji="1">
                          <a:solidFill>
                            <a:schemeClr val="tx1"/>
                          </a:solidFill>
                          <a:latin typeface="Calibri" panose="020F0502020204030204" pitchFamily="34" charset="0"/>
                          <a:ea typeface="宋体" panose="02010600030101010101" pitchFamily="2" charset="-122"/>
                          <a:cs typeface="华文新魏" panose="0201080004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kumimoji="1">
                          <a:solidFill>
                            <a:schemeClr val="tx1"/>
                          </a:solidFill>
                          <a:latin typeface="Calibri" panose="020F0502020204030204" pitchFamily="34" charset="0"/>
                          <a:ea typeface="宋体" panose="02010600030101010101" pitchFamily="2" charset="-122"/>
                          <a:cs typeface="华文新魏" panose="0201080004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kumimoji="1">
                          <a:solidFill>
                            <a:schemeClr val="tx1"/>
                          </a:solidFill>
                          <a:latin typeface="Calibri" panose="020F0502020204030204" pitchFamily="34" charset="0"/>
                          <a:ea typeface="宋体" panose="02010600030101010101" pitchFamily="2" charset="-122"/>
                          <a:cs typeface="华文新魏" panose="0201080004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kumimoji="1">
                          <a:solidFill>
                            <a:schemeClr val="tx1"/>
                          </a:solidFill>
                          <a:latin typeface="Calibri" panose="020F0502020204030204" pitchFamily="34" charset="0"/>
                          <a:ea typeface="宋体" panose="02010600030101010101" pitchFamily="2" charset="-122"/>
                          <a:cs typeface="华文新魏" panose="0201080004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0" lang="en-US" altLang="zh-CN" sz="1900" b="1" i="0" u="none" strike="noStrike" cap="none" normalizeH="0" baseline="0">
                          <a:ln>
                            <a:noFill/>
                          </a:ln>
                          <a:solidFill>
                            <a:schemeClr val="tx1"/>
                          </a:solidFill>
                          <a:effectLst/>
                          <a:latin typeface="楷体_GB2312" panose="02010609030101010101" pitchFamily="49" charset="-122"/>
                          <a:ea typeface="楷体_GB2312" panose="02010609030101010101" pitchFamily="49" charset="-122"/>
                          <a:cs typeface="华文新魏" panose="02010800040101010101" pitchFamily="2" charset="-122"/>
                        </a:rPr>
                        <a:t>7</a:t>
                      </a:r>
                      <a:endParaRPr kumimoji="0" lang="en-US" altLang="zh-CN" sz="1900" b="1" i="0" u="none" strike="noStrike" cap="none" normalizeH="0" baseline="0">
                        <a:ln>
                          <a:noFill/>
                        </a:ln>
                        <a:solidFill>
                          <a:schemeClr val="tx1"/>
                        </a:solidFill>
                        <a:effectLst/>
                        <a:latin typeface="楷体_GB2312" panose="02010609030101010101" pitchFamily="49" charset="-122"/>
                        <a:ea typeface="楷体_GB2312" panose="02010609030101010101" pitchFamily="49" charset="-122"/>
                        <a:cs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folHlink"/>
                        </a:buClr>
                        <a:buSzPct val="60000"/>
                        <a:buFont typeface="Wingdings" panose="05000000000000000000" pitchFamily="2" charset="2"/>
                        <a:defRPr kumimoji="1" sz="2800">
                          <a:solidFill>
                            <a:schemeClr val="tx1"/>
                          </a:solidFill>
                          <a:latin typeface="Calibri" panose="020F0502020204030204" pitchFamily="34" charset="0"/>
                          <a:ea typeface="宋体" panose="02010600030101010101" pitchFamily="2" charset="-122"/>
                          <a:cs typeface="华文新魏" panose="02010800040101010101" pitchFamily="2" charset="-122"/>
                        </a:defRPr>
                      </a:lvl1pPr>
                      <a:lvl2pPr marL="742950" indent="-285750" eaLnBrk="0" hangingPunct="0">
                        <a:spcBef>
                          <a:spcPct val="20000"/>
                        </a:spcBef>
                        <a:buClr>
                          <a:schemeClr val="hlink"/>
                        </a:buClr>
                        <a:buSzPct val="55000"/>
                        <a:buFont typeface="Wingdings" panose="05000000000000000000" pitchFamily="2" charset="2"/>
                        <a:defRPr kumimoji="1" sz="2400">
                          <a:solidFill>
                            <a:schemeClr val="tx1"/>
                          </a:solidFill>
                          <a:latin typeface="Calibri" panose="020F0502020204030204" pitchFamily="34" charset="0"/>
                          <a:ea typeface="宋体" panose="02010600030101010101" pitchFamily="2" charset="-122"/>
                          <a:cs typeface="华文新魏" panose="02010800040101010101" pitchFamily="2" charset="-122"/>
                        </a:defRPr>
                      </a:lvl2pPr>
                      <a:lvl3pPr marL="1143000" indent="-228600" eaLnBrk="0" hangingPunct="0">
                        <a:spcBef>
                          <a:spcPct val="20000"/>
                        </a:spcBef>
                        <a:buClr>
                          <a:schemeClr val="folHlink"/>
                        </a:buClr>
                        <a:buSzPct val="50000"/>
                        <a:buFont typeface="Wingdings" panose="05000000000000000000" pitchFamily="2" charset="2"/>
                        <a:defRPr kumimoji="1" sz="2000">
                          <a:solidFill>
                            <a:schemeClr val="tx1"/>
                          </a:solidFill>
                          <a:latin typeface="Calibri" panose="020F0502020204030204" pitchFamily="34" charset="0"/>
                          <a:ea typeface="宋体" panose="02010600030101010101" pitchFamily="2" charset="-122"/>
                          <a:cs typeface="华文新魏" panose="02010800040101010101" pitchFamily="2" charset="-122"/>
                        </a:defRPr>
                      </a:lvl3pPr>
                      <a:lvl4pPr marL="1600200" indent="-228600" eaLnBrk="0" hangingPunct="0">
                        <a:spcBef>
                          <a:spcPct val="20000"/>
                        </a:spcBef>
                        <a:buClr>
                          <a:schemeClr val="accent2"/>
                        </a:buClr>
                        <a:buSzPct val="55000"/>
                        <a:buFont typeface="Wingdings" panose="05000000000000000000" pitchFamily="2" charset="2"/>
                        <a:defRPr kumimoji="1">
                          <a:solidFill>
                            <a:schemeClr val="tx1"/>
                          </a:solidFill>
                          <a:latin typeface="Calibri" panose="020F0502020204030204" pitchFamily="34" charset="0"/>
                          <a:ea typeface="宋体" panose="02010600030101010101" pitchFamily="2" charset="-122"/>
                          <a:cs typeface="华文新魏" panose="02010800040101010101" pitchFamily="2" charset="-122"/>
                        </a:defRPr>
                      </a:lvl4pPr>
                      <a:lvl5pPr marL="2057400" indent="-228600" eaLnBrk="0" hangingPunct="0">
                        <a:spcBef>
                          <a:spcPct val="20000"/>
                        </a:spcBef>
                        <a:buClr>
                          <a:schemeClr val="accent1"/>
                        </a:buClr>
                        <a:buSzPct val="50000"/>
                        <a:buFont typeface="Wingdings" panose="05000000000000000000" pitchFamily="2" charset="2"/>
                        <a:defRPr kumimoji="1">
                          <a:solidFill>
                            <a:schemeClr val="tx1"/>
                          </a:solidFill>
                          <a:latin typeface="Calibri" panose="020F0502020204030204" pitchFamily="34" charset="0"/>
                          <a:ea typeface="宋体" panose="02010600030101010101" pitchFamily="2" charset="-122"/>
                          <a:cs typeface="华文新魏" panose="0201080004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kumimoji="1">
                          <a:solidFill>
                            <a:schemeClr val="tx1"/>
                          </a:solidFill>
                          <a:latin typeface="Calibri" panose="020F0502020204030204" pitchFamily="34" charset="0"/>
                          <a:ea typeface="宋体" panose="02010600030101010101" pitchFamily="2" charset="-122"/>
                          <a:cs typeface="华文新魏" panose="0201080004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kumimoji="1">
                          <a:solidFill>
                            <a:schemeClr val="tx1"/>
                          </a:solidFill>
                          <a:latin typeface="Calibri" panose="020F0502020204030204" pitchFamily="34" charset="0"/>
                          <a:ea typeface="宋体" panose="02010600030101010101" pitchFamily="2" charset="-122"/>
                          <a:cs typeface="华文新魏" panose="0201080004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kumimoji="1">
                          <a:solidFill>
                            <a:schemeClr val="tx1"/>
                          </a:solidFill>
                          <a:latin typeface="Calibri" panose="020F0502020204030204" pitchFamily="34" charset="0"/>
                          <a:ea typeface="宋体" panose="02010600030101010101" pitchFamily="2" charset="-122"/>
                          <a:cs typeface="华文新魏" panose="0201080004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kumimoji="1">
                          <a:solidFill>
                            <a:schemeClr val="tx1"/>
                          </a:solidFill>
                          <a:latin typeface="Calibri" panose="020F0502020204030204" pitchFamily="34" charset="0"/>
                          <a:ea typeface="宋体" panose="02010600030101010101" pitchFamily="2" charset="-122"/>
                          <a:cs typeface="华文新魏" panose="0201080004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0" lang="en-US" altLang="zh-CN" sz="1900" b="1" i="0" u="none" strike="noStrike" cap="none" normalizeH="0" baseline="0">
                          <a:ln>
                            <a:noFill/>
                          </a:ln>
                          <a:solidFill>
                            <a:schemeClr val="tx1"/>
                          </a:solidFill>
                          <a:effectLst/>
                          <a:latin typeface="楷体_GB2312" panose="02010609030101010101" pitchFamily="49" charset="-122"/>
                          <a:ea typeface="楷体_GB2312" panose="02010609030101010101" pitchFamily="49" charset="-122"/>
                          <a:cs typeface="华文新魏" panose="02010800040101010101" pitchFamily="2" charset="-122"/>
                        </a:rPr>
                        <a:t>7</a:t>
                      </a:r>
                      <a:endParaRPr kumimoji="0" lang="en-US" altLang="zh-CN" sz="1900" b="1" i="0" u="none" strike="noStrike" cap="none" normalizeH="0" baseline="0">
                        <a:ln>
                          <a:noFill/>
                        </a:ln>
                        <a:solidFill>
                          <a:schemeClr val="tx1"/>
                        </a:solidFill>
                        <a:effectLst/>
                        <a:latin typeface="楷体_GB2312" panose="02010609030101010101" pitchFamily="49" charset="-122"/>
                        <a:ea typeface="楷体_GB2312" panose="02010609030101010101" pitchFamily="49" charset="-122"/>
                        <a:cs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folHlink"/>
                        </a:buClr>
                        <a:buSzPct val="60000"/>
                        <a:buFont typeface="Wingdings" panose="05000000000000000000" pitchFamily="2" charset="2"/>
                        <a:defRPr kumimoji="1" sz="2800">
                          <a:solidFill>
                            <a:schemeClr val="tx1"/>
                          </a:solidFill>
                          <a:latin typeface="Calibri" panose="020F0502020204030204" pitchFamily="34" charset="0"/>
                          <a:ea typeface="宋体" panose="02010600030101010101" pitchFamily="2" charset="-122"/>
                          <a:cs typeface="华文新魏" panose="02010800040101010101" pitchFamily="2" charset="-122"/>
                        </a:defRPr>
                      </a:lvl1pPr>
                      <a:lvl2pPr marL="742950" indent="-285750" eaLnBrk="0" hangingPunct="0">
                        <a:spcBef>
                          <a:spcPct val="20000"/>
                        </a:spcBef>
                        <a:buClr>
                          <a:schemeClr val="hlink"/>
                        </a:buClr>
                        <a:buSzPct val="55000"/>
                        <a:buFont typeface="Wingdings" panose="05000000000000000000" pitchFamily="2" charset="2"/>
                        <a:defRPr kumimoji="1" sz="2400">
                          <a:solidFill>
                            <a:schemeClr val="tx1"/>
                          </a:solidFill>
                          <a:latin typeface="Calibri" panose="020F0502020204030204" pitchFamily="34" charset="0"/>
                          <a:ea typeface="宋体" panose="02010600030101010101" pitchFamily="2" charset="-122"/>
                          <a:cs typeface="华文新魏" panose="02010800040101010101" pitchFamily="2" charset="-122"/>
                        </a:defRPr>
                      </a:lvl2pPr>
                      <a:lvl3pPr marL="1143000" indent="-228600" eaLnBrk="0" hangingPunct="0">
                        <a:spcBef>
                          <a:spcPct val="20000"/>
                        </a:spcBef>
                        <a:buClr>
                          <a:schemeClr val="folHlink"/>
                        </a:buClr>
                        <a:buSzPct val="50000"/>
                        <a:buFont typeface="Wingdings" panose="05000000000000000000" pitchFamily="2" charset="2"/>
                        <a:defRPr kumimoji="1" sz="2000">
                          <a:solidFill>
                            <a:schemeClr val="tx1"/>
                          </a:solidFill>
                          <a:latin typeface="Calibri" panose="020F0502020204030204" pitchFamily="34" charset="0"/>
                          <a:ea typeface="宋体" panose="02010600030101010101" pitchFamily="2" charset="-122"/>
                          <a:cs typeface="华文新魏" panose="02010800040101010101" pitchFamily="2" charset="-122"/>
                        </a:defRPr>
                      </a:lvl3pPr>
                      <a:lvl4pPr marL="1600200" indent="-228600" eaLnBrk="0" hangingPunct="0">
                        <a:spcBef>
                          <a:spcPct val="20000"/>
                        </a:spcBef>
                        <a:buClr>
                          <a:schemeClr val="accent2"/>
                        </a:buClr>
                        <a:buSzPct val="55000"/>
                        <a:buFont typeface="Wingdings" panose="05000000000000000000" pitchFamily="2" charset="2"/>
                        <a:defRPr kumimoji="1">
                          <a:solidFill>
                            <a:schemeClr val="tx1"/>
                          </a:solidFill>
                          <a:latin typeface="Calibri" panose="020F0502020204030204" pitchFamily="34" charset="0"/>
                          <a:ea typeface="宋体" panose="02010600030101010101" pitchFamily="2" charset="-122"/>
                          <a:cs typeface="华文新魏" panose="02010800040101010101" pitchFamily="2" charset="-122"/>
                        </a:defRPr>
                      </a:lvl4pPr>
                      <a:lvl5pPr marL="2057400" indent="-228600" eaLnBrk="0" hangingPunct="0">
                        <a:spcBef>
                          <a:spcPct val="20000"/>
                        </a:spcBef>
                        <a:buClr>
                          <a:schemeClr val="accent1"/>
                        </a:buClr>
                        <a:buSzPct val="50000"/>
                        <a:buFont typeface="Wingdings" panose="05000000000000000000" pitchFamily="2" charset="2"/>
                        <a:defRPr kumimoji="1">
                          <a:solidFill>
                            <a:schemeClr val="tx1"/>
                          </a:solidFill>
                          <a:latin typeface="Calibri" panose="020F0502020204030204" pitchFamily="34" charset="0"/>
                          <a:ea typeface="宋体" panose="02010600030101010101" pitchFamily="2" charset="-122"/>
                          <a:cs typeface="华文新魏" panose="0201080004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kumimoji="1">
                          <a:solidFill>
                            <a:schemeClr val="tx1"/>
                          </a:solidFill>
                          <a:latin typeface="Calibri" panose="020F0502020204030204" pitchFamily="34" charset="0"/>
                          <a:ea typeface="宋体" panose="02010600030101010101" pitchFamily="2" charset="-122"/>
                          <a:cs typeface="华文新魏" panose="0201080004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kumimoji="1">
                          <a:solidFill>
                            <a:schemeClr val="tx1"/>
                          </a:solidFill>
                          <a:latin typeface="Calibri" panose="020F0502020204030204" pitchFamily="34" charset="0"/>
                          <a:ea typeface="宋体" panose="02010600030101010101" pitchFamily="2" charset="-122"/>
                          <a:cs typeface="华文新魏" panose="0201080004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kumimoji="1">
                          <a:solidFill>
                            <a:schemeClr val="tx1"/>
                          </a:solidFill>
                          <a:latin typeface="Calibri" panose="020F0502020204030204" pitchFamily="34" charset="0"/>
                          <a:ea typeface="宋体" panose="02010600030101010101" pitchFamily="2" charset="-122"/>
                          <a:cs typeface="华文新魏" panose="0201080004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kumimoji="1">
                          <a:solidFill>
                            <a:schemeClr val="tx1"/>
                          </a:solidFill>
                          <a:latin typeface="Calibri" panose="020F0502020204030204" pitchFamily="34" charset="0"/>
                          <a:ea typeface="宋体" panose="02010600030101010101" pitchFamily="2" charset="-122"/>
                          <a:cs typeface="华文新魏" panose="0201080004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0" lang="en-US" altLang="zh-CN" sz="1900" b="1" i="0" u="none" strike="noStrike" cap="none" normalizeH="0" baseline="0">
                          <a:ln>
                            <a:noFill/>
                          </a:ln>
                          <a:solidFill>
                            <a:schemeClr val="tx1"/>
                          </a:solidFill>
                          <a:effectLst/>
                          <a:latin typeface="楷体_GB2312" panose="02010609030101010101" pitchFamily="49" charset="-122"/>
                          <a:ea typeface="楷体_GB2312" panose="02010609030101010101" pitchFamily="49" charset="-122"/>
                          <a:cs typeface="华文新魏" panose="02010800040101010101" pitchFamily="2" charset="-122"/>
                        </a:rPr>
                        <a:t>8</a:t>
                      </a:r>
                      <a:endParaRPr kumimoji="0" lang="en-US" altLang="zh-CN" sz="1900" b="1" i="0" u="none" strike="noStrike" cap="none" normalizeH="0" baseline="0">
                        <a:ln>
                          <a:noFill/>
                        </a:ln>
                        <a:solidFill>
                          <a:schemeClr val="tx1"/>
                        </a:solidFill>
                        <a:effectLst/>
                        <a:latin typeface="楷体_GB2312" panose="02010609030101010101" pitchFamily="49" charset="-122"/>
                        <a:ea typeface="楷体_GB2312" panose="02010609030101010101" pitchFamily="49" charset="-122"/>
                        <a:cs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folHlink"/>
                        </a:buClr>
                        <a:buSzPct val="60000"/>
                        <a:buFont typeface="Wingdings" panose="05000000000000000000" pitchFamily="2" charset="2"/>
                        <a:defRPr kumimoji="1" sz="2800">
                          <a:solidFill>
                            <a:schemeClr val="tx1"/>
                          </a:solidFill>
                          <a:latin typeface="Calibri" panose="020F0502020204030204" pitchFamily="34" charset="0"/>
                          <a:ea typeface="宋体" panose="02010600030101010101" pitchFamily="2" charset="-122"/>
                          <a:cs typeface="华文新魏" panose="02010800040101010101" pitchFamily="2" charset="-122"/>
                        </a:defRPr>
                      </a:lvl1pPr>
                      <a:lvl2pPr marL="742950" indent="-285750" eaLnBrk="0" hangingPunct="0">
                        <a:spcBef>
                          <a:spcPct val="20000"/>
                        </a:spcBef>
                        <a:buClr>
                          <a:schemeClr val="hlink"/>
                        </a:buClr>
                        <a:buSzPct val="55000"/>
                        <a:buFont typeface="Wingdings" panose="05000000000000000000" pitchFamily="2" charset="2"/>
                        <a:defRPr kumimoji="1" sz="2400">
                          <a:solidFill>
                            <a:schemeClr val="tx1"/>
                          </a:solidFill>
                          <a:latin typeface="Calibri" panose="020F0502020204030204" pitchFamily="34" charset="0"/>
                          <a:ea typeface="宋体" panose="02010600030101010101" pitchFamily="2" charset="-122"/>
                          <a:cs typeface="华文新魏" panose="02010800040101010101" pitchFamily="2" charset="-122"/>
                        </a:defRPr>
                      </a:lvl2pPr>
                      <a:lvl3pPr marL="1143000" indent="-228600" eaLnBrk="0" hangingPunct="0">
                        <a:spcBef>
                          <a:spcPct val="20000"/>
                        </a:spcBef>
                        <a:buClr>
                          <a:schemeClr val="folHlink"/>
                        </a:buClr>
                        <a:buSzPct val="50000"/>
                        <a:buFont typeface="Wingdings" panose="05000000000000000000" pitchFamily="2" charset="2"/>
                        <a:defRPr kumimoji="1" sz="2000">
                          <a:solidFill>
                            <a:schemeClr val="tx1"/>
                          </a:solidFill>
                          <a:latin typeface="Calibri" panose="020F0502020204030204" pitchFamily="34" charset="0"/>
                          <a:ea typeface="宋体" panose="02010600030101010101" pitchFamily="2" charset="-122"/>
                          <a:cs typeface="华文新魏" panose="02010800040101010101" pitchFamily="2" charset="-122"/>
                        </a:defRPr>
                      </a:lvl3pPr>
                      <a:lvl4pPr marL="1600200" indent="-228600" eaLnBrk="0" hangingPunct="0">
                        <a:spcBef>
                          <a:spcPct val="20000"/>
                        </a:spcBef>
                        <a:buClr>
                          <a:schemeClr val="accent2"/>
                        </a:buClr>
                        <a:buSzPct val="55000"/>
                        <a:buFont typeface="Wingdings" panose="05000000000000000000" pitchFamily="2" charset="2"/>
                        <a:defRPr kumimoji="1">
                          <a:solidFill>
                            <a:schemeClr val="tx1"/>
                          </a:solidFill>
                          <a:latin typeface="Calibri" panose="020F0502020204030204" pitchFamily="34" charset="0"/>
                          <a:ea typeface="宋体" panose="02010600030101010101" pitchFamily="2" charset="-122"/>
                          <a:cs typeface="华文新魏" panose="02010800040101010101" pitchFamily="2" charset="-122"/>
                        </a:defRPr>
                      </a:lvl4pPr>
                      <a:lvl5pPr marL="2057400" indent="-228600" eaLnBrk="0" hangingPunct="0">
                        <a:spcBef>
                          <a:spcPct val="20000"/>
                        </a:spcBef>
                        <a:buClr>
                          <a:schemeClr val="accent1"/>
                        </a:buClr>
                        <a:buSzPct val="50000"/>
                        <a:buFont typeface="Wingdings" panose="05000000000000000000" pitchFamily="2" charset="2"/>
                        <a:defRPr kumimoji="1">
                          <a:solidFill>
                            <a:schemeClr val="tx1"/>
                          </a:solidFill>
                          <a:latin typeface="Calibri" panose="020F0502020204030204" pitchFamily="34" charset="0"/>
                          <a:ea typeface="宋体" panose="02010600030101010101" pitchFamily="2" charset="-122"/>
                          <a:cs typeface="华文新魏" panose="0201080004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kumimoji="1">
                          <a:solidFill>
                            <a:schemeClr val="tx1"/>
                          </a:solidFill>
                          <a:latin typeface="Calibri" panose="020F0502020204030204" pitchFamily="34" charset="0"/>
                          <a:ea typeface="宋体" panose="02010600030101010101" pitchFamily="2" charset="-122"/>
                          <a:cs typeface="华文新魏" panose="0201080004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kumimoji="1">
                          <a:solidFill>
                            <a:schemeClr val="tx1"/>
                          </a:solidFill>
                          <a:latin typeface="Calibri" panose="020F0502020204030204" pitchFamily="34" charset="0"/>
                          <a:ea typeface="宋体" panose="02010600030101010101" pitchFamily="2" charset="-122"/>
                          <a:cs typeface="华文新魏" panose="0201080004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kumimoji="1">
                          <a:solidFill>
                            <a:schemeClr val="tx1"/>
                          </a:solidFill>
                          <a:latin typeface="Calibri" panose="020F0502020204030204" pitchFamily="34" charset="0"/>
                          <a:ea typeface="宋体" panose="02010600030101010101" pitchFamily="2" charset="-122"/>
                          <a:cs typeface="华文新魏" panose="0201080004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kumimoji="1">
                          <a:solidFill>
                            <a:schemeClr val="tx1"/>
                          </a:solidFill>
                          <a:latin typeface="Calibri" panose="020F0502020204030204" pitchFamily="34" charset="0"/>
                          <a:ea typeface="宋体" panose="02010600030101010101" pitchFamily="2" charset="-122"/>
                          <a:cs typeface="华文新魏" panose="0201080004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0" lang="en-US" altLang="zh-CN" sz="1900" b="1" i="0" u="none" strike="noStrike" cap="none" normalizeH="0" baseline="0">
                          <a:ln>
                            <a:noFill/>
                          </a:ln>
                          <a:solidFill>
                            <a:schemeClr val="tx1"/>
                          </a:solidFill>
                          <a:effectLst/>
                          <a:latin typeface="楷体_GB2312" panose="02010609030101010101" pitchFamily="49" charset="-122"/>
                          <a:ea typeface="楷体_GB2312" panose="02010609030101010101" pitchFamily="49" charset="-122"/>
                          <a:cs typeface="华文新魏" panose="02010800040101010101" pitchFamily="2" charset="-122"/>
                        </a:rPr>
                        <a:t>8</a:t>
                      </a:r>
                      <a:endParaRPr kumimoji="0" lang="en-US" altLang="zh-CN" sz="1900" b="1" i="0" u="none" strike="noStrike" cap="none" normalizeH="0" baseline="0">
                        <a:ln>
                          <a:noFill/>
                        </a:ln>
                        <a:solidFill>
                          <a:schemeClr val="tx1"/>
                        </a:solidFill>
                        <a:effectLst/>
                        <a:latin typeface="楷体_GB2312" panose="02010609030101010101" pitchFamily="49" charset="-122"/>
                        <a:ea typeface="楷体_GB2312" panose="02010609030101010101" pitchFamily="49" charset="-122"/>
                        <a:cs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folHlink"/>
                        </a:buClr>
                        <a:buSzPct val="60000"/>
                        <a:buFont typeface="Wingdings" panose="05000000000000000000" pitchFamily="2" charset="2"/>
                        <a:defRPr kumimoji="1" sz="2800">
                          <a:solidFill>
                            <a:schemeClr val="tx1"/>
                          </a:solidFill>
                          <a:latin typeface="Calibri" panose="020F0502020204030204" pitchFamily="34" charset="0"/>
                          <a:ea typeface="宋体" panose="02010600030101010101" pitchFamily="2" charset="-122"/>
                          <a:cs typeface="华文新魏" panose="02010800040101010101" pitchFamily="2" charset="-122"/>
                        </a:defRPr>
                      </a:lvl1pPr>
                      <a:lvl2pPr marL="742950" indent="-285750" eaLnBrk="0" hangingPunct="0">
                        <a:spcBef>
                          <a:spcPct val="20000"/>
                        </a:spcBef>
                        <a:buClr>
                          <a:schemeClr val="hlink"/>
                        </a:buClr>
                        <a:buSzPct val="55000"/>
                        <a:buFont typeface="Wingdings" panose="05000000000000000000" pitchFamily="2" charset="2"/>
                        <a:defRPr kumimoji="1" sz="2400">
                          <a:solidFill>
                            <a:schemeClr val="tx1"/>
                          </a:solidFill>
                          <a:latin typeface="Calibri" panose="020F0502020204030204" pitchFamily="34" charset="0"/>
                          <a:ea typeface="宋体" panose="02010600030101010101" pitchFamily="2" charset="-122"/>
                          <a:cs typeface="华文新魏" panose="02010800040101010101" pitchFamily="2" charset="-122"/>
                        </a:defRPr>
                      </a:lvl2pPr>
                      <a:lvl3pPr marL="1143000" indent="-228600" eaLnBrk="0" hangingPunct="0">
                        <a:spcBef>
                          <a:spcPct val="20000"/>
                        </a:spcBef>
                        <a:buClr>
                          <a:schemeClr val="folHlink"/>
                        </a:buClr>
                        <a:buSzPct val="50000"/>
                        <a:buFont typeface="Wingdings" panose="05000000000000000000" pitchFamily="2" charset="2"/>
                        <a:defRPr kumimoji="1" sz="2000">
                          <a:solidFill>
                            <a:schemeClr val="tx1"/>
                          </a:solidFill>
                          <a:latin typeface="Calibri" panose="020F0502020204030204" pitchFamily="34" charset="0"/>
                          <a:ea typeface="宋体" panose="02010600030101010101" pitchFamily="2" charset="-122"/>
                          <a:cs typeface="华文新魏" panose="02010800040101010101" pitchFamily="2" charset="-122"/>
                        </a:defRPr>
                      </a:lvl3pPr>
                      <a:lvl4pPr marL="1600200" indent="-228600" eaLnBrk="0" hangingPunct="0">
                        <a:spcBef>
                          <a:spcPct val="20000"/>
                        </a:spcBef>
                        <a:buClr>
                          <a:schemeClr val="accent2"/>
                        </a:buClr>
                        <a:buSzPct val="55000"/>
                        <a:buFont typeface="Wingdings" panose="05000000000000000000" pitchFamily="2" charset="2"/>
                        <a:defRPr kumimoji="1">
                          <a:solidFill>
                            <a:schemeClr val="tx1"/>
                          </a:solidFill>
                          <a:latin typeface="Calibri" panose="020F0502020204030204" pitchFamily="34" charset="0"/>
                          <a:ea typeface="宋体" panose="02010600030101010101" pitchFamily="2" charset="-122"/>
                          <a:cs typeface="华文新魏" panose="02010800040101010101" pitchFamily="2" charset="-122"/>
                        </a:defRPr>
                      </a:lvl4pPr>
                      <a:lvl5pPr marL="2057400" indent="-228600" eaLnBrk="0" hangingPunct="0">
                        <a:spcBef>
                          <a:spcPct val="20000"/>
                        </a:spcBef>
                        <a:buClr>
                          <a:schemeClr val="accent1"/>
                        </a:buClr>
                        <a:buSzPct val="50000"/>
                        <a:buFont typeface="Wingdings" panose="05000000000000000000" pitchFamily="2" charset="2"/>
                        <a:defRPr kumimoji="1">
                          <a:solidFill>
                            <a:schemeClr val="tx1"/>
                          </a:solidFill>
                          <a:latin typeface="Calibri" panose="020F0502020204030204" pitchFamily="34" charset="0"/>
                          <a:ea typeface="宋体" panose="02010600030101010101" pitchFamily="2" charset="-122"/>
                          <a:cs typeface="华文新魏" panose="0201080004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kumimoji="1">
                          <a:solidFill>
                            <a:schemeClr val="tx1"/>
                          </a:solidFill>
                          <a:latin typeface="Calibri" panose="020F0502020204030204" pitchFamily="34" charset="0"/>
                          <a:ea typeface="宋体" panose="02010600030101010101" pitchFamily="2" charset="-122"/>
                          <a:cs typeface="华文新魏" panose="0201080004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kumimoji="1">
                          <a:solidFill>
                            <a:schemeClr val="tx1"/>
                          </a:solidFill>
                          <a:latin typeface="Calibri" panose="020F0502020204030204" pitchFamily="34" charset="0"/>
                          <a:ea typeface="宋体" panose="02010600030101010101" pitchFamily="2" charset="-122"/>
                          <a:cs typeface="华文新魏" panose="0201080004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kumimoji="1">
                          <a:solidFill>
                            <a:schemeClr val="tx1"/>
                          </a:solidFill>
                          <a:latin typeface="Calibri" panose="020F0502020204030204" pitchFamily="34" charset="0"/>
                          <a:ea typeface="宋体" panose="02010600030101010101" pitchFamily="2" charset="-122"/>
                          <a:cs typeface="华文新魏" panose="0201080004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kumimoji="1">
                          <a:solidFill>
                            <a:schemeClr val="tx1"/>
                          </a:solidFill>
                          <a:latin typeface="Calibri" panose="020F0502020204030204" pitchFamily="34" charset="0"/>
                          <a:ea typeface="宋体" panose="02010600030101010101" pitchFamily="2" charset="-122"/>
                          <a:cs typeface="华文新魏" panose="0201080004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0" lang="en-US" altLang="zh-CN" sz="1900" b="1" i="0" u="none" strike="noStrike" cap="none" normalizeH="0" baseline="0">
                          <a:ln>
                            <a:noFill/>
                          </a:ln>
                          <a:solidFill>
                            <a:schemeClr val="tx1"/>
                          </a:solidFill>
                          <a:effectLst/>
                          <a:latin typeface="楷体_GB2312" panose="02010609030101010101" pitchFamily="49" charset="-122"/>
                          <a:ea typeface="楷体_GB2312" panose="02010609030101010101" pitchFamily="49" charset="-122"/>
                          <a:cs typeface="华文新魏" panose="02010800040101010101" pitchFamily="2" charset="-122"/>
                        </a:rPr>
                        <a:t>8</a:t>
                      </a:r>
                      <a:endParaRPr kumimoji="0" lang="en-US" altLang="zh-CN" sz="1900" b="1" i="0" u="none" strike="noStrike" cap="none" normalizeH="0" baseline="0">
                        <a:ln>
                          <a:noFill/>
                        </a:ln>
                        <a:solidFill>
                          <a:schemeClr val="tx1"/>
                        </a:solidFill>
                        <a:effectLst/>
                        <a:latin typeface="楷体_GB2312" panose="02010609030101010101" pitchFamily="49" charset="-122"/>
                        <a:ea typeface="楷体_GB2312" panose="02010609030101010101" pitchFamily="49" charset="-122"/>
                        <a:cs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folHlink"/>
                        </a:buClr>
                        <a:buSzPct val="60000"/>
                        <a:buFont typeface="Wingdings" panose="05000000000000000000" pitchFamily="2" charset="2"/>
                        <a:defRPr kumimoji="1" sz="2800">
                          <a:solidFill>
                            <a:schemeClr val="tx1"/>
                          </a:solidFill>
                          <a:latin typeface="Calibri" panose="020F0502020204030204" pitchFamily="34" charset="0"/>
                          <a:ea typeface="宋体" panose="02010600030101010101" pitchFamily="2" charset="-122"/>
                          <a:cs typeface="华文新魏" panose="02010800040101010101" pitchFamily="2" charset="-122"/>
                        </a:defRPr>
                      </a:lvl1pPr>
                      <a:lvl2pPr marL="742950" indent="-285750" eaLnBrk="0" hangingPunct="0">
                        <a:spcBef>
                          <a:spcPct val="20000"/>
                        </a:spcBef>
                        <a:buClr>
                          <a:schemeClr val="hlink"/>
                        </a:buClr>
                        <a:buSzPct val="55000"/>
                        <a:buFont typeface="Wingdings" panose="05000000000000000000" pitchFamily="2" charset="2"/>
                        <a:defRPr kumimoji="1" sz="2400">
                          <a:solidFill>
                            <a:schemeClr val="tx1"/>
                          </a:solidFill>
                          <a:latin typeface="Calibri" panose="020F0502020204030204" pitchFamily="34" charset="0"/>
                          <a:ea typeface="宋体" panose="02010600030101010101" pitchFamily="2" charset="-122"/>
                          <a:cs typeface="华文新魏" panose="02010800040101010101" pitchFamily="2" charset="-122"/>
                        </a:defRPr>
                      </a:lvl2pPr>
                      <a:lvl3pPr marL="1143000" indent="-228600" eaLnBrk="0" hangingPunct="0">
                        <a:spcBef>
                          <a:spcPct val="20000"/>
                        </a:spcBef>
                        <a:buClr>
                          <a:schemeClr val="folHlink"/>
                        </a:buClr>
                        <a:buSzPct val="50000"/>
                        <a:buFont typeface="Wingdings" panose="05000000000000000000" pitchFamily="2" charset="2"/>
                        <a:defRPr kumimoji="1" sz="2000">
                          <a:solidFill>
                            <a:schemeClr val="tx1"/>
                          </a:solidFill>
                          <a:latin typeface="Calibri" panose="020F0502020204030204" pitchFamily="34" charset="0"/>
                          <a:ea typeface="宋体" panose="02010600030101010101" pitchFamily="2" charset="-122"/>
                          <a:cs typeface="华文新魏" panose="02010800040101010101" pitchFamily="2" charset="-122"/>
                        </a:defRPr>
                      </a:lvl3pPr>
                      <a:lvl4pPr marL="1600200" indent="-228600" eaLnBrk="0" hangingPunct="0">
                        <a:spcBef>
                          <a:spcPct val="20000"/>
                        </a:spcBef>
                        <a:buClr>
                          <a:schemeClr val="accent2"/>
                        </a:buClr>
                        <a:buSzPct val="55000"/>
                        <a:buFont typeface="Wingdings" panose="05000000000000000000" pitchFamily="2" charset="2"/>
                        <a:defRPr kumimoji="1">
                          <a:solidFill>
                            <a:schemeClr val="tx1"/>
                          </a:solidFill>
                          <a:latin typeface="Calibri" panose="020F0502020204030204" pitchFamily="34" charset="0"/>
                          <a:ea typeface="宋体" panose="02010600030101010101" pitchFamily="2" charset="-122"/>
                          <a:cs typeface="华文新魏" panose="02010800040101010101" pitchFamily="2" charset="-122"/>
                        </a:defRPr>
                      </a:lvl4pPr>
                      <a:lvl5pPr marL="2057400" indent="-228600" eaLnBrk="0" hangingPunct="0">
                        <a:spcBef>
                          <a:spcPct val="20000"/>
                        </a:spcBef>
                        <a:buClr>
                          <a:schemeClr val="accent1"/>
                        </a:buClr>
                        <a:buSzPct val="50000"/>
                        <a:buFont typeface="Wingdings" panose="05000000000000000000" pitchFamily="2" charset="2"/>
                        <a:defRPr kumimoji="1">
                          <a:solidFill>
                            <a:schemeClr val="tx1"/>
                          </a:solidFill>
                          <a:latin typeface="Calibri" panose="020F0502020204030204" pitchFamily="34" charset="0"/>
                          <a:ea typeface="宋体" panose="02010600030101010101" pitchFamily="2" charset="-122"/>
                          <a:cs typeface="华文新魏" panose="0201080004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kumimoji="1">
                          <a:solidFill>
                            <a:schemeClr val="tx1"/>
                          </a:solidFill>
                          <a:latin typeface="Calibri" panose="020F0502020204030204" pitchFamily="34" charset="0"/>
                          <a:ea typeface="宋体" panose="02010600030101010101" pitchFamily="2" charset="-122"/>
                          <a:cs typeface="华文新魏" panose="0201080004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kumimoji="1">
                          <a:solidFill>
                            <a:schemeClr val="tx1"/>
                          </a:solidFill>
                          <a:latin typeface="Calibri" panose="020F0502020204030204" pitchFamily="34" charset="0"/>
                          <a:ea typeface="宋体" panose="02010600030101010101" pitchFamily="2" charset="-122"/>
                          <a:cs typeface="华文新魏" panose="0201080004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kumimoji="1">
                          <a:solidFill>
                            <a:schemeClr val="tx1"/>
                          </a:solidFill>
                          <a:latin typeface="Calibri" panose="020F0502020204030204" pitchFamily="34" charset="0"/>
                          <a:ea typeface="宋体" panose="02010600030101010101" pitchFamily="2" charset="-122"/>
                          <a:cs typeface="华文新魏" panose="0201080004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kumimoji="1">
                          <a:solidFill>
                            <a:schemeClr val="tx1"/>
                          </a:solidFill>
                          <a:latin typeface="Calibri" panose="020F0502020204030204" pitchFamily="34" charset="0"/>
                          <a:ea typeface="宋体" panose="02010600030101010101" pitchFamily="2" charset="-122"/>
                          <a:cs typeface="华文新魏" panose="0201080004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0" lang="en-US" altLang="zh-CN" sz="1900" b="1" i="0" u="none" strike="noStrike" cap="none" normalizeH="0" baseline="0">
                          <a:ln>
                            <a:noFill/>
                          </a:ln>
                          <a:solidFill>
                            <a:schemeClr val="tx1"/>
                          </a:solidFill>
                          <a:effectLst/>
                          <a:latin typeface="楷体_GB2312" panose="02010609030101010101" pitchFamily="49" charset="-122"/>
                          <a:ea typeface="楷体_GB2312" panose="02010609030101010101" pitchFamily="49" charset="-122"/>
                          <a:cs typeface="华文新魏" panose="02010800040101010101" pitchFamily="2" charset="-122"/>
                        </a:rPr>
                        <a:t>9</a:t>
                      </a:r>
                      <a:endParaRPr kumimoji="0" lang="en-US" altLang="zh-CN" sz="1900" b="1" i="0" u="none" strike="noStrike" cap="none" normalizeH="0" baseline="0">
                        <a:ln>
                          <a:noFill/>
                        </a:ln>
                        <a:solidFill>
                          <a:schemeClr val="tx1"/>
                        </a:solidFill>
                        <a:effectLst/>
                        <a:latin typeface="楷体_GB2312" panose="02010609030101010101" pitchFamily="49" charset="-122"/>
                        <a:ea typeface="楷体_GB2312" panose="02010609030101010101" pitchFamily="49" charset="-122"/>
                        <a:cs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folHlink"/>
                        </a:buClr>
                        <a:buSzPct val="60000"/>
                        <a:buFont typeface="Wingdings" panose="05000000000000000000" pitchFamily="2" charset="2"/>
                        <a:defRPr kumimoji="1" sz="2800">
                          <a:solidFill>
                            <a:schemeClr val="tx1"/>
                          </a:solidFill>
                          <a:latin typeface="Calibri" panose="020F0502020204030204" pitchFamily="34" charset="0"/>
                          <a:ea typeface="宋体" panose="02010600030101010101" pitchFamily="2" charset="-122"/>
                          <a:cs typeface="华文新魏" panose="02010800040101010101" pitchFamily="2" charset="-122"/>
                        </a:defRPr>
                      </a:lvl1pPr>
                      <a:lvl2pPr marL="742950" indent="-285750" eaLnBrk="0" hangingPunct="0">
                        <a:spcBef>
                          <a:spcPct val="20000"/>
                        </a:spcBef>
                        <a:buClr>
                          <a:schemeClr val="hlink"/>
                        </a:buClr>
                        <a:buSzPct val="55000"/>
                        <a:buFont typeface="Wingdings" panose="05000000000000000000" pitchFamily="2" charset="2"/>
                        <a:defRPr kumimoji="1" sz="2400">
                          <a:solidFill>
                            <a:schemeClr val="tx1"/>
                          </a:solidFill>
                          <a:latin typeface="Calibri" panose="020F0502020204030204" pitchFamily="34" charset="0"/>
                          <a:ea typeface="宋体" panose="02010600030101010101" pitchFamily="2" charset="-122"/>
                          <a:cs typeface="华文新魏" panose="02010800040101010101" pitchFamily="2" charset="-122"/>
                        </a:defRPr>
                      </a:lvl2pPr>
                      <a:lvl3pPr marL="1143000" indent="-228600" eaLnBrk="0" hangingPunct="0">
                        <a:spcBef>
                          <a:spcPct val="20000"/>
                        </a:spcBef>
                        <a:buClr>
                          <a:schemeClr val="folHlink"/>
                        </a:buClr>
                        <a:buSzPct val="50000"/>
                        <a:buFont typeface="Wingdings" panose="05000000000000000000" pitchFamily="2" charset="2"/>
                        <a:defRPr kumimoji="1" sz="2000">
                          <a:solidFill>
                            <a:schemeClr val="tx1"/>
                          </a:solidFill>
                          <a:latin typeface="Calibri" panose="020F0502020204030204" pitchFamily="34" charset="0"/>
                          <a:ea typeface="宋体" panose="02010600030101010101" pitchFamily="2" charset="-122"/>
                          <a:cs typeface="华文新魏" panose="02010800040101010101" pitchFamily="2" charset="-122"/>
                        </a:defRPr>
                      </a:lvl3pPr>
                      <a:lvl4pPr marL="1600200" indent="-228600" eaLnBrk="0" hangingPunct="0">
                        <a:spcBef>
                          <a:spcPct val="20000"/>
                        </a:spcBef>
                        <a:buClr>
                          <a:schemeClr val="accent2"/>
                        </a:buClr>
                        <a:buSzPct val="55000"/>
                        <a:buFont typeface="Wingdings" panose="05000000000000000000" pitchFamily="2" charset="2"/>
                        <a:defRPr kumimoji="1">
                          <a:solidFill>
                            <a:schemeClr val="tx1"/>
                          </a:solidFill>
                          <a:latin typeface="Calibri" panose="020F0502020204030204" pitchFamily="34" charset="0"/>
                          <a:ea typeface="宋体" panose="02010600030101010101" pitchFamily="2" charset="-122"/>
                          <a:cs typeface="华文新魏" panose="02010800040101010101" pitchFamily="2" charset="-122"/>
                        </a:defRPr>
                      </a:lvl4pPr>
                      <a:lvl5pPr marL="2057400" indent="-228600" eaLnBrk="0" hangingPunct="0">
                        <a:spcBef>
                          <a:spcPct val="20000"/>
                        </a:spcBef>
                        <a:buClr>
                          <a:schemeClr val="accent1"/>
                        </a:buClr>
                        <a:buSzPct val="50000"/>
                        <a:buFont typeface="Wingdings" panose="05000000000000000000" pitchFamily="2" charset="2"/>
                        <a:defRPr kumimoji="1">
                          <a:solidFill>
                            <a:schemeClr val="tx1"/>
                          </a:solidFill>
                          <a:latin typeface="Calibri" panose="020F0502020204030204" pitchFamily="34" charset="0"/>
                          <a:ea typeface="宋体" panose="02010600030101010101" pitchFamily="2" charset="-122"/>
                          <a:cs typeface="华文新魏" panose="0201080004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kumimoji="1">
                          <a:solidFill>
                            <a:schemeClr val="tx1"/>
                          </a:solidFill>
                          <a:latin typeface="Calibri" panose="020F0502020204030204" pitchFamily="34" charset="0"/>
                          <a:ea typeface="宋体" panose="02010600030101010101" pitchFamily="2" charset="-122"/>
                          <a:cs typeface="华文新魏" panose="0201080004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kumimoji="1">
                          <a:solidFill>
                            <a:schemeClr val="tx1"/>
                          </a:solidFill>
                          <a:latin typeface="Calibri" panose="020F0502020204030204" pitchFamily="34" charset="0"/>
                          <a:ea typeface="宋体" panose="02010600030101010101" pitchFamily="2" charset="-122"/>
                          <a:cs typeface="华文新魏" panose="0201080004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kumimoji="1">
                          <a:solidFill>
                            <a:schemeClr val="tx1"/>
                          </a:solidFill>
                          <a:latin typeface="Calibri" panose="020F0502020204030204" pitchFamily="34" charset="0"/>
                          <a:ea typeface="宋体" panose="02010600030101010101" pitchFamily="2" charset="-122"/>
                          <a:cs typeface="华文新魏" panose="0201080004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kumimoji="1">
                          <a:solidFill>
                            <a:schemeClr val="tx1"/>
                          </a:solidFill>
                          <a:latin typeface="Calibri" panose="020F0502020204030204" pitchFamily="34" charset="0"/>
                          <a:ea typeface="宋体" panose="02010600030101010101" pitchFamily="2" charset="-122"/>
                          <a:cs typeface="华文新魏" panose="0201080004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0" lang="en-US" altLang="zh-CN" sz="1900" b="1" i="0" u="none" strike="noStrike" cap="none" normalizeH="0" baseline="0">
                          <a:ln>
                            <a:noFill/>
                          </a:ln>
                          <a:solidFill>
                            <a:schemeClr val="tx1"/>
                          </a:solidFill>
                          <a:effectLst/>
                          <a:latin typeface="楷体_GB2312" panose="02010609030101010101" pitchFamily="49" charset="-122"/>
                          <a:ea typeface="楷体_GB2312" panose="02010609030101010101" pitchFamily="49" charset="-122"/>
                          <a:cs typeface="华文新魏" panose="02010800040101010101" pitchFamily="2" charset="-122"/>
                        </a:rPr>
                        <a:t>9</a:t>
                      </a:r>
                      <a:endParaRPr kumimoji="0" lang="en-US" altLang="zh-CN" sz="1900" b="1" i="0" u="none" strike="noStrike" cap="none" normalizeH="0" baseline="0">
                        <a:ln>
                          <a:noFill/>
                        </a:ln>
                        <a:solidFill>
                          <a:schemeClr val="tx1"/>
                        </a:solidFill>
                        <a:effectLst/>
                        <a:latin typeface="楷体_GB2312" panose="02010609030101010101" pitchFamily="49" charset="-122"/>
                        <a:ea typeface="楷体_GB2312" panose="02010609030101010101" pitchFamily="49" charset="-122"/>
                        <a:cs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sp>
        <p:nvSpPr>
          <p:cNvPr id="9" name="Text Box 5"/>
          <p:cNvSpPr txBox="1"/>
          <p:nvPr/>
        </p:nvSpPr>
        <p:spPr>
          <a:xfrm>
            <a:off x="3224213" y="0"/>
            <a:ext cx="5919788" cy="706438"/>
          </a:xfrm>
          <a:prstGeom prst="rect">
            <a:avLst/>
          </a:prstGeom>
          <a:noFill/>
          <a:ln w="9525">
            <a:noFill/>
          </a:ln>
        </p:spPr>
        <p:txBody>
          <a:bodyPr>
            <a:spAutoFit/>
          </a:bodyPr>
          <a:lstStyle/>
          <a:p>
            <a:pPr marR="0" algn="ctr" defTabSz="914400" eaLnBrk="1" hangingPunct="1">
              <a:buClrTx/>
              <a:buSzTx/>
              <a:buFontTx/>
              <a:buNone/>
              <a:defRPr/>
            </a:pPr>
            <a:r>
              <a:rPr kumimoji="0" lang="en-US" altLang="zh-CN" sz="4000" b="1" kern="1200" cap="none" spc="0" normalizeH="0" baseline="0" noProof="1">
                <a:solidFill>
                  <a:srgbClr val="0000FF"/>
                </a:solidFill>
                <a:latin typeface="Arial" panose="020B0604020202020204" pitchFamily="34" charset="0"/>
                <a:ea typeface="宋体" panose="02010600030101010101" pitchFamily="2" charset="-122"/>
                <a:cs typeface="+mn-cs"/>
                <a:sym typeface="宋体" panose="02010600030101010101" pitchFamily="2" charset="-122"/>
              </a:rPr>
              <a:t>4.2.1 </a:t>
            </a:r>
            <a:r>
              <a:rPr kumimoji="1" lang="en-US" altLang="zh-CN" sz="4000" b="1" kern="0" cap="none" spc="0" normalizeH="0" baseline="0" noProof="0" dirty="0">
                <a:solidFill>
                  <a:srgbClr val="0000CC"/>
                </a:solidFill>
                <a:effectLst>
                  <a:outerShdw blurRad="38100" dist="38100" dir="2700000" algn="tl">
                    <a:srgbClr val="C0C0C0"/>
                  </a:outerShdw>
                </a:effectLst>
                <a:latin typeface="黑体" panose="02010609060101010101" pitchFamily="49" charset="-122"/>
                <a:ea typeface="黑体" panose="02010609060101010101" pitchFamily="49" charset="-122"/>
                <a:cs typeface="Times New Roman" panose="02020603050405020304" pitchFamily="18" charset="0"/>
                <a:sym typeface="+mn-ea"/>
              </a:rPr>
              <a:t> </a:t>
            </a:r>
            <a:r>
              <a:rPr kumimoji="0" lang="en-US" altLang="zh-CN" sz="4000" kern="1200" cap="none" spc="0" normalizeH="0" baseline="0" noProof="1">
                <a:solidFill>
                  <a:srgbClr val="0000FF"/>
                </a:solidFill>
                <a:latin typeface="Arial" panose="020B0604020202020204" pitchFamily="34" charset="0"/>
                <a:ea typeface="宋体" panose="02010600030101010101" pitchFamily="2" charset="-122"/>
                <a:cs typeface="+mn-cs"/>
                <a:sym typeface="+mn-ea"/>
              </a:rPr>
              <a:t>K</a:t>
            </a:r>
            <a:r>
              <a:rPr kumimoji="0" lang="en-US" altLang="zh-CN" sz="4000" b="1" kern="1200" cap="none" spc="0" normalizeH="0" baseline="0" noProof="1">
                <a:solidFill>
                  <a:srgbClr val="0000FF"/>
                </a:solidFill>
                <a:latin typeface="Arial" panose="020B0604020202020204" pitchFamily="34" charset="0"/>
                <a:ea typeface="宋体" panose="02010600030101010101" pitchFamily="2" charset="-122"/>
                <a:cs typeface="+mn-cs"/>
                <a:sym typeface="+mn-ea"/>
              </a:rPr>
              <a:t>-均值</a:t>
            </a:r>
            <a:r>
              <a:rPr kumimoji="0" lang="en-US" altLang="zh-CN" sz="4000" b="1" kern="1200" cap="none" spc="0" normalizeH="0" baseline="0" noProof="1">
                <a:solidFill>
                  <a:srgbClr val="0000FF"/>
                </a:solidFill>
                <a:latin typeface="Arial" panose="020B0604020202020204" pitchFamily="34" charset="0"/>
                <a:ea typeface="宋体" panose="02010600030101010101" pitchFamily="2" charset="-122"/>
                <a:cs typeface="+mn-cs"/>
                <a:sym typeface="宋体" panose="02010600030101010101" pitchFamily="2" charset="-122"/>
              </a:rPr>
              <a:t>算法</a:t>
            </a:r>
            <a:endParaRPr kumimoji="0" lang="en-US" altLang="zh-CN" sz="4000" b="1" kern="1200" cap="none" spc="0" normalizeH="0" baseline="0" noProof="1">
              <a:solidFill>
                <a:srgbClr val="0000FF"/>
              </a:solidFill>
              <a:latin typeface="Arial" panose="020B0604020202020204" pitchFamily="34" charset="0"/>
              <a:ea typeface="宋体" panose="02010600030101010101" pitchFamily="2" charset="-122"/>
              <a:cs typeface="+mn-cs"/>
              <a:sym typeface="宋体" panose="02010600030101010101" pitchFamily="2" charset="-122"/>
            </a:endParaRPr>
          </a:p>
        </p:txBody>
      </p:sp>
    </p:spTree>
  </p:cSld>
  <p:clrMapOvr>
    <a:masterClrMapping/>
  </p:clrMapOvr>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3426" name="Rectangle 2"/>
          <p:cNvSpPr>
            <a:spLocks noGrp="1" noChangeArrowheads="1"/>
          </p:cNvSpPr>
          <p:nvPr>
            <p:ph type="title"/>
          </p:nvPr>
        </p:nvSpPr>
        <p:spPr>
          <a:xfrm>
            <a:off x="1071563" y="1071563"/>
            <a:ext cx="7143750" cy="609600"/>
          </a:xfrm>
        </p:spPr>
        <p:txBody>
          <a:bodyPr vert="horz" wrap="square" lIns="91440" tIns="45720" rIns="91440" bIns="45720" numCol="1" anchor="b" anchorCtr="0" compatLnSpc="1">
            <a:noAutofit/>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3600" b="1" i="0" u="none" strike="noStrike" kern="0" cap="none" spc="0" normalizeH="0" baseline="0" noProof="0" dirty="0">
                <a:ln>
                  <a:noFill/>
                </a:ln>
                <a:solidFill>
                  <a:srgbClr val="0000CC"/>
                </a:solidFill>
                <a:effectLst>
                  <a:outerShdw blurRad="38100" dist="38100" dir="2700000" algn="tl">
                    <a:srgbClr val="C0C0C0"/>
                  </a:outerShdw>
                </a:effectLst>
                <a:uLnTx/>
                <a:uFillTx/>
                <a:latin typeface="Times New Roman" panose="02020603050405020304" pitchFamily="18" charset="0"/>
                <a:ea typeface="黑体" panose="02010609060101010101" pitchFamily="49" charset="-122"/>
                <a:cs typeface="Times New Roman" panose="02020603050405020304" pitchFamily="18" charset="0"/>
              </a:rPr>
              <a:t>算法实例</a:t>
            </a:r>
            <a:endParaRPr kumimoji="0" lang="en-US" altLang="zh-CN" sz="3600" b="1" i="0" u="none" strike="noStrike" kern="0" cap="none" spc="0" normalizeH="0" baseline="0" noProof="0" dirty="0">
              <a:ln>
                <a:noFill/>
              </a:ln>
              <a:solidFill>
                <a:srgbClr val="FF0000"/>
              </a:solidFill>
              <a:effectLst/>
              <a:uLnTx/>
              <a:uFillTx/>
              <a:latin typeface="宋体" panose="02010600030101010101" pitchFamily="2" charset="-122"/>
              <a:ea typeface="黑体" panose="02010609060101010101" pitchFamily="49" charset="-122"/>
              <a:cs typeface="Times New Roman" panose="02020603050405020304" pitchFamily="18" charset="0"/>
            </a:endParaRPr>
          </a:p>
        </p:txBody>
      </p:sp>
      <p:sp>
        <p:nvSpPr>
          <p:cNvPr id="5" name="Rectangle 5"/>
          <p:cNvSpPr>
            <a:spLocks noChangeArrowheads="1"/>
          </p:cNvSpPr>
          <p:nvPr/>
        </p:nvSpPr>
        <p:spPr bwMode="auto">
          <a:xfrm>
            <a:off x="1143000" y="1841500"/>
            <a:ext cx="7678738" cy="854075"/>
          </a:xfrm>
          <a:prstGeom prst="rect">
            <a:avLst/>
          </a:prstGeom>
          <a:noFill/>
          <a:ln w="9525">
            <a:noFill/>
            <a:miter lim="800000"/>
          </a:ln>
          <a:effectLst/>
        </p:spPr>
        <p:txBody>
          <a:bodyPr>
            <a:spAutoFit/>
          </a:bodyPr>
          <a:lstStyle/>
          <a:p>
            <a:pPr marL="273050" marR="0" lvl="0" indent="-273050" algn="l" defTabSz="914400" rtl="0" eaLnBrk="0" fontAlgn="base" latinLnBrk="0" hangingPunct="0">
              <a:lnSpc>
                <a:spcPct val="100000"/>
              </a:lnSpc>
              <a:spcBef>
                <a:spcPts val="575"/>
              </a:spcBef>
              <a:spcAft>
                <a:spcPct val="0"/>
              </a:spcAft>
              <a:buClr>
                <a:srgbClr val="D34817"/>
              </a:buClr>
              <a:buSzPct val="85000"/>
              <a:buFont typeface="Wingdings" panose="05000000000000000000" pitchFamily="2" charset="2"/>
              <a:buChar char="n"/>
              <a:defRPr/>
            </a:pPr>
            <a:r>
              <a:rPr kumimoji="0" lang="zh-CN" altLang="en-US" sz="2600" b="1" i="0" u="none" strike="noStrike" kern="1200" cap="none" spc="0" normalizeH="0" baseline="0" noProof="0">
                <a:ln>
                  <a:noFill/>
                </a:ln>
                <a:solidFill>
                  <a:srgbClr val="0070C0"/>
                </a:solidFill>
                <a:effectLst/>
                <a:uLnTx/>
                <a:uFillTx/>
                <a:latin typeface="华文中宋" panose="02010600040101010101" pitchFamily="2" charset="-122"/>
                <a:ea typeface="华文中宋" panose="02010600040101010101" pitchFamily="2" charset="-122"/>
                <a:cs typeface="+mn-cs"/>
              </a:rPr>
              <a:t>数据分布图：</a:t>
            </a:r>
            <a:endParaRPr kumimoji="0" lang="en-US" altLang="zh-CN" sz="2600" b="1" i="0" u="none" strike="noStrike" kern="1200" cap="none" spc="0" normalizeH="0" baseline="0" noProof="0">
              <a:ln>
                <a:noFill/>
              </a:ln>
              <a:solidFill>
                <a:srgbClr val="0070C0"/>
              </a:solidFill>
              <a:effectLst/>
              <a:uLnTx/>
              <a:uFillTx/>
              <a:latin typeface="华文中宋" panose="02010600040101010101" pitchFamily="2" charset="-122"/>
              <a:ea typeface="华文中宋" panose="02010600040101010101" pitchFamily="2" charset="-122"/>
              <a:cs typeface="+mn-cs"/>
            </a:endParaRPr>
          </a:p>
          <a:p>
            <a:pPr marL="273050" marR="0" lvl="0" indent="-273050" algn="l" defTabSz="914400" rtl="0" eaLnBrk="0" fontAlgn="base" latinLnBrk="0" hangingPunct="0">
              <a:lnSpc>
                <a:spcPct val="100000"/>
              </a:lnSpc>
              <a:spcBef>
                <a:spcPct val="0"/>
              </a:spcBef>
              <a:spcAft>
                <a:spcPct val="0"/>
              </a:spcAft>
              <a:buClrTx/>
              <a:buSzTx/>
              <a:buFont typeface="Wingdings" panose="05000000000000000000" pitchFamily="2" charset="2"/>
              <a:buNone/>
              <a:defRPr/>
            </a:pPr>
            <a:endParaRPr kumimoji="0" lang="zh-CN" altLang="en-US" sz="2400" b="1" i="0" u="none" strike="noStrike" kern="1200" cap="none" spc="0" normalizeH="0" baseline="0" noProof="0">
              <a:ln>
                <a:noFill/>
              </a:ln>
              <a:solidFill>
                <a:schemeClr val="tx1"/>
              </a:solidFill>
              <a:effectLst>
                <a:outerShdw blurRad="38100" dist="38100" dir="2700000" algn="tl">
                  <a:srgbClr val="C0C0C0"/>
                </a:outerShdw>
              </a:effectLst>
              <a:uLnTx/>
              <a:uFillTx/>
              <a:latin typeface="Calibri" panose="020F0502020204030204" pitchFamily="34" charset="0"/>
              <a:ea typeface="宋体" panose="02010600030101010101" pitchFamily="2" charset="-122"/>
              <a:cs typeface="+mn-cs"/>
            </a:endParaRPr>
          </a:p>
        </p:txBody>
      </p:sp>
      <p:pic>
        <p:nvPicPr>
          <p:cNvPr id="64516" name="Picture 2"/>
          <p:cNvPicPr>
            <a:picLocks noChangeAspect="1"/>
          </p:cNvPicPr>
          <p:nvPr/>
        </p:nvPicPr>
        <p:blipFill>
          <a:blip r:embed="rId1"/>
          <a:stretch>
            <a:fillRect/>
          </a:stretch>
        </p:blipFill>
        <p:spPr>
          <a:xfrm>
            <a:off x="2017713" y="2357438"/>
            <a:ext cx="4714875" cy="4071937"/>
          </a:xfrm>
          <a:prstGeom prst="rect">
            <a:avLst/>
          </a:prstGeom>
          <a:noFill/>
          <a:ln w="9525">
            <a:noFill/>
          </a:ln>
        </p:spPr>
      </p:pic>
      <p:sp>
        <p:nvSpPr>
          <p:cNvPr id="6" name="Text Box 5"/>
          <p:cNvSpPr txBox="1"/>
          <p:nvPr/>
        </p:nvSpPr>
        <p:spPr>
          <a:xfrm>
            <a:off x="3224213" y="0"/>
            <a:ext cx="5919788" cy="706438"/>
          </a:xfrm>
          <a:prstGeom prst="rect">
            <a:avLst/>
          </a:prstGeom>
          <a:noFill/>
          <a:ln w="9525">
            <a:noFill/>
          </a:ln>
        </p:spPr>
        <p:txBody>
          <a:bodyPr>
            <a:spAutoFit/>
          </a:bodyPr>
          <a:lstStyle/>
          <a:p>
            <a:pPr marR="0" algn="ctr" defTabSz="914400" eaLnBrk="1" hangingPunct="1">
              <a:buClrTx/>
              <a:buSzTx/>
              <a:buFontTx/>
              <a:buNone/>
              <a:defRPr/>
            </a:pPr>
            <a:r>
              <a:rPr kumimoji="0" lang="en-US" altLang="zh-CN" sz="4000" b="1" kern="1200" cap="none" spc="0" normalizeH="0" baseline="0" noProof="1">
                <a:solidFill>
                  <a:srgbClr val="0000FF"/>
                </a:solidFill>
                <a:latin typeface="Arial" panose="020B0604020202020204" pitchFamily="34" charset="0"/>
                <a:ea typeface="宋体" panose="02010600030101010101" pitchFamily="2" charset="-122"/>
                <a:cs typeface="+mn-cs"/>
                <a:sym typeface="宋体" panose="02010600030101010101" pitchFamily="2" charset="-122"/>
              </a:rPr>
              <a:t>4.2.1 </a:t>
            </a:r>
            <a:r>
              <a:rPr kumimoji="1" lang="en-US" altLang="zh-CN" sz="4000" b="1" kern="0" cap="none" spc="0" normalizeH="0" baseline="0" noProof="0" dirty="0">
                <a:solidFill>
                  <a:srgbClr val="0000CC"/>
                </a:solidFill>
                <a:effectLst>
                  <a:outerShdw blurRad="38100" dist="38100" dir="2700000" algn="tl">
                    <a:srgbClr val="C0C0C0"/>
                  </a:outerShdw>
                </a:effectLst>
                <a:latin typeface="黑体" panose="02010609060101010101" pitchFamily="49" charset="-122"/>
                <a:ea typeface="黑体" panose="02010609060101010101" pitchFamily="49" charset="-122"/>
                <a:cs typeface="Times New Roman" panose="02020603050405020304" pitchFamily="18" charset="0"/>
                <a:sym typeface="+mn-ea"/>
              </a:rPr>
              <a:t> </a:t>
            </a:r>
            <a:r>
              <a:rPr kumimoji="0" lang="en-US" altLang="zh-CN" sz="4000" kern="1200" cap="none" spc="0" normalizeH="0" baseline="0" noProof="1">
                <a:solidFill>
                  <a:srgbClr val="0000FF"/>
                </a:solidFill>
                <a:latin typeface="Arial" panose="020B0604020202020204" pitchFamily="34" charset="0"/>
                <a:ea typeface="宋体" panose="02010600030101010101" pitchFamily="2" charset="-122"/>
                <a:cs typeface="+mn-cs"/>
                <a:sym typeface="+mn-ea"/>
              </a:rPr>
              <a:t>K</a:t>
            </a:r>
            <a:r>
              <a:rPr kumimoji="0" lang="en-US" altLang="zh-CN" sz="4000" b="1" kern="1200" cap="none" spc="0" normalizeH="0" baseline="0" noProof="1">
                <a:solidFill>
                  <a:srgbClr val="0000FF"/>
                </a:solidFill>
                <a:latin typeface="Arial" panose="020B0604020202020204" pitchFamily="34" charset="0"/>
                <a:ea typeface="宋体" panose="02010600030101010101" pitchFamily="2" charset="-122"/>
                <a:cs typeface="+mn-cs"/>
                <a:sym typeface="+mn-ea"/>
              </a:rPr>
              <a:t>-均值</a:t>
            </a:r>
            <a:r>
              <a:rPr kumimoji="0" lang="en-US" altLang="zh-CN" sz="4000" b="1" kern="1200" cap="none" spc="0" normalizeH="0" baseline="0" noProof="1">
                <a:solidFill>
                  <a:srgbClr val="0000FF"/>
                </a:solidFill>
                <a:latin typeface="Arial" panose="020B0604020202020204" pitchFamily="34" charset="0"/>
                <a:ea typeface="宋体" panose="02010600030101010101" pitchFamily="2" charset="-122"/>
                <a:cs typeface="+mn-cs"/>
                <a:sym typeface="宋体" panose="02010600030101010101" pitchFamily="2" charset="-122"/>
              </a:rPr>
              <a:t>算法</a:t>
            </a:r>
            <a:endParaRPr kumimoji="0" lang="en-US" altLang="zh-CN" sz="4000" b="1" kern="1200" cap="none" spc="0" normalizeH="0" baseline="0" noProof="1">
              <a:solidFill>
                <a:srgbClr val="0000FF"/>
              </a:solidFill>
              <a:latin typeface="Arial" panose="020B0604020202020204" pitchFamily="34" charset="0"/>
              <a:ea typeface="宋体" panose="02010600030101010101" pitchFamily="2" charset="-122"/>
              <a:cs typeface="+mn-cs"/>
              <a:sym typeface="宋体" panose="02010600030101010101" pitchFamily="2" charset="-122"/>
            </a:endParaRPr>
          </a:p>
        </p:txBody>
      </p:sp>
    </p:spTree>
  </p:cSld>
  <p:clrMapOvr>
    <a:masterClrMapping/>
  </p:clrMapOvr>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3426" name="Rectangle 2"/>
          <p:cNvSpPr>
            <a:spLocks noGrp="1" noChangeArrowheads="1"/>
          </p:cNvSpPr>
          <p:nvPr>
            <p:ph type="title"/>
          </p:nvPr>
        </p:nvSpPr>
        <p:spPr>
          <a:xfrm>
            <a:off x="1071563" y="1071563"/>
            <a:ext cx="7143750" cy="609600"/>
          </a:xfrm>
        </p:spPr>
        <p:txBody>
          <a:bodyPr vert="horz" wrap="square" lIns="91440" tIns="45720" rIns="91440" bIns="45720" numCol="1" anchor="b" anchorCtr="0" compatLnSpc="1">
            <a:noAutofit/>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3600" b="1" i="0" u="none" strike="noStrike" kern="0" cap="none" spc="0" normalizeH="0" baseline="0" noProof="0" dirty="0">
                <a:ln>
                  <a:noFill/>
                </a:ln>
                <a:solidFill>
                  <a:srgbClr val="0000CC"/>
                </a:solidFill>
                <a:effectLst>
                  <a:outerShdw blurRad="38100" dist="38100" dir="2700000" algn="tl">
                    <a:srgbClr val="C0C0C0"/>
                  </a:outerShdw>
                </a:effectLst>
                <a:uLnTx/>
                <a:uFillTx/>
                <a:latin typeface="Times New Roman" panose="02020603050405020304" pitchFamily="18" charset="0"/>
                <a:ea typeface="黑体" panose="02010609060101010101" pitchFamily="49" charset="-122"/>
                <a:cs typeface="Times New Roman" panose="02020603050405020304" pitchFamily="18" charset="0"/>
              </a:rPr>
              <a:t>算法实例</a:t>
            </a:r>
            <a:endParaRPr kumimoji="0" lang="en-US" altLang="zh-CN" sz="3600" b="1" i="0" u="none" strike="noStrike" kern="0" cap="none" spc="0" normalizeH="0" baseline="0" noProof="0" dirty="0">
              <a:ln>
                <a:noFill/>
              </a:ln>
              <a:solidFill>
                <a:srgbClr val="FF0000"/>
              </a:solidFill>
              <a:effectLst/>
              <a:uLnTx/>
              <a:uFillTx/>
              <a:latin typeface="宋体" panose="02010600030101010101" pitchFamily="2" charset="-122"/>
              <a:ea typeface="黑体" panose="02010609060101010101" pitchFamily="49" charset="-122"/>
              <a:cs typeface="Times New Roman" panose="02020603050405020304" pitchFamily="18" charset="0"/>
            </a:endParaRPr>
          </a:p>
        </p:txBody>
      </p:sp>
      <p:sp>
        <p:nvSpPr>
          <p:cNvPr id="65539" name="Rectangle 5"/>
          <p:cNvSpPr/>
          <p:nvPr/>
        </p:nvSpPr>
        <p:spPr>
          <a:xfrm>
            <a:off x="1143000" y="1841500"/>
            <a:ext cx="7678738" cy="4540250"/>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华文新魏" panose="02010800040101010101" pitchFamily="2" charset="-122"/>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ea typeface="+mn-ea"/>
                <a:cs typeface="华文新魏" panose="02010800040101010101" pitchFamily="2" charset="-122"/>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ea typeface="+mn-ea"/>
                <a:cs typeface="华文新魏" panose="02010800040101010101" pitchFamily="2" charset="-122"/>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ea typeface="+mn-ea"/>
                <a:cs typeface="华文新魏" panose="02010800040101010101" pitchFamily="2" charset="-122"/>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ea typeface="+mn-ea"/>
                <a:cs typeface="华文新魏" panose="02010800040101010101" pitchFamily="2" charset="-122"/>
              </a:defRPr>
            </a:lvl5pPr>
          </a:lstStyle>
          <a:p>
            <a:pPr marL="273050" lvl="0" indent="-273050" eaLnBrk="1" hangingPunct="1">
              <a:spcBef>
                <a:spcPts val="575"/>
              </a:spcBef>
              <a:buClr>
                <a:srgbClr val="D34817"/>
              </a:buClr>
              <a:buSzPct val="85000"/>
            </a:pPr>
            <a:r>
              <a:rPr lang="en-US" altLang="zh-CN" sz="2600" b="1" i="1" dirty="0">
                <a:solidFill>
                  <a:srgbClr val="0070C0"/>
                </a:solidFill>
                <a:latin typeface="Times New Roman" panose="02020603050405020304" pitchFamily="18" charset="0"/>
                <a:ea typeface="华文中宋" panose="02010600040101010101" pitchFamily="2" charset="-122"/>
              </a:rPr>
              <a:t> k</a:t>
            </a:r>
            <a:r>
              <a:rPr lang="en-US" altLang="zh-CN" sz="2600" b="1" dirty="0">
                <a:solidFill>
                  <a:srgbClr val="0070C0"/>
                </a:solidFill>
                <a:latin typeface="Times New Roman" panose="02020603050405020304" pitchFamily="18" charset="0"/>
                <a:ea typeface="华文中宋" panose="02010600040101010101" pitchFamily="2" charset="-122"/>
              </a:rPr>
              <a:t>-means</a:t>
            </a:r>
            <a:r>
              <a:rPr lang="zh-CN" altLang="en-US" sz="2600" b="1" dirty="0">
                <a:solidFill>
                  <a:srgbClr val="0070C0"/>
                </a:solidFill>
                <a:latin typeface="华文中宋" panose="02010600040101010101" pitchFamily="2" charset="-122"/>
                <a:ea typeface="华文中宋" panose="02010600040101010101" pitchFamily="2" charset="-122"/>
              </a:rPr>
              <a:t>计算步骤：</a:t>
            </a:r>
            <a:endParaRPr lang="en-US" altLang="zh-CN" sz="2600" b="1" dirty="0">
              <a:solidFill>
                <a:srgbClr val="0070C0"/>
              </a:solidFill>
              <a:latin typeface="华文中宋" panose="02010600040101010101" pitchFamily="2" charset="-122"/>
              <a:ea typeface="华文中宋" panose="02010600040101010101" pitchFamily="2" charset="-122"/>
            </a:endParaRPr>
          </a:p>
          <a:p>
            <a:pPr marL="273050" lvl="0" indent="-273050" eaLnBrk="1" hangingPunct="1">
              <a:spcBef>
                <a:spcPts val="575"/>
              </a:spcBef>
              <a:buClr>
                <a:srgbClr val="D34817"/>
              </a:buClr>
              <a:buSzPct val="80000"/>
              <a:buFontTx/>
              <a:buNone/>
            </a:pPr>
            <a:r>
              <a:rPr lang="en-US" altLang="zh-CN" sz="2400" b="1" dirty="0">
                <a:solidFill>
                  <a:srgbClr val="000000"/>
                </a:solidFill>
                <a:latin typeface="Times New Roman" panose="02020603050405020304" pitchFamily="18" charset="0"/>
                <a:ea typeface="华文中宋" panose="02010600040101010101" pitchFamily="2" charset="-122"/>
              </a:rPr>
              <a:t>Step 1</a:t>
            </a:r>
            <a:r>
              <a:rPr lang="zh-CN" altLang="en-US" sz="2400" b="1" dirty="0">
                <a:solidFill>
                  <a:srgbClr val="000000"/>
                </a:solidFill>
                <a:ea typeface="华文中宋" panose="02010600040101010101" pitchFamily="2" charset="-122"/>
              </a:rPr>
              <a:t>：令</a:t>
            </a:r>
            <a:r>
              <a:rPr lang="en-US" altLang="zh-CN" sz="2400" b="1" i="1" dirty="0">
                <a:solidFill>
                  <a:srgbClr val="000000"/>
                </a:solidFill>
                <a:latin typeface="Times New Roman" panose="02020603050405020304" pitchFamily="18" charset="0"/>
                <a:ea typeface="华文中宋" panose="02010600040101010101" pitchFamily="2" charset="-122"/>
              </a:rPr>
              <a:t>k</a:t>
            </a:r>
            <a:r>
              <a:rPr lang="en-US" altLang="zh-CN" sz="2400" b="1" dirty="0">
                <a:solidFill>
                  <a:srgbClr val="000000"/>
                </a:solidFill>
                <a:latin typeface="Times New Roman" panose="02020603050405020304" pitchFamily="18" charset="0"/>
                <a:ea typeface="华文中宋" panose="02010600040101010101" pitchFamily="2" charset="-122"/>
              </a:rPr>
              <a:t>=2</a:t>
            </a:r>
            <a:r>
              <a:rPr lang="zh-CN" altLang="en-US" sz="2400" b="1" dirty="0">
                <a:solidFill>
                  <a:srgbClr val="000000"/>
                </a:solidFill>
                <a:latin typeface="Times New Roman" panose="02020603050405020304" pitchFamily="18" charset="0"/>
                <a:ea typeface="华文中宋" panose="02010600040101010101" pitchFamily="2" charset="-122"/>
              </a:rPr>
              <a:t>，选初始聚类中心为</a:t>
            </a:r>
            <a:endParaRPr lang="en-US" altLang="zh-CN" sz="2400" b="1" dirty="0">
              <a:solidFill>
                <a:srgbClr val="000000"/>
              </a:solidFill>
              <a:latin typeface="Times New Roman" panose="02020603050405020304" pitchFamily="18" charset="0"/>
              <a:ea typeface="华文中宋" panose="02010600040101010101" pitchFamily="2" charset="-122"/>
            </a:endParaRPr>
          </a:p>
          <a:p>
            <a:pPr marL="273050" lvl="0" indent="-273050" eaLnBrk="1" hangingPunct="1">
              <a:spcBef>
                <a:spcPts val="575"/>
              </a:spcBef>
              <a:buClr>
                <a:srgbClr val="D34817"/>
              </a:buClr>
              <a:buSzPct val="80000"/>
              <a:buFontTx/>
              <a:buNone/>
            </a:pPr>
            <a:endParaRPr lang="en-US" altLang="zh-CN" sz="2400" b="1" dirty="0">
              <a:solidFill>
                <a:srgbClr val="000000"/>
              </a:solidFill>
              <a:latin typeface="Times New Roman" panose="02020603050405020304" pitchFamily="18" charset="0"/>
              <a:ea typeface="华文中宋" panose="02010600040101010101" pitchFamily="2" charset="-122"/>
            </a:endParaRPr>
          </a:p>
          <a:p>
            <a:pPr marL="273050" lvl="0" indent="-273050" eaLnBrk="1" hangingPunct="1">
              <a:spcBef>
                <a:spcPts val="575"/>
              </a:spcBef>
              <a:buClr>
                <a:srgbClr val="D34817"/>
              </a:buClr>
              <a:buSzPct val="80000"/>
              <a:buFontTx/>
              <a:buNone/>
            </a:pPr>
            <a:endParaRPr lang="en-US" altLang="zh-CN" sz="2400" b="1" dirty="0">
              <a:solidFill>
                <a:srgbClr val="000000"/>
              </a:solidFill>
              <a:latin typeface="Times New Roman" panose="02020603050405020304" pitchFamily="18" charset="0"/>
              <a:ea typeface="华文中宋" panose="02010600040101010101" pitchFamily="2" charset="-122"/>
            </a:endParaRPr>
          </a:p>
          <a:p>
            <a:pPr marL="273050" lvl="0" indent="-273050" eaLnBrk="1" hangingPunct="1">
              <a:spcBef>
                <a:spcPts val="575"/>
              </a:spcBef>
              <a:buClr>
                <a:srgbClr val="D34817"/>
              </a:buClr>
              <a:buSzPct val="80000"/>
              <a:buFontTx/>
              <a:buNone/>
            </a:pPr>
            <a:r>
              <a:rPr lang="en-US" altLang="zh-CN" sz="2400" b="1" dirty="0">
                <a:solidFill>
                  <a:srgbClr val="000000"/>
                </a:solidFill>
                <a:latin typeface="Times New Roman" panose="02020603050405020304" pitchFamily="18" charset="0"/>
                <a:ea typeface="华文中宋" panose="02010600040101010101" pitchFamily="2" charset="-122"/>
              </a:rPr>
              <a:t>Step 2</a:t>
            </a:r>
            <a:r>
              <a:rPr lang="zh-CN" altLang="en-US" sz="2400" b="1" dirty="0">
                <a:solidFill>
                  <a:srgbClr val="000000"/>
                </a:solidFill>
                <a:latin typeface="Times New Roman" panose="02020603050405020304" pitchFamily="18" charset="0"/>
                <a:ea typeface="华文中宋" panose="02010600040101010101" pitchFamily="2" charset="-122"/>
              </a:rPr>
              <a:t>：计算所有样本点到各聚类中心的距离</a:t>
            </a:r>
            <a:endParaRPr lang="en-US" altLang="zh-CN" sz="2400" b="1" dirty="0">
              <a:solidFill>
                <a:srgbClr val="000000"/>
              </a:solidFill>
              <a:latin typeface="Times New Roman" panose="02020603050405020304" pitchFamily="18" charset="0"/>
              <a:ea typeface="华文中宋" panose="02010600040101010101" pitchFamily="2" charset="-122"/>
            </a:endParaRPr>
          </a:p>
          <a:p>
            <a:pPr marL="273050" lvl="0" indent="-273050" eaLnBrk="1" hangingPunct="1">
              <a:spcBef>
                <a:spcPts val="575"/>
              </a:spcBef>
              <a:buClr>
                <a:srgbClr val="D34817"/>
              </a:buClr>
              <a:buSzPct val="80000"/>
              <a:buFontTx/>
              <a:buNone/>
            </a:pPr>
            <a:endParaRPr lang="en-US" altLang="zh-CN" sz="2400" b="1" dirty="0">
              <a:solidFill>
                <a:srgbClr val="000000"/>
              </a:solidFill>
              <a:latin typeface="Times New Roman" panose="02020603050405020304" pitchFamily="18" charset="0"/>
              <a:ea typeface="华文中宋" panose="02010600040101010101" pitchFamily="2" charset="-122"/>
            </a:endParaRPr>
          </a:p>
          <a:p>
            <a:pPr marL="273050" lvl="0" indent="-273050" eaLnBrk="1" hangingPunct="1">
              <a:spcBef>
                <a:spcPts val="575"/>
              </a:spcBef>
              <a:buClr>
                <a:srgbClr val="D34817"/>
              </a:buClr>
              <a:buSzPct val="80000"/>
              <a:buFontTx/>
              <a:buNone/>
            </a:pPr>
            <a:endParaRPr lang="en-US" altLang="zh-CN" sz="2400" b="1" dirty="0">
              <a:solidFill>
                <a:srgbClr val="000000"/>
              </a:solidFill>
              <a:latin typeface="Times New Roman" panose="02020603050405020304" pitchFamily="18" charset="0"/>
              <a:ea typeface="华文中宋" panose="02010600040101010101" pitchFamily="2" charset="-122"/>
            </a:endParaRPr>
          </a:p>
          <a:p>
            <a:pPr marL="273050" lvl="0" indent="-273050" eaLnBrk="1" hangingPunct="1">
              <a:spcBef>
                <a:spcPts val="575"/>
              </a:spcBef>
              <a:buClr>
                <a:srgbClr val="D34817"/>
              </a:buClr>
              <a:buSzPct val="80000"/>
              <a:buFontTx/>
              <a:buNone/>
            </a:pPr>
            <a:endParaRPr lang="en-US" altLang="zh-CN" sz="2400" b="1" dirty="0">
              <a:solidFill>
                <a:srgbClr val="000000"/>
              </a:solidFill>
              <a:latin typeface="Times New Roman" panose="02020603050405020304" pitchFamily="18" charset="0"/>
              <a:ea typeface="华文中宋" panose="02010600040101010101" pitchFamily="2" charset="-122"/>
            </a:endParaRPr>
          </a:p>
          <a:p>
            <a:pPr marL="273050" lvl="0" indent="-273050" eaLnBrk="1" hangingPunct="1">
              <a:spcBef>
                <a:spcPts val="575"/>
              </a:spcBef>
              <a:buClr>
                <a:srgbClr val="D34817"/>
              </a:buClr>
              <a:buSzPct val="80000"/>
              <a:buFontTx/>
              <a:buNone/>
            </a:pPr>
            <a:r>
              <a:rPr lang="zh-CN" altLang="en-US" sz="2400" b="1" dirty="0">
                <a:solidFill>
                  <a:srgbClr val="000000"/>
                </a:solidFill>
                <a:latin typeface="Times New Roman" panose="02020603050405020304" pitchFamily="18" charset="0"/>
                <a:ea typeface="华文中宋" panose="02010600040101010101" pitchFamily="2" charset="-122"/>
              </a:rPr>
              <a:t>因为                                   ，所以              。</a:t>
            </a:r>
            <a:endParaRPr lang="zh-CN" altLang="en-US" sz="2400" b="1" dirty="0">
              <a:solidFill>
                <a:srgbClr val="000000"/>
              </a:solidFill>
              <a:latin typeface="Times New Roman" panose="02020603050405020304" pitchFamily="18" charset="0"/>
              <a:ea typeface="华文中宋" panose="02010600040101010101" pitchFamily="2" charset="-122"/>
            </a:endParaRPr>
          </a:p>
          <a:p>
            <a:pPr marL="273050" lvl="0" indent="-273050" eaLnBrk="1" hangingPunct="1">
              <a:spcBef>
                <a:spcPts val="575"/>
              </a:spcBef>
              <a:buClr>
                <a:srgbClr val="D34817"/>
              </a:buClr>
              <a:buSzPct val="85000"/>
              <a:buFontTx/>
              <a:buNone/>
            </a:pPr>
            <a:endParaRPr lang="en-US" altLang="zh-CN" sz="2600" b="1" dirty="0">
              <a:solidFill>
                <a:srgbClr val="0070C0"/>
              </a:solidFill>
              <a:ea typeface="华文中宋" panose="02010600040101010101" pitchFamily="2" charset="-122"/>
            </a:endParaRPr>
          </a:p>
        </p:txBody>
      </p:sp>
      <p:graphicFrame>
        <p:nvGraphicFramePr>
          <p:cNvPr id="65540" name="Object 3"/>
          <p:cNvGraphicFramePr>
            <a:graphicFrameLocks noChangeAspect="1"/>
          </p:cNvGraphicFramePr>
          <p:nvPr/>
        </p:nvGraphicFramePr>
        <p:xfrm>
          <a:off x="1414463" y="3000375"/>
          <a:ext cx="2081212" cy="452438"/>
        </p:xfrm>
        <a:graphic>
          <a:graphicData uri="http://schemas.openxmlformats.org/presentationml/2006/ole">
            <mc:AlternateContent xmlns:mc="http://schemas.openxmlformats.org/markup-compatibility/2006">
              <mc:Choice xmlns:v="urn:schemas-microsoft-com:vml" Requires="v">
                <p:oleObj spid="_x0000_s3133" name="" r:id="rId1" imgW="876300" imgH="190500" progId="Equation.DSMT4">
                  <p:embed/>
                </p:oleObj>
              </mc:Choice>
              <mc:Fallback>
                <p:oleObj name="" r:id="rId1" imgW="876300" imgH="190500" progId="Equation.DSMT4">
                  <p:embed/>
                  <p:pic>
                    <p:nvPicPr>
                      <p:cNvPr id="0" name="图片 3132"/>
                      <p:cNvPicPr/>
                      <p:nvPr/>
                    </p:nvPicPr>
                    <p:blipFill>
                      <a:blip r:embed="rId2"/>
                      <a:stretch>
                        <a:fillRect/>
                      </a:stretch>
                    </p:blipFill>
                    <p:spPr>
                      <a:xfrm>
                        <a:off x="1414463" y="3000375"/>
                        <a:ext cx="2081212" cy="452438"/>
                      </a:xfrm>
                      <a:prstGeom prst="rect">
                        <a:avLst/>
                      </a:prstGeom>
                      <a:noFill/>
                      <a:ln w="38100">
                        <a:noFill/>
                        <a:miter/>
                      </a:ln>
                    </p:spPr>
                  </p:pic>
                </p:oleObj>
              </mc:Fallback>
            </mc:AlternateContent>
          </a:graphicData>
        </a:graphic>
      </p:graphicFrame>
      <p:graphicFrame>
        <p:nvGraphicFramePr>
          <p:cNvPr id="65541" name="Object 5"/>
          <p:cNvGraphicFramePr>
            <a:graphicFrameLocks noChangeAspect="1"/>
          </p:cNvGraphicFramePr>
          <p:nvPr/>
        </p:nvGraphicFramePr>
        <p:xfrm>
          <a:off x="1414463" y="4286250"/>
          <a:ext cx="3167062" cy="904875"/>
        </p:xfrm>
        <a:graphic>
          <a:graphicData uri="http://schemas.openxmlformats.org/presentationml/2006/ole">
            <mc:AlternateContent xmlns:mc="http://schemas.openxmlformats.org/markup-compatibility/2006">
              <mc:Choice xmlns:v="urn:schemas-microsoft-com:vml" Requires="v">
                <p:oleObj spid="_x0000_s3134" name="" r:id="rId3" imgW="1333500" imgH="381000" progId="Equation.DSMT4">
                  <p:embed/>
                </p:oleObj>
              </mc:Choice>
              <mc:Fallback>
                <p:oleObj name="" r:id="rId3" imgW="1333500" imgH="381000" progId="Equation.DSMT4">
                  <p:embed/>
                  <p:pic>
                    <p:nvPicPr>
                      <p:cNvPr id="0" name="图片 3133"/>
                      <p:cNvPicPr/>
                      <p:nvPr/>
                    </p:nvPicPr>
                    <p:blipFill>
                      <a:blip r:embed="rId4"/>
                      <a:stretch>
                        <a:fillRect/>
                      </a:stretch>
                    </p:blipFill>
                    <p:spPr>
                      <a:xfrm>
                        <a:off x="1414463" y="4286250"/>
                        <a:ext cx="3167062" cy="904875"/>
                      </a:xfrm>
                      <a:prstGeom prst="rect">
                        <a:avLst/>
                      </a:prstGeom>
                      <a:noFill/>
                      <a:ln w="38100">
                        <a:noFill/>
                        <a:miter/>
                      </a:ln>
                    </p:spPr>
                  </p:pic>
                </p:oleObj>
              </mc:Fallback>
            </mc:AlternateContent>
          </a:graphicData>
        </a:graphic>
      </p:graphicFrame>
      <p:graphicFrame>
        <p:nvGraphicFramePr>
          <p:cNvPr id="65542" name="Object 7"/>
          <p:cNvGraphicFramePr>
            <a:graphicFrameLocks noChangeAspect="1"/>
          </p:cNvGraphicFramePr>
          <p:nvPr/>
        </p:nvGraphicFramePr>
        <p:xfrm>
          <a:off x="4700588" y="4238625"/>
          <a:ext cx="3136900" cy="904875"/>
        </p:xfrm>
        <a:graphic>
          <a:graphicData uri="http://schemas.openxmlformats.org/presentationml/2006/ole">
            <mc:AlternateContent xmlns:mc="http://schemas.openxmlformats.org/markup-compatibility/2006">
              <mc:Choice xmlns:v="urn:schemas-microsoft-com:vml" Requires="v">
                <p:oleObj spid="_x0000_s3135" name="" r:id="rId5" imgW="1320165" imgH="381000" progId="Equation.DSMT4">
                  <p:embed/>
                </p:oleObj>
              </mc:Choice>
              <mc:Fallback>
                <p:oleObj name="" r:id="rId5" imgW="1320165" imgH="381000" progId="Equation.DSMT4">
                  <p:embed/>
                  <p:pic>
                    <p:nvPicPr>
                      <p:cNvPr id="0" name="图片 3134"/>
                      <p:cNvPicPr/>
                      <p:nvPr/>
                    </p:nvPicPr>
                    <p:blipFill>
                      <a:blip r:embed="rId6"/>
                      <a:stretch>
                        <a:fillRect/>
                      </a:stretch>
                    </p:blipFill>
                    <p:spPr>
                      <a:xfrm>
                        <a:off x="4700588" y="4238625"/>
                        <a:ext cx="3136900" cy="904875"/>
                      </a:xfrm>
                      <a:prstGeom prst="rect">
                        <a:avLst/>
                      </a:prstGeom>
                      <a:noFill/>
                      <a:ln w="38100">
                        <a:noFill/>
                        <a:miter/>
                      </a:ln>
                    </p:spPr>
                  </p:pic>
                </p:oleObj>
              </mc:Fallback>
            </mc:AlternateContent>
          </a:graphicData>
        </a:graphic>
      </p:graphicFrame>
      <p:graphicFrame>
        <p:nvGraphicFramePr>
          <p:cNvPr id="65543" name="Object 9"/>
          <p:cNvGraphicFramePr>
            <a:graphicFrameLocks noChangeAspect="1"/>
          </p:cNvGraphicFramePr>
          <p:nvPr/>
        </p:nvGraphicFramePr>
        <p:xfrm>
          <a:off x="3843338" y="2976563"/>
          <a:ext cx="2081212" cy="452437"/>
        </p:xfrm>
        <a:graphic>
          <a:graphicData uri="http://schemas.openxmlformats.org/presentationml/2006/ole">
            <mc:AlternateContent xmlns:mc="http://schemas.openxmlformats.org/markup-compatibility/2006">
              <mc:Choice xmlns:v="urn:schemas-microsoft-com:vml" Requires="v">
                <p:oleObj spid="_x0000_s3138" name="" r:id="rId7" imgW="876300" imgH="190500" progId="Equation.DSMT4">
                  <p:embed/>
                </p:oleObj>
              </mc:Choice>
              <mc:Fallback>
                <p:oleObj name="" r:id="rId7" imgW="876300" imgH="190500" progId="Equation.DSMT4">
                  <p:embed/>
                  <p:pic>
                    <p:nvPicPr>
                      <p:cNvPr id="0" name="图片 3137"/>
                      <p:cNvPicPr/>
                      <p:nvPr/>
                    </p:nvPicPr>
                    <p:blipFill>
                      <a:blip r:embed="rId8"/>
                      <a:stretch>
                        <a:fillRect/>
                      </a:stretch>
                    </p:blipFill>
                    <p:spPr>
                      <a:xfrm>
                        <a:off x="3843338" y="2976563"/>
                        <a:ext cx="2081212" cy="452437"/>
                      </a:xfrm>
                      <a:prstGeom prst="rect">
                        <a:avLst/>
                      </a:prstGeom>
                      <a:noFill/>
                      <a:ln w="38100">
                        <a:noFill/>
                        <a:miter/>
                      </a:ln>
                    </p:spPr>
                  </p:pic>
                </p:oleObj>
              </mc:Fallback>
            </mc:AlternateContent>
          </a:graphicData>
        </a:graphic>
      </p:graphicFrame>
      <p:graphicFrame>
        <p:nvGraphicFramePr>
          <p:cNvPr id="65544" name="Object 10"/>
          <p:cNvGraphicFramePr>
            <a:graphicFrameLocks noChangeAspect="1"/>
          </p:cNvGraphicFramePr>
          <p:nvPr/>
        </p:nvGraphicFramePr>
        <p:xfrm>
          <a:off x="1827213" y="5446713"/>
          <a:ext cx="2744787" cy="482600"/>
        </p:xfrm>
        <a:graphic>
          <a:graphicData uri="http://schemas.openxmlformats.org/presentationml/2006/ole">
            <mc:AlternateContent xmlns:mc="http://schemas.openxmlformats.org/markup-compatibility/2006">
              <mc:Choice xmlns:v="urn:schemas-microsoft-com:vml" Requires="v">
                <p:oleObj spid="_x0000_s3144" name="" r:id="rId9" imgW="1155700" imgH="203200" progId="Equation.DSMT4">
                  <p:embed/>
                </p:oleObj>
              </mc:Choice>
              <mc:Fallback>
                <p:oleObj name="" r:id="rId9" imgW="1155700" imgH="203200" progId="Equation.DSMT4">
                  <p:embed/>
                  <p:pic>
                    <p:nvPicPr>
                      <p:cNvPr id="0" name="图片 3143"/>
                      <p:cNvPicPr/>
                      <p:nvPr/>
                    </p:nvPicPr>
                    <p:blipFill>
                      <a:blip r:embed="rId10"/>
                      <a:stretch>
                        <a:fillRect/>
                      </a:stretch>
                    </p:blipFill>
                    <p:spPr>
                      <a:xfrm>
                        <a:off x="1827213" y="5446713"/>
                        <a:ext cx="2744787" cy="482600"/>
                      </a:xfrm>
                      <a:prstGeom prst="rect">
                        <a:avLst/>
                      </a:prstGeom>
                      <a:noFill/>
                      <a:ln w="38100">
                        <a:noFill/>
                        <a:miter/>
                      </a:ln>
                    </p:spPr>
                  </p:pic>
                </p:oleObj>
              </mc:Fallback>
            </mc:AlternateContent>
          </a:graphicData>
        </a:graphic>
      </p:graphicFrame>
      <p:graphicFrame>
        <p:nvGraphicFramePr>
          <p:cNvPr id="65545" name="Object 11"/>
          <p:cNvGraphicFramePr>
            <a:graphicFrameLocks noChangeAspect="1"/>
          </p:cNvGraphicFramePr>
          <p:nvPr/>
        </p:nvGraphicFramePr>
        <p:xfrm>
          <a:off x="5429250" y="5429250"/>
          <a:ext cx="1116013" cy="422275"/>
        </p:xfrm>
        <a:graphic>
          <a:graphicData uri="http://schemas.openxmlformats.org/presentationml/2006/ole">
            <mc:AlternateContent xmlns:mc="http://schemas.openxmlformats.org/markup-compatibility/2006">
              <mc:Choice xmlns:v="urn:schemas-microsoft-com:vml" Requires="v">
                <p:oleObj spid="_x0000_s3147" name="" r:id="rId11" imgW="469900" imgH="177800" progId="Equation.DSMT4">
                  <p:embed/>
                </p:oleObj>
              </mc:Choice>
              <mc:Fallback>
                <p:oleObj name="" r:id="rId11" imgW="469900" imgH="177800" progId="Equation.DSMT4">
                  <p:embed/>
                  <p:pic>
                    <p:nvPicPr>
                      <p:cNvPr id="0" name="图片 3146"/>
                      <p:cNvPicPr/>
                      <p:nvPr/>
                    </p:nvPicPr>
                    <p:blipFill>
                      <a:blip r:embed="rId12"/>
                      <a:stretch>
                        <a:fillRect/>
                      </a:stretch>
                    </p:blipFill>
                    <p:spPr>
                      <a:xfrm>
                        <a:off x="5429250" y="5429250"/>
                        <a:ext cx="1116013" cy="422275"/>
                      </a:xfrm>
                      <a:prstGeom prst="rect">
                        <a:avLst/>
                      </a:prstGeom>
                      <a:noFill/>
                      <a:ln w="38100">
                        <a:noFill/>
                        <a:miter/>
                      </a:ln>
                    </p:spPr>
                  </p:pic>
                </p:oleObj>
              </mc:Fallback>
            </mc:AlternateContent>
          </a:graphicData>
        </a:graphic>
      </p:graphicFrame>
      <p:sp>
        <p:nvSpPr>
          <p:cNvPr id="11" name="Text Box 5"/>
          <p:cNvSpPr txBox="1"/>
          <p:nvPr/>
        </p:nvSpPr>
        <p:spPr>
          <a:xfrm>
            <a:off x="3224213" y="0"/>
            <a:ext cx="5919788" cy="706438"/>
          </a:xfrm>
          <a:prstGeom prst="rect">
            <a:avLst/>
          </a:prstGeom>
          <a:noFill/>
          <a:ln w="9525">
            <a:noFill/>
          </a:ln>
        </p:spPr>
        <p:txBody>
          <a:bodyPr>
            <a:spAutoFit/>
          </a:bodyPr>
          <a:lstStyle/>
          <a:p>
            <a:pPr marR="0" algn="ctr" defTabSz="914400" eaLnBrk="1" hangingPunct="1">
              <a:buClrTx/>
              <a:buSzTx/>
              <a:buFontTx/>
              <a:buNone/>
              <a:defRPr/>
            </a:pPr>
            <a:r>
              <a:rPr kumimoji="0" lang="en-US" altLang="zh-CN" sz="4000" b="1" kern="1200" cap="none" spc="0" normalizeH="0" baseline="0" noProof="1">
                <a:solidFill>
                  <a:srgbClr val="0000FF"/>
                </a:solidFill>
                <a:latin typeface="Arial" panose="020B0604020202020204" pitchFamily="34" charset="0"/>
                <a:ea typeface="宋体" panose="02010600030101010101" pitchFamily="2" charset="-122"/>
                <a:cs typeface="+mn-cs"/>
                <a:sym typeface="宋体" panose="02010600030101010101" pitchFamily="2" charset="-122"/>
              </a:rPr>
              <a:t>4.2.1 </a:t>
            </a:r>
            <a:r>
              <a:rPr kumimoji="1" lang="en-US" altLang="zh-CN" sz="4000" b="1" kern="0" cap="none" spc="0" normalizeH="0" baseline="0" noProof="0" dirty="0">
                <a:solidFill>
                  <a:srgbClr val="0000CC"/>
                </a:solidFill>
                <a:effectLst>
                  <a:outerShdw blurRad="38100" dist="38100" dir="2700000" algn="tl">
                    <a:srgbClr val="C0C0C0"/>
                  </a:outerShdw>
                </a:effectLst>
                <a:latin typeface="黑体" panose="02010609060101010101" pitchFamily="49" charset="-122"/>
                <a:ea typeface="黑体" panose="02010609060101010101" pitchFamily="49" charset="-122"/>
                <a:cs typeface="Times New Roman" panose="02020603050405020304" pitchFamily="18" charset="0"/>
                <a:sym typeface="+mn-ea"/>
              </a:rPr>
              <a:t> </a:t>
            </a:r>
            <a:r>
              <a:rPr kumimoji="0" lang="en-US" altLang="zh-CN" sz="4000" kern="1200" cap="none" spc="0" normalizeH="0" baseline="0" noProof="1">
                <a:solidFill>
                  <a:srgbClr val="0000FF"/>
                </a:solidFill>
                <a:latin typeface="Arial" panose="020B0604020202020204" pitchFamily="34" charset="0"/>
                <a:ea typeface="宋体" panose="02010600030101010101" pitchFamily="2" charset="-122"/>
                <a:cs typeface="+mn-cs"/>
                <a:sym typeface="+mn-ea"/>
              </a:rPr>
              <a:t>K</a:t>
            </a:r>
            <a:r>
              <a:rPr kumimoji="0" lang="en-US" altLang="zh-CN" sz="4000" b="1" kern="1200" cap="none" spc="0" normalizeH="0" baseline="0" noProof="1">
                <a:solidFill>
                  <a:srgbClr val="0000FF"/>
                </a:solidFill>
                <a:latin typeface="Arial" panose="020B0604020202020204" pitchFamily="34" charset="0"/>
                <a:ea typeface="宋体" panose="02010600030101010101" pitchFamily="2" charset="-122"/>
                <a:cs typeface="+mn-cs"/>
                <a:sym typeface="+mn-ea"/>
              </a:rPr>
              <a:t>-均值</a:t>
            </a:r>
            <a:r>
              <a:rPr kumimoji="0" lang="en-US" altLang="zh-CN" sz="4000" b="1" kern="1200" cap="none" spc="0" normalizeH="0" baseline="0" noProof="1">
                <a:solidFill>
                  <a:srgbClr val="0000FF"/>
                </a:solidFill>
                <a:latin typeface="Arial" panose="020B0604020202020204" pitchFamily="34" charset="0"/>
                <a:ea typeface="宋体" panose="02010600030101010101" pitchFamily="2" charset="-122"/>
                <a:cs typeface="+mn-cs"/>
                <a:sym typeface="宋体" panose="02010600030101010101" pitchFamily="2" charset="-122"/>
              </a:rPr>
              <a:t>算法</a:t>
            </a:r>
            <a:endParaRPr kumimoji="0" lang="en-US" altLang="zh-CN" sz="4000" b="1" kern="1200" cap="none" spc="0" normalizeH="0" baseline="0" noProof="1">
              <a:solidFill>
                <a:srgbClr val="0000FF"/>
              </a:solidFill>
              <a:latin typeface="Arial" panose="020B0604020202020204" pitchFamily="34" charset="0"/>
              <a:ea typeface="宋体" panose="02010600030101010101" pitchFamily="2" charset="-122"/>
              <a:cs typeface="+mn-cs"/>
              <a:sym typeface="宋体" panose="02010600030101010101" pitchFamily="2" charset="-122"/>
            </a:endParaRPr>
          </a:p>
        </p:txBody>
      </p:sp>
    </p:spTree>
  </p:cSld>
  <p:clrMapOvr>
    <a:masterClrMapping/>
  </p:clrMapOvr>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3426" name="Rectangle 2"/>
          <p:cNvSpPr>
            <a:spLocks noGrp="1" noChangeArrowheads="1"/>
          </p:cNvSpPr>
          <p:nvPr>
            <p:ph type="title"/>
          </p:nvPr>
        </p:nvSpPr>
        <p:spPr>
          <a:xfrm>
            <a:off x="1071563" y="1071563"/>
            <a:ext cx="7143750" cy="609600"/>
          </a:xfrm>
        </p:spPr>
        <p:txBody>
          <a:bodyPr vert="horz" wrap="square" lIns="91440" tIns="45720" rIns="91440" bIns="45720" numCol="1" anchor="b" anchorCtr="0" compatLnSpc="1">
            <a:noAutofit/>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3600" b="1" i="0" u="none" strike="noStrike" kern="0" cap="none" spc="0" normalizeH="0" baseline="0" noProof="0" dirty="0">
                <a:ln>
                  <a:noFill/>
                </a:ln>
                <a:solidFill>
                  <a:srgbClr val="0000CC"/>
                </a:solidFill>
                <a:effectLst>
                  <a:outerShdw blurRad="38100" dist="38100" dir="2700000" algn="tl">
                    <a:srgbClr val="C0C0C0"/>
                  </a:outerShdw>
                </a:effectLst>
                <a:uLnTx/>
                <a:uFillTx/>
                <a:latin typeface="Times New Roman" panose="02020603050405020304" pitchFamily="18" charset="0"/>
                <a:ea typeface="黑体" panose="02010609060101010101" pitchFamily="49" charset="-122"/>
                <a:cs typeface="Times New Roman" panose="02020603050405020304" pitchFamily="18" charset="0"/>
              </a:rPr>
              <a:t>算法实例</a:t>
            </a:r>
            <a:endParaRPr kumimoji="0" lang="en-US" altLang="zh-CN" sz="3600" b="1" i="0" u="none" strike="noStrike" kern="0" cap="none" spc="0" normalizeH="0" baseline="0" noProof="0" dirty="0">
              <a:ln>
                <a:noFill/>
              </a:ln>
              <a:solidFill>
                <a:srgbClr val="FF0000"/>
              </a:solidFill>
              <a:effectLst/>
              <a:uLnTx/>
              <a:uFillTx/>
              <a:latin typeface="宋体" panose="02010600030101010101" pitchFamily="2" charset="-122"/>
              <a:ea typeface="黑体" panose="02010609060101010101" pitchFamily="49" charset="-122"/>
              <a:cs typeface="Times New Roman" panose="02020603050405020304" pitchFamily="18" charset="0"/>
            </a:endParaRPr>
          </a:p>
        </p:txBody>
      </p:sp>
      <p:sp>
        <p:nvSpPr>
          <p:cNvPr id="66563" name="Rectangle 5"/>
          <p:cNvSpPr/>
          <p:nvPr/>
        </p:nvSpPr>
        <p:spPr>
          <a:xfrm>
            <a:off x="1143000" y="1841500"/>
            <a:ext cx="7678738" cy="3994150"/>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华文新魏" panose="02010800040101010101" pitchFamily="2" charset="-122"/>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ea typeface="+mn-ea"/>
                <a:cs typeface="华文新魏" panose="02010800040101010101" pitchFamily="2" charset="-122"/>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ea typeface="+mn-ea"/>
                <a:cs typeface="华文新魏" panose="02010800040101010101" pitchFamily="2" charset="-122"/>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ea typeface="+mn-ea"/>
                <a:cs typeface="华文新魏" panose="02010800040101010101" pitchFamily="2" charset="-122"/>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ea typeface="+mn-ea"/>
                <a:cs typeface="华文新魏" panose="02010800040101010101" pitchFamily="2" charset="-122"/>
              </a:defRPr>
            </a:lvl5pPr>
          </a:lstStyle>
          <a:p>
            <a:pPr marL="273050" lvl="0" indent="-273050" eaLnBrk="1" hangingPunct="1">
              <a:spcBef>
                <a:spcPts val="575"/>
              </a:spcBef>
              <a:buClr>
                <a:srgbClr val="D34817"/>
              </a:buClr>
              <a:buSzPct val="85000"/>
            </a:pPr>
            <a:r>
              <a:rPr lang="en-US" altLang="zh-CN" sz="2600" b="1" i="1" dirty="0">
                <a:solidFill>
                  <a:srgbClr val="0070C0"/>
                </a:solidFill>
                <a:latin typeface="Times New Roman" panose="02020603050405020304" pitchFamily="18" charset="0"/>
                <a:ea typeface="华文中宋" panose="02010600040101010101" pitchFamily="2" charset="-122"/>
              </a:rPr>
              <a:t> k</a:t>
            </a:r>
            <a:r>
              <a:rPr lang="en-US" altLang="zh-CN" sz="2600" b="1" dirty="0">
                <a:solidFill>
                  <a:srgbClr val="0070C0"/>
                </a:solidFill>
                <a:latin typeface="Times New Roman" panose="02020603050405020304" pitchFamily="18" charset="0"/>
                <a:ea typeface="华文中宋" panose="02010600040101010101" pitchFamily="2" charset="-122"/>
              </a:rPr>
              <a:t>-means</a:t>
            </a:r>
            <a:r>
              <a:rPr lang="zh-CN" altLang="en-US" sz="2600" b="1" dirty="0">
                <a:solidFill>
                  <a:srgbClr val="0070C0"/>
                </a:solidFill>
                <a:latin typeface="华文中宋" panose="02010600040101010101" pitchFamily="2" charset="-122"/>
                <a:ea typeface="华文中宋" panose="02010600040101010101" pitchFamily="2" charset="-122"/>
              </a:rPr>
              <a:t>计算步骤：</a:t>
            </a:r>
            <a:endParaRPr lang="en-US" altLang="zh-CN" sz="2600" b="1" dirty="0">
              <a:solidFill>
                <a:srgbClr val="0070C0"/>
              </a:solidFill>
              <a:latin typeface="华文中宋" panose="02010600040101010101" pitchFamily="2" charset="-122"/>
              <a:ea typeface="华文中宋" panose="02010600040101010101" pitchFamily="2" charset="-122"/>
            </a:endParaRPr>
          </a:p>
          <a:p>
            <a:pPr marL="273050" lvl="0" indent="-273050" eaLnBrk="1" hangingPunct="1">
              <a:spcBef>
                <a:spcPts val="575"/>
              </a:spcBef>
              <a:buClr>
                <a:srgbClr val="D34817"/>
              </a:buClr>
              <a:buSzPct val="80000"/>
              <a:buFontTx/>
              <a:buNone/>
            </a:pPr>
            <a:endParaRPr lang="en-US" altLang="zh-CN" sz="2400" b="1" dirty="0">
              <a:solidFill>
                <a:srgbClr val="000000"/>
              </a:solidFill>
              <a:latin typeface="Times New Roman" panose="02020603050405020304" pitchFamily="18" charset="0"/>
              <a:ea typeface="华文中宋" panose="02010600040101010101" pitchFamily="2" charset="-122"/>
            </a:endParaRPr>
          </a:p>
          <a:p>
            <a:pPr marL="273050" lvl="0" indent="-273050" eaLnBrk="1" hangingPunct="1">
              <a:spcBef>
                <a:spcPts val="575"/>
              </a:spcBef>
              <a:buClr>
                <a:srgbClr val="D34817"/>
              </a:buClr>
              <a:buSzPct val="80000"/>
              <a:buFontTx/>
              <a:buNone/>
            </a:pPr>
            <a:endParaRPr lang="en-US" altLang="zh-CN" sz="2400" b="1" dirty="0">
              <a:solidFill>
                <a:srgbClr val="000000"/>
              </a:solidFill>
              <a:latin typeface="Times New Roman" panose="02020603050405020304" pitchFamily="18" charset="0"/>
              <a:ea typeface="华文中宋" panose="02010600040101010101" pitchFamily="2" charset="-122"/>
            </a:endParaRPr>
          </a:p>
          <a:p>
            <a:pPr marL="273050" lvl="0" indent="-273050" eaLnBrk="1" hangingPunct="1">
              <a:spcBef>
                <a:spcPts val="575"/>
              </a:spcBef>
              <a:buClr>
                <a:srgbClr val="D34817"/>
              </a:buClr>
              <a:buSzPct val="80000"/>
              <a:buFontTx/>
              <a:buNone/>
            </a:pPr>
            <a:r>
              <a:rPr lang="zh-CN" altLang="en-US" sz="2400" b="1" dirty="0">
                <a:solidFill>
                  <a:srgbClr val="000000"/>
                </a:solidFill>
                <a:latin typeface="Times New Roman" panose="02020603050405020304" pitchFamily="18" charset="0"/>
                <a:ea typeface="华文中宋" panose="02010600040101010101" pitchFamily="2" charset="-122"/>
              </a:rPr>
              <a:t>因为                                    ，所以               。</a:t>
            </a:r>
            <a:endParaRPr lang="en-US" altLang="zh-CN" sz="2400" b="1" dirty="0">
              <a:solidFill>
                <a:srgbClr val="000000"/>
              </a:solidFill>
              <a:latin typeface="Times New Roman" panose="02020603050405020304" pitchFamily="18" charset="0"/>
              <a:ea typeface="华文中宋" panose="02010600040101010101" pitchFamily="2" charset="-122"/>
            </a:endParaRPr>
          </a:p>
          <a:p>
            <a:pPr marL="273050" lvl="0" indent="-273050" eaLnBrk="1" hangingPunct="1">
              <a:spcBef>
                <a:spcPts val="575"/>
              </a:spcBef>
              <a:buClr>
                <a:srgbClr val="D34817"/>
              </a:buClr>
              <a:buSzPct val="80000"/>
              <a:buFontTx/>
              <a:buNone/>
            </a:pPr>
            <a:r>
              <a:rPr lang="zh-CN" altLang="en-US" sz="2400" b="1" dirty="0">
                <a:solidFill>
                  <a:srgbClr val="000000"/>
                </a:solidFill>
                <a:latin typeface="Times New Roman" panose="02020603050405020304" pitchFamily="18" charset="0"/>
                <a:ea typeface="华文中宋" panose="02010600040101010101" pitchFamily="2" charset="-122"/>
              </a:rPr>
              <a:t>同理，把所有其余点                  与两个聚类中心的距离</a:t>
            </a:r>
            <a:endParaRPr lang="en-US" altLang="zh-CN" sz="2400" b="1" dirty="0">
              <a:solidFill>
                <a:srgbClr val="000000"/>
              </a:solidFill>
              <a:latin typeface="Times New Roman" panose="02020603050405020304" pitchFamily="18" charset="0"/>
              <a:ea typeface="华文中宋" panose="02010600040101010101" pitchFamily="2" charset="-122"/>
            </a:endParaRPr>
          </a:p>
          <a:p>
            <a:pPr marL="273050" lvl="0" indent="-273050" eaLnBrk="1" hangingPunct="1">
              <a:spcBef>
                <a:spcPts val="575"/>
              </a:spcBef>
              <a:buClr>
                <a:srgbClr val="D34817"/>
              </a:buClr>
              <a:buSzPct val="80000"/>
              <a:buFontTx/>
              <a:buNone/>
            </a:pPr>
            <a:r>
              <a:rPr lang="zh-CN" altLang="en-US" sz="2400" b="1" dirty="0">
                <a:solidFill>
                  <a:srgbClr val="000000"/>
                </a:solidFill>
                <a:latin typeface="Times New Roman" panose="02020603050405020304" pitchFamily="18" charset="0"/>
                <a:ea typeface="华文中宋" panose="02010600040101010101" pitchFamily="2" charset="-122"/>
              </a:rPr>
              <a:t>计算出来，并判断其聚类归属。最终我们得到第一次</a:t>
            </a:r>
            <a:endParaRPr lang="en-US" altLang="zh-CN" sz="2400" b="1" dirty="0">
              <a:solidFill>
                <a:srgbClr val="000000"/>
              </a:solidFill>
              <a:latin typeface="Times New Roman" panose="02020603050405020304" pitchFamily="18" charset="0"/>
              <a:ea typeface="华文中宋" panose="02010600040101010101" pitchFamily="2" charset="-122"/>
            </a:endParaRPr>
          </a:p>
          <a:p>
            <a:pPr marL="273050" lvl="0" indent="-273050" eaLnBrk="1" hangingPunct="1">
              <a:spcBef>
                <a:spcPts val="575"/>
              </a:spcBef>
              <a:buClr>
                <a:srgbClr val="D34817"/>
              </a:buClr>
              <a:buSzPct val="80000"/>
              <a:buFontTx/>
              <a:buNone/>
            </a:pPr>
            <a:r>
              <a:rPr lang="zh-CN" altLang="en-US" sz="2400" b="1" dirty="0">
                <a:solidFill>
                  <a:srgbClr val="000000"/>
                </a:solidFill>
                <a:latin typeface="Times New Roman" panose="02020603050405020304" pitchFamily="18" charset="0"/>
                <a:ea typeface="华文中宋" panose="02010600040101010101" pitchFamily="2" charset="-122"/>
              </a:rPr>
              <a:t>迭代的聚类结果：</a:t>
            </a:r>
            <a:endParaRPr lang="en-US" altLang="zh-CN" sz="2400" b="1" dirty="0">
              <a:solidFill>
                <a:srgbClr val="000000"/>
              </a:solidFill>
              <a:latin typeface="Times New Roman" panose="02020603050405020304" pitchFamily="18" charset="0"/>
              <a:ea typeface="华文中宋" panose="02010600040101010101" pitchFamily="2" charset="-122"/>
            </a:endParaRPr>
          </a:p>
          <a:p>
            <a:pPr marL="273050" lvl="0" indent="-273050" eaLnBrk="1" hangingPunct="1">
              <a:spcBef>
                <a:spcPts val="575"/>
              </a:spcBef>
              <a:buClr>
                <a:srgbClr val="D34817"/>
              </a:buClr>
              <a:buSzPct val="80000"/>
              <a:buFontTx/>
              <a:buNone/>
            </a:pPr>
            <a:r>
              <a:rPr lang="zh-CN" altLang="en-US" sz="2400" b="1" dirty="0">
                <a:solidFill>
                  <a:srgbClr val="000000"/>
                </a:solidFill>
                <a:latin typeface="Times New Roman" panose="02020603050405020304" pitchFamily="18" charset="0"/>
                <a:ea typeface="华文中宋" panose="02010600040101010101" pitchFamily="2" charset="-122"/>
              </a:rPr>
              <a:t>第一类：</a:t>
            </a:r>
            <a:endParaRPr lang="en-US" altLang="zh-CN" sz="2400" b="1" dirty="0">
              <a:solidFill>
                <a:srgbClr val="000000"/>
              </a:solidFill>
              <a:latin typeface="Times New Roman" panose="02020603050405020304" pitchFamily="18" charset="0"/>
              <a:ea typeface="华文中宋" panose="02010600040101010101" pitchFamily="2" charset="-122"/>
            </a:endParaRPr>
          </a:p>
          <a:p>
            <a:pPr marL="273050" lvl="0" indent="-273050" eaLnBrk="1" hangingPunct="1">
              <a:spcBef>
                <a:spcPts val="575"/>
              </a:spcBef>
              <a:buClr>
                <a:srgbClr val="D34817"/>
              </a:buClr>
              <a:buSzPct val="80000"/>
              <a:buFontTx/>
              <a:buNone/>
            </a:pPr>
            <a:r>
              <a:rPr lang="zh-CN" altLang="en-US" sz="2400" b="1" dirty="0">
                <a:solidFill>
                  <a:srgbClr val="000000"/>
                </a:solidFill>
                <a:latin typeface="Times New Roman" panose="02020603050405020304" pitchFamily="18" charset="0"/>
                <a:ea typeface="华文中宋" panose="02010600040101010101" pitchFamily="2" charset="-122"/>
              </a:rPr>
              <a:t>第二类：</a:t>
            </a:r>
            <a:endParaRPr lang="en-US" altLang="zh-CN" sz="2600" b="1" dirty="0">
              <a:solidFill>
                <a:srgbClr val="0070C0"/>
              </a:solidFill>
              <a:ea typeface="华文中宋" panose="02010600040101010101" pitchFamily="2" charset="-122"/>
            </a:endParaRPr>
          </a:p>
        </p:txBody>
      </p:sp>
      <p:graphicFrame>
        <p:nvGraphicFramePr>
          <p:cNvPr id="66564" name="Object 9"/>
          <p:cNvGraphicFramePr>
            <a:graphicFrameLocks noChangeAspect="1"/>
          </p:cNvGraphicFramePr>
          <p:nvPr/>
        </p:nvGraphicFramePr>
        <p:xfrm>
          <a:off x="1450975" y="2357438"/>
          <a:ext cx="3136900" cy="904875"/>
        </p:xfrm>
        <a:graphic>
          <a:graphicData uri="http://schemas.openxmlformats.org/presentationml/2006/ole">
            <mc:AlternateContent xmlns:mc="http://schemas.openxmlformats.org/markup-compatibility/2006">
              <mc:Choice xmlns:v="urn:schemas-microsoft-com:vml" Requires="v">
                <p:oleObj spid="_x0000_s3140" name="" r:id="rId1" imgW="1320165" imgH="381000" progId="Equation.DSMT4">
                  <p:embed/>
                </p:oleObj>
              </mc:Choice>
              <mc:Fallback>
                <p:oleObj name="" r:id="rId1" imgW="1320165" imgH="381000" progId="Equation.DSMT4">
                  <p:embed/>
                  <p:pic>
                    <p:nvPicPr>
                      <p:cNvPr id="0" name="图片 3139"/>
                      <p:cNvPicPr/>
                      <p:nvPr/>
                    </p:nvPicPr>
                    <p:blipFill>
                      <a:blip r:embed="rId2"/>
                      <a:stretch>
                        <a:fillRect/>
                      </a:stretch>
                    </p:blipFill>
                    <p:spPr>
                      <a:xfrm>
                        <a:off x="1450975" y="2357438"/>
                        <a:ext cx="3136900" cy="904875"/>
                      </a:xfrm>
                      <a:prstGeom prst="rect">
                        <a:avLst/>
                      </a:prstGeom>
                      <a:noFill/>
                      <a:ln w="38100">
                        <a:noFill/>
                        <a:miter/>
                      </a:ln>
                    </p:spPr>
                  </p:pic>
                </p:oleObj>
              </mc:Fallback>
            </mc:AlternateContent>
          </a:graphicData>
        </a:graphic>
      </p:graphicFrame>
      <p:graphicFrame>
        <p:nvGraphicFramePr>
          <p:cNvPr id="66565" name="Object 11"/>
          <p:cNvGraphicFramePr>
            <a:graphicFrameLocks noChangeAspect="1"/>
          </p:cNvGraphicFramePr>
          <p:nvPr/>
        </p:nvGraphicFramePr>
        <p:xfrm>
          <a:off x="4656138" y="2357438"/>
          <a:ext cx="3227387" cy="904875"/>
        </p:xfrm>
        <a:graphic>
          <a:graphicData uri="http://schemas.openxmlformats.org/presentationml/2006/ole">
            <mc:AlternateContent xmlns:mc="http://schemas.openxmlformats.org/markup-compatibility/2006">
              <mc:Choice xmlns:v="urn:schemas-microsoft-com:vml" Requires="v">
                <p:oleObj spid="_x0000_s3136" name="" r:id="rId3" imgW="1358265" imgH="381000" progId="Equation.DSMT4">
                  <p:embed/>
                </p:oleObj>
              </mc:Choice>
              <mc:Fallback>
                <p:oleObj name="" r:id="rId3" imgW="1358265" imgH="381000" progId="Equation.DSMT4">
                  <p:embed/>
                  <p:pic>
                    <p:nvPicPr>
                      <p:cNvPr id="0" name="图片 3135"/>
                      <p:cNvPicPr/>
                      <p:nvPr/>
                    </p:nvPicPr>
                    <p:blipFill>
                      <a:blip r:embed="rId4"/>
                      <a:stretch>
                        <a:fillRect/>
                      </a:stretch>
                    </p:blipFill>
                    <p:spPr>
                      <a:xfrm>
                        <a:off x="4656138" y="2357438"/>
                        <a:ext cx="3227387" cy="904875"/>
                      </a:xfrm>
                      <a:prstGeom prst="rect">
                        <a:avLst/>
                      </a:prstGeom>
                      <a:noFill/>
                      <a:ln w="38100">
                        <a:noFill/>
                        <a:miter/>
                      </a:ln>
                    </p:spPr>
                  </p:pic>
                </p:oleObj>
              </mc:Fallback>
            </mc:AlternateContent>
          </a:graphicData>
        </a:graphic>
      </p:graphicFrame>
      <p:graphicFrame>
        <p:nvGraphicFramePr>
          <p:cNvPr id="66566" name="Object 12"/>
          <p:cNvGraphicFramePr>
            <a:graphicFrameLocks noChangeAspect="1"/>
          </p:cNvGraphicFramePr>
          <p:nvPr/>
        </p:nvGraphicFramePr>
        <p:xfrm>
          <a:off x="1868488" y="3214688"/>
          <a:ext cx="2805112" cy="482600"/>
        </p:xfrm>
        <a:graphic>
          <a:graphicData uri="http://schemas.openxmlformats.org/presentationml/2006/ole">
            <mc:AlternateContent xmlns:mc="http://schemas.openxmlformats.org/markup-compatibility/2006">
              <mc:Choice xmlns:v="urn:schemas-microsoft-com:vml" Requires="v">
                <p:oleObj spid="_x0000_s3137" name="" r:id="rId5" imgW="1180465" imgH="203200" progId="Equation.DSMT4">
                  <p:embed/>
                </p:oleObj>
              </mc:Choice>
              <mc:Fallback>
                <p:oleObj name="" r:id="rId5" imgW="1180465" imgH="203200" progId="Equation.DSMT4">
                  <p:embed/>
                  <p:pic>
                    <p:nvPicPr>
                      <p:cNvPr id="0" name="图片 3136"/>
                      <p:cNvPicPr/>
                      <p:nvPr/>
                    </p:nvPicPr>
                    <p:blipFill>
                      <a:blip r:embed="rId6"/>
                      <a:stretch>
                        <a:fillRect/>
                      </a:stretch>
                    </p:blipFill>
                    <p:spPr>
                      <a:xfrm>
                        <a:off x="1868488" y="3214688"/>
                        <a:ext cx="2805112" cy="482600"/>
                      </a:xfrm>
                      <a:prstGeom prst="rect">
                        <a:avLst/>
                      </a:prstGeom>
                      <a:noFill/>
                      <a:ln w="38100">
                        <a:noFill/>
                        <a:miter/>
                      </a:ln>
                    </p:spPr>
                  </p:pic>
                </p:oleObj>
              </mc:Fallback>
            </mc:AlternateContent>
          </a:graphicData>
        </a:graphic>
      </p:graphicFrame>
      <p:graphicFrame>
        <p:nvGraphicFramePr>
          <p:cNvPr id="66567" name="Object 14"/>
          <p:cNvGraphicFramePr>
            <a:graphicFrameLocks noChangeAspect="1"/>
          </p:cNvGraphicFramePr>
          <p:nvPr/>
        </p:nvGraphicFramePr>
        <p:xfrm>
          <a:off x="5500688" y="3244850"/>
          <a:ext cx="1176337" cy="422275"/>
        </p:xfrm>
        <a:graphic>
          <a:graphicData uri="http://schemas.openxmlformats.org/presentationml/2006/ole">
            <mc:AlternateContent xmlns:mc="http://schemas.openxmlformats.org/markup-compatibility/2006">
              <mc:Choice xmlns:v="urn:schemas-microsoft-com:vml" Requires="v">
                <p:oleObj spid="_x0000_s3146" name="" r:id="rId7" imgW="494665" imgH="177800" progId="Equation.DSMT4">
                  <p:embed/>
                </p:oleObj>
              </mc:Choice>
              <mc:Fallback>
                <p:oleObj name="" r:id="rId7" imgW="494665" imgH="177800" progId="Equation.DSMT4">
                  <p:embed/>
                  <p:pic>
                    <p:nvPicPr>
                      <p:cNvPr id="0" name="图片 3145"/>
                      <p:cNvPicPr/>
                      <p:nvPr/>
                    </p:nvPicPr>
                    <p:blipFill>
                      <a:blip r:embed="rId8"/>
                      <a:stretch>
                        <a:fillRect/>
                      </a:stretch>
                    </p:blipFill>
                    <p:spPr>
                      <a:xfrm>
                        <a:off x="5500688" y="3244850"/>
                        <a:ext cx="1176337" cy="422275"/>
                      </a:xfrm>
                      <a:prstGeom prst="rect">
                        <a:avLst/>
                      </a:prstGeom>
                      <a:noFill/>
                      <a:ln w="38100">
                        <a:noFill/>
                        <a:miter/>
                      </a:ln>
                    </p:spPr>
                  </p:pic>
                </p:oleObj>
              </mc:Fallback>
            </mc:AlternateContent>
          </a:graphicData>
        </a:graphic>
      </p:graphicFrame>
      <p:graphicFrame>
        <p:nvGraphicFramePr>
          <p:cNvPr id="66568" name="Object 16"/>
          <p:cNvGraphicFramePr>
            <a:graphicFrameLocks noChangeAspect="1"/>
          </p:cNvGraphicFramePr>
          <p:nvPr/>
        </p:nvGraphicFramePr>
        <p:xfrm>
          <a:off x="4000500" y="3643313"/>
          <a:ext cx="1357313" cy="422275"/>
        </p:xfrm>
        <a:graphic>
          <a:graphicData uri="http://schemas.openxmlformats.org/presentationml/2006/ole">
            <mc:AlternateContent xmlns:mc="http://schemas.openxmlformats.org/markup-compatibility/2006">
              <mc:Choice xmlns:v="urn:schemas-microsoft-com:vml" Requires="v">
                <p:oleObj spid="_x0000_s3141" name="" r:id="rId9" imgW="570865" imgH="177800" progId="Equation.DSMT4">
                  <p:embed/>
                </p:oleObj>
              </mc:Choice>
              <mc:Fallback>
                <p:oleObj name="" r:id="rId9" imgW="570865" imgH="177800" progId="Equation.DSMT4">
                  <p:embed/>
                  <p:pic>
                    <p:nvPicPr>
                      <p:cNvPr id="0" name="图片 3140"/>
                      <p:cNvPicPr/>
                      <p:nvPr/>
                    </p:nvPicPr>
                    <p:blipFill>
                      <a:blip r:embed="rId10"/>
                      <a:stretch>
                        <a:fillRect/>
                      </a:stretch>
                    </p:blipFill>
                    <p:spPr>
                      <a:xfrm>
                        <a:off x="4000500" y="3643313"/>
                        <a:ext cx="1357313" cy="422275"/>
                      </a:xfrm>
                      <a:prstGeom prst="rect">
                        <a:avLst/>
                      </a:prstGeom>
                      <a:noFill/>
                      <a:ln w="38100">
                        <a:noFill/>
                        <a:miter/>
                      </a:ln>
                    </p:spPr>
                  </p:pic>
                </p:oleObj>
              </mc:Fallback>
            </mc:AlternateContent>
          </a:graphicData>
        </a:graphic>
      </p:graphicFrame>
      <p:graphicFrame>
        <p:nvGraphicFramePr>
          <p:cNvPr id="66569" name="Object 19"/>
          <p:cNvGraphicFramePr>
            <a:graphicFrameLocks noChangeAspect="1"/>
          </p:cNvGraphicFramePr>
          <p:nvPr/>
        </p:nvGraphicFramePr>
        <p:xfrm>
          <a:off x="2857500" y="5000625"/>
          <a:ext cx="2473325" cy="422275"/>
        </p:xfrm>
        <a:graphic>
          <a:graphicData uri="http://schemas.openxmlformats.org/presentationml/2006/ole">
            <mc:AlternateContent xmlns:mc="http://schemas.openxmlformats.org/markup-compatibility/2006">
              <mc:Choice xmlns:v="urn:schemas-microsoft-com:vml" Requires="v">
                <p:oleObj spid="_x0000_s3139" name="" r:id="rId11" imgW="1040765" imgH="177800" progId="Equation.DSMT4">
                  <p:embed/>
                </p:oleObj>
              </mc:Choice>
              <mc:Fallback>
                <p:oleObj name="" r:id="rId11" imgW="1040765" imgH="177800" progId="Equation.DSMT4">
                  <p:embed/>
                  <p:pic>
                    <p:nvPicPr>
                      <p:cNvPr id="0" name="图片 3138"/>
                      <p:cNvPicPr/>
                      <p:nvPr/>
                    </p:nvPicPr>
                    <p:blipFill>
                      <a:blip r:embed="rId12"/>
                      <a:stretch>
                        <a:fillRect/>
                      </a:stretch>
                    </p:blipFill>
                    <p:spPr>
                      <a:xfrm>
                        <a:off x="2857500" y="5000625"/>
                        <a:ext cx="2473325" cy="422275"/>
                      </a:xfrm>
                      <a:prstGeom prst="rect">
                        <a:avLst/>
                      </a:prstGeom>
                      <a:noFill/>
                      <a:ln w="38100">
                        <a:noFill/>
                        <a:miter/>
                      </a:ln>
                    </p:spPr>
                  </p:pic>
                </p:oleObj>
              </mc:Fallback>
            </mc:AlternateContent>
          </a:graphicData>
        </a:graphic>
      </p:graphicFrame>
      <p:graphicFrame>
        <p:nvGraphicFramePr>
          <p:cNvPr id="66570" name="Object 23"/>
          <p:cNvGraphicFramePr>
            <a:graphicFrameLocks noChangeAspect="1"/>
          </p:cNvGraphicFramePr>
          <p:nvPr/>
        </p:nvGraphicFramePr>
        <p:xfrm>
          <a:off x="2840038" y="5507038"/>
          <a:ext cx="3589337" cy="422275"/>
        </p:xfrm>
        <a:graphic>
          <a:graphicData uri="http://schemas.openxmlformats.org/presentationml/2006/ole">
            <mc:AlternateContent xmlns:mc="http://schemas.openxmlformats.org/markup-compatibility/2006">
              <mc:Choice xmlns:v="urn:schemas-microsoft-com:vml" Requires="v">
                <p:oleObj spid="_x0000_s3142" name="" r:id="rId13" imgW="1511300" imgH="177800" progId="Equation.DSMT4">
                  <p:embed/>
                </p:oleObj>
              </mc:Choice>
              <mc:Fallback>
                <p:oleObj name="" r:id="rId13" imgW="1511300" imgH="177800" progId="Equation.DSMT4">
                  <p:embed/>
                  <p:pic>
                    <p:nvPicPr>
                      <p:cNvPr id="0" name="图片 3141"/>
                      <p:cNvPicPr/>
                      <p:nvPr/>
                    </p:nvPicPr>
                    <p:blipFill>
                      <a:blip r:embed="rId14"/>
                      <a:stretch>
                        <a:fillRect/>
                      </a:stretch>
                    </p:blipFill>
                    <p:spPr>
                      <a:xfrm>
                        <a:off x="2840038" y="5507038"/>
                        <a:ext cx="3589337" cy="422275"/>
                      </a:xfrm>
                      <a:prstGeom prst="rect">
                        <a:avLst/>
                      </a:prstGeom>
                      <a:noFill/>
                      <a:ln w="38100">
                        <a:noFill/>
                        <a:miter/>
                      </a:ln>
                    </p:spPr>
                  </p:pic>
                </p:oleObj>
              </mc:Fallback>
            </mc:AlternateContent>
          </a:graphicData>
        </a:graphic>
      </p:graphicFrame>
      <p:sp>
        <p:nvSpPr>
          <p:cNvPr id="12" name="Text Box 5"/>
          <p:cNvSpPr txBox="1"/>
          <p:nvPr/>
        </p:nvSpPr>
        <p:spPr>
          <a:xfrm>
            <a:off x="3224213" y="0"/>
            <a:ext cx="5919788" cy="706438"/>
          </a:xfrm>
          <a:prstGeom prst="rect">
            <a:avLst/>
          </a:prstGeom>
          <a:noFill/>
          <a:ln w="9525">
            <a:noFill/>
          </a:ln>
        </p:spPr>
        <p:txBody>
          <a:bodyPr>
            <a:spAutoFit/>
          </a:bodyPr>
          <a:lstStyle/>
          <a:p>
            <a:pPr marR="0" algn="ctr" defTabSz="914400" eaLnBrk="1" hangingPunct="1">
              <a:buClrTx/>
              <a:buSzTx/>
              <a:buFontTx/>
              <a:buNone/>
              <a:defRPr/>
            </a:pPr>
            <a:r>
              <a:rPr kumimoji="0" lang="en-US" altLang="zh-CN" sz="4000" b="1" kern="1200" cap="none" spc="0" normalizeH="0" baseline="0" noProof="1">
                <a:solidFill>
                  <a:srgbClr val="0000FF"/>
                </a:solidFill>
                <a:latin typeface="Arial" panose="020B0604020202020204" pitchFamily="34" charset="0"/>
                <a:ea typeface="宋体" panose="02010600030101010101" pitchFamily="2" charset="-122"/>
                <a:cs typeface="+mn-cs"/>
                <a:sym typeface="宋体" panose="02010600030101010101" pitchFamily="2" charset="-122"/>
              </a:rPr>
              <a:t>4.2.1 </a:t>
            </a:r>
            <a:r>
              <a:rPr kumimoji="1" lang="en-US" altLang="zh-CN" sz="4000" b="1" kern="0" cap="none" spc="0" normalizeH="0" baseline="0" noProof="0" dirty="0">
                <a:solidFill>
                  <a:srgbClr val="0000CC"/>
                </a:solidFill>
                <a:effectLst>
                  <a:outerShdw blurRad="38100" dist="38100" dir="2700000" algn="tl">
                    <a:srgbClr val="C0C0C0"/>
                  </a:outerShdw>
                </a:effectLst>
                <a:latin typeface="黑体" panose="02010609060101010101" pitchFamily="49" charset="-122"/>
                <a:ea typeface="黑体" panose="02010609060101010101" pitchFamily="49" charset="-122"/>
                <a:cs typeface="Times New Roman" panose="02020603050405020304" pitchFamily="18" charset="0"/>
                <a:sym typeface="+mn-ea"/>
              </a:rPr>
              <a:t> </a:t>
            </a:r>
            <a:r>
              <a:rPr kumimoji="0" lang="en-US" altLang="zh-CN" sz="4000" kern="1200" cap="none" spc="0" normalizeH="0" baseline="0" noProof="1">
                <a:solidFill>
                  <a:srgbClr val="0000FF"/>
                </a:solidFill>
                <a:latin typeface="Arial" panose="020B0604020202020204" pitchFamily="34" charset="0"/>
                <a:ea typeface="宋体" panose="02010600030101010101" pitchFamily="2" charset="-122"/>
                <a:cs typeface="+mn-cs"/>
                <a:sym typeface="+mn-ea"/>
              </a:rPr>
              <a:t>K</a:t>
            </a:r>
            <a:r>
              <a:rPr kumimoji="0" lang="en-US" altLang="zh-CN" sz="4000" b="1" kern="1200" cap="none" spc="0" normalizeH="0" baseline="0" noProof="1">
                <a:solidFill>
                  <a:srgbClr val="0000FF"/>
                </a:solidFill>
                <a:latin typeface="Arial" panose="020B0604020202020204" pitchFamily="34" charset="0"/>
                <a:ea typeface="宋体" panose="02010600030101010101" pitchFamily="2" charset="-122"/>
                <a:cs typeface="+mn-cs"/>
                <a:sym typeface="+mn-ea"/>
              </a:rPr>
              <a:t>-均值</a:t>
            </a:r>
            <a:r>
              <a:rPr kumimoji="0" lang="en-US" altLang="zh-CN" sz="4000" b="1" kern="1200" cap="none" spc="0" normalizeH="0" baseline="0" noProof="1">
                <a:solidFill>
                  <a:srgbClr val="0000FF"/>
                </a:solidFill>
                <a:latin typeface="Arial" panose="020B0604020202020204" pitchFamily="34" charset="0"/>
                <a:ea typeface="宋体" panose="02010600030101010101" pitchFamily="2" charset="-122"/>
                <a:cs typeface="+mn-cs"/>
                <a:sym typeface="宋体" panose="02010600030101010101" pitchFamily="2" charset="-122"/>
              </a:rPr>
              <a:t>算法</a:t>
            </a:r>
            <a:endParaRPr kumimoji="0" lang="en-US" altLang="zh-CN" sz="4000" b="1" kern="1200" cap="none" spc="0" normalizeH="0" baseline="0" noProof="1">
              <a:solidFill>
                <a:srgbClr val="0000FF"/>
              </a:solidFill>
              <a:latin typeface="Arial" panose="020B0604020202020204" pitchFamily="34" charset="0"/>
              <a:ea typeface="宋体" panose="02010600030101010101" pitchFamily="2" charset="-122"/>
              <a:cs typeface="+mn-cs"/>
              <a:sym typeface="宋体" panose="02010600030101010101" pitchFamily="2" charset="-122"/>
            </a:endParaRPr>
          </a:p>
        </p:txBody>
      </p:sp>
    </p:spTree>
  </p:cSld>
  <p:clrMapOvr>
    <a:masterClrMapping/>
  </p:clrMapOvr>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3426" name="Rectangle 2"/>
          <p:cNvSpPr>
            <a:spLocks noGrp="1" noChangeArrowheads="1"/>
          </p:cNvSpPr>
          <p:nvPr>
            <p:ph type="title"/>
          </p:nvPr>
        </p:nvSpPr>
        <p:spPr>
          <a:xfrm>
            <a:off x="1071563" y="1071563"/>
            <a:ext cx="7143750" cy="609600"/>
          </a:xfrm>
        </p:spPr>
        <p:txBody>
          <a:bodyPr vert="horz" wrap="square" lIns="91440" tIns="45720" rIns="91440" bIns="45720" numCol="1" anchor="b" anchorCtr="0" compatLnSpc="1">
            <a:noAutofit/>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3600" b="1" i="0" u="none" strike="noStrike" kern="0" cap="none" spc="0" normalizeH="0" baseline="0" noProof="0" dirty="0">
                <a:ln>
                  <a:noFill/>
                </a:ln>
                <a:solidFill>
                  <a:srgbClr val="0000CC"/>
                </a:solidFill>
                <a:effectLst>
                  <a:outerShdw blurRad="38100" dist="38100" dir="2700000" algn="tl">
                    <a:srgbClr val="C0C0C0"/>
                  </a:outerShdw>
                </a:effectLst>
                <a:uLnTx/>
                <a:uFillTx/>
                <a:latin typeface="Times New Roman" panose="02020603050405020304" pitchFamily="18" charset="0"/>
                <a:ea typeface="黑体" panose="02010609060101010101" pitchFamily="49" charset="-122"/>
                <a:cs typeface="Times New Roman" panose="02020603050405020304" pitchFamily="18" charset="0"/>
              </a:rPr>
              <a:t>算法实例</a:t>
            </a:r>
            <a:endParaRPr kumimoji="0" lang="en-US" altLang="zh-CN" sz="3600" b="1" i="0" u="none" strike="noStrike" kern="0" cap="none" spc="0" normalizeH="0" baseline="0" noProof="0" dirty="0">
              <a:ln>
                <a:noFill/>
              </a:ln>
              <a:solidFill>
                <a:srgbClr val="FF0000"/>
              </a:solidFill>
              <a:effectLst/>
              <a:uLnTx/>
              <a:uFillTx/>
              <a:latin typeface="宋体" panose="02010600030101010101" pitchFamily="2" charset="-122"/>
              <a:ea typeface="黑体" panose="02010609060101010101" pitchFamily="49" charset="-122"/>
              <a:cs typeface="Times New Roman" panose="02020603050405020304" pitchFamily="18" charset="0"/>
            </a:endParaRPr>
          </a:p>
        </p:txBody>
      </p:sp>
      <p:sp>
        <p:nvSpPr>
          <p:cNvPr id="67587" name="Rectangle 5"/>
          <p:cNvSpPr/>
          <p:nvPr/>
        </p:nvSpPr>
        <p:spPr>
          <a:xfrm>
            <a:off x="900113" y="1841500"/>
            <a:ext cx="7921625" cy="2273300"/>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华文新魏" panose="02010800040101010101" pitchFamily="2" charset="-122"/>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ea typeface="+mn-ea"/>
                <a:cs typeface="华文新魏" panose="02010800040101010101" pitchFamily="2" charset="-122"/>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ea typeface="+mn-ea"/>
                <a:cs typeface="华文新魏" panose="02010800040101010101" pitchFamily="2" charset="-122"/>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ea typeface="+mn-ea"/>
                <a:cs typeface="华文新魏" panose="02010800040101010101" pitchFamily="2" charset="-122"/>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ea typeface="+mn-ea"/>
                <a:cs typeface="华文新魏" panose="02010800040101010101" pitchFamily="2" charset="-122"/>
              </a:defRPr>
            </a:lvl5pPr>
          </a:lstStyle>
          <a:p>
            <a:pPr marL="273050" lvl="0" indent="-273050" eaLnBrk="1" hangingPunct="1">
              <a:spcBef>
                <a:spcPts val="575"/>
              </a:spcBef>
              <a:buClr>
                <a:srgbClr val="D34817"/>
              </a:buClr>
              <a:buSzPct val="85000"/>
            </a:pPr>
            <a:r>
              <a:rPr lang="en-US" altLang="zh-CN" sz="2600" b="1" i="1" dirty="0">
                <a:solidFill>
                  <a:srgbClr val="0070C0"/>
                </a:solidFill>
                <a:latin typeface="Times New Roman" panose="02020603050405020304" pitchFamily="18" charset="0"/>
                <a:ea typeface="华文中宋" panose="02010600040101010101" pitchFamily="2" charset="-122"/>
              </a:rPr>
              <a:t> k</a:t>
            </a:r>
            <a:r>
              <a:rPr lang="en-US" altLang="zh-CN" sz="2600" b="1" dirty="0">
                <a:solidFill>
                  <a:srgbClr val="0070C0"/>
                </a:solidFill>
                <a:latin typeface="Times New Roman" panose="02020603050405020304" pitchFamily="18" charset="0"/>
                <a:ea typeface="华文中宋" panose="02010600040101010101" pitchFamily="2" charset="-122"/>
              </a:rPr>
              <a:t>-means</a:t>
            </a:r>
            <a:r>
              <a:rPr lang="zh-CN" altLang="en-US" sz="2600" b="1" dirty="0">
                <a:solidFill>
                  <a:srgbClr val="0070C0"/>
                </a:solidFill>
                <a:latin typeface="华文中宋" panose="02010600040101010101" pitchFamily="2" charset="-122"/>
                <a:ea typeface="华文中宋" panose="02010600040101010101" pitchFamily="2" charset="-122"/>
              </a:rPr>
              <a:t>计算步骤：</a:t>
            </a:r>
            <a:endParaRPr lang="en-US" altLang="zh-CN" sz="2600" b="1" dirty="0">
              <a:solidFill>
                <a:srgbClr val="0070C0"/>
              </a:solidFill>
              <a:latin typeface="华文中宋" panose="02010600040101010101" pitchFamily="2" charset="-122"/>
              <a:ea typeface="华文中宋" panose="02010600040101010101" pitchFamily="2" charset="-122"/>
            </a:endParaRPr>
          </a:p>
          <a:p>
            <a:pPr marL="273050" lvl="0" indent="-273050" eaLnBrk="1" hangingPunct="1">
              <a:spcBef>
                <a:spcPts val="575"/>
              </a:spcBef>
              <a:buClr>
                <a:srgbClr val="D34817"/>
              </a:buClr>
              <a:buSzPct val="80000"/>
              <a:buFontTx/>
              <a:buNone/>
            </a:pPr>
            <a:r>
              <a:rPr lang="en-US" altLang="zh-CN" sz="2400" b="1" dirty="0">
                <a:solidFill>
                  <a:srgbClr val="000000"/>
                </a:solidFill>
                <a:latin typeface="Times New Roman" panose="02020603050405020304" pitchFamily="18" charset="0"/>
                <a:ea typeface="华文中宋" panose="02010600040101010101" pitchFamily="2" charset="-122"/>
              </a:rPr>
              <a:t>Step 3</a:t>
            </a:r>
            <a:r>
              <a:rPr lang="zh-CN" altLang="en-US" sz="2400" b="1" dirty="0">
                <a:solidFill>
                  <a:srgbClr val="000000"/>
                </a:solidFill>
                <a:ea typeface="华文中宋" panose="02010600040101010101" pitchFamily="2" charset="-122"/>
              </a:rPr>
              <a:t>：</a:t>
            </a:r>
            <a:r>
              <a:rPr lang="zh-CN" altLang="en-US" sz="2400" b="1" dirty="0">
                <a:ea typeface="华文中宋" panose="02010600040101010101" pitchFamily="2" charset="-122"/>
              </a:rPr>
              <a:t>根据新分成的两类建立新的聚类中心</a:t>
            </a:r>
            <a:endParaRPr lang="en-US" altLang="zh-CN" sz="2400" b="1" dirty="0">
              <a:solidFill>
                <a:srgbClr val="000000"/>
              </a:solidFill>
              <a:ea typeface="华文中宋" panose="02010600040101010101" pitchFamily="2" charset="-122"/>
            </a:endParaRPr>
          </a:p>
          <a:p>
            <a:pPr marL="273050" lvl="0" indent="-273050" eaLnBrk="1" hangingPunct="1">
              <a:spcBef>
                <a:spcPts val="575"/>
              </a:spcBef>
              <a:buClr>
                <a:srgbClr val="D34817"/>
              </a:buClr>
              <a:buSzPct val="80000"/>
              <a:buFontTx/>
              <a:buNone/>
            </a:pPr>
            <a:endParaRPr lang="en-US" altLang="zh-CN" sz="2400" b="1" dirty="0">
              <a:solidFill>
                <a:srgbClr val="000000"/>
              </a:solidFill>
              <a:ea typeface="华文中宋" panose="02010600040101010101" pitchFamily="2" charset="-122"/>
            </a:endParaRPr>
          </a:p>
          <a:p>
            <a:pPr marL="273050" lvl="0" indent="-273050" eaLnBrk="1" hangingPunct="1">
              <a:spcBef>
                <a:spcPts val="575"/>
              </a:spcBef>
              <a:buClr>
                <a:srgbClr val="D34817"/>
              </a:buClr>
              <a:buSzPct val="80000"/>
              <a:buFontTx/>
              <a:buNone/>
            </a:pPr>
            <a:endParaRPr lang="zh-CN" altLang="en-US" sz="2400" b="1" dirty="0">
              <a:solidFill>
                <a:srgbClr val="000000"/>
              </a:solidFill>
              <a:latin typeface="Times New Roman" panose="02020603050405020304" pitchFamily="18" charset="0"/>
              <a:ea typeface="华文中宋" panose="02010600040101010101" pitchFamily="2" charset="-122"/>
            </a:endParaRPr>
          </a:p>
          <a:p>
            <a:pPr marL="273050" lvl="0" indent="-273050" eaLnBrk="1" hangingPunct="1">
              <a:spcBef>
                <a:spcPts val="575"/>
              </a:spcBef>
              <a:buClr>
                <a:srgbClr val="D34817"/>
              </a:buClr>
              <a:buSzPct val="85000"/>
              <a:buFontTx/>
              <a:buNone/>
            </a:pPr>
            <a:endParaRPr lang="en-US" altLang="zh-CN" sz="2600" b="1" dirty="0">
              <a:solidFill>
                <a:srgbClr val="0070C0"/>
              </a:solidFill>
              <a:ea typeface="华文中宋" panose="02010600040101010101" pitchFamily="2" charset="-122"/>
            </a:endParaRPr>
          </a:p>
        </p:txBody>
      </p:sp>
      <p:graphicFrame>
        <p:nvGraphicFramePr>
          <p:cNvPr id="67588" name="Object 4"/>
          <p:cNvGraphicFramePr>
            <a:graphicFrameLocks noChangeAspect="1"/>
          </p:cNvGraphicFramePr>
          <p:nvPr/>
        </p:nvGraphicFramePr>
        <p:xfrm>
          <a:off x="1530350" y="2805113"/>
          <a:ext cx="5218113" cy="1779587"/>
        </p:xfrm>
        <a:graphic>
          <a:graphicData uri="http://schemas.openxmlformats.org/presentationml/2006/ole">
            <mc:AlternateContent xmlns:mc="http://schemas.openxmlformats.org/markup-compatibility/2006">
              <mc:Choice xmlns:v="urn:schemas-microsoft-com:vml" Requires="v">
                <p:oleObj spid="_x0000_s3143" name="" r:id="rId1" imgW="2197100" imgH="749300" progId="Equation.DSMT4">
                  <p:embed/>
                </p:oleObj>
              </mc:Choice>
              <mc:Fallback>
                <p:oleObj name="" r:id="rId1" imgW="2197100" imgH="749300" progId="Equation.DSMT4">
                  <p:embed/>
                  <p:pic>
                    <p:nvPicPr>
                      <p:cNvPr id="0" name="图片 3142"/>
                      <p:cNvPicPr/>
                      <p:nvPr/>
                    </p:nvPicPr>
                    <p:blipFill>
                      <a:blip r:embed="rId2"/>
                      <a:stretch>
                        <a:fillRect/>
                      </a:stretch>
                    </p:blipFill>
                    <p:spPr>
                      <a:xfrm>
                        <a:off x="1530350" y="2805113"/>
                        <a:ext cx="5218113" cy="1779587"/>
                      </a:xfrm>
                      <a:prstGeom prst="rect">
                        <a:avLst/>
                      </a:prstGeom>
                      <a:noFill/>
                      <a:ln w="38100">
                        <a:noFill/>
                        <a:miter/>
                      </a:ln>
                    </p:spPr>
                  </p:pic>
                </p:oleObj>
              </mc:Fallback>
            </mc:AlternateContent>
          </a:graphicData>
        </a:graphic>
      </p:graphicFrame>
      <p:graphicFrame>
        <p:nvGraphicFramePr>
          <p:cNvPr id="67589" name="Object 5"/>
          <p:cNvGraphicFramePr>
            <a:graphicFrameLocks noChangeAspect="1"/>
          </p:cNvGraphicFramePr>
          <p:nvPr/>
        </p:nvGraphicFramePr>
        <p:xfrm>
          <a:off x="1530350" y="4591050"/>
          <a:ext cx="5157788" cy="1266825"/>
        </p:xfrm>
        <a:graphic>
          <a:graphicData uri="http://schemas.openxmlformats.org/presentationml/2006/ole">
            <mc:AlternateContent xmlns:mc="http://schemas.openxmlformats.org/markup-compatibility/2006">
              <mc:Choice xmlns:v="urn:schemas-microsoft-com:vml" Requires="v">
                <p:oleObj spid="_x0000_s3145" name="" r:id="rId3" imgW="2171700" imgH="533400" progId="Equation.DSMT4">
                  <p:embed/>
                </p:oleObj>
              </mc:Choice>
              <mc:Fallback>
                <p:oleObj name="" r:id="rId3" imgW="2171700" imgH="533400" progId="Equation.DSMT4">
                  <p:embed/>
                  <p:pic>
                    <p:nvPicPr>
                      <p:cNvPr id="0" name="图片 3144"/>
                      <p:cNvPicPr/>
                      <p:nvPr/>
                    </p:nvPicPr>
                    <p:blipFill>
                      <a:blip r:embed="rId4"/>
                      <a:stretch>
                        <a:fillRect/>
                      </a:stretch>
                    </p:blipFill>
                    <p:spPr>
                      <a:xfrm>
                        <a:off x="1530350" y="4591050"/>
                        <a:ext cx="5157788" cy="1266825"/>
                      </a:xfrm>
                      <a:prstGeom prst="rect">
                        <a:avLst/>
                      </a:prstGeom>
                      <a:noFill/>
                      <a:ln w="38100">
                        <a:noFill/>
                        <a:miter/>
                      </a:ln>
                    </p:spPr>
                  </p:pic>
                </p:oleObj>
              </mc:Fallback>
            </mc:AlternateContent>
          </a:graphicData>
        </a:graphic>
      </p:graphicFrame>
      <p:sp>
        <p:nvSpPr>
          <p:cNvPr id="7" name="Text Box 5"/>
          <p:cNvSpPr txBox="1"/>
          <p:nvPr/>
        </p:nvSpPr>
        <p:spPr>
          <a:xfrm>
            <a:off x="3224213" y="0"/>
            <a:ext cx="5919788" cy="706438"/>
          </a:xfrm>
          <a:prstGeom prst="rect">
            <a:avLst/>
          </a:prstGeom>
          <a:noFill/>
          <a:ln w="9525">
            <a:noFill/>
          </a:ln>
        </p:spPr>
        <p:txBody>
          <a:bodyPr>
            <a:spAutoFit/>
          </a:bodyPr>
          <a:lstStyle/>
          <a:p>
            <a:pPr marR="0" algn="ctr" defTabSz="914400" eaLnBrk="1" hangingPunct="1">
              <a:buClrTx/>
              <a:buSzTx/>
              <a:buFontTx/>
              <a:buNone/>
              <a:defRPr/>
            </a:pPr>
            <a:r>
              <a:rPr kumimoji="0" lang="en-US" altLang="zh-CN" sz="4000" b="1" kern="1200" cap="none" spc="0" normalizeH="0" baseline="0" noProof="1">
                <a:solidFill>
                  <a:srgbClr val="0000FF"/>
                </a:solidFill>
                <a:latin typeface="Arial" panose="020B0604020202020204" pitchFamily="34" charset="0"/>
                <a:ea typeface="宋体" panose="02010600030101010101" pitchFamily="2" charset="-122"/>
                <a:cs typeface="+mn-cs"/>
                <a:sym typeface="宋体" panose="02010600030101010101" pitchFamily="2" charset="-122"/>
              </a:rPr>
              <a:t>4.2.1 </a:t>
            </a:r>
            <a:r>
              <a:rPr kumimoji="1" lang="en-US" altLang="zh-CN" sz="4000" b="1" kern="0" cap="none" spc="0" normalizeH="0" baseline="0" noProof="0" dirty="0">
                <a:solidFill>
                  <a:srgbClr val="0000CC"/>
                </a:solidFill>
                <a:effectLst>
                  <a:outerShdw blurRad="38100" dist="38100" dir="2700000" algn="tl">
                    <a:srgbClr val="C0C0C0"/>
                  </a:outerShdw>
                </a:effectLst>
                <a:latin typeface="黑体" panose="02010609060101010101" pitchFamily="49" charset="-122"/>
                <a:ea typeface="黑体" panose="02010609060101010101" pitchFamily="49" charset="-122"/>
                <a:cs typeface="Times New Roman" panose="02020603050405020304" pitchFamily="18" charset="0"/>
                <a:sym typeface="+mn-ea"/>
              </a:rPr>
              <a:t> </a:t>
            </a:r>
            <a:r>
              <a:rPr kumimoji="0" lang="en-US" altLang="zh-CN" sz="4000" kern="1200" cap="none" spc="0" normalizeH="0" baseline="0" noProof="1">
                <a:solidFill>
                  <a:srgbClr val="0000FF"/>
                </a:solidFill>
                <a:latin typeface="Arial" panose="020B0604020202020204" pitchFamily="34" charset="0"/>
                <a:ea typeface="宋体" panose="02010600030101010101" pitchFamily="2" charset="-122"/>
                <a:cs typeface="+mn-cs"/>
                <a:sym typeface="+mn-ea"/>
              </a:rPr>
              <a:t>K</a:t>
            </a:r>
            <a:r>
              <a:rPr kumimoji="0" lang="en-US" altLang="zh-CN" sz="4000" b="1" kern="1200" cap="none" spc="0" normalizeH="0" baseline="0" noProof="1">
                <a:solidFill>
                  <a:srgbClr val="0000FF"/>
                </a:solidFill>
                <a:latin typeface="Arial" panose="020B0604020202020204" pitchFamily="34" charset="0"/>
                <a:ea typeface="宋体" panose="02010600030101010101" pitchFamily="2" charset="-122"/>
                <a:cs typeface="+mn-cs"/>
                <a:sym typeface="+mn-ea"/>
              </a:rPr>
              <a:t>-均值</a:t>
            </a:r>
            <a:r>
              <a:rPr kumimoji="0" lang="en-US" altLang="zh-CN" sz="4000" b="1" kern="1200" cap="none" spc="0" normalizeH="0" baseline="0" noProof="1">
                <a:solidFill>
                  <a:srgbClr val="0000FF"/>
                </a:solidFill>
                <a:latin typeface="Arial" panose="020B0604020202020204" pitchFamily="34" charset="0"/>
                <a:ea typeface="宋体" panose="02010600030101010101" pitchFamily="2" charset="-122"/>
                <a:cs typeface="+mn-cs"/>
                <a:sym typeface="宋体" panose="02010600030101010101" pitchFamily="2" charset="-122"/>
              </a:rPr>
              <a:t>算法</a:t>
            </a:r>
            <a:endParaRPr kumimoji="0" lang="en-US" altLang="zh-CN" sz="4000" b="1" kern="1200" cap="none" spc="0" normalizeH="0" baseline="0" noProof="1">
              <a:solidFill>
                <a:srgbClr val="0000FF"/>
              </a:solidFill>
              <a:latin typeface="Arial" panose="020B0604020202020204" pitchFamily="34" charset="0"/>
              <a:ea typeface="宋体" panose="02010600030101010101" pitchFamily="2" charset="-122"/>
              <a:cs typeface="+mn-cs"/>
              <a:sym typeface="宋体" panose="02010600030101010101" pitchFamily="2" charset="-122"/>
            </a:endParaRPr>
          </a:p>
        </p:txBody>
      </p:sp>
    </p:spTree>
  </p:cSld>
  <p:clrMapOvr>
    <a:masterClrMapping/>
  </p:clrMapOvr>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3426" name="Rectangle 2"/>
          <p:cNvSpPr>
            <a:spLocks noGrp="1" noChangeArrowheads="1"/>
          </p:cNvSpPr>
          <p:nvPr>
            <p:ph type="title"/>
          </p:nvPr>
        </p:nvSpPr>
        <p:spPr>
          <a:xfrm>
            <a:off x="1071563" y="1071563"/>
            <a:ext cx="7143750" cy="609600"/>
          </a:xfrm>
        </p:spPr>
        <p:txBody>
          <a:bodyPr vert="horz" wrap="square" lIns="91440" tIns="45720" rIns="91440" bIns="45720" numCol="1" anchor="b" anchorCtr="0" compatLnSpc="1">
            <a:noAutofit/>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3600" b="1" i="0" u="none" strike="noStrike" kern="0" cap="none" spc="0" normalizeH="0" baseline="0" noProof="0" dirty="0">
                <a:ln>
                  <a:noFill/>
                </a:ln>
                <a:solidFill>
                  <a:srgbClr val="0000CC"/>
                </a:solidFill>
                <a:effectLst>
                  <a:outerShdw blurRad="38100" dist="38100" dir="2700000" algn="tl">
                    <a:srgbClr val="C0C0C0"/>
                  </a:outerShdw>
                </a:effectLst>
                <a:uLnTx/>
                <a:uFillTx/>
                <a:latin typeface="Times New Roman" panose="02020603050405020304" pitchFamily="18" charset="0"/>
                <a:ea typeface="黑体" panose="02010609060101010101" pitchFamily="49" charset="-122"/>
                <a:cs typeface="Times New Roman" panose="02020603050405020304" pitchFamily="18" charset="0"/>
              </a:rPr>
              <a:t>算法实例</a:t>
            </a:r>
            <a:endParaRPr kumimoji="0" lang="en-US" altLang="zh-CN" sz="3600" b="1" i="0" u="none" strike="noStrike" kern="0" cap="none" spc="0" normalizeH="0" baseline="0" noProof="0" dirty="0">
              <a:ln>
                <a:noFill/>
              </a:ln>
              <a:solidFill>
                <a:srgbClr val="FF0000"/>
              </a:solidFill>
              <a:effectLst/>
              <a:uLnTx/>
              <a:uFillTx/>
              <a:latin typeface="宋体" panose="02010600030101010101" pitchFamily="2" charset="-122"/>
              <a:ea typeface="黑体" panose="02010609060101010101" pitchFamily="49" charset="-122"/>
              <a:cs typeface="Times New Roman" panose="02020603050405020304" pitchFamily="18" charset="0"/>
            </a:endParaRPr>
          </a:p>
        </p:txBody>
      </p:sp>
      <p:sp>
        <p:nvSpPr>
          <p:cNvPr id="68611" name="Rectangle 5"/>
          <p:cNvSpPr/>
          <p:nvPr/>
        </p:nvSpPr>
        <p:spPr>
          <a:xfrm>
            <a:off x="684213" y="1841500"/>
            <a:ext cx="8137525" cy="4025900"/>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华文新魏" panose="02010800040101010101" pitchFamily="2" charset="-122"/>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ea typeface="+mn-ea"/>
                <a:cs typeface="华文新魏" panose="02010800040101010101" pitchFamily="2" charset="-122"/>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ea typeface="+mn-ea"/>
                <a:cs typeface="华文新魏" panose="02010800040101010101" pitchFamily="2" charset="-122"/>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ea typeface="+mn-ea"/>
                <a:cs typeface="华文新魏" panose="02010800040101010101" pitchFamily="2" charset="-122"/>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ea typeface="+mn-ea"/>
                <a:cs typeface="华文新魏" panose="02010800040101010101" pitchFamily="2" charset="-122"/>
              </a:defRPr>
            </a:lvl5pPr>
          </a:lstStyle>
          <a:p>
            <a:pPr marL="273050" lvl="0" indent="-273050" eaLnBrk="1" hangingPunct="1">
              <a:spcBef>
                <a:spcPts val="575"/>
              </a:spcBef>
              <a:buClr>
                <a:srgbClr val="D34817"/>
              </a:buClr>
              <a:buSzPct val="85000"/>
            </a:pPr>
            <a:r>
              <a:rPr lang="en-US" altLang="zh-CN" sz="2600" b="1" i="1" dirty="0">
                <a:solidFill>
                  <a:srgbClr val="0070C0"/>
                </a:solidFill>
                <a:latin typeface="Times New Roman" panose="02020603050405020304" pitchFamily="18" charset="0"/>
                <a:ea typeface="华文中宋" panose="02010600040101010101" pitchFamily="2" charset="-122"/>
              </a:rPr>
              <a:t> k</a:t>
            </a:r>
            <a:r>
              <a:rPr lang="en-US" altLang="zh-CN" sz="2600" b="1" dirty="0">
                <a:solidFill>
                  <a:srgbClr val="0070C0"/>
                </a:solidFill>
                <a:latin typeface="Times New Roman" panose="02020603050405020304" pitchFamily="18" charset="0"/>
                <a:ea typeface="华文中宋" panose="02010600040101010101" pitchFamily="2" charset="-122"/>
              </a:rPr>
              <a:t>-means</a:t>
            </a:r>
            <a:r>
              <a:rPr lang="zh-CN" altLang="en-US" sz="2600" b="1" dirty="0">
                <a:solidFill>
                  <a:srgbClr val="0070C0"/>
                </a:solidFill>
                <a:latin typeface="华文中宋" panose="02010600040101010101" pitchFamily="2" charset="-122"/>
                <a:ea typeface="华文中宋" panose="02010600040101010101" pitchFamily="2" charset="-122"/>
              </a:rPr>
              <a:t>计算步骤：</a:t>
            </a:r>
            <a:endParaRPr lang="en-US" altLang="zh-CN" sz="2600" b="1" dirty="0">
              <a:solidFill>
                <a:srgbClr val="0070C0"/>
              </a:solidFill>
              <a:latin typeface="华文中宋" panose="02010600040101010101" pitchFamily="2" charset="-122"/>
              <a:ea typeface="华文中宋" panose="02010600040101010101" pitchFamily="2" charset="-122"/>
            </a:endParaRPr>
          </a:p>
          <a:p>
            <a:pPr marL="273050" lvl="0" indent="-273050" eaLnBrk="1" hangingPunct="1">
              <a:spcBef>
                <a:spcPts val="575"/>
              </a:spcBef>
              <a:buClr>
                <a:srgbClr val="D34817"/>
              </a:buClr>
              <a:buSzPct val="80000"/>
              <a:buFontTx/>
              <a:buNone/>
            </a:pPr>
            <a:r>
              <a:rPr lang="en-US" altLang="zh-CN" sz="2400" b="1" dirty="0">
                <a:solidFill>
                  <a:srgbClr val="000000"/>
                </a:solidFill>
                <a:latin typeface="Times New Roman" panose="02020603050405020304" pitchFamily="18" charset="0"/>
                <a:ea typeface="华文中宋" panose="02010600040101010101" pitchFamily="2" charset="-122"/>
              </a:rPr>
              <a:t>Step 4</a:t>
            </a:r>
            <a:r>
              <a:rPr lang="zh-CN" altLang="en-US" sz="2400" b="1" dirty="0">
                <a:solidFill>
                  <a:srgbClr val="000000"/>
                </a:solidFill>
                <a:ea typeface="华文中宋" panose="02010600040101010101" pitchFamily="2" charset="-122"/>
              </a:rPr>
              <a:t>：判断算法是否终止，由                                   ，</a:t>
            </a:r>
            <a:endParaRPr lang="en-US" altLang="zh-CN" sz="2400" b="1" dirty="0">
              <a:solidFill>
                <a:srgbClr val="000000"/>
              </a:solidFill>
              <a:ea typeface="华文中宋" panose="02010600040101010101" pitchFamily="2" charset="-122"/>
            </a:endParaRPr>
          </a:p>
          <a:p>
            <a:pPr marL="273050" lvl="0" indent="-273050" eaLnBrk="1" hangingPunct="1">
              <a:spcBef>
                <a:spcPts val="575"/>
              </a:spcBef>
              <a:buClr>
                <a:srgbClr val="D34817"/>
              </a:buClr>
              <a:buSzPct val="80000"/>
              <a:buFontTx/>
              <a:buNone/>
            </a:pPr>
            <a:r>
              <a:rPr lang="zh-CN" altLang="en-US" sz="2400" b="1" dirty="0">
                <a:solidFill>
                  <a:srgbClr val="000000"/>
                </a:solidFill>
                <a:ea typeface="华文中宋" panose="02010600040101010101" pitchFamily="2" charset="-122"/>
              </a:rPr>
              <a:t>新旧中心不相等，不满足终止条件，转置</a:t>
            </a:r>
            <a:r>
              <a:rPr lang="en-US" altLang="zh-CN" sz="2400" b="1" dirty="0">
                <a:solidFill>
                  <a:srgbClr val="000000"/>
                </a:solidFill>
                <a:latin typeface="Times New Roman" panose="02020603050405020304" pitchFamily="18" charset="0"/>
                <a:ea typeface="华文中宋" panose="02010600040101010101" pitchFamily="2" charset="-122"/>
              </a:rPr>
              <a:t>Step 2.</a:t>
            </a:r>
            <a:endParaRPr lang="en-US" altLang="zh-CN" sz="2400" b="1" dirty="0">
              <a:solidFill>
                <a:srgbClr val="000000"/>
              </a:solidFill>
              <a:latin typeface="Times New Roman" panose="02020603050405020304" pitchFamily="18" charset="0"/>
              <a:ea typeface="华文中宋" panose="02010600040101010101" pitchFamily="2" charset="-122"/>
            </a:endParaRPr>
          </a:p>
          <a:p>
            <a:pPr marL="273050" lvl="0" indent="-273050" eaLnBrk="1" hangingPunct="1">
              <a:spcBef>
                <a:spcPts val="575"/>
              </a:spcBef>
              <a:buClr>
                <a:srgbClr val="D34817"/>
              </a:buClr>
              <a:buSzPct val="80000"/>
              <a:buFontTx/>
              <a:buNone/>
            </a:pPr>
            <a:r>
              <a:rPr lang="en-US" altLang="zh-CN" sz="2400" b="1" dirty="0">
                <a:solidFill>
                  <a:srgbClr val="000000"/>
                </a:solidFill>
                <a:latin typeface="Times New Roman" panose="02020603050405020304" pitchFamily="18" charset="0"/>
                <a:ea typeface="华文中宋" panose="02010600040101010101" pitchFamily="2" charset="-122"/>
              </a:rPr>
              <a:t>Step 2</a:t>
            </a:r>
            <a:r>
              <a:rPr lang="zh-CN" altLang="en-US" sz="2400" b="1" dirty="0">
                <a:solidFill>
                  <a:srgbClr val="000000"/>
                </a:solidFill>
                <a:ea typeface="华文中宋" panose="02010600040101010101" pitchFamily="2" charset="-122"/>
              </a:rPr>
              <a:t>：重新计算所有数据点到两个聚类中心的距离，</a:t>
            </a:r>
            <a:endParaRPr lang="en-US" altLang="zh-CN" sz="2400" b="1" dirty="0">
              <a:solidFill>
                <a:srgbClr val="000000"/>
              </a:solidFill>
              <a:ea typeface="华文中宋" panose="02010600040101010101" pitchFamily="2" charset="-122"/>
            </a:endParaRPr>
          </a:p>
          <a:p>
            <a:pPr marL="273050" lvl="0" indent="-273050" eaLnBrk="1" hangingPunct="1">
              <a:spcBef>
                <a:spcPts val="575"/>
              </a:spcBef>
              <a:buClr>
                <a:srgbClr val="D34817"/>
              </a:buClr>
              <a:buSzPct val="80000"/>
              <a:buFontTx/>
              <a:buNone/>
            </a:pPr>
            <a:r>
              <a:rPr lang="zh-CN" altLang="en-US" sz="2400" b="1" dirty="0">
                <a:solidFill>
                  <a:srgbClr val="000000"/>
                </a:solidFill>
                <a:ea typeface="华文中宋" panose="02010600040101010101" pitchFamily="2" charset="-122"/>
              </a:rPr>
              <a:t>将它们归为最近聚类中心，重新分为两类</a:t>
            </a:r>
            <a:r>
              <a:rPr lang="zh-CN" altLang="en-US" sz="2400" b="1" dirty="0">
                <a:solidFill>
                  <a:srgbClr val="000000"/>
                </a:solidFill>
                <a:latin typeface="宋体" panose="02010600030101010101" pitchFamily="2" charset="-122"/>
                <a:ea typeface="华文中宋" panose="02010600040101010101" pitchFamily="2" charset="-122"/>
              </a:rPr>
              <a:t>，得到第二</a:t>
            </a:r>
            <a:endParaRPr lang="en-US" altLang="zh-CN" sz="2400" b="1" dirty="0">
              <a:solidFill>
                <a:srgbClr val="000000"/>
              </a:solidFill>
              <a:latin typeface="宋体" panose="02010600030101010101" pitchFamily="2" charset="-122"/>
              <a:ea typeface="华文中宋" panose="02010600040101010101" pitchFamily="2" charset="-122"/>
            </a:endParaRPr>
          </a:p>
          <a:p>
            <a:pPr marL="273050" lvl="0" indent="-273050" eaLnBrk="1" hangingPunct="1">
              <a:spcBef>
                <a:spcPts val="575"/>
              </a:spcBef>
              <a:buClr>
                <a:srgbClr val="D34817"/>
              </a:buClr>
              <a:buSzPct val="80000"/>
              <a:buFontTx/>
              <a:buNone/>
            </a:pPr>
            <a:r>
              <a:rPr lang="zh-CN" altLang="en-US" sz="2400" b="1" dirty="0">
                <a:solidFill>
                  <a:srgbClr val="000000"/>
                </a:solidFill>
                <a:latin typeface="宋体" panose="02010600030101010101" pitchFamily="2" charset="-122"/>
                <a:ea typeface="华文中宋" panose="02010600040101010101" pitchFamily="2" charset="-122"/>
              </a:rPr>
              <a:t>次迭代的聚类结果：</a:t>
            </a:r>
            <a:endParaRPr lang="en-US" altLang="zh-CN" sz="2400" b="1" dirty="0">
              <a:solidFill>
                <a:srgbClr val="000000"/>
              </a:solidFill>
              <a:latin typeface="宋体" panose="02010600030101010101" pitchFamily="2" charset="-122"/>
              <a:ea typeface="华文中宋" panose="02010600040101010101" pitchFamily="2" charset="-122"/>
            </a:endParaRPr>
          </a:p>
          <a:p>
            <a:pPr marL="273050" lvl="0" indent="-273050" eaLnBrk="1" hangingPunct="1">
              <a:spcBef>
                <a:spcPts val="575"/>
              </a:spcBef>
              <a:buClr>
                <a:srgbClr val="D34817"/>
              </a:buClr>
              <a:buSzPct val="80000"/>
              <a:buFontTx/>
              <a:buNone/>
            </a:pPr>
            <a:r>
              <a:rPr lang="zh-CN" altLang="en-US" sz="2400" b="1" dirty="0">
                <a:solidFill>
                  <a:srgbClr val="000000"/>
                </a:solidFill>
                <a:latin typeface="宋体" panose="02010600030101010101" pitchFamily="2" charset="-122"/>
                <a:ea typeface="华文中宋" panose="02010600040101010101" pitchFamily="2" charset="-122"/>
              </a:rPr>
              <a:t>第一类：</a:t>
            </a:r>
            <a:endParaRPr lang="en-US" altLang="zh-CN" sz="2400" b="1" dirty="0">
              <a:solidFill>
                <a:srgbClr val="000000"/>
              </a:solidFill>
              <a:latin typeface="宋体" panose="02010600030101010101" pitchFamily="2" charset="-122"/>
              <a:ea typeface="华文中宋" panose="02010600040101010101" pitchFamily="2" charset="-122"/>
            </a:endParaRPr>
          </a:p>
          <a:p>
            <a:pPr marL="273050" lvl="0" indent="-273050" eaLnBrk="1" hangingPunct="1">
              <a:spcBef>
                <a:spcPts val="575"/>
              </a:spcBef>
              <a:buClr>
                <a:srgbClr val="D34817"/>
              </a:buClr>
              <a:buSzPct val="80000"/>
              <a:buFontTx/>
              <a:buNone/>
            </a:pPr>
            <a:r>
              <a:rPr lang="zh-CN" altLang="en-US" sz="2400" b="1" dirty="0">
                <a:solidFill>
                  <a:srgbClr val="000000"/>
                </a:solidFill>
                <a:latin typeface="宋体" panose="02010600030101010101" pitchFamily="2" charset="-122"/>
                <a:ea typeface="华文中宋" panose="02010600040101010101" pitchFamily="2" charset="-122"/>
              </a:rPr>
              <a:t>第二类：</a:t>
            </a:r>
            <a:endParaRPr lang="zh-CN" altLang="en-US" sz="2400" b="1" dirty="0">
              <a:solidFill>
                <a:srgbClr val="000000"/>
              </a:solidFill>
              <a:latin typeface="Times New Roman" panose="02020603050405020304" pitchFamily="18" charset="0"/>
              <a:ea typeface="华文中宋" panose="02010600040101010101" pitchFamily="2" charset="-122"/>
            </a:endParaRPr>
          </a:p>
          <a:p>
            <a:pPr marL="273050" lvl="0" indent="-273050" eaLnBrk="1" hangingPunct="1">
              <a:spcBef>
                <a:spcPts val="575"/>
              </a:spcBef>
              <a:buClr>
                <a:srgbClr val="D34817"/>
              </a:buClr>
              <a:buSzPct val="85000"/>
              <a:buFontTx/>
              <a:buNone/>
            </a:pPr>
            <a:endParaRPr lang="en-US" altLang="zh-CN" sz="2600" b="1" dirty="0">
              <a:solidFill>
                <a:srgbClr val="0070C0"/>
              </a:solidFill>
              <a:ea typeface="华文中宋" panose="02010600040101010101" pitchFamily="2" charset="-122"/>
            </a:endParaRPr>
          </a:p>
        </p:txBody>
      </p:sp>
      <p:graphicFrame>
        <p:nvGraphicFramePr>
          <p:cNvPr id="68612" name="Object 5"/>
          <p:cNvGraphicFramePr>
            <a:graphicFrameLocks noChangeAspect="1"/>
          </p:cNvGraphicFramePr>
          <p:nvPr/>
        </p:nvGraphicFramePr>
        <p:xfrm>
          <a:off x="4972050" y="2357438"/>
          <a:ext cx="2473325" cy="452437"/>
        </p:xfrm>
        <a:graphic>
          <a:graphicData uri="http://schemas.openxmlformats.org/presentationml/2006/ole">
            <mc:AlternateContent xmlns:mc="http://schemas.openxmlformats.org/markup-compatibility/2006">
              <mc:Choice xmlns:v="urn:schemas-microsoft-com:vml" Requires="v">
                <p:oleObj spid="_x0000_s3151" name="" r:id="rId1" imgW="1040765" imgH="190500" progId="Equation.DSMT4">
                  <p:embed/>
                </p:oleObj>
              </mc:Choice>
              <mc:Fallback>
                <p:oleObj name="" r:id="rId1" imgW="1040765" imgH="190500" progId="Equation.DSMT4">
                  <p:embed/>
                  <p:pic>
                    <p:nvPicPr>
                      <p:cNvPr id="0" name="图片 3150"/>
                      <p:cNvPicPr/>
                      <p:nvPr/>
                    </p:nvPicPr>
                    <p:blipFill>
                      <a:blip r:embed="rId2"/>
                      <a:stretch>
                        <a:fillRect/>
                      </a:stretch>
                    </p:blipFill>
                    <p:spPr>
                      <a:xfrm>
                        <a:off x="4972050" y="2357438"/>
                        <a:ext cx="2473325" cy="452437"/>
                      </a:xfrm>
                      <a:prstGeom prst="rect">
                        <a:avLst/>
                      </a:prstGeom>
                      <a:noFill/>
                      <a:ln w="38100">
                        <a:noFill/>
                        <a:miter/>
                      </a:ln>
                    </p:spPr>
                  </p:pic>
                </p:oleObj>
              </mc:Fallback>
            </mc:AlternateContent>
          </a:graphicData>
        </a:graphic>
      </p:graphicFrame>
      <p:graphicFrame>
        <p:nvGraphicFramePr>
          <p:cNvPr id="68613" name="Object 6"/>
          <p:cNvGraphicFramePr>
            <a:graphicFrameLocks noChangeAspect="1"/>
          </p:cNvGraphicFramePr>
          <p:nvPr/>
        </p:nvGraphicFramePr>
        <p:xfrm>
          <a:off x="2776538" y="4572000"/>
          <a:ext cx="3136900" cy="422275"/>
        </p:xfrm>
        <a:graphic>
          <a:graphicData uri="http://schemas.openxmlformats.org/presentationml/2006/ole">
            <mc:AlternateContent xmlns:mc="http://schemas.openxmlformats.org/markup-compatibility/2006">
              <mc:Choice xmlns:v="urn:schemas-microsoft-com:vml" Requires="v">
                <p:oleObj spid="_x0000_s3152" name="" r:id="rId3" imgW="1320165" imgH="177800" progId="Equation.DSMT4">
                  <p:embed/>
                </p:oleObj>
              </mc:Choice>
              <mc:Fallback>
                <p:oleObj name="" r:id="rId3" imgW="1320165" imgH="177800" progId="Equation.DSMT4">
                  <p:embed/>
                  <p:pic>
                    <p:nvPicPr>
                      <p:cNvPr id="0" name="图片 3151"/>
                      <p:cNvPicPr/>
                      <p:nvPr/>
                    </p:nvPicPr>
                    <p:blipFill>
                      <a:blip r:embed="rId4"/>
                      <a:stretch>
                        <a:fillRect/>
                      </a:stretch>
                    </p:blipFill>
                    <p:spPr>
                      <a:xfrm>
                        <a:off x="2776538" y="4572000"/>
                        <a:ext cx="3136900" cy="422275"/>
                      </a:xfrm>
                      <a:prstGeom prst="rect">
                        <a:avLst/>
                      </a:prstGeom>
                      <a:noFill/>
                      <a:ln w="38100">
                        <a:noFill/>
                        <a:miter/>
                      </a:ln>
                    </p:spPr>
                  </p:pic>
                </p:oleObj>
              </mc:Fallback>
            </mc:AlternateContent>
          </a:graphicData>
        </a:graphic>
      </p:graphicFrame>
      <p:graphicFrame>
        <p:nvGraphicFramePr>
          <p:cNvPr id="68614" name="Object 7"/>
          <p:cNvGraphicFramePr>
            <a:graphicFrameLocks noChangeAspect="1"/>
          </p:cNvGraphicFramePr>
          <p:nvPr/>
        </p:nvGraphicFramePr>
        <p:xfrm>
          <a:off x="2755900" y="5078413"/>
          <a:ext cx="3378200" cy="422275"/>
        </p:xfrm>
        <a:graphic>
          <a:graphicData uri="http://schemas.openxmlformats.org/presentationml/2006/ole">
            <mc:AlternateContent xmlns:mc="http://schemas.openxmlformats.org/markup-compatibility/2006">
              <mc:Choice xmlns:v="urn:schemas-microsoft-com:vml" Requires="v">
                <p:oleObj spid="_x0000_s3155" name="" r:id="rId5" imgW="1421765" imgH="177800" progId="Equation.DSMT4">
                  <p:embed/>
                </p:oleObj>
              </mc:Choice>
              <mc:Fallback>
                <p:oleObj name="" r:id="rId5" imgW="1421765" imgH="177800" progId="Equation.DSMT4">
                  <p:embed/>
                  <p:pic>
                    <p:nvPicPr>
                      <p:cNvPr id="0" name="图片 3154"/>
                      <p:cNvPicPr/>
                      <p:nvPr/>
                    </p:nvPicPr>
                    <p:blipFill>
                      <a:blip r:embed="rId6"/>
                      <a:stretch>
                        <a:fillRect/>
                      </a:stretch>
                    </p:blipFill>
                    <p:spPr>
                      <a:xfrm>
                        <a:off x="2755900" y="5078413"/>
                        <a:ext cx="3378200" cy="422275"/>
                      </a:xfrm>
                      <a:prstGeom prst="rect">
                        <a:avLst/>
                      </a:prstGeom>
                      <a:noFill/>
                      <a:ln w="38100">
                        <a:noFill/>
                        <a:miter/>
                      </a:ln>
                    </p:spPr>
                  </p:pic>
                </p:oleObj>
              </mc:Fallback>
            </mc:AlternateContent>
          </a:graphicData>
        </a:graphic>
      </p:graphicFrame>
      <p:sp>
        <p:nvSpPr>
          <p:cNvPr id="8" name="Text Box 5"/>
          <p:cNvSpPr txBox="1"/>
          <p:nvPr/>
        </p:nvSpPr>
        <p:spPr>
          <a:xfrm>
            <a:off x="3224213" y="0"/>
            <a:ext cx="5919788" cy="706438"/>
          </a:xfrm>
          <a:prstGeom prst="rect">
            <a:avLst/>
          </a:prstGeom>
          <a:noFill/>
          <a:ln w="9525">
            <a:noFill/>
          </a:ln>
        </p:spPr>
        <p:txBody>
          <a:bodyPr>
            <a:spAutoFit/>
          </a:bodyPr>
          <a:lstStyle/>
          <a:p>
            <a:pPr marR="0" algn="ctr" defTabSz="914400" eaLnBrk="1" hangingPunct="1">
              <a:buClrTx/>
              <a:buSzTx/>
              <a:buFontTx/>
              <a:buNone/>
              <a:defRPr/>
            </a:pPr>
            <a:r>
              <a:rPr kumimoji="0" lang="en-US" altLang="zh-CN" sz="4000" b="1" kern="1200" cap="none" spc="0" normalizeH="0" baseline="0" noProof="1">
                <a:solidFill>
                  <a:srgbClr val="0000FF"/>
                </a:solidFill>
                <a:latin typeface="Arial" panose="020B0604020202020204" pitchFamily="34" charset="0"/>
                <a:ea typeface="宋体" panose="02010600030101010101" pitchFamily="2" charset="-122"/>
                <a:cs typeface="+mn-cs"/>
                <a:sym typeface="宋体" panose="02010600030101010101" pitchFamily="2" charset="-122"/>
              </a:rPr>
              <a:t>4.2.1 </a:t>
            </a:r>
            <a:r>
              <a:rPr kumimoji="1" lang="en-US" altLang="zh-CN" sz="4000" b="1" kern="0" cap="none" spc="0" normalizeH="0" baseline="0" noProof="0" dirty="0">
                <a:solidFill>
                  <a:srgbClr val="0000CC"/>
                </a:solidFill>
                <a:effectLst>
                  <a:outerShdw blurRad="38100" dist="38100" dir="2700000" algn="tl">
                    <a:srgbClr val="C0C0C0"/>
                  </a:outerShdw>
                </a:effectLst>
                <a:latin typeface="黑体" panose="02010609060101010101" pitchFamily="49" charset="-122"/>
                <a:ea typeface="黑体" panose="02010609060101010101" pitchFamily="49" charset="-122"/>
                <a:cs typeface="Times New Roman" panose="02020603050405020304" pitchFamily="18" charset="0"/>
                <a:sym typeface="+mn-ea"/>
              </a:rPr>
              <a:t> </a:t>
            </a:r>
            <a:r>
              <a:rPr kumimoji="0" lang="en-US" altLang="zh-CN" sz="4000" kern="1200" cap="none" spc="0" normalizeH="0" baseline="0" noProof="1">
                <a:solidFill>
                  <a:srgbClr val="0000FF"/>
                </a:solidFill>
                <a:latin typeface="Arial" panose="020B0604020202020204" pitchFamily="34" charset="0"/>
                <a:ea typeface="宋体" panose="02010600030101010101" pitchFamily="2" charset="-122"/>
                <a:cs typeface="+mn-cs"/>
                <a:sym typeface="+mn-ea"/>
              </a:rPr>
              <a:t>K</a:t>
            </a:r>
            <a:r>
              <a:rPr kumimoji="0" lang="en-US" altLang="zh-CN" sz="4000" b="1" kern="1200" cap="none" spc="0" normalizeH="0" baseline="0" noProof="1">
                <a:solidFill>
                  <a:srgbClr val="0000FF"/>
                </a:solidFill>
                <a:latin typeface="Arial" panose="020B0604020202020204" pitchFamily="34" charset="0"/>
                <a:ea typeface="宋体" panose="02010600030101010101" pitchFamily="2" charset="-122"/>
                <a:cs typeface="+mn-cs"/>
                <a:sym typeface="+mn-ea"/>
              </a:rPr>
              <a:t>-均值</a:t>
            </a:r>
            <a:r>
              <a:rPr kumimoji="0" lang="en-US" altLang="zh-CN" sz="4000" b="1" kern="1200" cap="none" spc="0" normalizeH="0" baseline="0" noProof="1">
                <a:solidFill>
                  <a:srgbClr val="0000FF"/>
                </a:solidFill>
                <a:latin typeface="Arial" panose="020B0604020202020204" pitchFamily="34" charset="0"/>
                <a:ea typeface="宋体" panose="02010600030101010101" pitchFamily="2" charset="-122"/>
                <a:cs typeface="+mn-cs"/>
                <a:sym typeface="宋体" panose="02010600030101010101" pitchFamily="2" charset="-122"/>
              </a:rPr>
              <a:t>算法</a:t>
            </a:r>
            <a:endParaRPr kumimoji="0" lang="en-US" altLang="zh-CN" sz="4000" b="1" kern="1200" cap="none" spc="0" normalizeH="0" baseline="0" noProof="1">
              <a:solidFill>
                <a:srgbClr val="0000FF"/>
              </a:solidFill>
              <a:latin typeface="Arial" panose="020B0604020202020204" pitchFamily="34" charset="0"/>
              <a:ea typeface="宋体" panose="02010600030101010101" pitchFamily="2" charset="-122"/>
              <a:cs typeface="+mn-cs"/>
              <a:sym typeface="宋体" panose="02010600030101010101" pitchFamily="2" charset="-122"/>
            </a:endParaRPr>
          </a:p>
        </p:txBody>
      </p:sp>
    </p:spTree>
  </p:cSld>
  <p:clrMapOvr>
    <a:masterClrMapping/>
  </p:clrMapOvr>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3426" name="Rectangle 2"/>
          <p:cNvSpPr>
            <a:spLocks noGrp="1" noChangeArrowheads="1"/>
          </p:cNvSpPr>
          <p:nvPr>
            <p:ph type="title"/>
          </p:nvPr>
        </p:nvSpPr>
        <p:spPr>
          <a:xfrm>
            <a:off x="1071563" y="1071563"/>
            <a:ext cx="7143750" cy="609600"/>
          </a:xfrm>
        </p:spPr>
        <p:txBody>
          <a:bodyPr vert="horz" wrap="square" lIns="91440" tIns="45720" rIns="91440" bIns="45720" numCol="1" anchor="b" anchorCtr="0" compatLnSpc="1">
            <a:noAutofit/>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3600" b="1" i="0" u="none" strike="noStrike" kern="0" cap="none" spc="0" normalizeH="0" baseline="0" noProof="0" dirty="0">
                <a:ln>
                  <a:noFill/>
                </a:ln>
                <a:solidFill>
                  <a:srgbClr val="0000CC"/>
                </a:solidFill>
                <a:effectLst>
                  <a:outerShdw blurRad="38100" dist="38100" dir="2700000" algn="tl">
                    <a:srgbClr val="C0C0C0"/>
                  </a:outerShdw>
                </a:effectLst>
                <a:uLnTx/>
                <a:uFillTx/>
                <a:latin typeface="Times New Roman" panose="02020603050405020304" pitchFamily="18" charset="0"/>
                <a:ea typeface="黑体" panose="02010609060101010101" pitchFamily="49" charset="-122"/>
                <a:cs typeface="Times New Roman" panose="02020603050405020304" pitchFamily="18" charset="0"/>
              </a:rPr>
              <a:t>算法实例</a:t>
            </a:r>
            <a:endParaRPr kumimoji="0" lang="en-US" altLang="zh-CN" sz="3600" b="1" i="0" u="none" strike="noStrike" kern="0" cap="none" spc="0" normalizeH="0" baseline="0" noProof="0" dirty="0">
              <a:ln>
                <a:noFill/>
              </a:ln>
              <a:solidFill>
                <a:srgbClr val="FF0000"/>
              </a:solidFill>
              <a:effectLst/>
              <a:uLnTx/>
              <a:uFillTx/>
              <a:latin typeface="宋体" panose="02010600030101010101" pitchFamily="2" charset="-122"/>
              <a:ea typeface="黑体" panose="02010609060101010101" pitchFamily="49" charset="-122"/>
              <a:cs typeface="Times New Roman" panose="02020603050405020304" pitchFamily="18" charset="0"/>
            </a:endParaRPr>
          </a:p>
        </p:txBody>
      </p:sp>
      <p:sp>
        <p:nvSpPr>
          <p:cNvPr id="69635" name="Rectangle 5"/>
          <p:cNvSpPr/>
          <p:nvPr/>
        </p:nvSpPr>
        <p:spPr>
          <a:xfrm>
            <a:off x="971550" y="1841500"/>
            <a:ext cx="7850188" cy="2273300"/>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华文新魏" panose="02010800040101010101" pitchFamily="2" charset="-122"/>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ea typeface="+mn-ea"/>
                <a:cs typeface="华文新魏" panose="02010800040101010101" pitchFamily="2" charset="-122"/>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ea typeface="+mn-ea"/>
                <a:cs typeface="华文新魏" panose="02010800040101010101" pitchFamily="2" charset="-122"/>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ea typeface="+mn-ea"/>
                <a:cs typeface="华文新魏" panose="02010800040101010101" pitchFamily="2" charset="-122"/>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ea typeface="+mn-ea"/>
                <a:cs typeface="华文新魏" panose="02010800040101010101" pitchFamily="2" charset="-122"/>
              </a:defRPr>
            </a:lvl5pPr>
          </a:lstStyle>
          <a:p>
            <a:pPr marL="273050" lvl="0" indent="-273050" eaLnBrk="1" hangingPunct="1">
              <a:spcBef>
                <a:spcPts val="575"/>
              </a:spcBef>
              <a:buClr>
                <a:srgbClr val="D34817"/>
              </a:buClr>
              <a:buSzPct val="85000"/>
            </a:pPr>
            <a:r>
              <a:rPr lang="en-US" altLang="zh-CN" sz="2600" b="1" i="1" dirty="0">
                <a:solidFill>
                  <a:srgbClr val="0070C0"/>
                </a:solidFill>
                <a:latin typeface="Times New Roman" panose="02020603050405020304" pitchFamily="18" charset="0"/>
                <a:ea typeface="华文中宋" panose="02010600040101010101" pitchFamily="2" charset="-122"/>
              </a:rPr>
              <a:t> k</a:t>
            </a:r>
            <a:r>
              <a:rPr lang="en-US" altLang="zh-CN" sz="2600" b="1" dirty="0">
                <a:solidFill>
                  <a:srgbClr val="0070C0"/>
                </a:solidFill>
                <a:latin typeface="Times New Roman" panose="02020603050405020304" pitchFamily="18" charset="0"/>
                <a:ea typeface="华文中宋" panose="02010600040101010101" pitchFamily="2" charset="-122"/>
              </a:rPr>
              <a:t>-means</a:t>
            </a:r>
            <a:r>
              <a:rPr lang="zh-CN" altLang="en-US" sz="2600" b="1" dirty="0">
                <a:solidFill>
                  <a:srgbClr val="0070C0"/>
                </a:solidFill>
                <a:latin typeface="华文中宋" panose="02010600040101010101" pitchFamily="2" charset="-122"/>
                <a:ea typeface="华文中宋" panose="02010600040101010101" pitchFamily="2" charset="-122"/>
              </a:rPr>
              <a:t>计算步骤：</a:t>
            </a:r>
            <a:endParaRPr lang="en-US" altLang="zh-CN" sz="2600" b="1" dirty="0">
              <a:solidFill>
                <a:srgbClr val="0070C0"/>
              </a:solidFill>
              <a:latin typeface="华文中宋" panose="02010600040101010101" pitchFamily="2" charset="-122"/>
              <a:ea typeface="华文中宋" panose="02010600040101010101" pitchFamily="2" charset="-122"/>
            </a:endParaRPr>
          </a:p>
          <a:p>
            <a:pPr marL="273050" lvl="0" indent="-273050" eaLnBrk="1" hangingPunct="1">
              <a:spcBef>
                <a:spcPts val="575"/>
              </a:spcBef>
              <a:buClr>
                <a:srgbClr val="D34817"/>
              </a:buClr>
              <a:buSzPct val="80000"/>
              <a:buFontTx/>
              <a:buNone/>
            </a:pPr>
            <a:r>
              <a:rPr lang="en-US" altLang="zh-CN" sz="2400" b="1" dirty="0">
                <a:solidFill>
                  <a:srgbClr val="000000"/>
                </a:solidFill>
                <a:latin typeface="Times New Roman" panose="02020603050405020304" pitchFamily="18" charset="0"/>
                <a:ea typeface="华文中宋" panose="02010600040101010101" pitchFamily="2" charset="-122"/>
              </a:rPr>
              <a:t>Step 3</a:t>
            </a:r>
            <a:r>
              <a:rPr lang="zh-CN" altLang="en-US" sz="2400" b="1" dirty="0">
                <a:solidFill>
                  <a:srgbClr val="000000"/>
                </a:solidFill>
                <a:ea typeface="华文中宋" panose="02010600040101010101" pitchFamily="2" charset="-122"/>
              </a:rPr>
              <a:t>：更新聚类中心</a:t>
            </a:r>
            <a:endParaRPr lang="en-US" altLang="zh-CN" sz="2400" b="1" dirty="0">
              <a:solidFill>
                <a:srgbClr val="000000"/>
              </a:solidFill>
              <a:ea typeface="华文中宋" panose="02010600040101010101" pitchFamily="2" charset="-122"/>
            </a:endParaRPr>
          </a:p>
          <a:p>
            <a:pPr marL="273050" lvl="0" indent="-273050" eaLnBrk="1" hangingPunct="1">
              <a:spcBef>
                <a:spcPts val="575"/>
              </a:spcBef>
              <a:buClr>
                <a:srgbClr val="D34817"/>
              </a:buClr>
              <a:buSzPct val="80000"/>
              <a:buFontTx/>
              <a:buNone/>
            </a:pPr>
            <a:endParaRPr lang="en-US" altLang="zh-CN" sz="2400" b="1" dirty="0">
              <a:solidFill>
                <a:srgbClr val="000000"/>
              </a:solidFill>
              <a:ea typeface="华文中宋" panose="02010600040101010101" pitchFamily="2" charset="-122"/>
            </a:endParaRPr>
          </a:p>
          <a:p>
            <a:pPr marL="273050" lvl="0" indent="-273050" eaLnBrk="1" hangingPunct="1">
              <a:spcBef>
                <a:spcPts val="575"/>
              </a:spcBef>
              <a:buClr>
                <a:srgbClr val="D34817"/>
              </a:buClr>
              <a:buSzPct val="80000"/>
              <a:buFontTx/>
              <a:buNone/>
            </a:pPr>
            <a:endParaRPr lang="zh-CN" altLang="en-US" sz="2400" b="1" dirty="0">
              <a:solidFill>
                <a:srgbClr val="000000"/>
              </a:solidFill>
              <a:latin typeface="Times New Roman" panose="02020603050405020304" pitchFamily="18" charset="0"/>
              <a:ea typeface="华文中宋" panose="02010600040101010101" pitchFamily="2" charset="-122"/>
            </a:endParaRPr>
          </a:p>
          <a:p>
            <a:pPr marL="273050" lvl="0" indent="-273050" eaLnBrk="1" hangingPunct="1">
              <a:spcBef>
                <a:spcPts val="575"/>
              </a:spcBef>
              <a:buClr>
                <a:srgbClr val="D34817"/>
              </a:buClr>
              <a:buSzPct val="85000"/>
              <a:buFontTx/>
              <a:buNone/>
            </a:pPr>
            <a:endParaRPr lang="en-US" altLang="zh-CN" sz="2600" b="1" dirty="0">
              <a:solidFill>
                <a:srgbClr val="0070C0"/>
              </a:solidFill>
              <a:ea typeface="华文中宋" panose="02010600040101010101" pitchFamily="2" charset="-122"/>
            </a:endParaRPr>
          </a:p>
        </p:txBody>
      </p:sp>
      <p:graphicFrame>
        <p:nvGraphicFramePr>
          <p:cNvPr id="69636" name="Object 3"/>
          <p:cNvGraphicFramePr>
            <a:graphicFrameLocks noChangeAspect="1"/>
          </p:cNvGraphicFramePr>
          <p:nvPr/>
        </p:nvGraphicFramePr>
        <p:xfrm>
          <a:off x="1543050" y="2857500"/>
          <a:ext cx="4856163" cy="1266825"/>
        </p:xfrm>
        <a:graphic>
          <a:graphicData uri="http://schemas.openxmlformats.org/presentationml/2006/ole">
            <mc:AlternateContent xmlns:mc="http://schemas.openxmlformats.org/markup-compatibility/2006">
              <mc:Choice xmlns:v="urn:schemas-microsoft-com:vml" Requires="v">
                <p:oleObj spid="_x0000_s3153" name="" r:id="rId1" imgW="2044700" imgH="533400" progId="Equation.DSMT4">
                  <p:embed/>
                </p:oleObj>
              </mc:Choice>
              <mc:Fallback>
                <p:oleObj name="" r:id="rId1" imgW="2044700" imgH="533400" progId="Equation.DSMT4">
                  <p:embed/>
                  <p:pic>
                    <p:nvPicPr>
                      <p:cNvPr id="0" name="图片 3152"/>
                      <p:cNvPicPr/>
                      <p:nvPr/>
                    </p:nvPicPr>
                    <p:blipFill>
                      <a:blip r:embed="rId2"/>
                      <a:stretch>
                        <a:fillRect/>
                      </a:stretch>
                    </p:blipFill>
                    <p:spPr>
                      <a:xfrm>
                        <a:off x="1543050" y="2857500"/>
                        <a:ext cx="4856163" cy="1266825"/>
                      </a:xfrm>
                      <a:prstGeom prst="rect">
                        <a:avLst/>
                      </a:prstGeom>
                      <a:noFill/>
                      <a:ln w="38100">
                        <a:noFill/>
                        <a:miter/>
                      </a:ln>
                    </p:spPr>
                  </p:pic>
                </p:oleObj>
              </mc:Fallback>
            </mc:AlternateContent>
          </a:graphicData>
        </a:graphic>
      </p:graphicFrame>
      <p:graphicFrame>
        <p:nvGraphicFramePr>
          <p:cNvPr id="69637" name="Object 4"/>
          <p:cNvGraphicFramePr>
            <a:graphicFrameLocks noChangeAspect="1"/>
          </p:cNvGraphicFramePr>
          <p:nvPr/>
        </p:nvGraphicFramePr>
        <p:xfrm>
          <a:off x="1533525" y="4286250"/>
          <a:ext cx="4735513" cy="1266825"/>
        </p:xfrm>
        <a:graphic>
          <a:graphicData uri="http://schemas.openxmlformats.org/presentationml/2006/ole">
            <mc:AlternateContent xmlns:mc="http://schemas.openxmlformats.org/markup-compatibility/2006">
              <mc:Choice xmlns:v="urn:schemas-microsoft-com:vml" Requires="v">
                <p:oleObj spid="_x0000_s3148" name="" r:id="rId3" imgW="1993900" imgH="533400" progId="Equation.DSMT4">
                  <p:embed/>
                </p:oleObj>
              </mc:Choice>
              <mc:Fallback>
                <p:oleObj name="" r:id="rId3" imgW="1993900" imgH="533400" progId="Equation.DSMT4">
                  <p:embed/>
                  <p:pic>
                    <p:nvPicPr>
                      <p:cNvPr id="0" name="图片 3147"/>
                      <p:cNvPicPr/>
                      <p:nvPr/>
                    </p:nvPicPr>
                    <p:blipFill>
                      <a:blip r:embed="rId4"/>
                      <a:stretch>
                        <a:fillRect/>
                      </a:stretch>
                    </p:blipFill>
                    <p:spPr>
                      <a:xfrm>
                        <a:off x="1533525" y="4286250"/>
                        <a:ext cx="4735513" cy="1266825"/>
                      </a:xfrm>
                      <a:prstGeom prst="rect">
                        <a:avLst/>
                      </a:prstGeom>
                      <a:noFill/>
                      <a:ln w="38100">
                        <a:noFill/>
                        <a:miter/>
                      </a:ln>
                    </p:spPr>
                  </p:pic>
                </p:oleObj>
              </mc:Fallback>
            </mc:AlternateContent>
          </a:graphicData>
        </a:graphic>
      </p:graphicFrame>
      <p:sp>
        <p:nvSpPr>
          <p:cNvPr id="7" name="Text Box 5"/>
          <p:cNvSpPr txBox="1"/>
          <p:nvPr/>
        </p:nvSpPr>
        <p:spPr>
          <a:xfrm>
            <a:off x="3224213" y="0"/>
            <a:ext cx="5919788" cy="706438"/>
          </a:xfrm>
          <a:prstGeom prst="rect">
            <a:avLst/>
          </a:prstGeom>
          <a:noFill/>
          <a:ln w="9525">
            <a:noFill/>
          </a:ln>
        </p:spPr>
        <p:txBody>
          <a:bodyPr>
            <a:spAutoFit/>
          </a:bodyPr>
          <a:lstStyle/>
          <a:p>
            <a:pPr marR="0" algn="ctr" defTabSz="914400" eaLnBrk="1" hangingPunct="1">
              <a:buClrTx/>
              <a:buSzTx/>
              <a:buFontTx/>
              <a:buNone/>
              <a:defRPr/>
            </a:pPr>
            <a:r>
              <a:rPr kumimoji="0" lang="en-US" altLang="zh-CN" sz="4000" b="1" kern="1200" cap="none" spc="0" normalizeH="0" baseline="0" noProof="1">
                <a:solidFill>
                  <a:srgbClr val="0000FF"/>
                </a:solidFill>
                <a:latin typeface="Arial" panose="020B0604020202020204" pitchFamily="34" charset="0"/>
                <a:ea typeface="宋体" panose="02010600030101010101" pitchFamily="2" charset="-122"/>
                <a:cs typeface="+mn-cs"/>
                <a:sym typeface="宋体" panose="02010600030101010101" pitchFamily="2" charset="-122"/>
              </a:rPr>
              <a:t>4.2.1 </a:t>
            </a:r>
            <a:r>
              <a:rPr kumimoji="1" lang="en-US" altLang="zh-CN" sz="4000" b="1" kern="0" cap="none" spc="0" normalizeH="0" baseline="0" noProof="0" dirty="0">
                <a:solidFill>
                  <a:srgbClr val="0000CC"/>
                </a:solidFill>
                <a:effectLst>
                  <a:outerShdw blurRad="38100" dist="38100" dir="2700000" algn="tl">
                    <a:srgbClr val="C0C0C0"/>
                  </a:outerShdw>
                </a:effectLst>
                <a:latin typeface="黑体" panose="02010609060101010101" pitchFamily="49" charset="-122"/>
                <a:ea typeface="黑体" panose="02010609060101010101" pitchFamily="49" charset="-122"/>
                <a:cs typeface="Times New Roman" panose="02020603050405020304" pitchFamily="18" charset="0"/>
                <a:sym typeface="+mn-ea"/>
              </a:rPr>
              <a:t> </a:t>
            </a:r>
            <a:r>
              <a:rPr kumimoji="0" lang="en-US" altLang="zh-CN" sz="4000" kern="1200" cap="none" spc="0" normalizeH="0" baseline="0" noProof="1">
                <a:solidFill>
                  <a:srgbClr val="0000FF"/>
                </a:solidFill>
                <a:latin typeface="Arial" panose="020B0604020202020204" pitchFamily="34" charset="0"/>
                <a:ea typeface="宋体" panose="02010600030101010101" pitchFamily="2" charset="-122"/>
                <a:cs typeface="+mn-cs"/>
                <a:sym typeface="+mn-ea"/>
              </a:rPr>
              <a:t>K</a:t>
            </a:r>
            <a:r>
              <a:rPr kumimoji="0" lang="en-US" altLang="zh-CN" sz="4000" b="1" kern="1200" cap="none" spc="0" normalizeH="0" baseline="0" noProof="1">
                <a:solidFill>
                  <a:srgbClr val="0000FF"/>
                </a:solidFill>
                <a:latin typeface="Arial" panose="020B0604020202020204" pitchFamily="34" charset="0"/>
                <a:ea typeface="宋体" panose="02010600030101010101" pitchFamily="2" charset="-122"/>
                <a:cs typeface="+mn-cs"/>
                <a:sym typeface="+mn-ea"/>
              </a:rPr>
              <a:t>-均值</a:t>
            </a:r>
            <a:r>
              <a:rPr kumimoji="0" lang="en-US" altLang="zh-CN" sz="4000" b="1" kern="1200" cap="none" spc="0" normalizeH="0" baseline="0" noProof="1">
                <a:solidFill>
                  <a:srgbClr val="0000FF"/>
                </a:solidFill>
                <a:latin typeface="Arial" panose="020B0604020202020204" pitchFamily="34" charset="0"/>
                <a:ea typeface="宋体" panose="02010600030101010101" pitchFamily="2" charset="-122"/>
                <a:cs typeface="+mn-cs"/>
                <a:sym typeface="宋体" panose="02010600030101010101" pitchFamily="2" charset="-122"/>
              </a:rPr>
              <a:t>算法</a:t>
            </a:r>
            <a:endParaRPr kumimoji="0" lang="en-US" altLang="zh-CN" sz="4000" b="1" kern="1200" cap="none" spc="0" normalizeH="0" baseline="0" noProof="1">
              <a:solidFill>
                <a:srgbClr val="0000FF"/>
              </a:solidFill>
              <a:latin typeface="Arial" panose="020B0604020202020204" pitchFamily="34" charset="0"/>
              <a:ea typeface="宋体" panose="02010600030101010101" pitchFamily="2" charset="-122"/>
              <a:cs typeface="+mn-cs"/>
              <a:sym typeface="宋体" panose="02010600030101010101" pitchFamily="2" charset="-122"/>
            </a:endParaRPr>
          </a:p>
        </p:txBody>
      </p:sp>
    </p:spTree>
  </p:cSld>
  <p:clrMapOvr>
    <a:masterClrMapping/>
  </p:clrMapOvr>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3426" name="Rectangle 2"/>
          <p:cNvSpPr>
            <a:spLocks noGrp="1" noChangeArrowheads="1"/>
          </p:cNvSpPr>
          <p:nvPr>
            <p:ph type="title"/>
          </p:nvPr>
        </p:nvSpPr>
        <p:spPr>
          <a:xfrm>
            <a:off x="1071563" y="1071563"/>
            <a:ext cx="7143750" cy="609600"/>
          </a:xfrm>
        </p:spPr>
        <p:txBody>
          <a:bodyPr vert="horz" wrap="square" lIns="91440" tIns="45720" rIns="91440" bIns="45720" numCol="1" anchor="b" anchorCtr="0" compatLnSpc="1">
            <a:noAutofit/>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3600" b="1" i="0" u="none" strike="noStrike" kern="0" cap="none" spc="0" normalizeH="0" baseline="0" noProof="0" dirty="0">
                <a:ln>
                  <a:noFill/>
                </a:ln>
                <a:solidFill>
                  <a:srgbClr val="0000CC"/>
                </a:solidFill>
                <a:effectLst>
                  <a:outerShdw blurRad="38100" dist="38100" dir="2700000" algn="tl">
                    <a:srgbClr val="C0C0C0"/>
                  </a:outerShdw>
                </a:effectLst>
                <a:uLnTx/>
                <a:uFillTx/>
                <a:latin typeface="Times New Roman" panose="02020603050405020304" pitchFamily="18" charset="0"/>
                <a:ea typeface="黑体" panose="02010609060101010101" pitchFamily="49" charset="-122"/>
                <a:cs typeface="Times New Roman" panose="02020603050405020304" pitchFamily="18" charset="0"/>
              </a:rPr>
              <a:t>算法实例</a:t>
            </a:r>
            <a:endParaRPr kumimoji="0" lang="en-US" altLang="zh-CN" sz="3600" b="1" i="0" u="none" strike="noStrike" kern="0" cap="none" spc="0" normalizeH="0" baseline="0" noProof="0" dirty="0">
              <a:ln>
                <a:noFill/>
              </a:ln>
              <a:solidFill>
                <a:srgbClr val="FF0000"/>
              </a:solidFill>
              <a:effectLst/>
              <a:uLnTx/>
              <a:uFillTx/>
              <a:latin typeface="宋体" panose="02010600030101010101" pitchFamily="2" charset="-122"/>
              <a:ea typeface="黑体" panose="02010609060101010101" pitchFamily="49" charset="-122"/>
              <a:cs typeface="Times New Roman" panose="02020603050405020304" pitchFamily="18" charset="0"/>
            </a:endParaRPr>
          </a:p>
        </p:txBody>
      </p:sp>
      <p:sp>
        <p:nvSpPr>
          <p:cNvPr id="70659" name="Rectangle 5"/>
          <p:cNvSpPr/>
          <p:nvPr/>
        </p:nvSpPr>
        <p:spPr>
          <a:xfrm>
            <a:off x="684213" y="1841500"/>
            <a:ext cx="8137525" cy="4025900"/>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华文新魏" panose="02010800040101010101" pitchFamily="2" charset="-122"/>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ea typeface="+mn-ea"/>
                <a:cs typeface="华文新魏" panose="02010800040101010101" pitchFamily="2" charset="-122"/>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ea typeface="+mn-ea"/>
                <a:cs typeface="华文新魏" panose="02010800040101010101" pitchFamily="2" charset="-122"/>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ea typeface="+mn-ea"/>
                <a:cs typeface="华文新魏" panose="02010800040101010101" pitchFamily="2" charset="-122"/>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ea typeface="+mn-ea"/>
                <a:cs typeface="华文新魏" panose="02010800040101010101" pitchFamily="2" charset="-122"/>
              </a:defRPr>
            </a:lvl5pPr>
          </a:lstStyle>
          <a:p>
            <a:pPr marL="273050" lvl="0" indent="-273050" eaLnBrk="1" hangingPunct="1">
              <a:spcBef>
                <a:spcPts val="575"/>
              </a:spcBef>
              <a:buClr>
                <a:srgbClr val="D34817"/>
              </a:buClr>
              <a:buSzPct val="85000"/>
            </a:pPr>
            <a:r>
              <a:rPr lang="en-US" altLang="zh-CN" sz="2600" b="1" i="1" dirty="0">
                <a:solidFill>
                  <a:srgbClr val="0070C0"/>
                </a:solidFill>
                <a:latin typeface="Times New Roman" panose="02020603050405020304" pitchFamily="18" charset="0"/>
                <a:ea typeface="华文中宋" panose="02010600040101010101" pitchFamily="2" charset="-122"/>
              </a:rPr>
              <a:t> k</a:t>
            </a:r>
            <a:r>
              <a:rPr lang="en-US" altLang="zh-CN" sz="2600" b="1" dirty="0">
                <a:solidFill>
                  <a:srgbClr val="0070C0"/>
                </a:solidFill>
                <a:latin typeface="Times New Roman" panose="02020603050405020304" pitchFamily="18" charset="0"/>
                <a:ea typeface="华文中宋" panose="02010600040101010101" pitchFamily="2" charset="-122"/>
              </a:rPr>
              <a:t>-means</a:t>
            </a:r>
            <a:r>
              <a:rPr lang="zh-CN" altLang="en-US" sz="2600" b="1" dirty="0">
                <a:solidFill>
                  <a:srgbClr val="0070C0"/>
                </a:solidFill>
                <a:latin typeface="华文中宋" panose="02010600040101010101" pitchFamily="2" charset="-122"/>
                <a:ea typeface="华文中宋" panose="02010600040101010101" pitchFamily="2" charset="-122"/>
              </a:rPr>
              <a:t>计算步骤：</a:t>
            </a:r>
            <a:endParaRPr lang="en-US" altLang="zh-CN" sz="2600" b="1" dirty="0">
              <a:solidFill>
                <a:srgbClr val="0070C0"/>
              </a:solidFill>
              <a:latin typeface="华文中宋" panose="02010600040101010101" pitchFamily="2" charset="-122"/>
              <a:ea typeface="华文中宋" panose="02010600040101010101" pitchFamily="2" charset="-122"/>
            </a:endParaRPr>
          </a:p>
          <a:p>
            <a:pPr marL="273050" lvl="0" indent="-273050" eaLnBrk="1" hangingPunct="1">
              <a:spcBef>
                <a:spcPts val="575"/>
              </a:spcBef>
              <a:buClr>
                <a:srgbClr val="D34817"/>
              </a:buClr>
              <a:buSzPct val="80000"/>
              <a:buFontTx/>
              <a:buNone/>
            </a:pPr>
            <a:r>
              <a:rPr lang="en-US" altLang="zh-CN" sz="2400" b="1" dirty="0">
                <a:solidFill>
                  <a:srgbClr val="000000"/>
                </a:solidFill>
                <a:latin typeface="Times New Roman" panose="02020603050405020304" pitchFamily="18" charset="0"/>
                <a:ea typeface="华文中宋" panose="02010600040101010101" pitchFamily="2" charset="-122"/>
              </a:rPr>
              <a:t>Step 4</a:t>
            </a:r>
            <a:r>
              <a:rPr lang="zh-CN" altLang="en-US" sz="2400" b="1" dirty="0">
                <a:solidFill>
                  <a:srgbClr val="000000"/>
                </a:solidFill>
                <a:ea typeface="华文中宋" panose="02010600040101010101" pitchFamily="2" charset="-122"/>
              </a:rPr>
              <a:t>：判断算法是否终止，由                                   ，</a:t>
            </a:r>
            <a:endParaRPr lang="en-US" altLang="zh-CN" sz="2400" b="1" dirty="0">
              <a:solidFill>
                <a:srgbClr val="000000"/>
              </a:solidFill>
              <a:ea typeface="华文中宋" panose="02010600040101010101" pitchFamily="2" charset="-122"/>
            </a:endParaRPr>
          </a:p>
          <a:p>
            <a:pPr marL="273050" lvl="0" indent="-273050" eaLnBrk="1" hangingPunct="1">
              <a:spcBef>
                <a:spcPts val="575"/>
              </a:spcBef>
              <a:buClr>
                <a:srgbClr val="D34817"/>
              </a:buClr>
              <a:buSzPct val="80000"/>
              <a:buFontTx/>
              <a:buNone/>
            </a:pPr>
            <a:r>
              <a:rPr lang="zh-CN" altLang="en-US" sz="2400" b="1" dirty="0">
                <a:solidFill>
                  <a:srgbClr val="000000"/>
                </a:solidFill>
                <a:ea typeface="华文中宋" panose="02010600040101010101" pitchFamily="2" charset="-122"/>
              </a:rPr>
              <a:t>新旧中心不相等，不满足终止条件，转置</a:t>
            </a:r>
            <a:r>
              <a:rPr lang="en-US" altLang="zh-CN" sz="2400" b="1" dirty="0">
                <a:solidFill>
                  <a:srgbClr val="000000"/>
                </a:solidFill>
                <a:latin typeface="Times New Roman" panose="02020603050405020304" pitchFamily="18" charset="0"/>
                <a:ea typeface="华文中宋" panose="02010600040101010101" pitchFamily="2" charset="-122"/>
              </a:rPr>
              <a:t>Step 2.</a:t>
            </a:r>
            <a:endParaRPr lang="en-US" altLang="zh-CN" sz="2400" b="1" dirty="0">
              <a:solidFill>
                <a:srgbClr val="000000"/>
              </a:solidFill>
              <a:latin typeface="Times New Roman" panose="02020603050405020304" pitchFamily="18" charset="0"/>
              <a:ea typeface="华文中宋" panose="02010600040101010101" pitchFamily="2" charset="-122"/>
            </a:endParaRPr>
          </a:p>
          <a:p>
            <a:pPr marL="273050" lvl="0" indent="-273050" eaLnBrk="1" hangingPunct="1">
              <a:spcBef>
                <a:spcPts val="575"/>
              </a:spcBef>
              <a:buClr>
                <a:srgbClr val="D34817"/>
              </a:buClr>
              <a:buSzPct val="80000"/>
              <a:buFontTx/>
              <a:buNone/>
            </a:pPr>
            <a:r>
              <a:rPr lang="en-US" altLang="zh-CN" sz="2400" b="1" dirty="0">
                <a:solidFill>
                  <a:srgbClr val="000000"/>
                </a:solidFill>
                <a:latin typeface="Times New Roman" panose="02020603050405020304" pitchFamily="18" charset="0"/>
                <a:ea typeface="华文中宋" panose="02010600040101010101" pitchFamily="2" charset="-122"/>
              </a:rPr>
              <a:t>Step 2</a:t>
            </a:r>
            <a:r>
              <a:rPr lang="zh-CN" altLang="en-US" sz="2400" b="1" dirty="0">
                <a:solidFill>
                  <a:srgbClr val="000000"/>
                </a:solidFill>
                <a:ea typeface="华文中宋" panose="02010600040101010101" pitchFamily="2" charset="-122"/>
              </a:rPr>
              <a:t>：重新计算所有数据点到两个聚类中心的距离，</a:t>
            </a:r>
            <a:endParaRPr lang="en-US" altLang="zh-CN" sz="2400" b="1" dirty="0">
              <a:solidFill>
                <a:srgbClr val="000000"/>
              </a:solidFill>
              <a:ea typeface="华文中宋" panose="02010600040101010101" pitchFamily="2" charset="-122"/>
            </a:endParaRPr>
          </a:p>
          <a:p>
            <a:pPr marL="273050" lvl="0" indent="-273050" eaLnBrk="1" hangingPunct="1">
              <a:spcBef>
                <a:spcPts val="575"/>
              </a:spcBef>
              <a:buClr>
                <a:srgbClr val="D34817"/>
              </a:buClr>
              <a:buSzPct val="80000"/>
              <a:buFontTx/>
              <a:buNone/>
            </a:pPr>
            <a:r>
              <a:rPr lang="zh-CN" altLang="en-US" sz="2400" b="1" dirty="0">
                <a:solidFill>
                  <a:srgbClr val="000000"/>
                </a:solidFill>
                <a:ea typeface="华文中宋" panose="02010600040101010101" pitchFamily="2" charset="-122"/>
              </a:rPr>
              <a:t>将它们归为最近聚类中心，重新分为两类</a:t>
            </a:r>
            <a:r>
              <a:rPr lang="zh-CN" altLang="en-US" sz="2400" b="1" dirty="0">
                <a:solidFill>
                  <a:srgbClr val="000000"/>
                </a:solidFill>
                <a:latin typeface="宋体" panose="02010600030101010101" pitchFamily="2" charset="-122"/>
                <a:ea typeface="华文中宋" panose="02010600040101010101" pitchFamily="2" charset="-122"/>
              </a:rPr>
              <a:t>，得到第三</a:t>
            </a:r>
            <a:endParaRPr lang="en-US" altLang="zh-CN" sz="2400" b="1" dirty="0">
              <a:solidFill>
                <a:srgbClr val="000000"/>
              </a:solidFill>
              <a:latin typeface="宋体" panose="02010600030101010101" pitchFamily="2" charset="-122"/>
              <a:ea typeface="华文中宋" panose="02010600040101010101" pitchFamily="2" charset="-122"/>
            </a:endParaRPr>
          </a:p>
          <a:p>
            <a:pPr marL="273050" lvl="0" indent="-273050" eaLnBrk="1" hangingPunct="1">
              <a:spcBef>
                <a:spcPts val="575"/>
              </a:spcBef>
              <a:buClr>
                <a:srgbClr val="D34817"/>
              </a:buClr>
              <a:buSzPct val="80000"/>
              <a:buFontTx/>
              <a:buNone/>
            </a:pPr>
            <a:r>
              <a:rPr lang="zh-CN" altLang="en-US" sz="2400" b="1" dirty="0">
                <a:solidFill>
                  <a:srgbClr val="000000"/>
                </a:solidFill>
                <a:latin typeface="宋体" panose="02010600030101010101" pitchFamily="2" charset="-122"/>
                <a:ea typeface="华文中宋" panose="02010600040101010101" pitchFamily="2" charset="-122"/>
              </a:rPr>
              <a:t>次迭代的聚类结果：</a:t>
            </a:r>
            <a:endParaRPr lang="en-US" altLang="zh-CN" sz="2400" b="1" dirty="0">
              <a:solidFill>
                <a:srgbClr val="000000"/>
              </a:solidFill>
              <a:latin typeface="宋体" panose="02010600030101010101" pitchFamily="2" charset="-122"/>
              <a:ea typeface="华文中宋" panose="02010600040101010101" pitchFamily="2" charset="-122"/>
            </a:endParaRPr>
          </a:p>
          <a:p>
            <a:pPr marL="273050" lvl="0" indent="-273050" eaLnBrk="1" hangingPunct="1">
              <a:spcBef>
                <a:spcPts val="575"/>
              </a:spcBef>
              <a:buClr>
                <a:srgbClr val="D34817"/>
              </a:buClr>
              <a:buSzPct val="80000"/>
              <a:buFontTx/>
              <a:buNone/>
            </a:pPr>
            <a:r>
              <a:rPr lang="zh-CN" altLang="en-US" sz="2400" b="1" dirty="0">
                <a:solidFill>
                  <a:srgbClr val="000000"/>
                </a:solidFill>
                <a:latin typeface="宋体" panose="02010600030101010101" pitchFamily="2" charset="-122"/>
                <a:ea typeface="华文中宋" panose="02010600040101010101" pitchFamily="2" charset="-122"/>
              </a:rPr>
              <a:t>第一类：</a:t>
            </a:r>
            <a:endParaRPr lang="en-US" altLang="zh-CN" sz="2400" b="1" dirty="0">
              <a:solidFill>
                <a:srgbClr val="000000"/>
              </a:solidFill>
              <a:latin typeface="宋体" panose="02010600030101010101" pitchFamily="2" charset="-122"/>
              <a:ea typeface="华文中宋" panose="02010600040101010101" pitchFamily="2" charset="-122"/>
            </a:endParaRPr>
          </a:p>
          <a:p>
            <a:pPr marL="273050" lvl="0" indent="-273050" eaLnBrk="1" hangingPunct="1">
              <a:spcBef>
                <a:spcPts val="575"/>
              </a:spcBef>
              <a:buClr>
                <a:srgbClr val="D34817"/>
              </a:buClr>
              <a:buSzPct val="80000"/>
              <a:buFontTx/>
              <a:buNone/>
            </a:pPr>
            <a:r>
              <a:rPr lang="zh-CN" altLang="en-US" sz="2400" b="1" dirty="0">
                <a:solidFill>
                  <a:srgbClr val="000000"/>
                </a:solidFill>
                <a:latin typeface="宋体" panose="02010600030101010101" pitchFamily="2" charset="-122"/>
                <a:ea typeface="华文中宋" panose="02010600040101010101" pitchFamily="2" charset="-122"/>
              </a:rPr>
              <a:t>第二类：</a:t>
            </a:r>
            <a:endParaRPr lang="zh-CN" altLang="en-US" sz="2400" b="1" dirty="0">
              <a:solidFill>
                <a:srgbClr val="000000"/>
              </a:solidFill>
              <a:latin typeface="Times New Roman" panose="02020603050405020304" pitchFamily="18" charset="0"/>
              <a:ea typeface="华文中宋" panose="02010600040101010101" pitchFamily="2" charset="-122"/>
            </a:endParaRPr>
          </a:p>
          <a:p>
            <a:pPr marL="273050" lvl="0" indent="-273050" eaLnBrk="1" hangingPunct="1">
              <a:spcBef>
                <a:spcPts val="575"/>
              </a:spcBef>
              <a:buClr>
                <a:srgbClr val="D34817"/>
              </a:buClr>
              <a:buSzPct val="85000"/>
              <a:buFontTx/>
              <a:buNone/>
            </a:pPr>
            <a:endParaRPr lang="en-US" altLang="zh-CN" sz="2600" b="1" dirty="0">
              <a:solidFill>
                <a:srgbClr val="0070C0"/>
              </a:solidFill>
              <a:ea typeface="华文中宋" panose="02010600040101010101" pitchFamily="2" charset="-122"/>
            </a:endParaRPr>
          </a:p>
        </p:txBody>
      </p:sp>
      <p:graphicFrame>
        <p:nvGraphicFramePr>
          <p:cNvPr id="70660" name="Object 2"/>
          <p:cNvGraphicFramePr>
            <a:graphicFrameLocks noChangeAspect="1"/>
          </p:cNvGraphicFramePr>
          <p:nvPr/>
        </p:nvGraphicFramePr>
        <p:xfrm>
          <a:off x="4914900" y="2357438"/>
          <a:ext cx="2503488" cy="452437"/>
        </p:xfrm>
        <a:graphic>
          <a:graphicData uri="http://schemas.openxmlformats.org/presentationml/2006/ole">
            <mc:AlternateContent xmlns:mc="http://schemas.openxmlformats.org/markup-compatibility/2006">
              <mc:Choice xmlns:v="urn:schemas-microsoft-com:vml" Requires="v">
                <p:oleObj spid="_x0000_s3150" name="" r:id="rId1" imgW="1054100" imgH="190500" progId="Equation.DSMT4">
                  <p:embed/>
                </p:oleObj>
              </mc:Choice>
              <mc:Fallback>
                <p:oleObj name="" r:id="rId1" imgW="1054100" imgH="190500" progId="Equation.DSMT4">
                  <p:embed/>
                  <p:pic>
                    <p:nvPicPr>
                      <p:cNvPr id="0" name="图片 3149"/>
                      <p:cNvPicPr/>
                      <p:nvPr/>
                    </p:nvPicPr>
                    <p:blipFill>
                      <a:blip r:embed="rId2"/>
                      <a:stretch>
                        <a:fillRect/>
                      </a:stretch>
                    </p:blipFill>
                    <p:spPr>
                      <a:xfrm>
                        <a:off x="4914900" y="2357438"/>
                        <a:ext cx="2503488" cy="452437"/>
                      </a:xfrm>
                      <a:prstGeom prst="rect">
                        <a:avLst/>
                      </a:prstGeom>
                      <a:noFill/>
                      <a:ln w="38100">
                        <a:noFill/>
                        <a:miter/>
                      </a:ln>
                    </p:spPr>
                  </p:pic>
                </p:oleObj>
              </mc:Fallback>
            </mc:AlternateContent>
          </a:graphicData>
        </a:graphic>
      </p:graphicFrame>
      <p:graphicFrame>
        <p:nvGraphicFramePr>
          <p:cNvPr id="70661" name="Object 3"/>
          <p:cNvGraphicFramePr>
            <a:graphicFrameLocks noChangeAspect="1"/>
          </p:cNvGraphicFramePr>
          <p:nvPr/>
        </p:nvGraphicFramePr>
        <p:xfrm>
          <a:off x="2790825" y="4572000"/>
          <a:ext cx="3106738" cy="422275"/>
        </p:xfrm>
        <a:graphic>
          <a:graphicData uri="http://schemas.openxmlformats.org/presentationml/2006/ole">
            <mc:AlternateContent xmlns:mc="http://schemas.openxmlformats.org/markup-compatibility/2006">
              <mc:Choice xmlns:v="urn:schemas-microsoft-com:vml" Requires="v">
                <p:oleObj spid="_x0000_s3149" name="" r:id="rId3" imgW="1307465" imgH="177800" progId="Equation.DSMT4">
                  <p:embed/>
                </p:oleObj>
              </mc:Choice>
              <mc:Fallback>
                <p:oleObj name="" r:id="rId3" imgW="1307465" imgH="177800" progId="Equation.DSMT4">
                  <p:embed/>
                  <p:pic>
                    <p:nvPicPr>
                      <p:cNvPr id="0" name="图片 3148"/>
                      <p:cNvPicPr/>
                      <p:nvPr/>
                    </p:nvPicPr>
                    <p:blipFill>
                      <a:blip r:embed="rId4"/>
                      <a:stretch>
                        <a:fillRect/>
                      </a:stretch>
                    </p:blipFill>
                    <p:spPr>
                      <a:xfrm>
                        <a:off x="2790825" y="4572000"/>
                        <a:ext cx="3106738" cy="422275"/>
                      </a:xfrm>
                      <a:prstGeom prst="rect">
                        <a:avLst/>
                      </a:prstGeom>
                      <a:noFill/>
                      <a:ln w="38100">
                        <a:noFill/>
                        <a:miter/>
                      </a:ln>
                    </p:spPr>
                  </p:pic>
                </p:oleObj>
              </mc:Fallback>
            </mc:AlternateContent>
          </a:graphicData>
        </a:graphic>
      </p:graphicFrame>
      <p:graphicFrame>
        <p:nvGraphicFramePr>
          <p:cNvPr id="70662" name="Object 4"/>
          <p:cNvGraphicFramePr>
            <a:graphicFrameLocks noChangeAspect="1"/>
          </p:cNvGraphicFramePr>
          <p:nvPr/>
        </p:nvGraphicFramePr>
        <p:xfrm>
          <a:off x="2755900" y="5078413"/>
          <a:ext cx="3378200" cy="422275"/>
        </p:xfrm>
        <a:graphic>
          <a:graphicData uri="http://schemas.openxmlformats.org/presentationml/2006/ole">
            <mc:AlternateContent xmlns:mc="http://schemas.openxmlformats.org/markup-compatibility/2006">
              <mc:Choice xmlns:v="urn:schemas-microsoft-com:vml" Requires="v">
                <p:oleObj spid="_x0000_s3154" name="" r:id="rId5" imgW="1421765" imgH="177800" progId="Equation.DSMT4">
                  <p:embed/>
                </p:oleObj>
              </mc:Choice>
              <mc:Fallback>
                <p:oleObj name="" r:id="rId5" imgW="1421765" imgH="177800" progId="Equation.DSMT4">
                  <p:embed/>
                  <p:pic>
                    <p:nvPicPr>
                      <p:cNvPr id="0" name="图片 3153"/>
                      <p:cNvPicPr/>
                      <p:nvPr/>
                    </p:nvPicPr>
                    <p:blipFill>
                      <a:blip r:embed="rId6"/>
                      <a:stretch>
                        <a:fillRect/>
                      </a:stretch>
                    </p:blipFill>
                    <p:spPr>
                      <a:xfrm>
                        <a:off x="2755900" y="5078413"/>
                        <a:ext cx="3378200" cy="422275"/>
                      </a:xfrm>
                      <a:prstGeom prst="rect">
                        <a:avLst/>
                      </a:prstGeom>
                      <a:noFill/>
                      <a:ln w="38100">
                        <a:noFill/>
                        <a:miter/>
                      </a:ln>
                    </p:spPr>
                  </p:pic>
                </p:oleObj>
              </mc:Fallback>
            </mc:AlternateContent>
          </a:graphicData>
        </a:graphic>
      </p:graphicFrame>
      <p:sp>
        <p:nvSpPr>
          <p:cNvPr id="8" name="Text Box 5"/>
          <p:cNvSpPr txBox="1"/>
          <p:nvPr/>
        </p:nvSpPr>
        <p:spPr>
          <a:xfrm>
            <a:off x="3224213" y="0"/>
            <a:ext cx="5919788" cy="706438"/>
          </a:xfrm>
          <a:prstGeom prst="rect">
            <a:avLst/>
          </a:prstGeom>
          <a:noFill/>
          <a:ln w="9525">
            <a:noFill/>
          </a:ln>
        </p:spPr>
        <p:txBody>
          <a:bodyPr>
            <a:spAutoFit/>
          </a:bodyPr>
          <a:lstStyle/>
          <a:p>
            <a:pPr marR="0" algn="ctr" defTabSz="914400" eaLnBrk="1" hangingPunct="1">
              <a:buClrTx/>
              <a:buSzTx/>
              <a:buFontTx/>
              <a:buNone/>
              <a:defRPr/>
            </a:pPr>
            <a:r>
              <a:rPr kumimoji="0" lang="en-US" altLang="zh-CN" sz="4000" b="1" kern="1200" cap="none" spc="0" normalizeH="0" baseline="0" noProof="1">
                <a:solidFill>
                  <a:srgbClr val="0000FF"/>
                </a:solidFill>
                <a:latin typeface="Arial" panose="020B0604020202020204" pitchFamily="34" charset="0"/>
                <a:ea typeface="宋体" panose="02010600030101010101" pitchFamily="2" charset="-122"/>
                <a:cs typeface="+mn-cs"/>
                <a:sym typeface="宋体" panose="02010600030101010101" pitchFamily="2" charset="-122"/>
              </a:rPr>
              <a:t>4.2.1 </a:t>
            </a:r>
            <a:r>
              <a:rPr kumimoji="1" lang="en-US" altLang="zh-CN" sz="4000" b="1" kern="0" cap="none" spc="0" normalizeH="0" baseline="0" noProof="0" dirty="0">
                <a:solidFill>
                  <a:srgbClr val="0000CC"/>
                </a:solidFill>
                <a:effectLst>
                  <a:outerShdw blurRad="38100" dist="38100" dir="2700000" algn="tl">
                    <a:srgbClr val="C0C0C0"/>
                  </a:outerShdw>
                </a:effectLst>
                <a:latin typeface="黑体" panose="02010609060101010101" pitchFamily="49" charset="-122"/>
                <a:ea typeface="黑体" panose="02010609060101010101" pitchFamily="49" charset="-122"/>
                <a:cs typeface="Times New Roman" panose="02020603050405020304" pitchFamily="18" charset="0"/>
                <a:sym typeface="+mn-ea"/>
              </a:rPr>
              <a:t> </a:t>
            </a:r>
            <a:r>
              <a:rPr kumimoji="0" lang="en-US" altLang="zh-CN" sz="4000" kern="1200" cap="none" spc="0" normalizeH="0" baseline="0" noProof="1">
                <a:solidFill>
                  <a:srgbClr val="0000FF"/>
                </a:solidFill>
                <a:latin typeface="Arial" panose="020B0604020202020204" pitchFamily="34" charset="0"/>
                <a:ea typeface="宋体" panose="02010600030101010101" pitchFamily="2" charset="-122"/>
                <a:cs typeface="+mn-cs"/>
                <a:sym typeface="+mn-ea"/>
              </a:rPr>
              <a:t>K</a:t>
            </a:r>
            <a:r>
              <a:rPr kumimoji="0" lang="en-US" altLang="zh-CN" sz="4000" b="1" kern="1200" cap="none" spc="0" normalizeH="0" baseline="0" noProof="1">
                <a:solidFill>
                  <a:srgbClr val="0000FF"/>
                </a:solidFill>
                <a:latin typeface="Arial" panose="020B0604020202020204" pitchFamily="34" charset="0"/>
                <a:ea typeface="宋体" panose="02010600030101010101" pitchFamily="2" charset="-122"/>
                <a:cs typeface="+mn-cs"/>
                <a:sym typeface="+mn-ea"/>
              </a:rPr>
              <a:t>-均值</a:t>
            </a:r>
            <a:r>
              <a:rPr kumimoji="0" lang="en-US" altLang="zh-CN" sz="4000" b="1" kern="1200" cap="none" spc="0" normalizeH="0" baseline="0" noProof="1">
                <a:solidFill>
                  <a:srgbClr val="0000FF"/>
                </a:solidFill>
                <a:latin typeface="Arial" panose="020B0604020202020204" pitchFamily="34" charset="0"/>
                <a:ea typeface="宋体" panose="02010600030101010101" pitchFamily="2" charset="-122"/>
                <a:cs typeface="+mn-cs"/>
                <a:sym typeface="宋体" panose="02010600030101010101" pitchFamily="2" charset="-122"/>
              </a:rPr>
              <a:t>算法</a:t>
            </a:r>
            <a:endParaRPr kumimoji="0" lang="en-US" altLang="zh-CN" sz="4000" b="1" kern="1200" cap="none" spc="0" normalizeH="0" baseline="0" noProof="1">
              <a:solidFill>
                <a:srgbClr val="0000FF"/>
              </a:solidFill>
              <a:latin typeface="Arial" panose="020B0604020202020204" pitchFamily="34" charset="0"/>
              <a:ea typeface="宋体" panose="02010600030101010101" pitchFamily="2" charset="-122"/>
              <a:cs typeface="+mn-cs"/>
              <a:sym typeface="宋体" panose="02010600030101010101" pitchFamily="2" charset="-122"/>
            </a:endParaRPr>
          </a:p>
        </p:txBody>
      </p:sp>
    </p:spTree>
  </p:cSld>
  <p:clrMapOvr>
    <a:masterClrMapping/>
  </p:clrMapOvr>
  <p:transition/>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3426" name="Rectangle 2"/>
          <p:cNvSpPr>
            <a:spLocks noGrp="1" noChangeArrowheads="1"/>
          </p:cNvSpPr>
          <p:nvPr>
            <p:ph type="title"/>
          </p:nvPr>
        </p:nvSpPr>
        <p:spPr>
          <a:xfrm>
            <a:off x="1071563" y="1071563"/>
            <a:ext cx="7143750" cy="609600"/>
          </a:xfrm>
        </p:spPr>
        <p:txBody>
          <a:bodyPr vert="horz" wrap="square" lIns="91440" tIns="45720" rIns="91440" bIns="45720" numCol="1" anchor="b" anchorCtr="0" compatLnSpc="1">
            <a:noAutofit/>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3600" b="1" i="0" u="none" strike="noStrike" kern="0" cap="none" spc="0" normalizeH="0" baseline="0" noProof="0" dirty="0">
                <a:ln>
                  <a:noFill/>
                </a:ln>
                <a:solidFill>
                  <a:srgbClr val="0000CC"/>
                </a:solidFill>
                <a:effectLst>
                  <a:outerShdw blurRad="38100" dist="38100" dir="2700000" algn="tl">
                    <a:srgbClr val="C0C0C0"/>
                  </a:outerShdw>
                </a:effectLst>
                <a:uLnTx/>
                <a:uFillTx/>
                <a:latin typeface="Times New Roman" panose="02020603050405020304" pitchFamily="18" charset="0"/>
                <a:ea typeface="黑体" panose="02010609060101010101" pitchFamily="49" charset="-122"/>
                <a:cs typeface="Times New Roman" panose="02020603050405020304" pitchFamily="18" charset="0"/>
              </a:rPr>
              <a:t>算法实例</a:t>
            </a:r>
            <a:endParaRPr kumimoji="0" lang="en-US" altLang="zh-CN" sz="3600" b="1" i="0" u="none" strike="noStrike" kern="0" cap="none" spc="0" normalizeH="0" baseline="0" noProof="0" dirty="0">
              <a:ln>
                <a:noFill/>
              </a:ln>
              <a:solidFill>
                <a:srgbClr val="FF0000"/>
              </a:solidFill>
              <a:effectLst/>
              <a:uLnTx/>
              <a:uFillTx/>
              <a:latin typeface="宋体" panose="02010600030101010101" pitchFamily="2" charset="-122"/>
              <a:ea typeface="黑体" panose="02010609060101010101" pitchFamily="49" charset="-122"/>
              <a:cs typeface="Times New Roman" panose="02020603050405020304" pitchFamily="18" charset="0"/>
            </a:endParaRPr>
          </a:p>
        </p:txBody>
      </p:sp>
      <p:sp>
        <p:nvSpPr>
          <p:cNvPr id="71683" name="Rectangle 5"/>
          <p:cNvSpPr/>
          <p:nvPr/>
        </p:nvSpPr>
        <p:spPr>
          <a:xfrm>
            <a:off x="755650" y="1841500"/>
            <a:ext cx="8066088" cy="3587750"/>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华文新魏" panose="02010800040101010101" pitchFamily="2" charset="-122"/>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ea typeface="+mn-ea"/>
                <a:cs typeface="华文新魏" panose="02010800040101010101" pitchFamily="2" charset="-122"/>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ea typeface="+mn-ea"/>
                <a:cs typeface="华文新魏" panose="02010800040101010101" pitchFamily="2" charset="-122"/>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ea typeface="+mn-ea"/>
                <a:cs typeface="华文新魏" panose="02010800040101010101" pitchFamily="2" charset="-122"/>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ea typeface="+mn-ea"/>
                <a:cs typeface="华文新魏" panose="02010800040101010101" pitchFamily="2" charset="-122"/>
              </a:defRPr>
            </a:lvl5pPr>
          </a:lstStyle>
          <a:p>
            <a:pPr marL="273050" lvl="0" indent="-273050" eaLnBrk="1" hangingPunct="1">
              <a:spcBef>
                <a:spcPts val="575"/>
              </a:spcBef>
              <a:buClr>
                <a:srgbClr val="D34817"/>
              </a:buClr>
              <a:buSzPct val="85000"/>
            </a:pPr>
            <a:r>
              <a:rPr lang="en-US" altLang="zh-CN" sz="2600" b="1" i="1" dirty="0">
                <a:solidFill>
                  <a:srgbClr val="0070C0"/>
                </a:solidFill>
                <a:latin typeface="Times New Roman" panose="02020603050405020304" pitchFamily="18" charset="0"/>
                <a:ea typeface="华文中宋" panose="02010600040101010101" pitchFamily="2" charset="-122"/>
              </a:rPr>
              <a:t> k</a:t>
            </a:r>
            <a:r>
              <a:rPr lang="en-US" altLang="zh-CN" sz="2600" b="1" dirty="0">
                <a:solidFill>
                  <a:srgbClr val="0070C0"/>
                </a:solidFill>
                <a:latin typeface="Times New Roman" panose="02020603050405020304" pitchFamily="18" charset="0"/>
                <a:ea typeface="华文中宋" panose="02010600040101010101" pitchFamily="2" charset="-122"/>
              </a:rPr>
              <a:t>-means</a:t>
            </a:r>
            <a:r>
              <a:rPr lang="zh-CN" altLang="en-US" sz="2600" b="1" dirty="0">
                <a:solidFill>
                  <a:srgbClr val="0070C0"/>
                </a:solidFill>
                <a:latin typeface="华文中宋" panose="02010600040101010101" pitchFamily="2" charset="-122"/>
                <a:ea typeface="华文中宋" panose="02010600040101010101" pitchFamily="2" charset="-122"/>
              </a:rPr>
              <a:t>计算步骤：</a:t>
            </a:r>
            <a:endParaRPr lang="en-US" altLang="zh-CN" sz="2600" b="1" dirty="0">
              <a:solidFill>
                <a:srgbClr val="0070C0"/>
              </a:solidFill>
              <a:latin typeface="华文中宋" panose="02010600040101010101" pitchFamily="2" charset="-122"/>
              <a:ea typeface="华文中宋" panose="02010600040101010101" pitchFamily="2" charset="-122"/>
            </a:endParaRPr>
          </a:p>
          <a:p>
            <a:pPr marL="273050" lvl="0" indent="-273050" eaLnBrk="1" hangingPunct="1">
              <a:spcBef>
                <a:spcPts val="575"/>
              </a:spcBef>
              <a:buClr>
                <a:srgbClr val="D34817"/>
              </a:buClr>
              <a:buSzPct val="80000"/>
              <a:buFontTx/>
              <a:buNone/>
            </a:pPr>
            <a:r>
              <a:rPr lang="en-US" altLang="zh-CN" sz="2400" b="1" dirty="0">
                <a:solidFill>
                  <a:srgbClr val="000000"/>
                </a:solidFill>
                <a:latin typeface="Times New Roman" panose="02020603050405020304" pitchFamily="18" charset="0"/>
                <a:ea typeface="华文中宋" panose="02010600040101010101" pitchFamily="2" charset="-122"/>
              </a:rPr>
              <a:t>Step 3</a:t>
            </a:r>
            <a:r>
              <a:rPr lang="zh-CN" altLang="en-US" sz="2400" b="1" dirty="0">
                <a:solidFill>
                  <a:srgbClr val="000000"/>
                </a:solidFill>
                <a:ea typeface="华文中宋" panose="02010600040101010101" pitchFamily="2" charset="-122"/>
              </a:rPr>
              <a:t>：更新聚类中心</a:t>
            </a:r>
            <a:endParaRPr lang="en-US" altLang="zh-CN" sz="2400" b="1" dirty="0">
              <a:solidFill>
                <a:srgbClr val="000000"/>
              </a:solidFill>
              <a:ea typeface="华文中宋" panose="02010600040101010101" pitchFamily="2" charset="-122"/>
            </a:endParaRPr>
          </a:p>
          <a:p>
            <a:pPr marL="273050" lvl="0" indent="-273050" eaLnBrk="1" hangingPunct="1">
              <a:spcBef>
                <a:spcPts val="575"/>
              </a:spcBef>
              <a:buClr>
                <a:srgbClr val="D34817"/>
              </a:buClr>
              <a:buSzPct val="80000"/>
              <a:buFontTx/>
              <a:buNone/>
            </a:pPr>
            <a:endParaRPr lang="en-US" altLang="zh-CN" sz="2400" b="1" dirty="0">
              <a:solidFill>
                <a:srgbClr val="000000"/>
              </a:solidFill>
              <a:ea typeface="华文中宋" panose="02010600040101010101" pitchFamily="2" charset="-122"/>
            </a:endParaRPr>
          </a:p>
          <a:p>
            <a:pPr marL="273050" lvl="0" indent="-273050" eaLnBrk="1" hangingPunct="1">
              <a:spcBef>
                <a:spcPts val="575"/>
              </a:spcBef>
              <a:buClr>
                <a:srgbClr val="D34817"/>
              </a:buClr>
              <a:buSzPct val="80000"/>
              <a:buFontTx/>
              <a:buNone/>
            </a:pPr>
            <a:endParaRPr lang="en-US" altLang="zh-CN" sz="2400" b="1" dirty="0">
              <a:solidFill>
                <a:srgbClr val="000000"/>
              </a:solidFill>
              <a:ea typeface="华文中宋" panose="02010600040101010101" pitchFamily="2" charset="-122"/>
            </a:endParaRPr>
          </a:p>
          <a:p>
            <a:pPr marL="273050" lvl="0" indent="-273050" eaLnBrk="1" hangingPunct="1">
              <a:spcBef>
                <a:spcPts val="575"/>
              </a:spcBef>
              <a:buClr>
                <a:srgbClr val="D34817"/>
              </a:buClr>
              <a:buSzPct val="80000"/>
              <a:buFontTx/>
              <a:buNone/>
            </a:pPr>
            <a:r>
              <a:rPr lang="en-US" altLang="zh-CN" sz="2400" b="1" dirty="0">
                <a:solidFill>
                  <a:srgbClr val="000000"/>
                </a:solidFill>
                <a:latin typeface="Times New Roman" panose="02020603050405020304" pitchFamily="18" charset="0"/>
                <a:ea typeface="华文中宋" panose="02010600040101010101" pitchFamily="2" charset="-122"/>
              </a:rPr>
              <a:t>Step 4</a:t>
            </a:r>
            <a:r>
              <a:rPr lang="zh-CN" altLang="en-US" sz="2400" b="1" dirty="0">
                <a:solidFill>
                  <a:srgbClr val="000000"/>
                </a:solidFill>
                <a:ea typeface="华文中宋" panose="02010600040101010101" pitchFamily="2" charset="-122"/>
              </a:rPr>
              <a:t>：判断算法是否终止，由于新旧中心相等，满</a:t>
            </a:r>
            <a:endParaRPr lang="en-US" altLang="zh-CN" sz="2400" b="1" dirty="0">
              <a:solidFill>
                <a:srgbClr val="000000"/>
              </a:solidFill>
              <a:ea typeface="华文中宋" panose="02010600040101010101" pitchFamily="2" charset="-122"/>
            </a:endParaRPr>
          </a:p>
          <a:p>
            <a:pPr marL="273050" lvl="0" indent="-273050" eaLnBrk="1" hangingPunct="1">
              <a:spcBef>
                <a:spcPts val="575"/>
              </a:spcBef>
              <a:buClr>
                <a:srgbClr val="D34817"/>
              </a:buClr>
              <a:buSzPct val="80000"/>
              <a:buFontTx/>
              <a:buNone/>
            </a:pPr>
            <a:r>
              <a:rPr lang="zh-CN" altLang="en-US" sz="2400" b="1" dirty="0">
                <a:solidFill>
                  <a:srgbClr val="000000"/>
                </a:solidFill>
                <a:ea typeface="华文中宋" panose="02010600040101010101" pitchFamily="2" charset="-122"/>
              </a:rPr>
              <a:t>足终止条件，</a:t>
            </a:r>
            <a:r>
              <a:rPr lang="zh-CN" altLang="en-US" sz="2400" b="1" dirty="0">
                <a:solidFill>
                  <a:srgbClr val="000000"/>
                </a:solidFill>
                <a:latin typeface="Times New Roman" panose="02020603050405020304" pitchFamily="18" charset="0"/>
                <a:ea typeface="华文中宋" panose="02010600040101010101" pitchFamily="2" charset="-122"/>
              </a:rPr>
              <a:t>算法结束。</a:t>
            </a:r>
            <a:endParaRPr lang="en-US" altLang="zh-CN" sz="2400" b="1" dirty="0">
              <a:solidFill>
                <a:srgbClr val="000000"/>
              </a:solidFill>
              <a:latin typeface="Times New Roman" panose="02020603050405020304" pitchFamily="18" charset="0"/>
              <a:ea typeface="华文中宋" panose="02010600040101010101" pitchFamily="2" charset="-122"/>
            </a:endParaRPr>
          </a:p>
          <a:p>
            <a:pPr marL="273050" lvl="0" indent="-273050" eaLnBrk="1" hangingPunct="1">
              <a:spcBef>
                <a:spcPts val="575"/>
              </a:spcBef>
              <a:buClr>
                <a:srgbClr val="D34817"/>
              </a:buClr>
              <a:buSzPct val="80000"/>
              <a:buFontTx/>
              <a:buNone/>
            </a:pPr>
            <a:endParaRPr lang="zh-CN" altLang="en-US" sz="2400" b="1" dirty="0">
              <a:solidFill>
                <a:srgbClr val="000000"/>
              </a:solidFill>
              <a:latin typeface="Times New Roman" panose="02020603050405020304" pitchFamily="18" charset="0"/>
              <a:ea typeface="华文中宋" panose="02010600040101010101" pitchFamily="2" charset="-122"/>
            </a:endParaRPr>
          </a:p>
          <a:p>
            <a:pPr marL="273050" lvl="0" indent="-273050" eaLnBrk="1" hangingPunct="1">
              <a:spcBef>
                <a:spcPts val="575"/>
              </a:spcBef>
              <a:buClr>
                <a:srgbClr val="D34817"/>
              </a:buClr>
              <a:buSzPct val="85000"/>
              <a:buFontTx/>
              <a:buNone/>
            </a:pPr>
            <a:endParaRPr lang="en-US" altLang="zh-CN" sz="2600" b="1" dirty="0">
              <a:solidFill>
                <a:srgbClr val="0070C0"/>
              </a:solidFill>
              <a:ea typeface="华文中宋" panose="02010600040101010101" pitchFamily="2" charset="-122"/>
            </a:endParaRPr>
          </a:p>
        </p:txBody>
      </p:sp>
      <p:graphicFrame>
        <p:nvGraphicFramePr>
          <p:cNvPr id="71684" name="Object 3"/>
          <p:cNvGraphicFramePr>
            <a:graphicFrameLocks noChangeAspect="1"/>
          </p:cNvGraphicFramePr>
          <p:nvPr/>
        </p:nvGraphicFramePr>
        <p:xfrm>
          <a:off x="1473200" y="2786063"/>
          <a:ext cx="3984625" cy="857250"/>
        </p:xfrm>
        <a:graphic>
          <a:graphicData uri="http://schemas.openxmlformats.org/presentationml/2006/ole">
            <mc:AlternateContent xmlns:mc="http://schemas.openxmlformats.org/markup-compatibility/2006">
              <mc:Choice xmlns:v="urn:schemas-microsoft-com:vml" Requires="v">
                <p:oleObj spid="_x0000_s3156" name="" r:id="rId1" imgW="1790700" imgH="482600" progId="Equation.DSMT4">
                  <p:embed/>
                </p:oleObj>
              </mc:Choice>
              <mc:Fallback>
                <p:oleObj name="" r:id="rId1" imgW="1790700" imgH="482600" progId="Equation.DSMT4">
                  <p:embed/>
                  <p:pic>
                    <p:nvPicPr>
                      <p:cNvPr id="0" name="图片 3155"/>
                      <p:cNvPicPr/>
                      <p:nvPr/>
                    </p:nvPicPr>
                    <p:blipFill>
                      <a:blip r:embed="rId2"/>
                      <a:stretch>
                        <a:fillRect/>
                      </a:stretch>
                    </p:blipFill>
                    <p:spPr>
                      <a:xfrm>
                        <a:off x="1473200" y="2786063"/>
                        <a:ext cx="3984625" cy="857250"/>
                      </a:xfrm>
                      <a:prstGeom prst="rect">
                        <a:avLst/>
                      </a:prstGeom>
                      <a:noFill/>
                      <a:ln w="38100">
                        <a:noFill/>
                        <a:miter/>
                      </a:ln>
                    </p:spPr>
                  </p:pic>
                </p:oleObj>
              </mc:Fallback>
            </mc:AlternateContent>
          </a:graphicData>
        </a:graphic>
      </p:graphicFrame>
      <p:sp>
        <p:nvSpPr>
          <p:cNvPr id="6" name="Text Box 5"/>
          <p:cNvSpPr txBox="1"/>
          <p:nvPr/>
        </p:nvSpPr>
        <p:spPr>
          <a:xfrm>
            <a:off x="3224213" y="0"/>
            <a:ext cx="5919788" cy="706438"/>
          </a:xfrm>
          <a:prstGeom prst="rect">
            <a:avLst/>
          </a:prstGeom>
          <a:noFill/>
          <a:ln w="9525">
            <a:noFill/>
          </a:ln>
        </p:spPr>
        <p:txBody>
          <a:bodyPr>
            <a:spAutoFit/>
          </a:bodyPr>
          <a:lstStyle/>
          <a:p>
            <a:pPr marR="0" algn="ctr" defTabSz="914400" eaLnBrk="1" hangingPunct="1">
              <a:buClrTx/>
              <a:buSzTx/>
              <a:buFontTx/>
              <a:buNone/>
              <a:defRPr/>
            </a:pPr>
            <a:r>
              <a:rPr kumimoji="0" lang="en-US" altLang="zh-CN" sz="4000" b="1" kern="1200" cap="none" spc="0" normalizeH="0" baseline="0" noProof="1">
                <a:solidFill>
                  <a:srgbClr val="0000FF"/>
                </a:solidFill>
                <a:latin typeface="Arial" panose="020B0604020202020204" pitchFamily="34" charset="0"/>
                <a:ea typeface="宋体" panose="02010600030101010101" pitchFamily="2" charset="-122"/>
                <a:cs typeface="+mn-cs"/>
                <a:sym typeface="宋体" panose="02010600030101010101" pitchFamily="2" charset="-122"/>
              </a:rPr>
              <a:t>4.2.1 </a:t>
            </a:r>
            <a:r>
              <a:rPr kumimoji="1" lang="en-US" altLang="zh-CN" sz="4000" b="1" kern="0" cap="none" spc="0" normalizeH="0" baseline="0" noProof="0" dirty="0">
                <a:solidFill>
                  <a:srgbClr val="0000CC"/>
                </a:solidFill>
                <a:effectLst>
                  <a:outerShdw blurRad="38100" dist="38100" dir="2700000" algn="tl">
                    <a:srgbClr val="C0C0C0"/>
                  </a:outerShdw>
                </a:effectLst>
                <a:latin typeface="黑体" panose="02010609060101010101" pitchFamily="49" charset="-122"/>
                <a:ea typeface="黑体" panose="02010609060101010101" pitchFamily="49" charset="-122"/>
                <a:cs typeface="Times New Roman" panose="02020603050405020304" pitchFamily="18" charset="0"/>
                <a:sym typeface="+mn-ea"/>
              </a:rPr>
              <a:t> </a:t>
            </a:r>
            <a:r>
              <a:rPr kumimoji="0" lang="en-US" altLang="zh-CN" sz="4000" kern="1200" cap="none" spc="0" normalizeH="0" baseline="0" noProof="1">
                <a:solidFill>
                  <a:srgbClr val="0000FF"/>
                </a:solidFill>
                <a:latin typeface="Arial" panose="020B0604020202020204" pitchFamily="34" charset="0"/>
                <a:ea typeface="宋体" panose="02010600030101010101" pitchFamily="2" charset="-122"/>
                <a:cs typeface="+mn-cs"/>
                <a:sym typeface="+mn-ea"/>
              </a:rPr>
              <a:t>K</a:t>
            </a:r>
            <a:r>
              <a:rPr kumimoji="0" lang="en-US" altLang="zh-CN" sz="4000" b="1" kern="1200" cap="none" spc="0" normalizeH="0" baseline="0" noProof="1">
                <a:solidFill>
                  <a:srgbClr val="0000FF"/>
                </a:solidFill>
                <a:latin typeface="Arial" panose="020B0604020202020204" pitchFamily="34" charset="0"/>
                <a:ea typeface="宋体" panose="02010600030101010101" pitchFamily="2" charset="-122"/>
                <a:cs typeface="+mn-cs"/>
                <a:sym typeface="+mn-ea"/>
              </a:rPr>
              <a:t>-均值</a:t>
            </a:r>
            <a:r>
              <a:rPr kumimoji="0" lang="en-US" altLang="zh-CN" sz="4000" b="1" kern="1200" cap="none" spc="0" normalizeH="0" baseline="0" noProof="1">
                <a:solidFill>
                  <a:srgbClr val="0000FF"/>
                </a:solidFill>
                <a:latin typeface="Arial" panose="020B0604020202020204" pitchFamily="34" charset="0"/>
                <a:ea typeface="宋体" panose="02010600030101010101" pitchFamily="2" charset="-122"/>
                <a:cs typeface="+mn-cs"/>
                <a:sym typeface="宋体" panose="02010600030101010101" pitchFamily="2" charset="-122"/>
              </a:rPr>
              <a:t>算法</a:t>
            </a:r>
            <a:endParaRPr kumimoji="0" lang="en-US" altLang="zh-CN" sz="4000" b="1" kern="1200" cap="none" spc="0" normalizeH="0" baseline="0" noProof="1">
              <a:solidFill>
                <a:srgbClr val="0000FF"/>
              </a:solidFill>
              <a:latin typeface="Arial" panose="020B0604020202020204" pitchFamily="34" charset="0"/>
              <a:ea typeface="宋体" panose="02010600030101010101" pitchFamily="2" charset="-122"/>
              <a:cs typeface="+mn-cs"/>
              <a:sym typeface="宋体" panose="02010600030101010101" pitchFamily="2" charset="-122"/>
            </a:endParaRPr>
          </a:p>
        </p:txBody>
      </p:sp>
    </p:spTree>
  </p:cSld>
  <p:clrMapOvr>
    <a:masterClrMapping/>
  </p:clrMapOvr>
  <p:transition/>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3426" name="Rectangle 2"/>
          <p:cNvSpPr>
            <a:spLocks noGrp="1" noChangeArrowheads="1"/>
          </p:cNvSpPr>
          <p:nvPr>
            <p:ph type="title"/>
          </p:nvPr>
        </p:nvSpPr>
        <p:spPr>
          <a:xfrm>
            <a:off x="1071563" y="836613"/>
            <a:ext cx="7143750" cy="609600"/>
          </a:xfrm>
        </p:spPr>
        <p:txBody>
          <a:bodyPr vert="horz" wrap="square" lIns="91440" tIns="45720" rIns="91440" bIns="45720" numCol="1" anchor="b" anchorCtr="0" compatLnSpc="1">
            <a:noAutofit/>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3600" b="1" i="1" u="none" strike="noStrike" kern="0" cap="none" spc="0" normalizeH="0" baseline="0" noProof="0" dirty="0">
                <a:ln>
                  <a:noFill/>
                </a:ln>
                <a:solidFill>
                  <a:srgbClr val="0000CC"/>
                </a:solidFill>
                <a:effectLst>
                  <a:outerShdw blurRad="38100" dist="38100" dir="2700000" algn="tl">
                    <a:srgbClr val="C0C0C0"/>
                  </a:outerShdw>
                </a:effectLst>
                <a:uLnTx/>
                <a:uFillTx/>
                <a:latin typeface="Times New Roman" panose="02020603050405020304" pitchFamily="18" charset="0"/>
                <a:ea typeface="黑体" panose="02010609060101010101" pitchFamily="49" charset="-122"/>
                <a:cs typeface="Times New Roman" panose="02020603050405020304" pitchFamily="18" charset="0"/>
              </a:rPr>
              <a:t>k</a:t>
            </a:r>
            <a:r>
              <a:rPr kumimoji="0" lang="en-US" altLang="zh-CN" sz="3600" b="1" i="0" u="none" strike="noStrike" kern="0" cap="none" spc="0" normalizeH="0" baseline="0" noProof="0" dirty="0">
                <a:ln>
                  <a:noFill/>
                </a:ln>
                <a:solidFill>
                  <a:srgbClr val="0000CC"/>
                </a:solidFill>
                <a:effectLst>
                  <a:outerShdw blurRad="38100" dist="38100" dir="2700000" algn="tl">
                    <a:srgbClr val="C0C0C0"/>
                  </a:outerShdw>
                </a:effectLst>
                <a:uLnTx/>
                <a:uFillTx/>
                <a:latin typeface="Times New Roman" panose="02020603050405020304" pitchFamily="18" charset="0"/>
                <a:ea typeface="黑体" panose="02010609060101010101" pitchFamily="49" charset="-122"/>
                <a:cs typeface="Times New Roman" panose="02020603050405020304" pitchFamily="18" charset="0"/>
              </a:rPr>
              <a:t>-</a:t>
            </a:r>
            <a:r>
              <a:rPr kumimoji="0" lang="zh-CN" altLang="en-US" sz="3600" b="1" i="0" u="none" strike="noStrike" kern="0" cap="none" spc="0" normalizeH="0" baseline="0" noProof="0" dirty="0">
                <a:ln>
                  <a:noFill/>
                </a:ln>
                <a:solidFill>
                  <a:srgbClr val="0000CC"/>
                </a:solidFill>
                <a:effectLst>
                  <a:outerShdw blurRad="38100" dist="38100" dir="2700000" algn="tl">
                    <a:srgbClr val="C0C0C0"/>
                  </a:outerShdw>
                </a:effectLst>
                <a:uLnTx/>
                <a:uFillTx/>
                <a:latin typeface="Times New Roman" panose="02020603050405020304" pitchFamily="18" charset="0"/>
                <a:ea typeface="黑体" panose="02010609060101010101" pitchFamily="49" charset="-122"/>
                <a:cs typeface="Times New Roman" panose="02020603050405020304" pitchFamily="18" charset="0"/>
              </a:rPr>
              <a:t>均值聚类的特点</a:t>
            </a:r>
            <a:endParaRPr kumimoji="0" lang="en-US" altLang="zh-CN" sz="3600" b="1" i="0" u="none" strike="noStrike" kern="0" cap="none" spc="0" normalizeH="0" baseline="0" noProof="0" dirty="0">
              <a:ln>
                <a:noFill/>
              </a:ln>
              <a:solidFill>
                <a:srgbClr val="0000CC"/>
              </a:solidFill>
              <a:effectLst>
                <a:outerShdw blurRad="38100" dist="38100" dir="2700000" algn="tl">
                  <a:srgbClr val="C0C0C0"/>
                </a:outerShdw>
              </a:effectLst>
              <a:uLnTx/>
              <a:uFillTx/>
              <a:latin typeface="Times New Roman" panose="02020603050405020304" pitchFamily="18" charset="0"/>
              <a:ea typeface="黑体" panose="02010609060101010101" pitchFamily="49" charset="-122"/>
              <a:cs typeface="Times New Roman" panose="02020603050405020304" pitchFamily="18" charset="0"/>
            </a:endParaRPr>
          </a:p>
        </p:txBody>
      </p:sp>
      <p:sp>
        <p:nvSpPr>
          <p:cNvPr id="72707" name="Rectangle 5"/>
          <p:cNvSpPr/>
          <p:nvPr/>
        </p:nvSpPr>
        <p:spPr>
          <a:xfrm>
            <a:off x="684213" y="1628775"/>
            <a:ext cx="8137525" cy="5308600"/>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华文新魏" panose="02010800040101010101" pitchFamily="2" charset="-122"/>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ea typeface="+mn-ea"/>
                <a:cs typeface="华文新魏" panose="02010800040101010101" pitchFamily="2" charset="-122"/>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ea typeface="+mn-ea"/>
                <a:cs typeface="华文新魏" panose="02010800040101010101" pitchFamily="2" charset="-122"/>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ea typeface="+mn-ea"/>
                <a:cs typeface="华文新魏" panose="02010800040101010101" pitchFamily="2" charset="-122"/>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ea typeface="+mn-ea"/>
                <a:cs typeface="华文新魏" panose="02010800040101010101" pitchFamily="2" charset="-122"/>
              </a:defRPr>
            </a:lvl5pPr>
          </a:lstStyle>
          <a:p>
            <a:pPr marL="273050" lvl="0" indent="-273050" eaLnBrk="1" hangingPunct="1">
              <a:spcBef>
                <a:spcPts val="575"/>
              </a:spcBef>
              <a:buClr>
                <a:srgbClr val="D34817"/>
              </a:buClr>
              <a:buSzPct val="85000"/>
            </a:pPr>
            <a:r>
              <a:rPr lang="zh-CN" altLang="en-US" sz="2600" b="1" dirty="0">
                <a:solidFill>
                  <a:srgbClr val="0070C0"/>
                </a:solidFill>
                <a:latin typeface="华文中宋" panose="02010600040101010101" pitchFamily="2" charset="-122"/>
                <a:ea typeface="华文中宋" panose="02010600040101010101" pitchFamily="2" charset="-122"/>
              </a:rPr>
              <a:t> 优点：</a:t>
            </a:r>
            <a:endParaRPr lang="en-US" altLang="zh-CN" sz="2600" b="1" dirty="0">
              <a:solidFill>
                <a:srgbClr val="0070C0"/>
              </a:solidFill>
              <a:latin typeface="华文中宋" panose="02010600040101010101" pitchFamily="2" charset="-122"/>
              <a:ea typeface="华文中宋" panose="02010600040101010101" pitchFamily="2" charset="-122"/>
            </a:endParaRPr>
          </a:p>
          <a:p>
            <a:pPr marL="742950" lvl="1" indent="-285750" eaLnBrk="1" hangingPunct="1">
              <a:spcBef>
                <a:spcPts val="575"/>
              </a:spcBef>
              <a:buClr>
                <a:schemeClr val="tx2"/>
              </a:buClr>
              <a:buSzPct val="80000"/>
              <a:buFont typeface="Wingdings" panose="05000000000000000000" pitchFamily="2" charset="2"/>
              <a:buChar char="l"/>
            </a:pPr>
            <a:r>
              <a:rPr lang="zh-CN" altLang="en-US" sz="2400" b="1" dirty="0">
                <a:latin typeface="Times New Roman" panose="02020603050405020304" pitchFamily="18" charset="0"/>
                <a:ea typeface="华文中宋" panose="02010600040101010101" pitchFamily="2" charset="-122"/>
              </a:rPr>
              <a:t>简单、快速。</a:t>
            </a:r>
            <a:endParaRPr lang="en-US" altLang="zh-CN" sz="2400" b="1" dirty="0">
              <a:latin typeface="Times New Roman" panose="02020603050405020304" pitchFamily="18" charset="0"/>
              <a:ea typeface="华文中宋" panose="02010600040101010101" pitchFamily="2" charset="-122"/>
            </a:endParaRPr>
          </a:p>
          <a:p>
            <a:pPr marL="742950" lvl="1" indent="-285750" eaLnBrk="1" hangingPunct="1">
              <a:spcBef>
                <a:spcPts val="575"/>
              </a:spcBef>
              <a:buClr>
                <a:schemeClr val="tx2"/>
              </a:buClr>
              <a:buSzPct val="80000"/>
              <a:buFont typeface="Wingdings" panose="05000000000000000000" pitchFamily="2" charset="2"/>
              <a:buChar char="l"/>
            </a:pPr>
            <a:r>
              <a:rPr lang="zh-CN" altLang="en-US" sz="2400" b="1" dirty="0">
                <a:latin typeface="Times New Roman" panose="02020603050405020304" pitchFamily="18" charset="0"/>
                <a:ea typeface="华文中宋" panose="02010600040101010101" pitchFamily="2" charset="-122"/>
              </a:rPr>
              <a:t>对处理大数据集，该算法是相对可伸缩和高效率的。</a:t>
            </a:r>
            <a:endParaRPr lang="en-US" altLang="zh-CN" sz="2400" b="1" dirty="0">
              <a:latin typeface="Times New Roman" panose="02020603050405020304" pitchFamily="18" charset="0"/>
              <a:ea typeface="华文中宋" panose="02010600040101010101" pitchFamily="2" charset="-122"/>
            </a:endParaRPr>
          </a:p>
          <a:p>
            <a:pPr marL="742950" lvl="1" indent="-285750" eaLnBrk="1" hangingPunct="1">
              <a:spcBef>
                <a:spcPts val="575"/>
              </a:spcBef>
              <a:buClr>
                <a:schemeClr val="tx2"/>
              </a:buClr>
              <a:buSzPct val="80000"/>
              <a:buFont typeface="Wingdings" panose="05000000000000000000" pitchFamily="2" charset="2"/>
              <a:buChar char="l"/>
            </a:pPr>
            <a:r>
              <a:rPr lang="zh-CN" altLang="en-US" sz="2400" b="1" dirty="0">
                <a:latin typeface="Times New Roman" panose="02020603050405020304" pitchFamily="18" charset="0"/>
                <a:ea typeface="华文中宋" panose="02010600040101010101" pitchFamily="2" charset="-122"/>
              </a:rPr>
              <a:t>当类密集，且类与类之间区别明显（比如球型聚集）时，聚类效果很好；</a:t>
            </a:r>
            <a:endParaRPr lang="zh-CN" altLang="en-US" sz="2400" b="1" dirty="0">
              <a:latin typeface="Times New Roman" panose="02020603050405020304" pitchFamily="18" charset="0"/>
              <a:ea typeface="华文中宋" panose="02010600040101010101" pitchFamily="2" charset="-122"/>
            </a:endParaRPr>
          </a:p>
          <a:p>
            <a:pPr marL="273050" lvl="0" indent="-273050" eaLnBrk="1" hangingPunct="1">
              <a:spcBef>
                <a:spcPts val="575"/>
              </a:spcBef>
              <a:buClr>
                <a:srgbClr val="D34817"/>
              </a:buClr>
              <a:buSzPct val="85000"/>
            </a:pPr>
            <a:r>
              <a:rPr lang="zh-CN" altLang="en-US" sz="2600" b="1" dirty="0">
                <a:solidFill>
                  <a:srgbClr val="0070C0"/>
                </a:solidFill>
                <a:latin typeface="华文中宋" panose="02010600040101010101" pitchFamily="2" charset="-122"/>
                <a:ea typeface="华文中宋" panose="02010600040101010101" pitchFamily="2" charset="-122"/>
              </a:rPr>
              <a:t> 缺点：</a:t>
            </a:r>
            <a:endParaRPr lang="en-US" altLang="zh-CN" sz="2600" b="1" dirty="0">
              <a:solidFill>
                <a:srgbClr val="0070C0"/>
              </a:solidFill>
              <a:latin typeface="华文中宋" panose="02010600040101010101" pitchFamily="2" charset="-122"/>
              <a:ea typeface="华文中宋" panose="02010600040101010101" pitchFamily="2" charset="-122"/>
            </a:endParaRPr>
          </a:p>
          <a:p>
            <a:pPr marL="742950" lvl="1" indent="-285750" eaLnBrk="1" hangingPunct="1">
              <a:spcBef>
                <a:spcPts val="575"/>
              </a:spcBef>
              <a:buClr>
                <a:schemeClr val="tx2"/>
              </a:buClr>
              <a:buSzPct val="80000"/>
              <a:buFont typeface="Wingdings" panose="05000000000000000000" pitchFamily="2" charset="2"/>
              <a:buChar char="l"/>
            </a:pPr>
            <a:r>
              <a:rPr lang="zh-CN" altLang="en-US" sz="2400" b="1" dirty="0">
                <a:latin typeface="Times New Roman" panose="02020603050405020304" pitchFamily="18" charset="0"/>
                <a:ea typeface="华文中宋" panose="02010600040101010101" pitchFamily="2" charset="-122"/>
              </a:rPr>
              <a:t>结果与初始聚类中心有关；</a:t>
            </a:r>
            <a:endParaRPr lang="en-US" altLang="zh-CN" sz="2400" b="1" dirty="0">
              <a:latin typeface="Times New Roman" panose="02020603050405020304" pitchFamily="18" charset="0"/>
              <a:ea typeface="华文中宋" panose="02010600040101010101" pitchFamily="2" charset="-122"/>
            </a:endParaRPr>
          </a:p>
          <a:p>
            <a:pPr marL="742950" lvl="1" indent="-285750" eaLnBrk="1" hangingPunct="1">
              <a:spcBef>
                <a:spcPts val="575"/>
              </a:spcBef>
              <a:buClr>
                <a:schemeClr val="tx2"/>
              </a:buClr>
              <a:buSzPct val="80000"/>
              <a:buFont typeface="Wingdings" panose="05000000000000000000" pitchFamily="2" charset="2"/>
              <a:buChar char="l"/>
            </a:pPr>
            <a:r>
              <a:rPr lang="zh-CN" altLang="en-US" sz="2400" b="1" dirty="0">
                <a:latin typeface="Times New Roman" panose="02020603050405020304" pitchFamily="18" charset="0"/>
                <a:ea typeface="华文中宋" panose="02010600040101010101" pitchFamily="2" charset="-122"/>
              </a:rPr>
              <a:t>必须预先给出聚类的类别数</a:t>
            </a:r>
            <a:r>
              <a:rPr lang="en-US" altLang="zh-CN" sz="2400" b="1" i="1" dirty="0">
                <a:latin typeface="Times New Roman" panose="02020603050405020304" pitchFamily="18" charset="0"/>
                <a:ea typeface="华文中宋" panose="02010600040101010101" pitchFamily="2" charset="-122"/>
              </a:rPr>
              <a:t>k</a:t>
            </a:r>
            <a:r>
              <a:rPr lang="zh-CN" altLang="en-US" sz="2400" b="1" dirty="0">
                <a:latin typeface="Times New Roman" panose="02020603050405020304" pitchFamily="18" charset="0"/>
                <a:ea typeface="华文中宋" panose="02010600040101010101" pitchFamily="2" charset="-122"/>
              </a:rPr>
              <a:t>；</a:t>
            </a:r>
            <a:endParaRPr lang="en-US" altLang="zh-CN" sz="2400" b="1" dirty="0">
              <a:latin typeface="Times New Roman" panose="02020603050405020304" pitchFamily="18" charset="0"/>
              <a:ea typeface="华文中宋" panose="02010600040101010101" pitchFamily="2" charset="-122"/>
            </a:endParaRPr>
          </a:p>
          <a:p>
            <a:pPr marL="742950" lvl="1" indent="-285750" eaLnBrk="1" hangingPunct="1">
              <a:spcBef>
                <a:spcPts val="575"/>
              </a:spcBef>
              <a:buClr>
                <a:schemeClr val="tx2"/>
              </a:buClr>
              <a:buSzPct val="80000"/>
              <a:buFont typeface="Wingdings" panose="05000000000000000000" pitchFamily="2" charset="2"/>
              <a:buChar char="l"/>
            </a:pPr>
            <a:r>
              <a:rPr lang="zh-CN" altLang="en-US" sz="2400" b="1" dirty="0">
                <a:latin typeface="Times New Roman" panose="02020603050405020304" pitchFamily="18" charset="0"/>
                <a:ea typeface="华文中宋" panose="02010600040101010101" pitchFamily="2" charset="-122"/>
              </a:rPr>
              <a:t>对“噪声”和孤立点数据敏感，少量的这些数据对平均值产生较大的影响；</a:t>
            </a:r>
            <a:endParaRPr lang="en-US" altLang="zh-CN" sz="2400" b="1" dirty="0">
              <a:latin typeface="Times New Roman" panose="02020603050405020304" pitchFamily="18" charset="0"/>
              <a:ea typeface="华文中宋" panose="02010600040101010101" pitchFamily="2" charset="-122"/>
            </a:endParaRPr>
          </a:p>
          <a:p>
            <a:pPr marL="742950" lvl="1" indent="-285750" eaLnBrk="1" hangingPunct="1">
              <a:spcBef>
                <a:spcPts val="575"/>
              </a:spcBef>
              <a:buClr>
                <a:schemeClr val="tx2"/>
              </a:buClr>
              <a:buSzPct val="80000"/>
              <a:buFont typeface="Wingdings" panose="05000000000000000000" pitchFamily="2" charset="2"/>
              <a:buChar char="l"/>
            </a:pPr>
            <a:r>
              <a:rPr lang="zh-CN" altLang="en-US" sz="2400" b="1" dirty="0">
                <a:latin typeface="Times New Roman" panose="02020603050405020304" pitchFamily="18" charset="0"/>
                <a:ea typeface="华文中宋" panose="02010600040101010101" pitchFamily="2" charset="-122"/>
              </a:rPr>
              <a:t>不适合发现非凸面形状的聚类</a:t>
            </a:r>
            <a:endParaRPr lang="zh-CN" altLang="en-US" sz="2400" b="1" dirty="0">
              <a:latin typeface="Times New Roman" panose="02020603050405020304" pitchFamily="18" charset="0"/>
              <a:ea typeface="华文中宋" panose="02010600040101010101" pitchFamily="2" charset="-122"/>
            </a:endParaRPr>
          </a:p>
          <a:p>
            <a:pPr marL="742950" lvl="1" indent="-285750" eaLnBrk="1" hangingPunct="1">
              <a:spcBef>
                <a:spcPts val="575"/>
              </a:spcBef>
              <a:buClr>
                <a:srgbClr val="D34817"/>
              </a:buClr>
              <a:buSzPct val="80000"/>
              <a:buFontTx/>
              <a:buNone/>
            </a:pPr>
            <a:endParaRPr lang="en-US" altLang="zh-CN" sz="2600" b="1" dirty="0">
              <a:solidFill>
                <a:srgbClr val="0070C0"/>
              </a:solidFill>
              <a:ea typeface="华文中宋" panose="02010600040101010101" pitchFamily="2" charset="-122"/>
            </a:endParaRPr>
          </a:p>
        </p:txBody>
      </p:sp>
      <p:sp>
        <p:nvSpPr>
          <p:cNvPr id="5" name="Text Box 5"/>
          <p:cNvSpPr txBox="1"/>
          <p:nvPr/>
        </p:nvSpPr>
        <p:spPr>
          <a:xfrm>
            <a:off x="3224213" y="0"/>
            <a:ext cx="5919788" cy="706438"/>
          </a:xfrm>
          <a:prstGeom prst="rect">
            <a:avLst/>
          </a:prstGeom>
          <a:noFill/>
          <a:ln w="9525">
            <a:noFill/>
          </a:ln>
        </p:spPr>
        <p:txBody>
          <a:bodyPr>
            <a:spAutoFit/>
          </a:bodyPr>
          <a:lstStyle/>
          <a:p>
            <a:pPr marR="0" algn="ctr" defTabSz="914400" eaLnBrk="1" hangingPunct="1">
              <a:buClrTx/>
              <a:buSzTx/>
              <a:buFontTx/>
              <a:buNone/>
              <a:defRPr/>
            </a:pPr>
            <a:r>
              <a:rPr kumimoji="0" lang="en-US" altLang="zh-CN" sz="4000" b="1" kern="1200" cap="none" spc="0" normalizeH="0" baseline="0" noProof="1">
                <a:solidFill>
                  <a:srgbClr val="0000FF"/>
                </a:solidFill>
                <a:latin typeface="Arial" panose="020B0604020202020204" pitchFamily="34" charset="0"/>
                <a:ea typeface="宋体" panose="02010600030101010101" pitchFamily="2" charset="-122"/>
                <a:cs typeface="+mn-cs"/>
                <a:sym typeface="宋体" panose="02010600030101010101" pitchFamily="2" charset="-122"/>
              </a:rPr>
              <a:t>4.2.1 </a:t>
            </a:r>
            <a:r>
              <a:rPr kumimoji="1" lang="en-US" altLang="zh-CN" sz="4000" b="1" kern="0" cap="none" spc="0" normalizeH="0" baseline="0" noProof="0" dirty="0">
                <a:solidFill>
                  <a:srgbClr val="0000CC"/>
                </a:solidFill>
                <a:effectLst>
                  <a:outerShdw blurRad="38100" dist="38100" dir="2700000" algn="tl">
                    <a:srgbClr val="C0C0C0"/>
                  </a:outerShdw>
                </a:effectLst>
                <a:latin typeface="黑体" panose="02010609060101010101" pitchFamily="49" charset="-122"/>
                <a:ea typeface="黑体" panose="02010609060101010101" pitchFamily="49" charset="-122"/>
                <a:cs typeface="Times New Roman" panose="02020603050405020304" pitchFamily="18" charset="0"/>
                <a:sym typeface="+mn-ea"/>
              </a:rPr>
              <a:t> </a:t>
            </a:r>
            <a:r>
              <a:rPr kumimoji="0" lang="en-US" altLang="zh-CN" sz="4000" kern="1200" cap="none" spc="0" normalizeH="0" baseline="0" noProof="1">
                <a:solidFill>
                  <a:srgbClr val="0000FF"/>
                </a:solidFill>
                <a:latin typeface="Arial" panose="020B0604020202020204" pitchFamily="34" charset="0"/>
                <a:ea typeface="宋体" panose="02010600030101010101" pitchFamily="2" charset="-122"/>
                <a:cs typeface="+mn-cs"/>
                <a:sym typeface="+mn-ea"/>
              </a:rPr>
              <a:t>K</a:t>
            </a:r>
            <a:r>
              <a:rPr kumimoji="0" lang="en-US" altLang="zh-CN" sz="4000" b="1" kern="1200" cap="none" spc="0" normalizeH="0" baseline="0" noProof="1">
                <a:solidFill>
                  <a:srgbClr val="0000FF"/>
                </a:solidFill>
                <a:latin typeface="Arial" panose="020B0604020202020204" pitchFamily="34" charset="0"/>
                <a:ea typeface="宋体" panose="02010600030101010101" pitchFamily="2" charset="-122"/>
                <a:cs typeface="+mn-cs"/>
                <a:sym typeface="+mn-ea"/>
              </a:rPr>
              <a:t>-均值</a:t>
            </a:r>
            <a:r>
              <a:rPr kumimoji="0" lang="en-US" altLang="zh-CN" sz="4000" b="1" kern="1200" cap="none" spc="0" normalizeH="0" baseline="0" noProof="1">
                <a:solidFill>
                  <a:srgbClr val="0000FF"/>
                </a:solidFill>
                <a:latin typeface="Arial" panose="020B0604020202020204" pitchFamily="34" charset="0"/>
                <a:ea typeface="宋体" panose="02010600030101010101" pitchFamily="2" charset="-122"/>
                <a:cs typeface="+mn-cs"/>
                <a:sym typeface="宋体" panose="02010600030101010101" pitchFamily="2" charset="-122"/>
              </a:rPr>
              <a:t>算法</a:t>
            </a:r>
            <a:endParaRPr kumimoji="0" lang="en-US" altLang="zh-CN" sz="4000" b="1" kern="1200" cap="none" spc="0" normalizeH="0" baseline="0" noProof="1">
              <a:solidFill>
                <a:srgbClr val="0000FF"/>
              </a:solidFill>
              <a:latin typeface="Arial" panose="020B0604020202020204" pitchFamily="34" charset="0"/>
              <a:ea typeface="宋体" panose="02010600030101010101" pitchFamily="2" charset="-122"/>
              <a:cs typeface="+mn-cs"/>
              <a:sym typeface="宋体" panose="02010600030101010101" pitchFamily="2" charset="-122"/>
            </a:endParaRPr>
          </a:p>
        </p:txBody>
      </p:sp>
    </p:spTree>
  </p:cSld>
  <p:clrMapOvr>
    <a:masterClrMapping/>
  </p:clrMapOvr>
  <p:transition/>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3426" name="Rectangle 2"/>
          <p:cNvSpPr>
            <a:spLocks noGrp="1" noChangeArrowheads="1"/>
          </p:cNvSpPr>
          <p:nvPr>
            <p:ph type="title"/>
          </p:nvPr>
        </p:nvSpPr>
        <p:spPr>
          <a:xfrm>
            <a:off x="1071563" y="1071563"/>
            <a:ext cx="7143750" cy="609600"/>
          </a:xfrm>
        </p:spPr>
        <p:txBody>
          <a:bodyPr vert="horz" wrap="square" lIns="91440" tIns="45720" rIns="91440" bIns="45720" numCol="1" anchor="b" anchorCtr="0" compatLnSpc="1">
            <a:noAutofit/>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3600" b="1" i="1" u="none" strike="noStrike" kern="0" cap="none" spc="0" normalizeH="0" baseline="0" noProof="0">
                <a:ln>
                  <a:noFill/>
                </a:ln>
                <a:solidFill>
                  <a:srgbClr val="0000CC"/>
                </a:solidFill>
                <a:effectLst>
                  <a:outerShdw blurRad="38100" dist="38100" dir="2700000" algn="tl">
                    <a:srgbClr val="C0C0C0"/>
                  </a:outerShdw>
                </a:effectLst>
                <a:uLnTx/>
                <a:uFillTx/>
                <a:latin typeface="Times New Roman" panose="02020603050405020304" pitchFamily="18" charset="0"/>
                <a:ea typeface="黑体" panose="02010609060101010101" pitchFamily="49" charset="-122"/>
                <a:cs typeface="Times New Roman" panose="02020603050405020304" pitchFamily="18" charset="0"/>
              </a:rPr>
              <a:t>k</a:t>
            </a:r>
            <a:r>
              <a:rPr kumimoji="0" lang="en-US" altLang="zh-CN" sz="3600" b="1" i="0" u="none" strike="noStrike" kern="0" cap="none" spc="0" normalizeH="0" baseline="0" noProof="0">
                <a:ln>
                  <a:noFill/>
                </a:ln>
                <a:solidFill>
                  <a:srgbClr val="0000CC"/>
                </a:solidFill>
                <a:effectLst>
                  <a:outerShdw blurRad="38100" dist="38100" dir="2700000" algn="tl">
                    <a:srgbClr val="C0C0C0"/>
                  </a:outerShdw>
                </a:effectLst>
                <a:uLnTx/>
                <a:uFillTx/>
                <a:latin typeface="Times New Roman" panose="02020603050405020304" pitchFamily="18" charset="0"/>
                <a:ea typeface="黑体" panose="02010609060101010101" pitchFamily="49" charset="-122"/>
                <a:cs typeface="Times New Roman" panose="02020603050405020304" pitchFamily="18" charset="0"/>
              </a:rPr>
              <a:t>-means</a:t>
            </a:r>
            <a:r>
              <a:rPr kumimoji="0" lang="zh-CN" altLang="en-US" sz="3600" b="1" i="0" u="none" strike="noStrike" kern="0" cap="none" spc="0" normalizeH="0" baseline="0" noProof="0">
                <a:ln>
                  <a:noFill/>
                </a:ln>
                <a:solidFill>
                  <a:srgbClr val="0000CC"/>
                </a:solidFill>
                <a:effectLst>
                  <a:outerShdw blurRad="38100" dist="38100" dir="2700000" algn="tl">
                    <a:srgbClr val="C0C0C0"/>
                  </a:outerShdw>
                </a:effectLst>
                <a:uLnTx/>
                <a:uFillTx/>
                <a:latin typeface="Times New Roman" panose="02020603050405020304" pitchFamily="18" charset="0"/>
                <a:ea typeface="黑体" panose="02010609060101010101" pitchFamily="49" charset="-122"/>
                <a:cs typeface="Times New Roman" panose="02020603050405020304" pitchFamily="18" charset="0"/>
              </a:rPr>
              <a:t>算法图例演示</a:t>
            </a:r>
            <a:endParaRPr kumimoji="0" lang="en-US" altLang="zh-CN" sz="3600" b="1" i="0" u="none" strike="noStrike" kern="0" cap="none" spc="0" normalizeH="0" baseline="0" noProof="0">
              <a:ln>
                <a:noFill/>
              </a:ln>
              <a:solidFill>
                <a:srgbClr val="FF0000"/>
              </a:solidFill>
              <a:effectLst/>
              <a:uLnTx/>
              <a:uFillTx/>
              <a:latin typeface="宋体" panose="02010600030101010101" pitchFamily="2" charset="-122"/>
              <a:ea typeface="黑体" panose="02010609060101010101" pitchFamily="49" charset="-122"/>
              <a:cs typeface="Times New Roman" panose="02020603050405020304" pitchFamily="18" charset="0"/>
            </a:endParaRPr>
          </a:p>
        </p:txBody>
      </p:sp>
      <p:sp>
        <p:nvSpPr>
          <p:cNvPr id="73731" name="Rectangle 5"/>
          <p:cNvSpPr/>
          <p:nvPr/>
        </p:nvSpPr>
        <p:spPr>
          <a:xfrm>
            <a:off x="1143000" y="1841500"/>
            <a:ext cx="7678738" cy="4686300"/>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华文新魏" panose="02010800040101010101" pitchFamily="2" charset="-122"/>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ea typeface="+mn-ea"/>
                <a:cs typeface="华文新魏" panose="02010800040101010101" pitchFamily="2" charset="-122"/>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ea typeface="+mn-ea"/>
                <a:cs typeface="华文新魏" panose="02010800040101010101" pitchFamily="2" charset="-122"/>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ea typeface="+mn-ea"/>
                <a:cs typeface="华文新魏" panose="02010800040101010101" pitchFamily="2" charset="-122"/>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ea typeface="+mn-ea"/>
                <a:cs typeface="华文新魏" panose="02010800040101010101" pitchFamily="2" charset="-122"/>
              </a:defRPr>
            </a:lvl5pPr>
          </a:lstStyle>
          <a:p>
            <a:pPr marL="273050" lvl="0" indent="-273050" eaLnBrk="1" hangingPunct="1">
              <a:spcBef>
                <a:spcPts val="575"/>
              </a:spcBef>
              <a:buClr>
                <a:srgbClr val="D34817"/>
              </a:buClr>
              <a:buSzPct val="85000"/>
            </a:pPr>
            <a:r>
              <a:rPr lang="zh-CN" altLang="en-US" sz="2600" b="1" dirty="0">
                <a:solidFill>
                  <a:srgbClr val="0070C0"/>
                </a:solidFill>
                <a:latin typeface="华文中宋" panose="02010600040101010101" pitchFamily="2" charset="-122"/>
                <a:ea typeface="华文中宋" panose="02010600040101010101" pitchFamily="2" charset="-122"/>
              </a:rPr>
              <a:t>较好的初始化</a:t>
            </a:r>
            <a:endParaRPr lang="en-US" altLang="zh-CN" sz="2600" b="1" dirty="0">
              <a:solidFill>
                <a:srgbClr val="0070C0"/>
              </a:solidFill>
              <a:latin typeface="华文中宋" panose="02010600040101010101" pitchFamily="2" charset="-122"/>
              <a:ea typeface="华文中宋" panose="02010600040101010101" pitchFamily="2" charset="-122"/>
            </a:endParaRPr>
          </a:p>
          <a:p>
            <a:pPr marL="273050" lvl="0" indent="-273050" eaLnBrk="1" hangingPunct="1">
              <a:spcBef>
                <a:spcPts val="575"/>
              </a:spcBef>
              <a:buClr>
                <a:srgbClr val="D34817"/>
              </a:buClr>
              <a:buSzPct val="85000"/>
              <a:buFont typeface="Wingdings" panose="05000000000000000000" pitchFamily="2" charset="2"/>
              <a:buChar char="u"/>
            </a:pPr>
            <a:endParaRPr lang="en-US" altLang="zh-CN" sz="2600" b="1" dirty="0">
              <a:solidFill>
                <a:srgbClr val="0070C0"/>
              </a:solidFill>
              <a:ea typeface="华文中宋" panose="02010600040101010101" pitchFamily="2" charset="-122"/>
            </a:endParaRPr>
          </a:p>
          <a:p>
            <a:pPr marL="273050" lvl="0" indent="-273050" eaLnBrk="1" hangingPunct="1">
              <a:spcBef>
                <a:spcPts val="575"/>
              </a:spcBef>
              <a:buClr>
                <a:srgbClr val="D34817"/>
              </a:buClr>
              <a:buSzPct val="85000"/>
              <a:buFont typeface="Wingdings" panose="05000000000000000000" pitchFamily="2" charset="2"/>
              <a:buChar char="u"/>
            </a:pPr>
            <a:endParaRPr lang="en-US" altLang="zh-CN" sz="2600" b="1" dirty="0">
              <a:solidFill>
                <a:srgbClr val="0070C0"/>
              </a:solidFill>
              <a:ea typeface="华文中宋" panose="02010600040101010101" pitchFamily="2" charset="-122"/>
            </a:endParaRPr>
          </a:p>
          <a:p>
            <a:pPr marL="273050" lvl="0" indent="-273050" eaLnBrk="1" hangingPunct="1">
              <a:spcBef>
                <a:spcPts val="575"/>
              </a:spcBef>
              <a:buClr>
                <a:srgbClr val="D34817"/>
              </a:buClr>
              <a:buSzPct val="85000"/>
              <a:buFont typeface="Wingdings" panose="05000000000000000000" pitchFamily="2" charset="2"/>
              <a:buChar char="u"/>
            </a:pPr>
            <a:endParaRPr lang="en-US" altLang="zh-CN" sz="2600" b="1" dirty="0">
              <a:solidFill>
                <a:srgbClr val="0070C0"/>
              </a:solidFill>
              <a:ea typeface="华文中宋" panose="02010600040101010101" pitchFamily="2" charset="-122"/>
            </a:endParaRPr>
          </a:p>
          <a:p>
            <a:pPr marL="273050" lvl="0" indent="-273050" eaLnBrk="1" hangingPunct="1">
              <a:spcBef>
                <a:spcPts val="575"/>
              </a:spcBef>
              <a:buClr>
                <a:srgbClr val="D34817"/>
              </a:buClr>
              <a:buSzPct val="85000"/>
              <a:buFont typeface="Wingdings" panose="05000000000000000000" pitchFamily="2" charset="2"/>
              <a:buChar char="u"/>
            </a:pPr>
            <a:endParaRPr lang="en-US" altLang="zh-CN" sz="2600" b="1" dirty="0">
              <a:solidFill>
                <a:srgbClr val="0070C0"/>
              </a:solidFill>
              <a:ea typeface="华文中宋" panose="02010600040101010101" pitchFamily="2" charset="-122"/>
            </a:endParaRPr>
          </a:p>
          <a:p>
            <a:pPr marL="273050" lvl="0" indent="-273050" eaLnBrk="1" hangingPunct="1">
              <a:spcBef>
                <a:spcPts val="575"/>
              </a:spcBef>
              <a:buClr>
                <a:srgbClr val="D34817"/>
              </a:buClr>
              <a:buSzPct val="85000"/>
              <a:buFontTx/>
              <a:buNone/>
            </a:pPr>
            <a:r>
              <a:rPr lang="zh-CN" altLang="en-US" sz="2600" b="1" dirty="0">
                <a:latin typeface="宋体" panose="02010600030101010101" pitchFamily="2" charset="-122"/>
                <a:ea typeface="华文中宋" panose="02010600040101010101" pitchFamily="2" charset="-122"/>
              </a:rPr>
              <a:t>  </a:t>
            </a:r>
            <a:endParaRPr lang="en-US" altLang="zh-CN" sz="2600" b="1" dirty="0">
              <a:latin typeface="宋体" panose="02010600030101010101" pitchFamily="2" charset="-122"/>
              <a:ea typeface="华文中宋" panose="02010600040101010101" pitchFamily="2" charset="-122"/>
            </a:endParaRPr>
          </a:p>
          <a:p>
            <a:pPr marL="273050" lvl="0" indent="-273050" eaLnBrk="1" hangingPunct="1">
              <a:spcBef>
                <a:spcPts val="575"/>
              </a:spcBef>
              <a:buClr>
                <a:srgbClr val="D34817"/>
              </a:buClr>
              <a:buSzPct val="85000"/>
              <a:buFontTx/>
              <a:buNone/>
            </a:pPr>
            <a:endParaRPr lang="en-US" altLang="zh-CN" sz="2600" b="1" dirty="0">
              <a:latin typeface="宋体" panose="02010600030101010101" pitchFamily="2" charset="-122"/>
              <a:ea typeface="华文中宋" panose="02010600040101010101" pitchFamily="2" charset="-122"/>
            </a:endParaRPr>
          </a:p>
          <a:p>
            <a:pPr marL="273050" lvl="0" indent="-273050" eaLnBrk="1" hangingPunct="1">
              <a:spcBef>
                <a:spcPts val="575"/>
              </a:spcBef>
              <a:buClr>
                <a:srgbClr val="D34817"/>
              </a:buClr>
              <a:buSzPct val="85000"/>
              <a:buFontTx/>
              <a:buNone/>
            </a:pPr>
            <a:r>
              <a:rPr lang="zh-CN" altLang="en-US" sz="2600" b="1" dirty="0">
                <a:latin typeface="宋体" panose="02010600030101010101" pitchFamily="2" charset="-122"/>
                <a:ea typeface="华文中宋" panose="02010600040101010101" pitchFamily="2" charset="-122"/>
              </a:rPr>
              <a:t>   </a:t>
            </a:r>
            <a:endParaRPr lang="en-US" altLang="zh-CN" sz="2600" b="1" dirty="0">
              <a:latin typeface="宋体" panose="02010600030101010101" pitchFamily="2" charset="-122"/>
              <a:ea typeface="华文中宋" panose="02010600040101010101" pitchFamily="2" charset="-122"/>
            </a:endParaRPr>
          </a:p>
          <a:p>
            <a:pPr marL="273050" lvl="0" indent="-273050" eaLnBrk="1" hangingPunct="1">
              <a:spcBef>
                <a:spcPts val="575"/>
              </a:spcBef>
              <a:buClr>
                <a:srgbClr val="D34817"/>
              </a:buClr>
              <a:buSzPct val="85000"/>
              <a:buFontTx/>
              <a:buNone/>
            </a:pPr>
            <a:r>
              <a:rPr lang="zh-CN" altLang="en-US" sz="2400" b="1" dirty="0">
                <a:latin typeface="宋体" panose="02010600030101010101" pitchFamily="2" charset="-122"/>
                <a:ea typeface="华文中宋" panose="02010600040101010101" pitchFamily="2" charset="-122"/>
              </a:rPr>
              <a:t>              选取初始聚类中心         </a:t>
            </a:r>
            <a:endParaRPr lang="zh-CN" altLang="en-US" sz="2400" b="1" dirty="0">
              <a:solidFill>
                <a:srgbClr val="000000"/>
              </a:solidFill>
              <a:latin typeface="Times New Roman" panose="02020603050405020304" pitchFamily="18" charset="0"/>
              <a:cs typeface="Times New Roman" panose="02020603050405020304" pitchFamily="18" charset="0"/>
            </a:endParaRPr>
          </a:p>
          <a:p>
            <a:pPr marL="273050" lvl="0" indent="-273050" eaLnBrk="1" hangingPunct="1">
              <a:spcBef>
                <a:spcPts val="575"/>
              </a:spcBef>
              <a:buClr>
                <a:srgbClr val="D34817"/>
              </a:buClr>
              <a:buSzPct val="85000"/>
              <a:buFontTx/>
              <a:buNone/>
            </a:pPr>
            <a:endParaRPr lang="en-US" altLang="zh-CN" sz="2600" b="1" dirty="0">
              <a:solidFill>
                <a:srgbClr val="0070C0"/>
              </a:solidFill>
              <a:ea typeface="Times New Roman" panose="02020603050405020304" pitchFamily="18" charset="0"/>
            </a:endParaRPr>
          </a:p>
        </p:txBody>
      </p:sp>
      <p:pic>
        <p:nvPicPr>
          <p:cNvPr id="73732" name="Picture 5"/>
          <p:cNvPicPr preferRelativeResize="0"/>
          <p:nvPr/>
        </p:nvPicPr>
        <p:blipFill>
          <a:blip r:embed="rId1"/>
          <a:stretch>
            <a:fillRect/>
          </a:stretch>
        </p:blipFill>
        <p:spPr>
          <a:xfrm>
            <a:off x="2357438" y="2422525"/>
            <a:ext cx="4248150" cy="3221038"/>
          </a:xfrm>
          <a:prstGeom prst="rect">
            <a:avLst/>
          </a:prstGeom>
          <a:noFill/>
          <a:ln w="9525">
            <a:noFill/>
          </a:ln>
        </p:spPr>
      </p:pic>
      <p:sp>
        <p:nvSpPr>
          <p:cNvPr id="6" name="Text Box 5"/>
          <p:cNvSpPr txBox="1"/>
          <p:nvPr/>
        </p:nvSpPr>
        <p:spPr>
          <a:xfrm>
            <a:off x="3224213" y="0"/>
            <a:ext cx="5919788" cy="706438"/>
          </a:xfrm>
          <a:prstGeom prst="rect">
            <a:avLst/>
          </a:prstGeom>
          <a:noFill/>
          <a:ln w="9525">
            <a:noFill/>
          </a:ln>
        </p:spPr>
        <p:txBody>
          <a:bodyPr>
            <a:spAutoFit/>
          </a:bodyPr>
          <a:lstStyle/>
          <a:p>
            <a:pPr marR="0" algn="ctr" defTabSz="914400" eaLnBrk="1" hangingPunct="1">
              <a:buClrTx/>
              <a:buSzTx/>
              <a:buFontTx/>
              <a:buNone/>
              <a:defRPr/>
            </a:pPr>
            <a:r>
              <a:rPr kumimoji="0" lang="en-US" altLang="zh-CN" sz="4000" b="1" kern="1200" cap="none" spc="0" normalizeH="0" baseline="0" noProof="1">
                <a:solidFill>
                  <a:srgbClr val="0000FF"/>
                </a:solidFill>
                <a:latin typeface="Arial" panose="020B0604020202020204" pitchFamily="34" charset="0"/>
                <a:ea typeface="宋体" panose="02010600030101010101" pitchFamily="2" charset="-122"/>
                <a:cs typeface="+mn-cs"/>
                <a:sym typeface="宋体" panose="02010600030101010101" pitchFamily="2" charset="-122"/>
              </a:rPr>
              <a:t>4.2.1 </a:t>
            </a:r>
            <a:r>
              <a:rPr kumimoji="1" lang="en-US" altLang="zh-CN" sz="4000" b="1" kern="0" cap="none" spc="0" normalizeH="0" baseline="0" noProof="0" dirty="0">
                <a:solidFill>
                  <a:srgbClr val="0000CC"/>
                </a:solidFill>
                <a:effectLst>
                  <a:outerShdw blurRad="38100" dist="38100" dir="2700000" algn="tl">
                    <a:srgbClr val="C0C0C0"/>
                  </a:outerShdw>
                </a:effectLst>
                <a:latin typeface="黑体" panose="02010609060101010101" pitchFamily="49" charset="-122"/>
                <a:ea typeface="黑体" panose="02010609060101010101" pitchFamily="49" charset="-122"/>
                <a:cs typeface="Times New Roman" panose="02020603050405020304" pitchFamily="18" charset="0"/>
                <a:sym typeface="+mn-ea"/>
              </a:rPr>
              <a:t> </a:t>
            </a:r>
            <a:r>
              <a:rPr kumimoji="0" lang="en-US" altLang="zh-CN" sz="4000" kern="1200" cap="none" spc="0" normalizeH="0" baseline="0" noProof="1">
                <a:solidFill>
                  <a:srgbClr val="0000FF"/>
                </a:solidFill>
                <a:latin typeface="Arial" panose="020B0604020202020204" pitchFamily="34" charset="0"/>
                <a:ea typeface="宋体" panose="02010600030101010101" pitchFamily="2" charset="-122"/>
                <a:cs typeface="+mn-cs"/>
                <a:sym typeface="+mn-ea"/>
              </a:rPr>
              <a:t>K</a:t>
            </a:r>
            <a:r>
              <a:rPr kumimoji="0" lang="en-US" altLang="zh-CN" sz="4000" b="1" kern="1200" cap="none" spc="0" normalizeH="0" baseline="0" noProof="1">
                <a:solidFill>
                  <a:srgbClr val="0000FF"/>
                </a:solidFill>
                <a:latin typeface="Arial" panose="020B0604020202020204" pitchFamily="34" charset="0"/>
                <a:ea typeface="宋体" panose="02010600030101010101" pitchFamily="2" charset="-122"/>
                <a:cs typeface="+mn-cs"/>
                <a:sym typeface="+mn-ea"/>
              </a:rPr>
              <a:t>-均值</a:t>
            </a:r>
            <a:r>
              <a:rPr kumimoji="0" lang="en-US" altLang="zh-CN" sz="4000" b="1" kern="1200" cap="none" spc="0" normalizeH="0" baseline="0" noProof="1">
                <a:solidFill>
                  <a:srgbClr val="0000FF"/>
                </a:solidFill>
                <a:latin typeface="Arial" panose="020B0604020202020204" pitchFamily="34" charset="0"/>
                <a:ea typeface="宋体" panose="02010600030101010101" pitchFamily="2" charset="-122"/>
                <a:cs typeface="+mn-cs"/>
                <a:sym typeface="宋体" panose="02010600030101010101" pitchFamily="2" charset="-122"/>
              </a:rPr>
              <a:t>算法</a:t>
            </a:r>
            <a:endParaRPr kumimoji="0" lang="en-US" altLang="zh-CN" sz="4000" b="1" kern="1200" cap="none" spc="0" normalizeH="0" baseline="0" noProof="1">
              <a:solidFill>
                <a:srgbClr val="0000FF"/>
              </a:solidFill>
              <a:latin typeface="Arial" panose="020B0604020202020204" pitchFamily="34" charset="0"/>
              <a:ea typeface="宋体" panose="02010600030101010101" pitchFamily="2" charset="-122"/>
              <a:cs typeface="+mn-cs"/>
              <a:sym typeface="宋体" panose="02010600030101010101" pitchFamily="2" charset="-122"/>
            </a:endParaRPr>
          </a:p>
        </p:txBody>
      </p:sp>
    </p:spTree>
  </p:cSld>
  <p:clrMapOvr>
    <a:masterClrMapping/>
  </p:clrMapOvr>
  <p:transition/>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3426" name="Rectangle 2"/>
          <p:cNvSpPr>
            <a:spLocks noGrp="1" noChangeArrowheads="1"/>
          </p:cNvSpPr>
          <p:nvPr>
            <p:ph type="title"/>
          </p:nvPr>
        </p:nvSpPr>
        <p:spPr>
          <a:xfrm>
            <a:off x="1071563" y="1071563"/>
            <a:ext cx="7143750" cy="609600"/>
          </a:xfrm>
        </p:spPr>
        <p:txBody>
          <a:bodyPr vert="horz" wrap="square" lIns="91440" tIns="45720" rIns="91440" bIns="45720" numCol="1" anchor="b" anchorCtr="0" compatLnSpc="1">
            <a:noAutofit/>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3600" b="1" i="1" u="none" strike="noStrike" kern="0" cap="none" spc="0" normalizeH="0" baseline="0" noProof="0" dirty="0">
                <a:ln>
                  <a:noFill/>
                </a:ln>
                <a:solidFill>
                  <a:srgbClr val="0000CC"/>
                </a:solidFill>
                <a:effectLst>
                  <a:outerShdw blurRad="38100" dist="38100" dir="2700000" algn="tl">
                    <a:srgbClr val="C0C0C0"/>
                  </a:outerShdw>
                </a:effectLst>
                <a:uLnTx/>
                <a:uFillTx/>
                <a:latin typeface="Times New Roman" panose="02020603050405020304" pitchFamily="18" charset="0"/>
                <a:ea typeface="黑体" panose="02010609060101010101" pitchFamily="49" charset="-122"/>
                <a:cs typeface="Times New Roman" panose="02020603050405020304" pitchFamily="18" charset="0"/>
              </a:rPr>
              <a:t>k</a:t>
            </a:r>
            <a:r>
              <a:rPr kumimoji="0" lang="en-US" altLang="zh-CN" sz="3600" b="1" i="0" u="none" strike="noStrike" kern="0" cap="none" spc="0" normalizeH="0" baseline="0" noProof="0" dirty="0">
                <a:ln>
                  <a:noFill/>
                </a:ln>
                <a:solidFill>
                  <a:srgbClr val="0000CC"/>
                </a:solidFill>
                <a:effectLst>
                  <a:outerShdw blurRad="38100" dist="38100" dir="2700000" algn="tl">
                    <a:srgbClr val="C0C0C0"/>
                  </a:outerShdw>
                </a:effectLst>
                <a:uLnTx/>
                <a:uFillTx/>
                <a:latin typeface="Times New Roman" panose="02020603050405020304" pitchFamily="18" charset="0"/>
                <a:ea typeface="黑体" panose="02010609060101010101" pitchFamily="49" charset="-122"/>
                <a:cs typeface="Times New Roman" panose="02020603050405020304" pitchFamily="18" charset="0"/>
              </a:rPr>
              <a:t>-means</a:t>
            </a:r>
            <a:r>
              <a:rPr kumimoji="0" lang="zh-CN" altLang="en-US" sz="3600" b="1" i="0" u="none" strike="noStrike" kern="0" cap="none" spc="0" normalizeH="0" baseline="0" noProof="0" dirty="0">
                <a:ln>
                  <a:noFill/>
                </a:ln>
                <a:solidFill>
                  <a:srgbClr val="0000CC"/>
                </a:solidFill>
                <a:effectLst>
                  <a:outerShdw blurRad="38100" dist="38100" dir="2700000" algn="tl">
                    <a:srgbClr val="C0C0C0"/>
                  </a:outerShdw>
                </a:effectLst>
                <a:uLnTx/>
                <a:uFillTx/>
                <a:latin typeface="Times New Roman" panose="02020603050405020304" pitchFamily="18" charset="0"/>
                <a:ea typeface="黑体" panose="02010609060101010101" pitchFamily="49" charset="-122"/>
                <a:cs typeface="Times New Roman" panose="02020603050405020304" pitchFamily="18" charset="0"/>
              </a:rPr>
              <a:t>算法图例演示</a:t>
            </a:r>
            <a:endParaRPr kumimoji="0" lang="en-US" altLang="zh-CN" sz="3600" b="1" i="0" u="none" strike="noStrike" kern="0" cap="none" spc="0" normalizeH="0" baseline="0" noProof="0" dirty="0">
              <a:ln>
                <a:noFill/>
              </a:ln>
              <a:solidFill>
                <a:srgbClr val="FF0000"/>
              </a:solidFill>
              <a:effectLst/>
              <a:uLnTx/>
              <a:uFillTx/>
              <a:latin typeface="宋体" panose="02010600030101010101" pitchFamily="2" charset="-122"/>
              <a:ea typeface="黑体" panose="02010609060101010101" pitchFamily="49" charset="-122"/>
              <a:cs typeface="Times New Roman" panose="02020603050405020304" pitchFamily="18" charset="0"/>
            </a:endParaRPr>
          </a:p>
        </p:txBody>
      </p:sp>
      <p:sp>
        <p:nvSpPr>
          <p:cNvPr id="74755" name="Rectangle 5"/>
          <p:cNvSpPr/>
          <p:nvPr/>
        </p:nvSpPr>
        <p:spPr>
          <a:xfrm>
            <a:off x="1143000" y="1841500"/>
            <a:ext cx="7678738" cy="5124450"/>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华文新魏" panose="02010800040101010101" pitchFamily="2" charset="-122"/>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ea typeface="+mn-ea"/>
                <a:cs typeface="华文新魏" panose="02010800040101010101" pitchFamily="2" charset="-122"/>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ea typeface="+mn-ea"/>
                <a:cs typeface="华文新魏" panose="02010800040101010101" pitchFamily="2" charset="-122"/>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ea typeface="+mn-ea"/>
                <a:cs typeface="华文新魏" panose="02010800040101010101" pitchFamily="2" charset="-122"/>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ea typeface="+mn-ea"/>
                <a:cs typeface="华文新魏" panose="02010800040101010101" pitchFamily="2" charset="-122"/>
              </a:defRPr>
            </a:lvl5pPr>
          </a:lstStyle>
          <a:p>
            <a:pPr marL="273050" lvl="0" indent="-273050" eaLnBrk="1" hangingPunct="1">
              <a:spcBef>
                <a:spcPts val="575"/>
              </a:spcBef>
              <a:buClr>
                <a:srgbClr val="D34817"/>
              </a:buClr>
              <a:buSzPct val="85000"/>
            </a:pPr>
            <a:r>
              <a:rPr lang="zh-CN" altLang="en-US" sz="2600" b="1" dirty="0">
                <a:solidFill>
                  <a:srgbClr val="0070C0"/>
                </a:solidFill>
                <a:latin typeface="华文中宋" panose="02010600040101010101" pitchFamily="2" charset="-122"/>
                <a:ea typeface="华文中宋" panose="02010600040101010101" pitchFamily="2" charset="-122"/>
              </a:rPr>
              <a:t>较好的初始化</a:t>
            </a:r>
            <a:endParaRPr lang="en-US" altLang="zh-CN" sz="2600" b="1" dirty="0">
              <a:solidFill>
                <a:srgbClr val="0070C0"/>
              </a:solidFill>
              <a:latin typeface="华文中宋" panose="02010600040101010101" pitchFamily="2" charset="-122"/>
              <a:ea typeface="华文中宋" panose="02010600040101010101" pitchFamily="2" charset="-122"/>
            </a:endParaRPr>
          </a:p>
          <a:p>
            <a:pPr marL="273050" lvl="0" indent="-273050" eaLnBrk="1" hangingPunct="1">
              <a:spcBef>
                <a:spcPts val="575"/>
              </a:spcBef>
              <a:buClr>
                <a:srgbClr val="D34817"/>
              </a:buClr>
              <a:buSzPct val="85000"/>
              <a:buFont typeface="Wingdings" panose="05000000000000000000" pitchFamily="2" charset="2"/>
              <a:buChar char="u"/>
            </a:pPr>
            <a:endParaRPr lang="en-US" altLang="zh-CN" sz="2600" b="1" dirty="0">
              <a:solidFill>
                <a:srgbClr val="0070C0"/>
              </a:solidFill>
              <a:ea typeface="华文中宋" panose="02010600040101010101" pitchFamily="2" charset="-122"/>
            </a:endParaRPr>
          </a:p>
          <a:p>
            <a:pPr marL="273050" lvl="0" indent="-273050" eaLnBrk="1" hangingPunct="1">
              <a:spcBef>
                <a:spcPts val="575"/>
              </a:spcBef>
              <a:buClr>
                <a:srgbClr val="D34817"/>
              </a:buClr>
              <a:buSzPct val="85000"/>
              <a:buFont typeface="Wingdings" panose="05000000000000000000" pitchFamily="2" charset="2"/>
              <a:buChar char="u"/>
            </a:pPr>
            <a:endParaRPr lang="en-US" altLang="zh-CN" sz="2600" b="1" dirty="0">
              <a:solidFill>
                <a:srgbClr val="0070C0"/>
              </a:solidFill>
              <a:ea typeface="华文中宋" panose="02010600040101010101" pitchFamily="2" charset="-122"/>
            </a:endParaRPr>
          </a:p>
          <a:p>
            <a:pPr marL="273050" lvl="0" indent="-273050" eaLnBrk="1" hangingPunct="1">
              <a:spcBef>
                <a:spcPts val="575"/>
              </a:spcBef>
              <a:buClr>
                <a:srgbClr val="D34817"/>
              </a:buClr>
              <a:buSzPct val="85000"/>
              <a:buFont typeface="Wingdings" panose="05000000000000000000" pitchFamily="2" charset="2"/>
              <a:buChar char="u"/>
            </a:pPr>
            <a:endParaRPr lang="en-US" altLang="zh-CN" sz="2600" b="1" dirty="0">
              <a:solidFill>
                <a:srgbClr val="0070C0"/>
              </a:solidFill>
              <a:ea typeface="华文中宋" panose="02010600040101010101" pitchFamily="2" charset="-122"/>
            </a:endParaRPr>
          </a:p>
          <a:p>
            <a:pPr marL="273050" lvl="0" indent="-273050" eaLnBrk="1" hangingPunct="1">
              <a:spcBef>
                <a:spcPts val="575"/>
              </a:spcBef>
              <a:buClr>
                <a:srgbClr val="D34817"/>
              </a:buClr>
              <a:buSzPct val="85000"/>
              <a:buFont typeface="Wingdings" panose="05000000000000000000" pitchFamily="2" charset="2"/>
              <a:buChar char="u"/>
            </a:pPr>
            <a:endParaRPr lang="en-US" altLang="zh-CN" sz="2600" b="1" dirty="0">
              <a:solidFill>
                <a:srgbClr val="0070C0"/>
              </a:solidFill>
              <a:ea typeface="华文中宋" panose="02010600040101010101" pitchFamily="2" charset="-122"/>
            </a:endParaRPr>
          </a:p>
          <a:p>
            <a:pPr marL="273050" lvl="0" indent="-273050" eaLnBrk="1" hangingPunct="1">
              <a:spcBef>
                <a:spcPts val="575"/>
              </a:spcBef>
              <a:buClr>
                <a:srgbClr val="D34817"/>
              </a:buClr>
              <a:buSzPct val="85000"/>
              <a:buFontTx/>
              <a:buNone/>
            </a:pPr>
            <a:r>
              <a:rPr lang="zh-CN" altLang="en-US" sz="2600" b="1" dirty="0">
                <a:latin typeface="宋体" panose="02010600030101010101" pitchFamily="2" charset="-122"/>
                <a:ea typeface="华文中宋" panose="02010600040101010101" pitchFamily="2" charset="-122"/>
              </a:rPr>
              <a:t>  </a:t>
            </a:r>
            <a:endParaRPr lang="en-US" altLang="zh-CN" sz="2600" b="1" dirty="0">
              <a:latin typeface="宋体" panose="02010600030101010101" pitchFamily="2" charset="-122"/>
              <a:ea typeface="华文中宋" panose="02010600040101010101" pitchFamily="2" charset="-122"/>
            </a:endParaRPr>
          </a:p>
          <a:p>
            <a:pPr marL="273050" lvl="0" indent="-273050" eaLnBrk="1" hangingPunct="1">
              <a:spcBef>
                <a:spcPts val="575"/>
              </a:spcBef>
              <a:buClr>
                <a:srgbClr val="D34817"/>
              </a:buClr>
              <a:buSzPct val="85000"/>
              <a:buFontTx/>
              <a:buNone/>
            </a:pPr>
            <a:endParaRPr lang="en-US" altLang="zh-CN" sz="2600" b="1" dirty="0">
              <a:latin typeface="宋体" panose="02010600030101010101" pitchFamily="2" charset="-122"/>
              <a:ea typeface="华文中宋" panose="02010600040101010101" pitchFamily="2" charset="-122"/>
            </a:endParaRPr>
          </a:p>
          <a:p>
            <a:pPr marL="273050" lvl="0" indent="-273050" eaLnBrk="1" hangingPunct="1">
              <a:spcBef>
                <a:spcPts val="575"/>
              </a:spcBef>
              <a:buClr>
                <a:srgbClr val="D34817"/>
              </a:buClr>
              <a:buSzPct val="85000"/>
              <a:buFontTx/>
              <a:buNone/>
            </a:pPr>
            <a:r>
              <a:rPr lang="zh-CN" altLang="en-US" sz="2600" b="1" dirty="0">
                <a:latin typeface="宋体" panose="02010600030101010101" pitchFamily="2" charset="-122"/>
                <a:ea typeface="华文中宋" panose="02010600040101010101" pitchFamily="2" charset="-122"/>
              </a:rPr>
              <a:t>   </a:t>
            </a:r>
            <a:endParaRPr lang="en-US" altLang="zh-CN" sz="2600" b="1" dirty="0">
              <a:latin typeface="宋体" panose="02010600030101010101" pitchFamily="2" charset="-122"/>
              <a:ea typeface="华文中宋" panose="02010600040101010101" pitchFamily="2" charset="-122"/>
            </a:endParaRPr>
          </a:p>
          <a:p>
            <a:pPr marL="273050" lvl="0" indent="-273050" eaLnBrk="1" hangingPunct="1">
              <a:spcBef>
                <a:spcPts val="575"/>
              </a:spcBef>
              <a:buClr>
                <a:srgbClr val="D34817"/>
              </a:buClr>
              <a:buSzPct val="85000"/>
              <a:buFontTx/>
              <a:buNone/>
            </a:pPr>
            <a:r>
              <a:rPr lang="zh-CN" altLang="en-US" sz="2400" b="1" dirty="0">
                <a:ea typeface="华文中宋" panose="02010600040101010101" pitchFamily="2" charset="-122"/>
              </a:rPr>
              <a:t>                                     第一次迭代</a:t>
            </a:r>
            <a:endParaRPr lang="zh-CN" altLang="en-US" sz="2400" b="1" dirty="0">
              <a:ea typeface="华文中宋" panose="02010600040101010101" pitchFamily="2" charset="-122"/>
            </a:endParaRPr>
          </a:p>
          <a:p>
            <a:pPr marL="273050" lvl="0" indent="-273050" eaLnBrk="1" hangingPunct="1">
              <a:spcBef>
                <a:spcPts val="575"/>
              </a:spcBef>
              <a:buClr>
                <a:srgbClr val="D34817"/>
              </a:buClr>
              <a:buSzPct val="85000"/>
              <a:buFontTx/>
              <a:buNone/>
            </a:pPr>
            <a:r>
              <a:rPr lang="zh-CN" altLang="en-US" sz="2400" b="1" dirty="0">
                <a:latin typeface="宋体" panose="02010600030101010101" pitchFamily="2" charset="-122"/>
                <a:ea typeface="华文中宋" panose="02010600040101010101" pitchFamily="2" charset="-122"/>
              </a:rPr>
              <a:t>         </a:t>
            </a:r>
            <a:endParaRPr lang="zh-CN" altLang="en-US" sz="2400" b="1" dirty="0">
              <a:solidFill>
                <a:srgbClr val="000000"/>
              </a:solidFill>
              <a:latin typeface="Times New Roman" panose="02020603050405020304" pitchFamily="18" charset="0"/>
              <a:cs typeface="Times New Roman" panose="02020603050405020304" pitchFamily="18" charset="0"/>
            </a:endParaRPr>
          </a:p>
          <a:p>
            <a:pPr marL="273050" lvl="0" indent="-273050" eaLnBrk="1" hangingPunct="1">
              <a:spcBef>
                <a:spcPts val="575"/>
              </a:spcBef>
              <a:buClr>
                <a:srgbClr val="D34817"/>
              </a:buClr>
              <a:buSzPct val="85000"/>
              <a:buFontTx/>
              <a:buNone/>
            </a:pPr>
            <a:endParaRPr lang="en-US" altLang="zh-CN" sz="2600" b="1" dirty="0">
              <a:solidFill>
                <a:srgbClr val="0070C0"/>
              </a:solidFill>
              <a:ea typeface="Times New Roman" panose="02020603050405020304" pitchFamily="18" charset="0"/>
            </a:endParaRPr>
          </a:p>
        </p:txBody>
      </p:sp>
      <p:pic>
        <p:nvPicPr>
          <p:cNvPr id="74756" name="Picture 3"/>
          <p:cNvPicPr>
            <a:picLocks noChangeAspect="1"/>
          </p:cNvPicPr>
          <p:nvPr/>
        </p:nvPicPr>
        <p:blipFill>
          <a:blip r:embed="rId1"/>
          <a:stretch>
            <a:fillRect/>
          </a:stretch>
        </p:blipFill>
        <p:spPr>
          <a:xfrm>
            <a:off x="2357438" y="2420938"/>
            <a:ext cx="4232275" cy="3222625"/>
          </a:xfrm>
          <a:prstGeom prst="rect">
            <a:avLst/>
          </a:prstGeom>
          <a:noFill/>
          <a:ln w="9525">
            <a:noFill/>
          </a:ln>
        </p:spPr>
      </p:pic>
      <p:sp>
        <p:nvSpPr>
          <p:cNvPr id="6" name="Text Box 5"/>
          <p:cNvSpPr txBox="1"/>
          <p:nvPr/>
        </p:nvSpPr>
        <p:spPr>
          <a:xfrm>
            <a:off x="3224213" y="0"/>
            <a:ext cx="5919788" cy="706438"/>
          </a:xfrm>
          <a:prstGeom prst="rect">
            <a:avLst/>
          </a:prstGeom>
          <a:noFill/>
          <a:ln w="9525">
            <a:noFill/>
          </a:ln>
        </p:spPr>
        <p:txBody>
          <a:bodyPr>
            <a:spAutoFit/>
          </a:bodyPr>
          <a:lstStyle/>
          <a:p>
            <a:pPr marR="0" algn="ctr" defTabSz="914400" eaLnBrk="1" hangingPunct="1">
              <a:buClrTx/>
              <a:buSzTx/>
              <a:buFontTx/>
              <a:buNone/>
              <a:defRPr/>
            </a:pPr>
            <a:r>
              <a:rPr kumimoji="0" lang="en-US" altLang="zh-CN" sz="4000" b="1" kern="1200" cap="none" spc="0" normalizeH="0" baseline="0" noProof="1">
                <a:solidFill>
                  <a:srgbClr val="0000FF"/>
                </a:solidFill>
                <a:latin typeface="Arial" panose="020B0604020202020204" pitchFamily="34" charset="0"/>
                <a:ea typeface="宋体" panose="02010600030101010101" pitchFamily="2" charset="-122"/>
                <a:cs typeface="+mn-cs"/>
                <a:sym typeface="宋体" panose="02010600030101010101" pitchFamily="2" charset="-122"/>
              </a:rPr>
              <a:t>4.2.1 </a:t>
            </a:r>
            <a:r>
              <a:rPr kumimoji="1" lang="en-US" altLang="zh-CN" sz="4000" b="1" kern="0" cap="none" spc="0" normalizeH="0" baseline="0" noProof="0" dirty="0">
                <a:solidFill>
                  <a:srgbClr val="0000CC"/>
                </a:solidFill>
                <a:effectLst>
                  <a:outerShdw blurRad="38100" dist="38100" dir="2700000" algn="tl">
                    <a:srgbClr val="C0C0C0"/>
                  </a:outerShdw>
                </a:effectLst>
                <a:latin typeface="黑体" panose="02010609060101010101" pitchFamily="49" charset="-122"/>
                <a:ea typeface="黑体" panose="02010609060101010101" pitchFamily="49" charset="-122"/>
                <a:cs typeface="Times New Roman" panose="02020603050405020304" pitchFamily="18" charset="0"/>
                <a:sym typeface="+mn-ea"/>
              </a:rPr>
              <a:t> </a:t>
            </a:r>
            <a:r>
              <a:rPr kumimoji="0" lang="en-US" altLang="zh-CN" sz="4000" kern="1200" cap="none" spc="0" normalizeH="0" baseline="0" noProof="1">
                <a:solidFill>
                  <a:srgbClr val="0000FF"/>
                </a:solidFill>
                <a:latin typeface="Arial" panose="020B0604020202020204" pitchFamily="34" charset="0"/>
                <a:ea typeface="宋体" panose="02010600030101010101" pitchFamily="2" charset="-122"/>
                <a:cs typeface="+mn-cs"/>
                <a:sym typeface="+mn-ea"/>
              </a:rPr>
              <a:t>K</a:t>
            </a:r>
            <a:r>
              <a:rPr kumimoji="0" lang="en-US" altLang="zh-CN" sz="4000" b="1" kern="1200" cap="none" spc="0" normalizeH="0" baseline="0" noProof="1">
                <a:solidFill>
                  <a:srgbClr val="0000FF"/>
                </a:solidFill>
                <a:latin typeface="Arial" panose="020B0604020202020204" pitchFamily="34" charset="0"/>
                <a:ea typeface="宋体" panose="02010600030101010101" pitchFamily="2" charset="-122"/>
                <a:cs typeface="+mn-cs"/>
                <a:sym typeface="+mn-ea"/>
              </a:rPr>
              <a:t>-均值</a:t>
            </a:r>
            <a:r>
              <a:rPr kumimoji="0" lang="en-US" altLang="zh-CN" sz="4000" b="1" kern="1200" cap="none" spc="0" normalizeH="0" baseline="0" noProof="1">
                <a:solidFill>
                  <a:srgbClr val="0000FF"/>
                </a:solidFill>
                <a:latin typeface="Arial" panose="020B0604020202020204" pitchFamily="34" charset="0"/>
                <a:ea typeface="宋体" panose="02010600030101010101" pitchFamily="2" charset="-122"/>
                <a:cs typeface="+mn-cs"/>
                <a:sym typeface="宋体" panose="02010600030101010101" pitchFamily="2" charset="-122"/>
              </a:rPr>
              <a:t>算法</a:t>
            </a:r>
            <a:endParaRPr kumimoji="0" lang="en-US" altLang="zh-CN" sz="4000" b="1" kern="1200" cap="none" spc="0" normalizeH="0" baseline="0" noProof="1">
              <a:solidFill>
                <a:srgbClr val="0000FF"/>
              </a:solidFill>
              <a:latin typeface="Arial" panose="020B0604020202020204" pitchFamily="34" charset="0"/>
              <a:ea typeface="宋体" panose="02010600030101010101" pitchFamily="2" charset="-122"/>
              <a:cs typeface="+mn-cs"/>
              <a:sym typeface="宋体" panose="02010600030101010101" pitchFamily="2" charset="-122"/>
            </a:endParaRPr>
          </a:p>
        </p:txBody>
      </p:sp>
    </p:spTree>
  </p:cSld>
  <p:clrMapOvr>
    <a:masterClrMapping/>
  </p:clrMapOvr>
  <p:transition/>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3426" name="Rectangle 2"/>
          <p:cNvSpPr>
            <a:spLocks noGrp="1" noChangeArrowheads="1"/>
          </p:cNvSpPr>
          <p:nvPr>
            <p:ph type="title"/>
          </p:nvPr>
        </p:nvSpPr>
        <p:spPr>
          <a:xfrm>
            <a:off x="1071563" y="1071563"/>
            <a:ext cx="7143750" cy="609600"/>
          </a:xfrm>
        </p:spPr>
        <p:txBody>
          <a:bodyPr vert="horz" wrap="square" lIns="91440" tIns="45720" rIns="91440" bIns="45720" numCol="1" anchor="b" anchorCtr="0" compatLnSpc="1">
            <a:noAutofit/>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3600" b="1" i="1" u="none" strike="noStrike" kern="0" cap="none" spc="0" normalizeH="0" baseline="0" noProof="0">
                <a:ln>
                  <a:noFill/>
                </a:ln>
                <a:solidFill>
                  <a:srgbClr val="0000CC"/>
                </a:solidFill>
                <a:effectLst>
                  <a:outerShdw blurRad="38100" dist="38100" dir="2700000" algn="tl">
                    <a:srgbClr val="C0C0C0"/>
                  </a:outerShdw>
                </a:effectLst>
                <a:uLnTx/>
                <a:uFillTx/>
                <a:latin typeface="Times New Roman" panose="02020603050405020304" pitchFamily="18" charset="0"/>
                <a:ea typeface="黑体" panose="02010609060101010101" pitchFamily="49" charset="-122"/>
                <a:cs typeface="Times New Roman" panose="02020603050405020304" pitchFamily="18" charset="0"/>
              </a:rPr>
              <a:t>k</a:t>
            </a:r>
            <a:r>
              <a:rPr kumimoji="0" lang="en-US" altLang="zh-CN" sz="3600" b="1" i="0" u="none" strike="noStrike" kern="0" cap="none" spc="0" normalizeH="0" baseline="0" noProof="0">
                <a:ln>
                  <a:noFill/>
                </a:ln>
                <a:solidFill>
                  <a:srgbClr val="0000CC"/>
                </a:solidFill>
                <a:effectLst>
                  <a:outerShdw blurRad="38100" dist="38100" dir="2700000" algn="tl">
                    <a:srgbClr val="C0C0C0"/>
                  </a:outerShdw>
                </a:effectLst>
                <a:uLnTx/>
                <a:uFillTx/>
                <a:latin typeface="Times New Roman" panose="02020603050405020304" pitchFamily="18" charset="0"/>
                <a:ea typeface="黑体" panose="02010609060101010101" pitchFamily="49" charset="-122"/>
                <a:cs typeface="Times New Roman" panose="02020603050405020304" pitchFamily="18" charset="0"/>
              </a:rPr>
              <a:t>-means</a:t>
            </a:r>
            <a:r>
              <a:rPr kumimoji="0" lang="zh-CN" altLang="en-US" sz="3600" b="1" i="0" u="none" strike="noStrike" kern="0" cap="none" spc="0" normalizeH="0" baseline="0" noProof="0">
                <a:ln>
                  <a:noFill/>
                </a:ln>
                <a:solidFill>
                  <a:srgbClr val="0000CC"/>
                </a:solidFill>
                <a:effectLst>
                  <a:outerShdw blurRad="38100" dist="38100" dir="2700000" algn="tl">
                    <a:srgbClr val="C0C0C0"/>
                  </a:outerShdw>
                </a:effectLst>
                <a:uLnTx/>
                <a:uFillTx/>
                <a:latin typeface="Times New Roman" panose="02020603050405020304" pitchFamily="18" charset="0"/>
                <a:ea typeface="黑体" panose="02010609060101010101" pitchFamily="49" charset="-122"/>
                <a:cs typeface="Times New Roman" panose="02020603050405020304" pitchFamily="18" charset="0"/>
              </a:rPr>
              <a:t>算法图例演示</a:t>
            </a:r>
            <a:endParaRPr kumimoji="0" lang="en-US" altLang="zh-CN" sz="3600" b="1" i="0" u="none" strike="noStrike" kern="0" cap="none" spc="0" normalizeH="0" baseline="0" noProof="0">
              <a:ln>
                <a:noFill/>
              </a:ln>
              <a:solidFill>
                <a:srgbClr val="FF0000"/>
              </a:solidFill>
              <a:effectLst/>
              <a:uLnTx/>
              <a:uFillTx/>
              <a:latin typeface="宋体" panose="02010600030101010101" pitchFamily="2" charset="-122"/>
              <a:ea typeface="黑体" panose="02010609060101010101" pitchFamily="49" charset="-122"/>
              <a:cs typeface="Times New Roman" panose="02020603050405020304" pitchFamily="18" charset="0"/>
            </a:endParaRPr>
          </a:p>
        </p:txBody>
      </p:sp>
      <p:sp>
        <p:nvSpPr>
          <p:cNvPr id="75779" name="Rectangle 5"/>
          <p:cNvSpPr/>
          <p:nvPr/>
        </p:nvSpPr>
        <p:spPr>
          <a:xfrm>
            <a:off x="1143000" y="1841500"/>
            <a:ext cx="7678738" cy="5124450"/>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华文新魏" panose="02010800040101010101" pitchFamily="2" charset="-122"/>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ea typeface="+mn-ea"/>
                <a:cs typeface="华文新魏" panose="02010800040101010101" pitchFamily="2" charset="-122"/>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ea typeface="+mn-ea"/>
                <a:cs typeface="华文新魏" panose="02010800040101010101" pitchFamily="2" charset="-122"/>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ea typeface="+mn-ea"/>
                <a:cs typeface="华文新魏" panose="02010800040101010101" pitchFamily="2" charset="-122"/>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ea typeface="+mn-ea"/>
                <a:cs typeface="华文新魏" panose="02010800040101010101" pitchFamily="2" charset="-122"/>
              </a:defRPr>
            </a:lvl5pPr>
          </a:lstStyle>
          <a:p>
            <a:pPr marL="273050" lvl="0" indent="-273050" eaLnBrk="1" hangingPunct="1">
              <a:spcBef>
                <a:spcPts val="575"/>
              </a:spcBef>
              <a:buClr>
                <a:srgbClr val="D34817"/>
              </a:buClr>
              <a:buSzPct val="85000"/>
            </a:pPr>
            <a:r>
              <a:rPr lang="zh-CN" altLang="en-US" sz="2600" b="1" dirty="0">
                <a:solidFill>
                  <a:srgbClr val="0070C0"/>
                </a:solidFill>
                <a:latin typeface="华文中宋" panose="02010600040101010101" pitchFamily="2" charset="-122"/>
                <a:ea typeface="华文中宋" panose="02010600040101010101" pitchFamily="2" charset="-122"/>
              </a:rPr>
              <a:t>较好的初始化</a:t>
            </a:r>
            <a:endParaRPr lang="en-US" altLang="zh-CN" sz="2600" b="1" dirty="0">
              <a:solidFill>
                <a:srgbClr val="0070C0"/>
              </a:solidFill>
              <a:latin typeface="华文中宋" panose="02010600040101010101" pitchFamily="2" charset="-122"/>
              <a:ea typeface="华文中宋" panose="02010600040101010101" pitchFamily="2" charset="-122"/>
            </a:endParaRPr>
          </a:p>
          <a:p>
            <a:pPr marL="273050" lvl="0" indent="-273050" eaLnBrk="1" hangingPunct="1">
              <a:spcBef>
                <a:spcPts val="575"/>
              </a:spcBef>
              <a:buClr>
                <a:srgbClr val="D34817"/>
              </a:buClr>
              <a:buSzPct val="85000"/>
              <a:buFont typeface="Wingdings" panose="05000000000000000000" pitchFamily="2" charset="2"/>
              <a:buChar char="u"/>
            </a:pPr>
            <a:endParaRPr lang="en-US" altLang="zh-CN" sz="2600" b="1" dirty="0">
              <a:solidFill>
                <a:srgbClr val="0070C0"/>
              </a:solidFill>
              <a:ea typeface="华文中宋" panose="02010600040101010101" pitchFamily="2" charset="-122"/>
            </a:endParaRPr>
          </a:p>
          <a:p>
            <a:pPr marL="273050" lvl="0" indent="-273050" eaLnBrk="1" hangingPunct="1">
              <a:spcBef>
                <a:spcPts val="575"/>
              </a:spcBef>
              <a:buClr>
                <a:srgbClr val="D34817"/>
              </a:buClr>
              <a:buSzPct val="85000"/>
              <a:buFont typeface="Wingdings" panose="05000000000000000000" pitchFamily="2" charset="2"/>
              <a:buChar char="u"/>
            </a:pPr>
            <a:endParaRPr lang="en-US" altLang="zh-CN" sz="2600" b="1" dirty="0">
              <a:solidFill>
                <a:srgbClr val="0070C0"/>
              </a:solidFill>
              <a:ea typeface="华文中宋" panose="02010600040101010101" pitchFamily="2" charset="-122"/>
            </a:endParaRPr>
          </a:p>
          <a:p>
            <a:pPr marL="273050" lvl="0" indent="-273050" eaLnBrk="1" hangingPunct="1">
              <a:spcBef>
                <a:spcPts val="575"/>
              </a:spcBef>
              <a:buClr>
                <a:srgbClr val="D34817"/>
              </a:buClr>
              <a:buSzPct val="85000"/>
              <a:buFont typeface="Wingdings" panose="05000000000000000000" pitchFamily="2" charset="2"/>
              <a:buChar char="u"/>
            </a:pPr>
            <a:endParaRPr lang="en-US" altLang="zh-CN" sz="2600" b="1" dirty="0">
              <a:solidFill>
                <a:srgbClr val="0070C0"/>
              </a:solidFill>
              <a:ea typeface="华文中宋" panose="02010600040101010101" pitchFamily="2" charset="-122"/>
            </a:endParaRPr>
          </a:p>
          <a:p>
            <a:pPr marL="273050" lvl="0" indent="-273050" eaLnBrk="1" hangingPunct="1">
              <a:spcBef>
                <a:spcPts val="575"/>
              </a:spcBef>
              <a:buClr>
                <a:srgbClr val="D34817"/>
              </a:buClr>
              <a:buSzPct val="85000"/>
              <a:buFont typeface="Wingdings" panose="05000000000000000000" pitchFamily="2" charset="2"/>
              <a:buChar char="u"/>
            </a:pPr>
            <a:endParaRPr lang="en-US" altLang="zh-CN" sz="2600" b="1" dirty="0">
              <a:solidFill>
                <a:srgbClr val="0070C0"/>
              </a:solidFill>
              <a:ea typeface="华文中宋" panose="02010600040101010101" pitchFamily="2" charset="-122"/>
            </a:endParaRPr>
          </a:p>
          <a:p>
            <a:pPr marL="273050" lvl="0" indent="-273050" eaLnBrk="1" hangingPunct="1">
              <a:spcBef>
                <a:spcPts val="575"/>
              </a:spcBef>
              <a:buClr>
                <a:srgbClr val="D34817"/>
              </a:buClr>
              <a:buSzPct val="85000"/>
              <a:buFontTx/>
              <a:buNone/>
            </a:pPr>
            <a:r>
              <a:rPr lang="zh-CN" altLang="en-US" sz="2600" b="1" dirty="0">
                <a:latin typeface="宋体" panose="02010600030101010101" pitchFamily="2" charset="-122"/>
                <a:ea typeface="华文中宋" panose="02010600040101010101" pitchFamily="2" charset="-122"/>
              </a:rPr>
              <a:t>  </a:t>
            </a:r>
            <a:endParaRPr lang="en-US" altLang="zh-CN" sz="2600" b="1" dirty="0">
              <a:latin typeface="宋体" panose="02010600030101010101" pitchFamily="2" charset="-122"/>
              <a:ea typeface="华文中宋" panose="02010600040101010101" pitchFamily="2" charset="-122"/>
            </a:endParaRPr>
          </a:p>
          <a:p>
            <a:pPr marL="273050" lvl="0" indent="-273050" eaLnBrk="1" hangingPunct="1">
              <a:spcBef>
                <a:spcPts val="575"/>
              </a:spcBef>
              <a:buClr>
                <a:srgbClr val="D34817"/>
              </a:buClr>
              <a:buSzPct val="85000"/>
              <a:buFontTx/>
              <a:buNone/>
            </a:pPr>
            <a:endParaRPr lang="en-US" altLang="zh-CN" sz="2600" b="1" dirty="0">
              <a:latin typeface="宋体" panose="02010600030101010101" pitchFamily="2" charset="-122"/>
              <a:ea typeface="华文中宋" panose="02010600040101010101" pitchFamily="2" charset="-122"/>
            </a:endParaRPr>
          </a:p>
          <a:p>
            <a:pPr marL="273050" lvl="0" indent="-273050" eaLnBrk="1" hangingPunct="1">
              <a:spcBef>
                <a:spcPts val="575"/>
              </a:spcBef>
              <a:buClr>
                <a:srgbClr val="D34817"/>
              </a:buClr>
              <a:buSzPct val="85000"/>
              <a:buFontTx/>
              <a:buNone/>
            </a:pPr>
            <a:r>
              <a:rPr lang="zh-CN" altLang="en-US" sz="2600" b="1" dirty="0">
                <a:latin typeface="宋体" panose="02010600030101010101" pitchFamily="2" charset="-122"/>
                <a:ea typeface="华文中宋" panose="02010600040101010101" pitchFamily="2" charset="-122"/>
              </a:rPr>
              <a:t>   </a:t>
            </a:r>
            <a:endParaRPr lang="en-US" altLang="zh-CN" sz="2600" b="1" dirty="0">
              <a:latin typeface="宋体" panose="02010600030101010101" pitchFamily="2" charset="-122"/>
              <a:ea typeface="华文中宋" panose="02010600040101010101" pitchFamily="2" charset="-122"/>
            </a:endParaRPr>
          </a:p>
          <a:p>
            <a:pPr marL="273050" lvl="0" indent="-273050" eaLnBrk="1" hangingPunct="1">
              <a:spcBef>
                <a:spcPts val="575"/>
              </a:spcBef>
              <a:buClr>
                <a:srgbClr val="D34817"/>
              </a:buClr>
              <a:buSzPct val="85000"/>
              <a:buFontTx/>
              <a:buNone/>
            </a:pPr>
            <a:r>
              <a:rPr lang="zh-CN" altLang="en-US" sz="2400" b="1" dirty="0">
                <a:ea typeface="华文中宋" panose="02010600040101010101" pitchFamily="2" charset="-122"/>
              </a:rPr>
              <a:t>                                     第二次迭代</a:t>
            </a:r>
            <a:endParaRPr lang="zh-CN" altLang="en-US" sz="2400" b="1" dirty="0">
              <a:ea typeface="华文中宋" panose="02010600040101010101" pitchFamily="2" charset="-122"/>
            </a:endParaRPr>
          </a:p>
          <a:p>
            <a:pPr marL="273050" lvl="0" indent="-273050" eaLnBrk="1" hangingPunct="1">
              <a:spcBef>
                <a:spcPts val="575"/>
              </a:spcBef>
              <a:buClr>
                <a:srgbClr val="D34817"/>
              </a:buClr>
              <a:buSzPct val="85000"/>
              <a:buFontTx/>
              <a:buNone/>
            </a:pPr>
            <a:r>
              <a:rPr lang="zh-CN" altLang="en-US" sz="2400" b="1" dirty="0">
                <a:latin typeface="宋体" panose="02010600030101010101" pitchFamily="2" charset="-122"/>
                <a:ea typeface="华文中宋" panose="02010600040101010101" pitchFamily="2" charset="-122"/>
              </a:rPr>
              <a:t>         </a:t>
            </a:r>
            <a:endParaRPr lang="zh-CN" altLang="en-US" sz="2400" b="1" dirty="0">
              <a:solidFill>
                <a:srgbClr val="000000"/>
              </a:solidFill>
              <a:latin typeface="Times New Roman" panose="02020603050405020304" pitchFamily="18" charset="0"/>
              <a:cs typeface="Times New Roman" panose="02020603050405020304" pitchFamily="18" charset="0"/>
            </a:endParaRPr>
          </a:p>
          <a:p>
            <a:pPr marL="273050" lvl="0" indent="-273050" eaLnBrk="1" hangingPunct="1">
              <a:spcBef>
                <a:spcPts val="575"/>
              </a:spcBef>
              <a:buClr>
                <a:srgbClr val="D34817"/>
              </a:buClr>
              <a:buSzPct val="85000"/>
              <a:buFontTx/>
              <a:buNone/>
            </a:pPr>
            <a:endParaRPr lang="en-US" altLang="zh-CN" sz="2600" b="1" dirty="0">
              <a:solidFill>
                <a:srgbClr val="0070C0"/>
              </a:solidFill>
              <a:ea typeface="Times New Roman" panose="02020603050405020304" pitchFamily="18" charset="0"/>
            </a:endParaRPr>
          </a:p>
        </p:txBody>
      </p:sp>
      <p:pic>
        <p:nvPicPr>
          <p:cNvPr id="75780" name="Picture 2"/>
          <p:cNvPicPr>
            <a:picLocks noChangeAspect="1"/>
          </p:cNvPicPr>
          <p:nvPr/>
        </p:nvPicPr>
        <p:blipFill>
          <a:blip r:embed="rId1"/>
          <a:stretch>
            <a:fillRect/>
          </a:stretch>
        </p:blipFill>
        <p:spPr>
          <a:xfrm>
            <a:off x="2357438" y="2420938"/>
            <a:ext cx="4248150" cy="3222625"/>
          </a:xfrm>
          <a:prstGeom prst="rect">
            <a:avLst/>
          </a:prstGeom>
          <a:noFill/>
          <a:ln w="9525">
            <a:noFill/>
          </a:ln>
        </p:spPr>
      </p:pic>
      <p:sp>
        <p:nvSpPr>
          <p:cNvPr id="6" name="Text Box 5"/>
          <p:cNvSpPr txBox="1"/>
          <p:nvPr/>
        </p:nvSpPr>
        <p:spPr>
          <a:xfrm>
            <a:off x="3224213" y="0"/>
            <a:ext cx="5919788" cy="706438"/>
          </a:xfrm>
          <a:prstGeom prst="rect">
            <a:avLst/>
          </a:prstGeom>
          <a:noFill/>
          <a:ln w="9525">
            <a:noFill/>
          </a:ln>
        </p:spPr>
        <p:txBody>
          <a:bodyPr>
            <a:spAutoFit/>
          </a:bodyPr>
          <a:lstStyle/>
          <a:p>
            <a:pPr marR="0" algn="ctr" defTabSz="914400" eaLnBrk="1" hangingPunct="1">
              <a:buClrTx/>
              <a:buSzTx/>
              <a:buFontTx/>
              <a:buNone/>
              <a:defRPr/>
            </a:pPr>
            <a:r>
              <a:rPr kumimoji="0" lang="en-US" altLang="zh-CN" sz="4000" b="1" kern="1200" cap="none" spc="0" normalizeH="0" baseline="0" noProof="1">
                <a:solidFill>
                  <a:srgbClr val="0000FF"/>
                </a:solidFill>
                <a:latin typeface="Arial" panose="020B0604020202020204" pitchFamily="34" charset="0"/>
                <a:ea typeface="宋体" panose="02010600030101010101" pitchFamily="2" charset="-122"/>
                <a:cs typeface="+mn-cs"/>
                <a:sym typeface="宋体" panose="02010600030101010101" pitchFamily="2" charset="-122"/>
              </a:rPr>
              <a:t>4.2.1 </a:t>
            </a:r>
            <a:r>
              <a:rPr kumimoji="1" lang="en-US" altLang="zh-CN" sz="4000" b="1" kern="0" cap="none" spc="0" normalizeH="0" baseline="0" noProof="0" dirty="0">
                <a:solidFill>
                  <a:srgbClr val="0000CC"/>
                </a:solidFill>
                <a:effectLst>
                  <a:outerShdw blurRad="38100" dist="38100" dir="2700000" algn="tl">
                    <a:srgbClr val="C0C0C0"/>
                  </a:outerShdw>
                </a:effectLst>
                <a:latin typeface="黑体" panose="02010609060101010101" pitchFamily="49" charset="-122"/>
                <a:ea typeface="黑体" panose="02010609060101010101" pitchFamily="49" charset="-122"/>
                <a:cs typeface="Times New Roman" panose="02020603050405020304" pitchFamily="18" charset="0"/>
                <a:sym typeface="+mn-ea"/>
              </a:rPr>
              <a:t> </a:t>
            </a:r>
            <a:r>
              <a:rPr kumimoji="0" lang="en-US" altLang="zh-CN" sz="4000" kern="1200" cap="none" spc="0" normalizeH="0" baseline="0" noProof="1">
                <a:solidFill>
                  <a:srgbClr val="0000FF"/>
                </a:solidFill>
                <a:latin typeface="Arial" panose="020B0604020202020204" pitchFamily="34" charset="0"/>
                <a:ea typeface="宋体" panose="02010600030101010101" pitchFamily="2" charset="-122"/>
                <a:cs typeface="+mn-cs"/>
                <a:sym typeface="+mn-ea"/>
              </a:rPr>
              <a:t>K</a:t>
            </a:r>
            <a:r>
              <a:rPr kumimoji="0" lang="en-US" altLang="zh-CN" sz="4000" b="1" kern="1200" cap="none" spc="0" normalizeH="0" baseline="0" noProof="1">
                <a:solidFill>
                  <a:srgbClr val="0000FF"/>
                </a:solidFill>
                <a:latin typeface="Arial" panose="020B0604020202020204" pitchFamily="34" charset="0"/>
                <a:ea typeface="宋体" panose="02010600030101010101" pitchFamily="2" charset="-122"/>
                <a:cs typeface="+mn-cs"/>
                <a:sym typeface="+mn-ea"/>
              </a:rPr>
              <a:t>-均值</a:t>
            </a:r>
            <a:r>
              <a:rPr kumimoji="0" lang="en-US" altLang="zh-CN" sz="4000" b="1" kern="1200" cap="none" spc="0" normalizeH="0" baseline="0" noProof="1">
                <a:solidFill>
                  <a:srgbClr val="0000FF"/>
                </a:solidFill>
                <a:latin typeface="Arial" panose="020B0604020202020204" pitchFamily="34" charset="0"/>
                <a:ea typeface="宋体" panose="02010600030101010101" pitchFamily="2" charset="-122"/>
                <a:cs typeface="+mn-cs"/>
                <a:sym typeface="宋体" panose="02010600030101010101" pitchFamily="2" charset="-122"/>
              </a:rPr>
              <a:t>算法</a:t>
            </a:r>
            <a:endParaRPr kumimoji="0" lang="en-US" altLang="zh-CN" sz="4000" b="1" kern="1200" cap="none" spc="0" normalizeH="0" baseline="0" noProof="1">
              <a:solidFill>
                <a:srgbClr val="0000FF"/>
              </a:solidFill>
              <a:latin typeface="Arial" panose="020B0604020202020204" pitchFamily="34" charset="0"/>
              <a:ea typeface="宋体" panose="02010600030101010101" pitchFamily="2" charset="-122"/>
              <a:cs typeface="+mn-cs"/>
              <a:sym typeface="宋体" panose="02010600030101010101" pitchFamily="2" charset="-122"/>
            </a:endParaRPr>
          </a:p>
        </p:txBody>
      </p:sp>
    </p:spTree>
  </p:cSld>
  <p:clrMapOvr>
    <a:masterClrMapping/>
  </p:clrMapOvr>
  <p:transition/>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3426" name="Rectangle 2"/>
          <p:cNvSpPr>
            <a:spLocks noGrp="1" noChangeArrowheads="1"/>
          </p:cNvSpPr>
          <p:nvPr>
            <p:ph type="title"/>
          </p:nvPr>
        </p:nvSpPr>
        <p:spPr>
          <a:xfrm>
            <a:off x="1071563" y="1071563"/>
            <a:ext cx="7143750" cy="609600"/>
          </a:xfrm>
        </p:spPr>
        <p:txBody>
          <a:bodyPr vert="horz" wrap="square" lIns="91440" tIns="45720" rIns="91440" bIns="45720" numCol="1" anchor="b" anchorCtr="0" compatLnSpc="1">
            <a:noAutofit/>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3600" b="1" i="1" u="none" strike="noStrike" kern="0" cap="none" spc="0" normalizeH="0" baseline="0" noProof="0">
                <a:ln>
                  <a:noFill/>
                </a:ln>
                <a:solidFill>
                  <a:srgbClr val="0000CC"/>
                </a:solidFill>
                <a:effectLst>
                  <a:outerShdw blurRad="38100" dist="38100" dir="2700000" algn="tl">
                    <a:srgbClr val="C0C0C0"/>
                  </a:outerShdw>
                </a:effectLst>
                <a:uLnTx/>
                <a:uFillTx/>
                <a:latin typeface="Times New Roman" panose="02020603050405020304" pitchFamily="18" charset="0"/>
                <a:ea typeface="黑体" panose="02010609060101010101" pitchFamily="49" charset="-122"/>
                <a:cs typeface="Times New Roman" panose="02020603050405020304" pitchFamily="18" charset="0"/>
              </a:rPr>
              <a:t>k</a:t>
            </a:r>
            <a:r>
              <a:rPr kumimoji="0" lang="en-US" altLang="zh-CN" sz="3600" b="1" i="0" u="none" strike="noStrike" kern="0" cap="none" spc="0" normalizeH="0" baseline="0" noProof="0">
                <a:ln>
                  <a:noFill/>
                </a:ln>
                <a:solidFill>
                  <a:srgbClr val="0000CC"/>
                </a:solidFill>
                <a:effectLst>
                  <a:outerShdw blurRad="38100" dist="38100" dir="2700000" algn="tl">
                    <a:srgbClr val="C0C0C0"/>
                  </a:outerShdw>
                </a:effectLst>
                <a:uLnTx/>
                <a:uFillTx/>
                <a:latin typeface="Times New Roman" panose="02020603050405020304" pitchFamily="18" charset="0"/>
                <a:ea typeface="黑体" panose="02010609060101010101" pitchFamily="49" charset="-122"/>
                <a:cs typeface="Times New Roman" panose="02020603050405020304" pitchFamily="18" charset="0"/>
              </a:rPr>
              <a:t>-means</a:t>
            </a:r>
            <a:r>
              <a:rPr kumimoji="0" lang="zh-CN" altLang="en-US" sz="3600" b="1" i="0" u="none" strike="noStrike" kern="0" cap="none" spc="0" normalizeH="0" baseline="0" noProof="0">
                <a:ln>
                  <a:noFill/>
                </a:ln>
                <a:solidFill>
                  <a:srgbClr val="0000CC"/>
                </a:solidFill>
                <a:effectLst>
                  <a:outerShdw blurRad="38100" dist="38100" dir="2700000" algn="tl">
                    <a:srgbClr val="C0C0C0"/>
                  </a:outerShdw>
                </a:effectLst>
                <a:uLnTx/>
                <a:uFillTx/>
                <a:latin typeface="Times New Roman" panose="02020603050405020304" pitchFamily="18" charset="0"/>
                <a:ea typeface="黑体" panose="02010609060101010101" pitchFamily="49" charset="-122"/>
                <a:cs typeface="Times New Roman" panose="02020603050405020304" pitchFamily="18" charset="0"/>
              </a:rPr>
              <a:t>算法图例演示</a:t>
            </a:r>
            <a:endParaRPr kumimoji="0" lang="en-US" altLang="zh-CN" sz="3600" b="1" i="0" u="none" strike="noStrike" kern="0" cap="none" spc="0" normalizeH="0" baseline="0" noProof="0">
              <a:ln>
                <a:noFill/>
              </a:ln>
              <a:solidFill>
                <a:srgbClr val="FF0000"/>
              </a:solidFill>
              <a:effectLst/>
              <a:uLnTx/>
              <a:uFillTx/>
              <a:latin typeface="宋体" panose="02010600030101010101" pitchFamily="2" charset="-122"/>
              <a:ea typeface="黑体" panose="02010609060101010101" pitchFamily="49" charset="-122"/>
              <a:cs typeface="Times New Roman" panose="02020603050405020304" pitchFamily="18" charset="0"/>
            </a:endParaRPr>
          </a:p>
        </p:txBody>
      </p:sp>
      <p:sp>
        <p:nvSpPr>
          <p:cNvPr id="76803" name="Rectangle 5"/>
          <p:cNvSpPr/>
          <p:nvPr/>
        </p:nvSpPr>
        <p:spPr>
          <a:xfrm>
            <a:off x="1143000" y="1841500"/>
            <a:ext cx="7678738" cy="4686300"/>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华文新魏" panose="02010800040101010101" pitchFamily="2" charset="-122"/>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ea typeface="+mn-ea"/>
                <a:cs typeface="华文新魏" panose="02010800040101010101" pitchFamily="2" charset="-122"/>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ea typeface="+mn-ea"/>
                <a:cs typeface="华文新魏" panose="02010800040101010101" pitchFamily="2" charset="-122"/>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ea typeface="+mn-ea"/>
                <a:cs typeface="华文新魏" panose="02010800040101010101" pitchFamily="2" charset="-122"/>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ea typeface="+mn-ea"/>
                <a:cs typeface="华文新魏" panose="02010800040101010101" pitchFamily="2" charset="-122"/>
              </a:defRPr>
            </a:lvl5pPr>
          </a:lstStyle>
          <a:p>
            <a:pPr marL="273050" lvl="0" indent="-273050" eaLnBrk="1" hangingPunct="1">
              <a:spcBef>
                <a:spcPts val="575"/>
              </a:spcBef>
              <a:buClr>
                <a:srgbClr val="D34817"/>
              </a:buClr>
              <a:buSzPct val="85000"/>
            </a:pPr>
            <a:r>
              <a:rPr lang="zh-CN" altLang="en-US" sz="2600" b="1" dirty="0">
                <a:solidFill>
                  <a:srgbClr val="0070C0"/>
                </a:solidFill>
                <a:latin typeface="华文中宋" panose="02010600040101010101" pitchFamily="2" charset="-122"/>
                <a:ea typeface="华文中宋" panose="02010600040101010101" pitchFamily="2" charset="-122"/>
              </a:rPr>
              <a:t>较好的初始化</a:t>
            </a:r>
            <a:endParaRPr lang="en-US" altLang="zh-CN" sz="2600" b="1" dirty="0">
              <a:solidFill>
                <a:srgbClr val="0070C0"/>
              </a:solidFill>
              <a:latin typeface="华文中宋" panose="02010600040101010101" pitchFamily="2" charset="-122"/>
              <a:ea typeface="华文中宋" panose="02010600040101010101" pitchFamily="2" charset="-122"/>
            </a:endParaRPr>
          </a:p>
          <a:p>
            <a:pPr marL="273050" lvl="0" indent="-273050" eaLnBrk="1" hangingPunct="1">
              <a:spcBef>
                <a:spcPts val="575"/>
              </a:spcBef>
              <a:buClr>
                <a:srgbClr val="D34817"/>
              </a:buClr>
              <a:buSzPct val="85000"/>
              <a:buFont typeface="Wingdings" panose="05000000000000000000" pitchFamily="2" charset="2"/>
              <a:buChar char="u"/>
            </a:pPr>
            <a:endParaRPr lang="en-US" altLang="zh-CN" sz="2600" b="1" dirty="0">
              <a:solidFill>
                <a:srgbClr val="0070C0"/>
              </a:solidFill>
              <a:ea typeface="华文中宋" panose="02010600040101010101" pitchFamily="2" charset="-122"/>
            </a:endParaRPr>
          </a:p>
          <a:p>
            <a:pPr marL="273050" lvl="0" indent="-273050" eaLnBrk="1" hangingPunct="1">
              <a:spcBef>
                <a:spcPts val="575"/>
              </a:spcBef>
              <a:buClr>
                <a:srgbClr val="D34817"/>
              </a:buClr>
              <a:buSzPct val="85000"/>
              <a:buFont typeface="Wingdings" panose="05000000000000000000" pitchFamily="2" charset="2"/>
              <a:buChar char="u"/>
            </a:pPr>
            <a:endParaRPr lang="en-US" altLang="zh-CN" sz="2600" b="1" dirty="0">
              <a:solidFill>
                <a:srgbClr val="0070C0"/>
              </a:solidFill>
              <a:ea typeface="华文中宋" panose="02010600040101010101" pitchFamily="2" charset="-122"/>
            </a:endParaRPr>
          </a:p>
          <a:p>
            <a:pPr marL="273050" lvl="0" indent="-273050" eaLnBrk="1" hangingPunct="1">
              <a:spcBef>
                <a:spcPts val="575"/>
              </a:spcBef>
              <a:buClr>
                <a:srgbClr val="D34817"/>
              </a:buClr>
              <a:buSzPct val="85000"/>
              <a:buFont typeface="Wingdings" panose="05000000000000000000" pitchFamily="2" charset="2"/>
              <a:buChar char="u"/>
            </a:pPr>
            <a:endParaRPr lang="en-US" altLang="zh-CN" sz="2600" b="1" dirty="0">
              <a:solidFill>
                <a:srgbClr val="0070C0"/>
              </a:solidFill>
              <a:ea typeface="华文中宋" panose="02010600040101010101" pitchFamily="2" charset="-122"/>
            </a:endParaRPr>
          </a:p>
          <a:p>
            <a:pPr marL="273050" lvl="0" indent="-273050" eaLnBrk="1" hangingPunct="1">
              <a:spcBef>
                <a:spcPts val="575"/>
              </a:spcBef>
              <a:buClr>
                <a:srgbClr val="D34817"/>
              </a:buClr>
              <a:buSzPct val="85000"/>
              <a:buFont typeface="Wingdings" panose="05000000000000000000" pitchFamily="2" charset="2"/>
              <a:buChar char="u"/>
            </a:pPr>
            <a:endParaRPr lang="en-US" altLang="zh-CN" sz="2600" b="1" dirty="0">
              <a:solidFill>
                <a:srgbClr val="0070C0"/>
              </a:solidFill>
              <a:ea typeface="华文中宋" panose="02010600040101010101" pitchFamily="2" charset="-122"/>
            </a:endParaRPr>
          </a:p>
          <a:p>
            <a:pPr marL="273050" lvl="0" indent="-273050" eaLnBrk="1" hangingPunct="1">
              <a:spcBef>
                <a:spcPts val="575"/>
              </a:spcBef>
              <a:buClr>
                <a:srgbClr val="D34817"/>
              </a:buClr>
              <a:buSzPct val="85000"/>
              <a:buFontTx/>
              <a:buNone/>
            </a:pPr>
            <a:r>
              <a:rPr lang="zh-CN" altLang="en-US" sz="2600" b="1" dirty="0">
                <a:latin typeface="宋体" panose="02010600030101010101" pitchFamily="2" charset="-122"/>
                <a:ea typeface="华文中宋" panose="02010600040101010101" pitchFamily="2" charset="-122"/>
              </a:rPr>
              <a:t>  </a:t>
            </a:r>
            <a:endParaRPr lang="en-US" altLang="zh-CN" sz="2600" b="1" dirty="0">
              <a:latin typeface="宋体" panose="02010600030101010101" pitchFamily="2" charset="-122"/>
              <a:ea typeface="华文中宋" panose="02010600040101010101" pitchFamily="2" charset="-122"/>
            </a:endParaRPr>
          </a:p>
          <a:p>
            <a:pPr marL="273050" lvl="0" indent="-273050" eaLnBrk="1" hangingPunct="1">
              <a:spcBef>
                <a:spcPts val="575"/>
              </a:spcBef>
              <a:buClr>
                <a:srgbClr val="D34817"/>
              </a:buClr>
              <a:buSzPct val="85000"/>
              <a:buFontTx/>
              <a:buNone/>
            </a:pPr>
            <a:endParaRPr lang="en-US" altLang="zh-CN" sz="2600" b="1" dirty="0">
              <a:latin typeface="宋体" panose="02010600030101010101" pitchFamily="2" charset="-122"/>
              <a:ea typeface="华文中宋" panose="02010600040101010101" pitchFamily="2" charset="-122"/>
            </a:endParaRPr>
          </a:p>
          <a:p>
            <a:pPr marL="273050" lvl="0" indent="-273050" eaLnBrk="1" hangingPunct="1">
              <a:spcBef>
                <a:spcPts val="575"/>
              </a:spcBef>
              <a:buClr>
                <a:srgbClr val="D34817"/>
              </a:buClr>
              <a:buSzPct val="85000"/>
              <a:buFontTx/>
              <a:buNone/>
            </a:pPr>
            <a:r>
              <a:rPr lang="zh-CN" altLang="en-US" sz="2600" b="1" dirty="0">
                <a:latin typeface="宋体" panose="02010600030101010101" pitchFamily="2" charset="-122"/>
                <a:ea typeface="华文中宋" panose="02010600040101010101" pitchFamily="2" charset="-122"/>
              </a:rPr>
              <a:t>   </a:t>
            </a:r>
            <a:endParaRPr lang="en-US" altLang="zh-CN" sz="2600" b="1" dirty="0">
              <a:latin typeface="宋体" panose="02010600030101010101" pitchFamily="2" charset="-122"/>
              <a:ea typeface="华文中宋" panose="02010600040101010101" pitchFamily="2" charset="-122"/>
            </a:endParaRPr>
          </a:p>
          <a:p>
            <a:pPr marL="273050" lvl="0" indent="-273050" eaLnBrk="1" hangingPunct="1">
              <a:spcBef>
                <a:spcPts val="575"/>
              </a:spcBef>
              <a:buClr>
                <a:srgbClr val="D34817"/>
              </a:buClr>
              <a:buSzPct val="85000"/>
              <a:buFontTx/>
              <a:buNone/>
            </a:pPr>
            <a:r>
              <a:rPr lang="zh-CN" altLang="en-US" sz="2400" b="1" dirty="0">
                <a:ea typeface="华文中宋" panose="02010600040101010101" pitchFamily="2" charset="-122"/>
              </a:rPr>
              <a:t>                                     </a:t>
            </a:r>
            <a:r>
              <a:rPr lang="zh-CN" altLang="en-US" sz="2400" b="1" dirty="0">
                <a:latin typeface="宋体" panose="02010600030101010101" pitchFamily="2" charset="-122"/>
                <a:ea typeface="华文中宋" panose="02010600040101010101" pitchFamily="2" charset="-122"/>
              </a:rPr>
              <a:t>最终聚类结果          </a:t>
            </a:r>
            <a:endParaRPr lang="zh-CN" altLang="en-US" sz="2400" b="1" dirty="0">
              <a:solidFill>
                <a:srgbClr val="000000"/>
              </a:solidFill>
              <a:latin typeface="Times New Roman" panose="02020603050405020304" pitchFamily="18" charset="0"/>
              <a:cs typeface="Times New Roman" panose="02020603050405020304" pitchFamily="18" charset="0"/>
            </a:endParaRPr>
          </a:p>
          <a:p>
            <a:pPr marL="273050" lvl="0" indent="-273050" eaLnBrk="1" hangingPunct="1">
              <a:spcBef>
                <a:spcPts val="575"/>
              </a:spcBef>
              <a:buClr>
                <a:srgbClr val="D34817"/>
              </a:buClr>
              <a:buSzPct val="85000"/>
              <a:buFontTx/>
              <a:buNone/>
            </a:pPr>
            <a:endParaRPr lang="en-US" altLang="zh-CN" sz="2600" b="1" dirty="0">
              <a:solidFill>
                <a:srgbClr val="0070C0"/>
              </a:solidFill>
              <a:ea typeface="Times New Roman" panose="02020603050405020304" pitchFamily="18" charset="0"/>
            </a:endParaRPr>
          </a:p>
        </p:txBody>
      </p:sp>
      <p:pic>
        <p:nvPicPr>
          <p:cNvPr id="76804" name="Picture 3"/>
          <p:cNvPicPr preferRelativeResize="0"/>
          <p:nvPr/>
        </p:nvPicPr>
        <p:blipFill>
          <a:blip r:embed="rId1"/>
          <a:stretch>
            <a:fillRect/>
          </a:stretch>
        </p:blipFill>
        <p:spPr>
          <a:xfrm>
            <a:off x="2357438" y="2420938"/>
            <a:ext cx="4248150" cy="3222625"/>
          </a:xfrm>
          <a:prstGeom prst="rect">
            <a:avLst/>
          </a:prstGeom>
          <a:noFill/>
          <a:ln w="9525">
            <a:noFill/>
          </a:ln>
        </p:spPr>
      </p:pic>
      <p:sp>
        <p:nvSpPr>
          <p:cNvPr id="6" name="Text Box 5"/>
          <p:cNvSpPr txBox="1"/>
          <p:nvPr/>
        </p:nvSpPr>
        <p:spPr>
          <a:xfrm>
            <a:off x="3224213" y="0"/>
            <a:ext cx="5919788" cy="706438"/>
          </a:xfrm>
          <a:prstGeom prst="rect">
            <a:avLst/>
          </a:prstGeom>
          <a:noFill/>
          <a:ln w="9525">
            <a:noFill/>
          </a:ln>
        </p:spPr>
        <p:txBody>
          <a:bodyPr>
            <a:spAutoFit/>
          </a:bodyPr>
          <a:lstStyle/>
          <a:p>
            <a:pPr marR="0" algn="ctr" defTabSz="914400" eaLnBrk="1" hangingPunct="1">
              <a:buClrTx/>
              <a:buSzTx/>
              <a:buFontTx/>
              <a:buNone/>
              <a:defRPr/>
            </a:pPr>
            <a:r>
              <a:rPr kumimoji="0" lang="en-US" altLang="zh-CN" sz="4000" b="1" kern="1200" cap="none" spc="0" normalizeH="0" baseline="0" noProof="1">
                <a:solidFill>
                  <a:srgbClr val="0000FF"/>
                </a:solidFill>
                <a:latin typeface="Arial" panose="020B0604020202020204" pitchFamily="34" charset="0"/>
                <a:ea typeface="宋体" panose="02010600030101010101" pitchFamily="2" charset="-122"/>
                <a:cs typeface="+mn-cs"/>
                <a:sym typeface="宋体" panose="02010600030101010101" pitchFamily="2" charset="-122"/>
              </a:rPr>
              <a:t>4.2.1 </a:t>
            </a:r>
            <a:r>
              <a:rPr kumimoji="1" lang="en-US" altLang="zh-CN" sz="4000" b="1" kern="0" cap="none" spc="0" normalizeH="0" baseline="0" noProof="0" dirty="0">
                <a:solidFill>
                  <a:srgbClr val="0000CC"/>
                </a:solidFill>
                <a:effectLst>
                  <a:outerShdw blurRad="38100" dist="38100" dir="2700000" algn="tl">
                    <a:srgbClr val="C0C0C0"/>
                  </a:outerShdw>
                </a:effectLst>
                <a:latin typeface="黑体" panose="02010609060101010101" pitchFamily="49" charset="-122"/>
                <a:ea typeface="黑体" panose="02010609060101010101" pitchFamily="49" charset="-122"/>
                <a:cs typeface="Times New Roman" panose="02020603050405020304" pitchFamily="18" charset="0"/>
                <a:sym typeface="+mn-ea"/>
              </a:rPr>
              <a:t> </a:t>
            </a:r>
            <a:r>
              <a:rPr kumimoji="0" lang="en-US" altLang="zh-CN" sz="4000" kern="1200" cap="none" spc="0" normalizeH="0" baseline="0" noProof="1">
                <a:solidFill>
                  <a:srgbClr val="0000FF"/>
                </a:solidFill>
                <a:latin typeface="Arial" panose="020B0604020202020204" pitchFamily="34" charset="0"/>
                <a:ea typeface="宋体" panose="02010600030101010101" pitchFamily="2" charset="-122"/>
                <a:cs typeface="+mn-cs"/>
                <a:sym typeface="+mn-ea"/>
              </a:rPr>
              <a:t>K</a:t>
            </a:r>
            <a:r>
              <a:rPr kumimoji="0" lang="en-US" altLang="zh-CN" sz="4000" b="1" kern="1200" cap="none" spc="0" normalizeH="0" baseline="0" noProof="1">
                <a:solidFill>
                  <a:srgbClr val="0000FF"/>
                </a:solidFill>
                <a:latin typeface="Arial" panose="020B0604020202020204" pitchFamily="34" charset="0"/>
                <a:ea typeface="宋体" panose="02010600030101010101" pitchFamily="2" charset="-122"/>
                <a:cs typeface="+mn-cs"/>
                <a:sym typeface="+mn-ea"/>
              </a:rPr>
              <a:t>-均值</a:t>
            </a:r>
            <a:r>
              <a:rPr kumimoji="0" lang="en-US" altLang="zh-CN" sz="4000" b="1" kern="1200" cap="none" spc="0" normalizeH="0" baseline="0" noProof="1">
                <a:solidFill>
                  <a:srgbClr val="0000FF"/>
                </a:solidFill>
                <a:latin typeface="Arial" panose="020B0604020202020204" pitchFamily="34" charset="0"/>
                <a:ea typeface="宋体" panose="02010600030101010101" pitchFamily="2" charset="-122"/>
                <a:cs typeface="+mn-cs"/>
                <a:sym typeface="宋体" panose="02010600030101010101" pitchFamily="2" charset="-122"/>
              </a:rPr>
              <a:t>算法</a:t>
            </a:r>
            <a:endParaRPr kumimoji="0" lang="en-US" altLang="zh-CN" sz="4000" b="1" kern="1200" cap="none" spc="0" normalizeH="0" baseline="0" noProof="1">
              <a:solidFill>
                <a:srgbClr val="0000FF"/>
              </a:solidFill>
              <a:latin typeface="Arial" panose="020B0604020202020204" pitchFamily="34" charset="0"/>
              <a:ea typeface="宋体" panose="02010600030101010101" pitchFamily="2" charset="-122"/>
              <a:cs typeface="+mn-cs"/>
              <a:sym typeface="宋体" panose="02010600030101010101" pitchFamily="2" charset="-122"/>
            </a:endParaRPr>
          </a:p>
        </p:txBody>
      </p:sp>
    </p:spTree>
  </p:cSld>
  <p:clrMapOvr>
    <a:masterClrMapping/>
  </p:clrMapOvr>
  <p:transition/>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3426" name="Rectangle 2"/>
          <p:cNvSpPr>
            <a:spLocks noGrp="1" noChangeArrowheads="1"/>
          </p:cNvSpPr>
          <p:nvPr>
            <p:ph type="title"/>
          </p:nvPr>
        </p:nvSpPr>
        <p:spPr>
          <a:xfrm>
            <a:off x="1071563" y="1071563"/>
            <a:ext cx="7143750" cy="609600"/>
          </a:xfrm>
        </p:spPr>
        <p:txBody>
          <a:bodyPr vert="horz" wrap="square" lIns="91440" tIns="45720" rIns="91440" bIns="45720" numCol="1" anchor="b" anchorCtr="0" compatLnSpc="1">
            <a:noAutofit/>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3600" b="1" i="1" u="none" strike="noStrike" kern="0" cap="none" spc="0" normalizeH="0" baseline="0" noProof="0" dirty="0">
                <a:ln>
                  <a:noFill/>
                </a:ln>
                <a:solidFill>
                  <a:srgbClr val="0000CC"/>
                </a:solidFill>
                <a:effectLst>
                  <a:outerShdw blurRad="38100" dist="38100" dir="2700000" algn="tl">
                    <a:srgbClr val="C0C0C0"/>
                  </a:outerShdw>
                </a:effectLst>
                <a:uLnTx/>
                <a:uFillTx/>
                <a:latin typeface="Times New Roman" panose="02020603050405020304" pitchFamily="18" charset="0"/>
                <a:ea typeface="黑体" panose="02010609060101010101" pitchFamily="49" charset="-122"/>
                <a:cs typeface="Times New Roman" panose="02020603050405020304" pitchFamily="18" charset="0"/>
              </a:rPr>
              <a:t>k</a:t>
            </a:r>
            <a:r>
              <a:rPr kumimoji="0" lang="en-US" altLang="zh-CN" sz="3600" b="1" i="0" u="none" strike="noStrike" kern="0" cap="none" spc="0" normalizeH="0" baseline="0" noProof="0" dirty="0">
                <a:ln>
                  <a:noFill/>
                </a:ln>
                <a:solidFill>
                  <a:srgbClr val="0000CC"/>
                </a:solidFill>
                <a:effectLst>
                  <a:outerShdw blurRad="38100" dist="38100" dir="2700000" algn="tl">
                    <a:srgbClr val="C0C0C0"/>
                  </a:outerShdw>
                </a:effectLst>
                <a:uLnTx/>
                <a:uFillTx/>
                <a:latin typeface="Times New Roman" panose="02020603050405020304" pitchFamily="18" charset="0"/>
                <a:ea typeface="黑体" panose="02010609060101010101" pitchFamily="49" charset="-122"/>
                <a:cs typeface="Times New Roman" panose="02020603050405020304" pitchFamily="18" charset="0"/>
              </a:rPr>
              <a:t>-means</a:t>
            </a:r>
            <a:r>
              <a:rPr kumimoji="0" lang="zh-CN" altLang="en-US" sz="3600" b="1" i="0" u="none" strike="noStrike" kern="0" cap="none" spc="0" normalizeH="0" baseline="0" noProof="0" dirty="0">
                <a:ln>
                  <a:noFill/>
                </a:ln>
                <a:solidFill>
                  <a:srgbClr val="0000CC"/>
                </a:solidFill>
                <a:effectLst>
                  <a:outerShdw blurRad="38100" dist="38100" dir="2700000" algn="tl">
                    <a:srgbClr val="C0C0C0"/>
                  </a:outerShdw>
                </a:effectLst>
                <a:uLnTx/>
                <a:uFillTx/>
                <a:latin typeface="Times New Roman" panose="02020603050405020304" pitchFamily="18" charset="0"/>
                <a:ea typeface="黑体" panose="02010609060101010101" pitchFamily="49" charset="-122"/>
                <a:cs typeface="Times New Roman" panose="02020603050405020304" pitchFamily="18" charset="0"/>
              </a:rPr>
              <a:t>算法图例演示</a:t>
            </a:r>
            <a:endParaRPr kumimoji="0" lang="en-US" altLang="zh-CN" sz="3600" b="1" i="0" u="none" strike="noStrike" kern="0" cap="none" spc="0" normalizeH="0" baseline="0" noProof="0" dirty="0">
              <a:ln>
                <a:noFill/>
              </a:ln>
              <a:solidFill>
                <a:srgbClr val="FF0000"/>
              </a:solidFill>
              <a:effectLst/>
              <a:uLnTx/>
              <a:uFillTx/>
              <a:latin typeface="宋体" panose="02010600030101010101" pitchFamily="2" charset="-122"/>
              <a:ea typeface="黑体" panose="02010609060101010101" pitchFamily="49" charset="-122"/>
              <a:cs typeface="Times New Roman" panose="02020603050405020304" pitchFamily="18" charset="0"/>
            </a:endParaRPr>
          </a:p>
        </p:txBody>
      </p:sp>
      <p:sp>
        <p:nvSpPr>
          <p:cNvPr id="77827" name="Rectangle 5"/>
          <p:cNvSpPr/>
          <p:nvPr/>
        </p:nvSpPr>
        <p:spPr>
          <a:xfrm>
            <a:off x="1143000" y="1841500"/>
            <a:ext cx="7678738" cy="4216400"/>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华文新魏" panose="02010800040101010101" pitchFamily="2" charset="-122"/>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ea typeface="+mn-ea"/>
                <a:cs typeface="华文新魏" panose="02010800040101010101" pitchFamily="2" charset="-122"/>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ea typeface="+mn-ea"/>
                <a:cs typeface="华文新魏" panose="02010800040101010101" pitchFamily="2" charset="-122"/>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ea typeface="+mn-ea"/>
                <a:cs typeface="华文新魏" panose="02010800040101010101" pitchFamily="2" charset="-122"/>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ea typeface="+mn-ea"/>
                <a:cs typeface="华文新魏" panose="02010800040101010101" pitchFamily="2" charset="-122"/>
              </a:defRPr>
            </a:lvl5pPr>
          </a:lstStyle>
          <a:p>
            <a:pPr marL="273050" lvl="0" indent="-273050" eaLnBrk="1" hangingPunct="1">
              <a:spcBef>
                <a:spcPts val="575"/>
              </a:spcBef>
              <a:buClr>
                <a:srgbClr val="D34817"/>
              </a:buClr>
              <a:buSzPct val="85000"/>
            </a:pPr>
            <a:r>
              <a:rPr lang="zh-CN" altLang="en-US" sz="2600" b="1" dirty="0">
                <a:solidFill>
                  <a:srgbClr val="0070C0"/>
                </a:solidFill>
                <a:latin typeface="华文中宋" panose="02010600040101010101" pitchFamily="2" charset="-122"/>
                <a:ea typeface="华文中宋" panose="02010600040101010101" pitchFamily="2" charset="-122"/>
              </a:rPr>
              <a:t>较差的初始化</a:t>
            </a:r>
            <a:endParaRPr lang="en-US" altLang="zh-CN" sz="2600" b="1" dirty="0">
              <a:solidFill>
                <a:srgbClr val="0070C0"/>
              </a:solidFill>
              <a:latin typeface="华文中宋" panose="02010600040101010101" pitchFamily="2" charset="-122"/>
              <a:ea typeface="华文中宋" panose="02010600040101010101" pitchFamily="2" charset="-122"/>
            </a:endParaRPr>
          </a:p>
          <a:p>
            <a:pPr marL="273050" lvl="0" indent="-273050" eaLnBrk="1" hangingPunct="1">
              <a:spcBef>
                <a:spcPts val="575"/>
              </a:spcBef>
              <a:buClr>
                <a:srgbClr val="D34817"/>
              </a:buClr>
              <a:buSzPct val="85000"/>
              <a:buFont typeface="Wingdings" panose="05000000000000000000" pitchFamily="2" charset="2"/>
              <a:buChar char="u"/>
            </a:pPr>
            <a:endParaRPr lang="en-US" altLang="zh-CN" sz="2600" b="1" dirty="0">
              <a:solidFill>
                <a:srgbClr val="0070C0"/>
              </a:solidFill>
              <a:ea typeface="华文中宋" panose="02010600040101010101" pitchFamily="2" charset="-122"/>
            </a:endParaRPr>
          </a:p>
          <a:p>
            <a:pPr marL="273050" lvl="0" indent="-273050" eaLnBrk="1" hangingPunct="1">
              <a:spcBef>
                <a:spcPts val="575"/>
              </a:spcBef>
              <a:buClr>
                <a:srgbClr val="D34817"/>
              </a:buClr>
              <a:buSzPct val="85000"/>
              <a:buFont typeface="Wingdings" panose="05000000000000000000" pitchFamily="2" charset="2"/>
              <a:buChar char="u"/>
            </a:pPr>
            <a:endParaRPr lang="en-US" altLang="zh-CN" sz="2600" b="1" dirty="0">
              <a:solidFill>
                <a:srgbClr val="0070C0"/>
              </a:solidFill>
              <a:ea typeface="华文中宋" panose="02010600040101010101" pitchFamily="2" charset="-122"/>
            </a:endParaRPr>
          </a:p>
          <a:p>
            <a:pPr marL="273050" lvl="0" indent="-273050" eaLnBrk="1" hangingPunct="1">
              <a:spcBef>
                <a:spcPts val="575"/>
              </a:spcBef>
              <a:buClr>
                <a:srgbClr val="D34817"/>
              </a:buClr>
              <a:buSzPct val="85000"/>
              <a:buFont typeface="Wingdings" panose="05000000000000000000" pitchFamily="2" charset="2"/>
              <a:buChar char="u"/>
            </a:pPr>
            <a:endParaRPr lang="en-US" altLang="zh-CN" sz="2600" b="1" dirty="0">
              <a:solidFill>
                <a:srgbClr val="0070C0"/>
              </a:solidFill>
              <a:ea typeface="华文中宋" panose="02010600040101010101" pitchFamily="2" charset="-122"/>
            </a:endParaRPr>
          </a:p>
          <a:p>
            <a:pPr marL="273050" lvl="0" indent="-273050" eaLnBrk="1" hangingPunct="1">
              <a:spcBef>
                <a:spcPts val="575"/>
              </a:spcBef>
              <a:buClr>
                <a:srgbClr val="D34817"/>
              </a:buClr>
              <a:buSzPct val="85000"/>
              <a:buFont typeface="Wingdings" panose="05000000000000000000" pitchFamily="2" charset="2"/>
              <a:buChar char="u"/>
            </a:pPr>
            <a:endParaRPr lang="en-US" altLang="zh-CN" sz="2600" b="1" dirty="0">
              <a:solidFill>
                <a:srgbClr val="0070C0"/>
              </a:solidFill>
              <a:ea typeface="华文中宋" panose="02010600040101010101" pitchFamily="2" charset="-122"/>
            </a:endParaRPr>
          </a:p>
          <a:p>
            <a:pPr marL="273050" lvl="0" indent="-273050" eaLnBrk="1" hangingPunct="1">
              <a:spcBef>
                <a:spcPts val="575"/>
              </a:spcBef>
              <a:buClr>
                <a:srgbClr val="D34817"/>
              </a:buClr>
              <a:buSzPct val="85000"/>
              <a:buFontTx/>
              <a:buNone/>
            </a:pPr>
            <a:r>
              <a:rPr lang="zh-CN" altLang="en-US" sz="2600" b="1" dirty="0">
                <a:latin typeface="宋体" panose="02010600030101010101" pitchFamily="2" charset="-122"/>
                <a:ea typeface="华文中宋" panose="02010600040101010101" pitchFamily="2" charset="-122"/>
              </a:rPr>
              <a:t>     </a:t>
            </a:r>
            <a:endParaRPr lang="en-US" altLang="zh-CN" sz="2600" b="1" dirty="0">
              <a:latin typeface="宋体" panose="02010600030101010101" pitchFamily="2" charset="-122"/>
              <a:ea typeface="华文中宋" panose="02010600040101010101" pitchFamily="2" charset="-122"/>
            </a:endParaRPr>
          </a:p>
          <a:p>
            <a:pPr marL="273050" lvl="0" indent="-273050" eaLnBrk="1" hangingPunct="1">
              <a:spcBef>
                <a:spcPts val="575"/>
              </a:spcBef>
              <a:buClr>
                <a:srgbClr val="D34817"/>
              </a:buClr>
              <a:buSzPct val="85000"/>
              <a:buFontTx/>
              <a:buNone/>
            </a:pPr>
            <a:r>
              <a:rPr lang="en-US" altLang="zh-CN" sz="2600" b="1" dirty="0">
                <a:latin typeface="宋体" panose="02010600030101010101" pitchFamily="2" charset="-122"/>
                <a:ea typeface="华文中宋" panose="02010600040101010101" pitchFamily="2" charset="-122"/>
              </a:rPr>
              <a:t> </a:t>
            </a:r>
            <a:r>
              <a:rPr lang="zh-CN" altLang="en-US" sz="2600" b="1" dirty="0">
                <a:latin typeface="宋体" panose="02010600030101010101" pitchFamily="2" charset="-122"/>
                <a:ea typeface="华文中宋" panose="02010600040101010101" pitchFamily="2" charset="-122"/>
              </a:rPr>
              <a:t>选取初始聚类中心</a:t>
            </a:r>
            <a:endParaRPr lang="en-US" altLang="zh-CN" sz="2400" b="1" dirty="0">
              <a:latin typeface="宋体" panose="02010600030101010101" pitchFamily="2" charset="-122"/>
              <a:ea typeface="华文中宋" panose="02010600040101010101" pitchFamily="2" charset="-122"/>
            </a:endParaRPr>
          </a:p>
          <a:p>
            <a:pPr marL="273050" lvl="0" indent="-273050" eaLnBrk="1" hangingPunct="1">
              <a:spcBef>
                <a:spcPts val="575"/>
              </a:spcBef>
              <a:buClr>
                <a:srgbClr val="D34817"/>
              </a:buClr>
              <a:buSzPct val="80000"/>
              <a:buFontTx/>
              <a:buNone/>
            </a:pPr>
            <a:endParaRPr lang="zh-CN" altLang="en-US" sz="2400" b="1" dirty="0">
              <a:solidFill>
                <a:srgbClr val="000000"/>
              </a:solidFill>
              <a:latin typeface="Times New Roman" panose="02020603050405020304" pitchFamily="18" charset="0"/>
              <a:cs typeface="Times New Roman" panose="02020603050405020304" pitchFamily="18" charset="0"/>
            </a:endParaRPr>
          </a:p>
          <a:p>
            <a:pPr marL="273050" lvl="0" indent="-273050" eaLnBrk="1" hangingPunct="1">
              <a:spcBef>
                <a:spcPts val="575"/>
              </a:spcBef>
              <a:buClr>
                <a:srgbClr val="D34817"/>
              </a:buClr>
              <a:buSzPct val="85000"/>
              <a:buFontTx/>
              <a:buNone/>
            </a:pPr>
            <a:endParaRPr lang="en-US" altLang="zh-CN" sz="2600" b="1" dirty="0">
              <a:solidFill>
                <a:srgbClr val="0070C0"/>
              </a:solidFill>
              <a:ea typeface="Times New Roman" panose="02020603050405020304" pitchFamily="18" charset="0"/>
            </a:endParaRPr>
          </a:p>
        </p:txBody>
      </p:sp>
      <p:pic>
        <p:nvPicPr>
          <p:cNvPr id="77828" name="Picture 2"/>
          <p:cNvPicPr>
            <a:picLocks noChangeAspect="1"/>
          </p:cNvPicPr>
          <p:nvPr/>
        </p:nvPicPr>
        <p:blipFill>
          <a:blip r:embed="rId1"/>
          <a:stretch>
            <a:fillRect/>
          </a:stretch>
        </p:blipFill>
        <p:spPr>
          <a:xfrm>
            <a:off x="1214438" y="2357438"/>
            <a:ext cx="3000375" cy="2286000"/>
          </a:xfrm>
          <a:prstGeom prst="rect">
            <a:avLst/>
          </a:prstGeom>
          <a:noFill/>
          <a:ln w="9525">
            <a:noFill/>
          </a:ln>
        </p:spPr>
      </p:pic>
      <p:grpSp>
        <p:nvGrpSpPr>
          <p:cNvPr id="2" name="Group 7"/>
          <p:cNvGrpSpPr/>
          <p:nvPr/>
        </p:nvGrpSpPr>
        <p:grpSpPr>
          <a:xfrm>
            <a:off x="4572000" y="2357438"/>
            <a:ext cx="3097213" cy="2819400"/>
            <a:chOff x="2880" y="1485"/>
            <a:chExt cx="1951" cy="1776"/>
          </a:xfrm>
        </p:grpSpPr>
        <p:pic>
          <p:nvPicPr>
            <p:cNvPr id="77831" name="Picture 3"/>
            <p:cNvPicPr>
              <a:picLocks noChangeAspect="1"/>
            </p:cNvPicPr>
            <p:nvPr/>
          </p:nvPicPr>
          <p:blipFill>
            <a:blip r:embed="rId2"/>
            <a:stretch>
              <a:fillRect/>
            </a:stretch>
          </p:blipFill>
          <p:spPr>
            <a:xfrm>
              <a:off x="2880" y="1485"/>
              <a:ext cx="1951" cy="1485"/>
            </a:xfrm>
            <a:prstGeom prst="rect">
              <a:avLst/>
            </a:prstGeom>
            <a:noFill/>
            <a:ln w="9525">
              <a:noFill/>
            </a:ln>
          </p:spPr>
        </p:pic>
        <p:sp>
          <p:nvSpPr>
            <p:cNvPr id="6" name="TextBox 5"/>
            <p:cNvSpPr txBox="1"/>
            <p:nvPr/>
          </p:nvSpPr>
          <p:spPr>
            <a:xfrm>
              <a:off x="3259" y="2970"/>
              <a:ext cx="1286" cy="291"/>
            </a:xfrm>
            <a:prstGeom prst="rect">
              <a:avLst/>
            </a:prstGeom>
            <a:noFill/>
          </p:spPr>
          <p:txBody>
            <a:bodyPr wrap="none">
              <a:spAutoFit/>
            </a:bodyPr>
            <a:lstStyle/>
            <a:p>
              <a:pPr marR="0" defTabSz="914400" fontAlgn="auto">
                <a:spcBef>
                  <a:spcPts val="0"/>
                </a:spcBef>
                <a:spcAft>
                  <a:spcPts val="0"/>
                </a:spcAft>
                <a:buClrTx/>
                <a:buSzTx/>
                <a:buFontTx/>
                <a:buNone/>
                <a:defRPr/>
              </a:pPr>
              <a:r>
                <a:rPr kumimoji="0" lang="zh-CN" altLang="en-US" sz="2400" b="1" kern="1200" cap="none" spc="0" normalizeH="0" baseline="0" noProof="0" dirty="0">
                  <a:latin typeface="+mn-ea"/>
                  <a:ea typeface="+mn-ea"/>
                  <a:cs typeface="+mn-cs"/>
                </a:rPr>
                <a:t>最终聚类结果</a:t>
              </a:r>
              <a:endParaRPr kumimoji="0" lang="zh-CN" altLang="en-US" sz="2400" kern="1200" cap="none" spc="0" normalizeH="0" baseline="0" noProof="0" dirty="0">
                <a:latin typeface="+mn-lt"/>
                <a:ea typeface="+mn-ea"/>
                <a:cs typeface="+mn-cs"/>
              </a:endParaRPr>
            </a:p>
          </p:txBody>
        </p:sp>
      </p:grpSp>
      <p:sp>
        <p:nvSpPr>
          <p:cNvPr id="9" name="Text Box 5"/>
          <p:cNvSpPr txBox="1"/>
          <p:nvPr/>
        </p:nvSpPr>
        <p:spPr>
          <a:xfrm>
            <a:off x="3224213" y="0"/>
            <a:ext cx="5919788" cy="706438"/>
          </a:xfrm>
          <a:prstGeom prst="rect">
            <a:avLst/>
          </a:prstGeom>
          <a:noFill/>
          <a:ln w="9525">
            <a:noFill/>
          </a:ln>
        </p:spPr>
        <p:txBody>
          <a:bodyPr>
            <a:spAutoFit/>
          </a:bodyPr>
          <a:lstStyle/>
          <a:p>
            <a:pPr marR="0" algn="ctr" defTabSz="914400" eaLnBrk="1" hangingPunct="1">
              <a:buClrTx/>
              <a:buSzTx/>
              <a:buFontTx/>
              <a:buNone/>
              <a:defRPr/>
            </a:pPr>
            <a:r>
              <a:rPr kumimoji="0" lang="en-US" altLang="zh-CN" sz="4000" b="1" kern="1200" cap="none" spc="0" normalizeH="0" baseline="0" noProof="1">
                <a:solidFill>
                  <a:srgbClr val="0000FF"/>
                </a:solidFill>
                <a:latin typeface="Arial" panose="020B0604020202020204" pitchFamily="34" charset="0"/>
                <a:ea typeface="宋体" panose="02010600030101010101" pitchFamily="2" charset="-122"/>
                <a:cs typeface="+mn-cs"/>
                <a:sym typeface="宋体" panose="02010600030101010101" pitchFamily="2" charset="-122"/>
              </a:rPr>
              <a:t>4.2.1 </a:t>
            </a:r>
            <a:r>
              <a:rPr kumimoji="1" lang="en-US" altLang="zh-CN" sz="4000" b="1" kern="0" cap="none" spc="0" normalizeH="0" baseline="0" noProof="0" dirty="0">
                <a:solidFill>
                  <a:srgbClr val="0000CC"/>
                </a:solidFill>
                <a:effectLst>
                  <a:outerShdw blurRad="38100" dist="38100" dir="2700000" algn="tl">
                    <a:srgbClr val="C0C0C0"/>
                  </a:outerShdw>
                </a:effectLst>
                <a:latin typeface="黑体" panose="02010609060101010101" pitchFamily="49" charset="-122"/>
                <a:ea typeface="黑体" panose="02010609060101010101" pitchFamily="49" charset="-122"/>
                <a:cs typeface="Times New Roman" panose="02020603050405020304" pitchFamily="18" charset="0"/>
                <a:sym typeface="+mn-ea"/>
              </a:rPr>
              <a:t> </a:t>
            </a:r>
            <a:r>
              <a:rPr kumimoji="0" lang="en-US" altLang="zh-CN" sz="4000" kern="1200" cap="none" spc="0" normalizeH="0" baseline="0" noProof="1">
                <a:solidFill>
                  <a:srgbClr val="0000FF"/>
                </a:solidFill>
                <a:latin typeface="Arial" panose="020B0604020202020204" pitchFamily="34" charset="0"/>
                <a:ea typeface="宋体" panose="02010600030101010101" pitchFamily="2" charset="-122"/>
                <a:cs typeface="+mn-cs"/>
                <a:sym typeface="+mn-ea"/>
              </a:rPr>
              <a:t>K</a:t>
            </a:r>
            <a:r>
              <a:rPr kumimoji="0" lang="en-US" altLang="zh-CN" sz="4000" b="1" kern="1200" cap="none" spc="0" normalizeH="0" baseline="0" noProof="1">
                <a:solidFill>
                  <a:srgbClr val="0000FF"/>
                </a:solidFill>
                <a:latin typeface="Arial" panose="020B0604020202020204" pitchFamily="34" charset="0"/>
                <a:ea typeface="宋体" panose="02010600030101010101" pitchFamily="2" charset="-122"/>
                <a:cs typeface="+mn-cs"/>
                <a:sym typeface="+mn-ea"/>
              </a:rPr>
              <a:t>-均值</a:t>
            </a:r>
            <a:r>
              <a:rPr kumimoji="0" lang="en-US" altLang="zh-CN" sz="4000" b="1" kern="1200" cap="none" spc="0" normalizeH="0" baseline="0" noProof="1">
                <a:solidFill>
                  <a:srgbClr val="0000FF"/>
                </a:solidFill>
                <a:latin typeface="Arial" panose="020B0604020202020204" pitchFamily="34" charset="0"/>
                <a:ea typeface="宋体" panose="02010600030101010101" pitchFamily="2" charset="-122"/>
                <a:cs typeface="+mn-cs"/>
                <a:sym typeface="宋体" panose="02010600030101010101" pitchFamily="2" charset="-122"/>
              </a:rPr>
              <a:t>算法</a:t>
            </a:r>
            <a:endParaRPr kumimoji="0" lang="en-US" altLang="zh-CN" sz="4000" b="1" kern="1200" cap="none" spc="0" normalizeH="0" baseline="0" noProof="1">
              <a:solidFill>
                <a:srgbClr val="0000FF"/>
              </a:solidFill>
              <a:latin typeface="Arial" panose="020B0604020202020204" pitchFamily="34" charset="0"/>
              <a:ea typeface="宋体" panose="02010600030101010101" pitchFamily="2" charset="-122"/>
              <a:cs typeface="+mn-cs"/>
              <a:sym typeface="宋体" panose="02010600030101010101" pitchFamily="2"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linds(horizontal)">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8850" name="Rectangle 2"/>
          <p:cNvSpPr/>
          <p:nvPr/>
        </p:nvSpPr>
        <p:spPr>
          <a:xfrm>
            <a:off x="1114425" y="1841500"/>
            <a:ext cx="6840538" cy="3632200"/>
          </a:xfrm>
          <a:prstGeom prst="rect">
            <a:avLst/>
          </a:prstGeom>
          <a:no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华文新魏" panose="02010800040101010101" pitchFamily="2" charset="-122"/>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ea typeface="+mn-ea"/>
                <a:cs typeface="华文新魏" panose="02010800040101010101" pitchFamily="2" charset="-122"/>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ea typeface="+mn-ea"/>
                <a:cs typeface="华文新魏" panose="02010800040101010101" pitchFamily="2" charset="-122"/>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ea typeface="+mn-ea"/>
                <a:cs typeface="华文新魏" panose="02010800040101010101" pitchFamily="2" charset="-122"/>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ea typeface="+mn-ea"/>
                <a:cs typeface="华文新魏" panose="02010800040101010101" pitchFamily="2" charset="-122"/>
              </a:defRPr>
            </a:lvl5pPr>
          </a:lstStyle>
          <a:p>
            <a:pPr marL="0" lvl="0" indent="0" eaLnBrk="1" hangingPunct="1">
              <a:spcBef>
                <a:spcPct val="0"/>
              </a:spcBef>
              <a:buClrTx/>
              <a:buSzTx/>
              <a:buFontTx/>
              <a:buNone/>
            </a:pPr>
            <a:endParaRPr lang="zh-CN" altLang="en-US" sz="1800" dirty="0">
              <a:latin typeface="Arial" panose="020B0604020202020204" pitchFamily="34" charset="0"/>
            </a:endParaRPr>
          </a:p>
        </p:txBody>
      </p:sp>
      <p:grpSp>
        <p:nvGrpSpPr>
          <p:cNvPr id="78851" name="Group 3"/>
          <p:cNvGrpSpPr/>
          <p:nvPr/>
        </p:nvGrpSpPr>
        <p:grpSpPr>
          <a:xfrm>
            <a:off x="2195513" y="2836863"/>
            <a:ext cx="4559300" cy="1377950"/>
            <a:chOff x="0" y="0"/>
            <a:chExt cx="2872" cy="868"/>
          </a:xfrm>
        </p:grpSpPr>
        <p:sp>
          <p:nvSpPr>
            <p:cNvPr id="78855" name="Oval 4"/>
            <p:cNvSpPr/>
            <p:nvPr/>
          </p:nvSpPr>
          <p:spPr>
            <a:xfrm>
              <a:off x="0" y="317"/>
              <a:ext cx="226" cy="236"/>
            </a:xfrm>
            <a:prstGeom prst="ellipse">
              <a:avLst/>
            </a:prstGeom>
            <a:solidFill>
              <a:schemeClr val="bg2"/>
            </a:solidFill>
            <a:ln w="9525">
              <a:noFill/>
            </a:ln>
          </p:spPr>
          <p:txBody>
            <a:bodyPr wrap="none" anchor="ctr" anchorCtr="0"/>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华文新魏" panose="02010800040101010101" pitchFamily="2" charset="-122"/>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ea typeface="+mn-ea"/>
                  <a:cs typeface="华文新魏" panose="02010800040101010101" pitchFamily="2" charset="-122"/>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ea typeface="+mn-ea"/>
                  <a:cs typeface="华文新魏" panose="02010800040101010101" pitchFamily="2" charset="-122"/>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ea typeface="+mn-ea"/>
                  <a:cs typeface="华文新魏" panose="02010800040101010101" pitchFamily="2" charset="-122"/>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ea typeface="+mn-ea"/>
                  <a:cs typeface="华文新魏" panose="02010800040101010101" pitchFamily="2" charset="-122"/>
                </a:defRPr>
              </a:lvl5pPr>
            </a:lstStyle>
            <a:p>
              <a:pPr marL="0" lvl="0" indent="0" eaLnBrk="1" hangingPunct="1">
                <a:spcBef>
                  <a:spcPct val="0"/>
                </a:spcBef>
                <a:buClrTx/>
                <a:buSzTx/>
                <a:buFontTx/>
                <a:buNone/>
              </a:pPr>
              <a:endParaRPr lang="zh-CN" altLang="en-US" sz="1800" dirty="0">
                <a:latin typeface="Arial" panose="020B0604020202020204" pitchFamily="34" charset="0"/>
              </a:endParaRPr>
            </a:p>
          </p:txBody>
        </p:sp>
        <p:sp>
          <p:nvSpPr>
            <p:cNvPr id="78856" name="Oval 5"/>
            <p:cNvSpPr/>
            <p:nvPr/>
          </p:nvSpPr>
          <p:spPr>
            <a:xfrm>
              <a:off x="544" y="317"/>
              <a:ext cx="227" cy="236"/>
            </a:xfrm>
            <a:prstGeom prst="ellipse">
              <a:avLst/>
            </a:prstGeom>
            <a:solidFill>
              <a:schemeClr val="bg2"/>
            </a:solidFill>
            <a:ln w="9525">
              <a:noFill/>
            </a:ln>
          </p:spPr>
          <p:txBody>
            <a:bodyPr wrap="none" anchor="ctr" anchorCtr="0"/>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华文新魏" panose="02010800040101010101" pitchFamily="2" charset="-122"/>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ea typeface="+mn-ea"/>
                  <a:cs typeface="华文新魏" panose="02010800040101010101" pitchFamily="2" charset="-122"/>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ea typeface="+mn-ea"/>
                  <a:cs typeface="华文新魏" panose="02010800040101010101" pitchFamily="2" charset="-122"/>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ea typeface="+mn-ea"/>
                  <a:cs typeface="华文新魏" panose="02010800040101010101" pitchFamily="2" charset="-122"/>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ea typeface="+mn-ea"/>
                  <a:cs typeface="华文新魏" panose="02010800040101010101" pitchFamily="2" charset="-122"/>
                </a:defRPr>
              </a:lvl5pPr>
            </a:lstStyle>
            <a:p>
              <a:pPr marL="0" lvl="0" indent="0" eaLnBrk="1" hangingPunct="1">
                <a:spcBef>
                  <a:spcPct val="0"/>
                </a:spcBef>
                <a:buClrTx/>
                <a:buSzTx/>
                <a:buFontTx/>
                <a:buNone/>
              </a:pPr>
              <a:endParaRPr lang="zh-CN" altLang="en-US" sz="1800" dirty="0">
                <a:latin typeface="Arial" panose="020B0604020202020204" pitchFamily="34" charset="0"/>
              </a:endParaRPr>
            </a:p>
          </p:txBody>
        </p:sp>
        <p:sp>
          <p:nvSpPr>
            <p:cNvPr id="78857" name="Oval 6"/>
            <p:cNvSpPr/>
            <p:nvPr/>
          </p:nvSpPr>
          <p:spPr>
            <a:xfrm>
              <a:off x="272" y="632"/>
              <a:ext cx="226" cy="236"/>
            </a:xfrm>
            <a:prstGeom prst="ellipse">
              <a:avLst/>
            </a:prstGeom>
            <a:solidFill>
              <a:schemeClr val="bg2"/>
            </a:solidFill>
            <a:ln w="9525">
              <a:noFill/>
            </a:ln>
          </p:spPr>
          <p:txBody>
            <a:bodyPr wrap="none" anchor="ctr" anchorCtr="0"/>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华文新魏" panose="02010800040101010101" pitchFamily="2" charset="-122"/>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ea typeface="+mn-ea"/>
                  <a:cs typeface="华文新魏" panose="02010800040101010101" pitchFamily="2" charset="-122"/>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ea typeface="+mn-ea"/>
                  <a:cs typeface="华文新魏" panose="02010800040101010101" pitchFamily="2" charset="-122"/>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ea typeface="+mn-ea"/>
                  <a:cs typeface="华文新魏" panose="02010800040101010101" pitchFamily="2" charset="-122"/>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ea typeface="+mn-ea"/>
                  <a:cs typeface="华文新魏" panose="02010800040101010101" pitchFamily="2" charset="-122"/>
                </a:defRPr>
              </a:lvl5pPr>
            </a:lstStyle>
            <a:p>
              <a:pPr marL="0" lvl="0" indent="0" eaLnBrk="1" hangingPunct="1">
                <a:spcBef>
                  <a:spcPct val="0"/>
                </a:spcBef>
                <a:buClrTx/>
                <a:buSzTx/>
                <a:buFontTx/>
                <a:buNone/>
              </a:pPr>
              <a:endParaRPr lang="zh-CN" altLang="en-US" sz="1800" dirty="0">
                <a:latin typeface="Arial" panose="020B0604020202020204" pitchFamily="34" charset="0"/>
              </a:endParaRPr>
            </a:p>
          </p:txBody>
        </p:sp>
        <p:sp>
          <p:nvSpPr>
            <p:cNvPr id="78858" name="Oval 7"/>
            <p:cNvSpPr/>
            <p:nvPr/>
          </p:nvSpPr>
          <p:spPr>
            <a:xfrm>
              <a:off x="272" y="0"/>
              <a:ext cx="226" cy="236"/>
            </a:xfrm>
            <a:prstGeom prst="ellipse">
              <a:avLst/>
            </a:prstGeom>
            <a:solidFill>
              <a:schemeClr val="bg2"/>
            </a:solidFill>
            <a:ln w="9525">
              <a:noFill/>
            </a:ln>
          </p:spPr>
          <p:txBody>
            <a:bodyPr wrap="none" anchor="ctr" anchorCtr="0"/>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华文新魏" panose="02010800040101010101" pitchFamily="2" charset="-122"/>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ea typeface="+mn-ea"/>
                  <a:cs typeface="华文新魏" panose="02010800040101010101" pitchFamily="2" charset="-122"/>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ea typeface="+mn-ea"/>
                  <a:cs typeface="华文新魏" panose="02010800040101010101" pitchFamily="2" charset="-122"/>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ea typeface="+mn-ea"/>
                  <a:cs typeface="华文新魏" panose="02010800040101010101" pitchFamily="2" charset="-122"/>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ea typeface="+mn-ea"/>
                  <a:cs typeface="华文新魏" panose="02010800040101010101" pitchFamily="2" charset="-122"/>
                </a:defRPr>
              </a:lvl5pPr>
            </a:lstStyle>
            <a:p>
              <a:pPr marL="0" lvl="0" indent="0" eaLnBrk="1" hangingPunct="1">
                <a:spcBef>
                  <a:spcPct val="0"/>
                </a:spcBef>
                <a:buClrTx/>
                <a:buSzTx/>
                <a:buFontTx/>
                <a:buNone/>
              </a:pPr>
              <a:endParaRPr lang="zh-CN" altLang="en-US" sz="1800" dirty="0">
                <a:latin typeface="Arial" panose="020B0604020202020204" pitchFamily="34" charset="0"/>
              </a:endParaRPr>
            </a:p>
          </p:txBody>
        </p:sp>
        <p:sp>
          <p:nvSpPr>
            <p:cNvPr id="78859" name="Oval 8"/>
            <p:cNvSpPr/>
            <p:nvPr/>
          </p:nvSpPr>
          <p:spPr>
            <a:xfrm>
              <a:off x="2117" y="317"/>
              <a:ext cx="227" cy="236"/>
            </a:xfrm>
            <a:prstGeom prst="ellipse">
              <a:avLst/>
            </a:prstGeom>
            <a:solidFill>
              <a:schemeClr val="bg2"/>
            </a:solidFill>
            <a:ln w="9525">
              <a:noFill/>
            </a:ln>
          </p:spPr>
          <p:txBody>
            <a:bodyPr wrap="none" anchor="ctr" anchorCtr="0"/>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华文新魏" panose="02010800040101010101" pitchFamily="2" charset="-122"/>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ea typeface="+mn-ea"/>
                  <a:cs typeface="华文新魏" panose="02010800040101010101" pitchFamily="2" charset="-122"/>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ea typeface="+mn-ea"/>
                  <a:cs typeface="华文新魏" panose="02010800040101010101" pitchFamily="2" charset="-122"/>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ea typeface="+mn-ea"/>
                  <a:cs typeface="华文新魏" panose="02010800040101010101" pitchFamily="2" charset="-122"/>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ea typeface="+mn-ea"/>
                  <a:cs typeface="华文新魏" panose="02010800040101010101" pitchFamily="2" charset="-122"/>
                </a:defRPr>
              </a:lvl5pPr>
            </a:lstStyle>
            <a:p>
              <a:pPr marL="0" lvl="0" indent="0" eaLnBrk="1" hangingPunct="1">
                <a:spcBef>
                  <a:spcPct val="0"/>
                </a:spcBef>
                <a:buClrTx/>
                <a:buSzTx/>
                <a:buFontTx/>
                <a:buNone/>
              </a:pPr>
              <a:endParaRPr lang="zh-CN" altLang="en-US" sz="1800" dirty="0">
                <a:latin typeface="Arial" panose="020B0604020202020204" pitchFamily="34" charset="0"/>
              </a:endParaRPr>
            </a:p>
          </p:txBody>
        </p:sp>
        <p:sp>
          <p:nvSpPr>
            <p:cNvPr id="78860" name="Oval 9"/>
            <p:cNvSpPr/>
            <p:nvPr/>
          </p:nvSpPr>
          <p:spPr>
            <a:xfrm>
              <a:off x="2646" y="317"/>
              <a:ext cx="226" cy="236"/>
            </a:xfrm>
            <a:prstGeom prst="ellipse">
              <a:avLst/>
            </a:prstGeom>
            <a:solidFill>
              <a:schemeClr val="bg2"/>
            </a:solidFill>
            <a:ln w="9525">
              <a:noFill/>
            </a:ln>
          </p:spPr>
          <p:txBody>
            <a:bodyPr wrap="none" anchor="ctr" anchorCtr="0"/>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华文新魏" panose="02010800040101010101" pitchFamily="2" charset="-122"/>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ea typeface="+mn-ea"/>
                  <a:cs typeface="华文新魏" panose="02010800040101010101" pitchFamily="2" charset="-122"/>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ea typeface="+mn-ea"/>
                  <a:cs typeface="华文新魏" panose="02010800040101010101" pitchFamily="2" charset="-122"/>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ea typeface="+mn-ea"/>
                  <a:cs typeface="华文新魏" panose="02010800040101010101" pitchFamily="2" charset="-122"/>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ea typeface="+mn-ea"/>
                  <a:cs typeface="华文新魏" panose="02010800040101010101" pitchFamily="2" charset="-122"/>
                </a:defRPr>
              </a:lvl5pPr>
            </a:lstStyle>
            <a:p>
              <a:pPr marL="0" lvl="0" indent="0" eaLnBrk="1" hangingPunct="1">
                <a:spcBef>
                  <a:spcPct val="0"/>
                </a:spcBef>
                <a:buClrTx/>
                <a:buSzTx/>
                <a:buFontTx/>
                <a:buNone/>
              </a:pPr>
              <a:endParaRPr lang="zh-CN" altLang="en-US" sz="1800" dirty="0">
                <a:latin typeface="Arial" panose="020B0604020202020204" pitchFamily="34" charset="0"/>
              </a:endParaRPr>
            </a:p>
          </p:txBody>
        </p:sp>
        <p:sp>
          <p:nvSpPr>
            <p:cNvPr id="78861" name="Oval 10"/>
            <p:cNvSpPr/>
            <p:nvPr/>
          </p:nvSpPr>
          <p:spPr>
            <a:xfrm>
              <a:off x="2389" y="632"/>
              <a:ext cx="227" cy="236"/>
            </a:xfrm>
            <a:prstGeom prst="ellipse">
              <a:avLst/>
            </a:prstGeom>
            <a:solidFill>
              <a:schemeClr val="bg2"/>
            </a:solidFill>
            <a:ln w="9525">
              <a:noFill/>
            </a:ln>
          </p:spPr>
          <p:txBody>
            <a:bodyPr wrap="none" anchor="ctr" anchorCtr="0"/>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华文新魏" panose="02010800040101010101" pitchFamily="2" charset="-122"/>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ea typeface="+mn-ea"/>
                  <a:cs typeface="华文新魏" panose="02010800040101010101" pitchFamily="2" charset="-122"/>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ea typeface="+mn-ea"/>
                  <a:cs typeface="华文新魏" panose="02010800040101010101" pitchFamily="2" charset="-122"/>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ea typeface="+mn-ea"/>
                  <a:cs typeface="华文新魏" panose="02010800040101010101" pitchFamily="2" charset="-122"/>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ea typeface="+mn-ea"/>
                  <a:cs typeface="华文新魏" panose="02010800040101010101" pitchFamily="2" charset="-122"/>
                </a:defRPr>
              </a:lvl5pPr>
            </a:lstStyle>
            <a:p>
              <a:pPr marL="0" lvl="0" indent="0" eaLnBrk="1" hangingPunct="1">
                <a:spcBef>
                  <a:spcPct val="0"/>
                </a:spcBef>
                <a:buClrTx/>
                <a:buSzTx/>
                <a:buFontTx/>
                <a:buNone/>
              </a:pPr>
              <a:endParaRPr lang="zh-CN" altLang="en-US" sz="1800" dirty="0">
                <a:latin typeface="Arial" panose="020B0604020202020204" pitchFamily="34" charset="0"/>
              </a:endParaRPr>
            </a:p>
          </p:txBody>
        </p:sp>
        <p:sp>
          <p:nvSpPr>
            <p:cNvPr id="78862" name="Oval 11"/>
            <p:cNvSpPr/>
            <p:nvPr/>
          </p:nvSpPr>
          <p:spPr>
            <a:xfrm>
              <a:off x="2389" y="0"/>
              <a:ext cx="227" cy="236"/>
            </a:xfrm>
            <a:prstGeom prst="ellipse">
              <a:avLst/>
            </a:prstGeom>
            <a:solidFill>
              <a:schemeClr val="bg2"/>
            </a:solidFill>
            <a:ln w="9525">
              <a:noFill/>
            </a:ln>
          </p:spPr>
          <p:txBody>
            <a:bodyPr wrap="none" anchor="ctr" anchorCtr="0"/>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华文新魏" panose="02010800040101010101" pitchFamily="2" charset="-122"/>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ea typeface="+mn-ea"/>
                  <a:cs typeface="华文新魏" panose="02010800040101010101" pitchFamily="2" charset="-122"/>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ea typeface="+mn-ea"/>
                  <a:cs typeface="华文新魏" panose="02010800040101010101" pitchFamily="2" charset="-122"/>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ea typeface="+mn-ea"/>
                  <a:cs typeface="华文新魏" panose="02010800040101010101" pitchFamily="2" charset="-122"/>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ea typeface="+mn-ea"/>
                  <a:cs typeface="华文新魏" panose="02010800040101010101" pitchFamily="2" charset="-122"/>
                </a:defRPr>
              </a:lvl5pPr>
            </a:lstStyle>
            <a:p>
              <a:pPr marL="0" lvl="0" indent="0" eaLnBrk="1" hangingPunct="1">
                <a:spcBef>
                  <a:spcPct val="0"/>
                </a:spcBef>
                <a:buClrTx/>
                <a:buSzTx/>
                <a:buFontTx/>
                <a:buNone/>
              </a:pPr>
              <a:endParaRPr lang="zh-CN" altLang="en-US" sz="1800" dirty="0">
                <a:latin typeface="Arial" panose="020B0604020202020204" pitchFamily="34" charset="0"/>
              </a:endParaRPr>
            </a:p>
          </p:txBody>
        </p:sp>
        <p:sp>
          <p:nvSpPr>
            <p:cNvPr id="78863" name="Oval 12"/>
            <p:cNvSpPr/>
            <p:nvPr/>
          </p:nvSpPr>
          <p:spPr>
            <a:xfrm>
              <a:off x="1315" y="317"/>
              <a:ext cx="227" cy="236"/>
            </a:xfrm>
            <a:prstGeom prst="ellipse">
              <a:avLst/>
            </a:prstGeom>
            <a:solidFill>
              <a:schemeClr val="bg2"/>
            </a:solidFill>
            <a:ln w="9525">
              <a:noFill/>
            </a:ln>
          </p:spPr>
          <p:txBody>
            <a:bodyPr wrap="none" anchor="ctr" anchorCtr="0"/>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华文新魏" panose="02010800040101010101" pitchFamily="2" charset="-122"/>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ea typeface="+mn-ea"/>
                  <a:cs typeface="华文新魏" panose="02010800040101010101" pitchFamily="2" charset="-122"/>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ea typeface="+mn-ea"/>
                  <a:cs typeface="华文新魏" panose="02010800040101010101" pitchFamily="2" charset="-122"/>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ea typeface="+mn-ea"/>
                  <a:cs typeface="华文新魏" panose="02010800040101010101" pitchFamily="2" charset="-122"/>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ea typeface="+mn-ea"/>
                  <a:cs typeface="华文新魏" panose="02010800040101010101" pitchFamily="2" charset="-122"/>
                </a:defRPr>
              </a:lvl5pPr>
            </a:lstStyle>
            <a:p>
              <a:pPr marL="0" lvl="0" indent="0" eaLnBrk="1" hangingPunct="1">
                <a:spcBef>
                  <a:spcPct val="0"/>
                </a:spcBef>
                <a:buClrTx/>
                <a:buSzTx/>
                <a:buFontTx/>
                <a:buNone/>
              </a:pPr>
              <a:endParaRPr lang="zh-CN" altLang="en-US" sz="1800" dirty="0">
                <a:latin typeface="Arial" panose="020B0604020202020204" pitchFamily="34" charset="0"/>
              </a:endParaRPr>
            </a:p>
          </p:txBody>
        </p:sp>
      </p:grpSp>
      <p:sp>
        <p:nvSpPr>
          <p:cNvPr id="78852" name="Text Box 13"/>
          <p:cNvSpPr txBox="1"/>
          <p:nvPr/>
        </p:nvSpPr>
        <p:spPr>
          <a:xfrm>
            <a:off x="3273425" y="5613400"/>
            <a:ext cx="3119438" cy="458788"/>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华文新魏" panose="02010800040101010101" pitchFamily="2" charset="-122"/>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ea typeface="+mn-ea"/>
                <a:cs typeface="华文新魏" panose="02010800040101010101" pitchFamily="2" charset="-122"/>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ea typeface="+mn-ea"/>
                <a:cs typeface="华文新魏" panose="02010800040101010101" pitchFamily="2" charset="-122"/>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ea typeface="+mn-ea"/>
                <a:cs typeface="华文新魏" panose="02010800040101010101" pitchFamily="2" charset="-122"/>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ea typeface="+mn-ea"/>
                <a:cs typeface="华文新魏" panose="02010800040101010101" pitchFamily="2" charset="-122"/>
              </a:defRPr>
            </a:lvl5pPr>
          </a:lstStyle>
          <a:p>
            <a:pPr marL="0" lvl="0" indent="0" algn="ctr" eaLnBrk="1" hangingPunct="1">
              <a:spcBef>
                <a:spcPct val="50000"/>
              </a:spcBef>
              <a:buClrTx/>
              <a:buSzTx/>
              <a:buFontTx/>
              <a:buNone/>
            </a:pPr>
            <a:r>
              <a:rPr lang="zh-CN" altLang="en-US" sz="2400" b="1" dirty="0">
                <a:latin typeface="Arial" panose="020B0604020202020204" pitchFamily="34" charset="0"/>
                <a:ea typeface="楷体_GB2312" panose="02010609030101010101" pitchFamily="49" charset="-122"/>
              </a:rPr>
              <a:t>蝴蝶型数据集</a:t>
            </a:r>
            <a:endParaRPr lang="zh-CN" altLang="en-US" sz="2400" b="1" dirty="0">
              <a:latin typeface="Arial" panose="020B0604020202020204" pitchFamily="34" charset="0"/>
              <a:ea typeface="楷体_GB2312" panose="02010609030101010101" pitchFamily="49" charset="-122"/>
            </a:endParaRPr>
          </a:p>
        </p:txBody>
      </p:sp>
      <p:sp>
        <p:nvSpPr>
          <p:cNvPr id="14" name="Rectangle 2"/>
          <p:cNvSpPr txBox="1">
            <a:spLocks noChangeArrowheads="1"/>
          </p:cNvSpPr>
          <p:nvPr/>
        </p:nvSpPr>
        <p:spPr>
          <a:xfrm>
            <a:off x="1071563" y="1071563"/>
            <a:ext cx="7143750" cy="609600"/>
          </a:xfrm>
          <a:prstGeom prst="rect">
            <a:avLst/>
          </a:prstGeom>
        </p:spPr>
        <p:txBody>
          <a:bodyPr/>
          <a:lstStyle/>
          <a:p>
            <a:pPr marR="0" algn="ctr" defTabSz="914400">
              <a:buClrTx/>
              <a:buSzTx/>
              <a:buFontTx/>
              <a:buNone/>
              <a:defRPr/>
            </a:pPr>
            <a:r>
              <a:rPr kumimoji="1" lang="en-US" altLang="zh-CN" sz="3600" b="1" i="1" kern="0" cap="none" spc="0" normalizeH="0" baseline="0" noProof="0" dirty="0">
                <a:solidFill>
                  <a:srgbClr val="0000CC"/>
                </a:solidFill>
                <a:effectLst>
                  <a:outerShdw blurRad="38100" dist="38100" dir="2700000" algn="tl">
                    <a:srgbClr val="C0C0C0"/>
                  </a:outerShdw>
                </a:effectLst>
                <a:latin typeface="Times New Roman" panose="02020603050405020304" pitchFamily="18" charset="0"/>
                <a:ea typeface="黑体" panose="02010609060101010101" pitchFamily="49" charset="-122"/>
                <a:cs typeface="Times New Roman" panose="02020603050405020304" pitchFamily="18" charset="0"/>
              </a:rPr>
              <a:t>k</a:t>
            </a:r>
            <a:r>
              <a:rPr kumimoji="1" lang="en-US" altLang="zh-CN" sz="3600" b="1" kern="0" cap="none" spc="0" normalizeH="0" baseline="0" noProof="0" dirty="0">
                <a:solidFill>
                  <a:srgbClr val="0000CC"/>
                </a:solidFill>
                <a:effectLst>
                  <a:outerShdw blurRad="38100" dist="38100" dir="2700000" algn="tl">
                    <a:srgbClr val="C0C0C0"/>
                  </a:outerShdw>
                </a:effectLst>
                <a:latin typeface="Times New Roman" panose="02020603050405020304" pitchFamily="18" charset="0"/>
                <a:ea typeface="黑体" panose="02010609060101010101" pitchFamily="49" charset="-122"/>
                <a:cs typeface="Times New Roman" panose="02020603050405020304" pitchFamily="18" charset="0"/>
              </a:rPr>
              <a:t>-means</a:t>
            </a:r>
            <a:r>
              <a:rPr kumimoji="1" lang="zh-CN" altLang="en-US" sz="3600" b="1" kern="0" cap="none" spc="0" normalizeH="0" baseline="0" noProof="0" dirty="0">
                <a:solidFill>
                  <a:srgbClr val="0000CC"/>
                </a:solidFill>
                <a:effectLst>
                  <a:outerShdw blurRad="38100" dist="38100" dir="2700000" algn="tl">
                    <a:srgbClr val="C0C0C0"/>
                  </a:outerShdw>
                </a:effectLst>
                <a:latin typeface="Times New Roman" panose="02020603050405020304" pitchFamily="18" charset="0"/>
                <a:ea typeface="黑体" panose="02010609060101010101" pitchFamily="49" charset="-122"/>
                <a:cs typeface="Times New Roman" panose="02020603050405020304" pitchFamily="18" charset="0"/>
              </a:rPr>
              <a:t>算法图例演示</a:t>
            </a:r>
            <a:endParaRPr kumimoji="1" lang="en-US" altLang="zh-CN" sz="3600" b="1" kern="0" cap="none" spc="0" normalizeH="0" baseline="0" noProof="0" dirty="0">
              <a:solidFill>
                <a:schemeClr val="hlink"/>
              </a:solidFill>
              <a:latin typeface="宋体" panose="02010600030101010101" pitchFamily="2" charset="-122"/>
              <a:ea typeface="黑体" panose="02010609060101010101" pitchFamily="49" charset="-122"/>
              <a:cs typeface="Times New Roman" panose="02020603050405020304" pitchFamily="18" charset="0"/>
            </a:endParaRPr>
          </a:p>
        </p:txBody>
      </p:sp>
      <p:sp>
        <p:nvSpPr>
          <p:cNvPr id="16" name="Text Box 5"/>
          <p:cNvSpPr txBox="1"/>
          <p:nvPr/>
        </p:nvSpPr>
        <p:spPr>
          <a:xfrm>
            <a:off x="3224213" y="0"/>
            <a:ext cx="5919788" cy="706438"/>
          </a:xfrm>
          <a:prstGeom prst="rect">
            <a:avLst/>
          </a:prstGeom>
          <a:noFill/>
          <a:ln w="9525">
            <a:noFill/>
          </a:ln>
        </p:spPr>
        <p:txBody>
          <a:bodyPr>
            <a:spAutoFit/>
          </a:bodyPr>
          <a:lstStyle/>
          <a:p>
            <a:pPr marR="0" algn="ctr" defTabSz="914400" eaLnBrk="1" hangingPunct="1">
              <a:buClrTx/>
              <a:buSzTx/>
              <a:buFontTx/>
              <a:buNone/>
              <a:defRPr/>
            </a:pPr>
            <a:r>
              <a:rPr kumimoji="0" lang="en-US" altLang="zh-CN" sz="4000" b="1" kern="1200" cap="none" spc="0" normalizeH="0" baseline="0" noProof="1">
                <a:solidFill>
                  <a:srgbClr val="0000FF"/>
                </a:solidFill>
                <a:latin typeface="Arial" panose="020B0604020202020204" pitchFamily="34" charset="0"/>
                <a:ea typeface="宋体" panose="02010600030101010101" pitchFamily="2" charset="-122"/>
                <a:cs typeface="+mn-cs"/>
                <a:sym typeface="宋体" panose="02010600030101010101" pitchFamily="2" charset="-122"/>
              </a:rPr>
              <a:t>4.2.1 </a:t>
            </a:r>
            <a:r>
              <a:rPr kumimoji="1" lang="en-US" altLang="zh-CN" sz="4000" b="1" kern="0" cap="none" spc="0" normalizeH="0" baseline="0" noProof="0" dirty="0">
                <a:solidFill>
                  <a:srgbClr val="0000CC"/>
                </a:solidFill>
                <a:effectLst>
                  <a:outerShdw blurRad="38100" dist="38100" dir="2700000" algn="tl">
                    <a:srgbClr val="C0C0C0"/>
                  </a:outerShdw>
                </a:effectLst>
                <a:latin typeface="黑体" panose="02010609060101010101" pitchFamily="49" charset="-122"/>
                <a:ea typeface="黑体" panose="02010609060101010101" pitchFamily="49" charset="-122"/>
                <a:cs typeface="Times New Roman" panose="02020603050405020304" pitchFamily="18" charset="0"/>
                <a:sym typeface="+mn-ea"/>
              </a:rPr>
              <a:t> </a:t>
            </a:r>
            <a:r>
              <a:rPr kumimoji="0" lang="en-US" altLang="zh-CN" sz="4000" kern="1200" cap="none" spc="0" normalizeH="0" baseline="0" noProof="1">
                <a:solidFill>
                  <a:srgbClr val="0000FF"/>
                </a:solidFill>
                <a:latin typeface="Arial" panose="020B0604020202020204" pitchFamily="34" charset="0"/>
                <a:ea typeface="宋体" panose="02010600030101010101" pitchFamily="2" charset="-122"/>
                <a:cs typeface="+mn-cs"/>
                <a:sym typeface="+mn-ea"/>
              </a:rPr>
              <a:t>K</a:t>
            </a:r>
            <a:r>
              <a:rPr kumimoji="0" lang="en-US" altLang="zh-CN" sz="4000" b="1" kern="1200" cap="none" spc="0" normalizeH="0" baseline="0" noProof="1">
                <a:solidFill>
                  <a:srgbClr val="0000FF"/>
                </a:solidFill>
                <a:latin typeface="Arial" panose="020B0604020202020204" pitchFamily="34" charset="0"/>
                <a:ea typeface="宋体" panose="02010600030101010101" pitchFamily="2" charset="-122"/>
                <a:cs typeface="+mn-cs"/>
                <a:sym typeface="+mn-ea"/>
              </a:rPr>
              <a:t>-均值</a:t>
            </a:r>
            <a:r>
              <a:rPr kumimoji="0" lang="en-US" altLang="zh-CN" sz="4000" b="1" kern="1200" cap="none" spc="0" normalizeH="0" baseline="0" noProof="1">
                <a:solidFill>
                  <a:srgbClr val="0000FF"/>
                </a:solidFill>
                <a:latin typeface="Arial" panose="020B0604020202020204" pitchFamily="34" charset="0"/>
                <a:ea typeface="宋体" panose="02010600030101010101" pitchFamily="2" charset="-122"/>
                <a:cs typeface="+mn-cs"/>
                <a:sym typeface="宋体" panose="02010600030101010101" pitchFamily="2" charset="-122"/>
              </a:rPr>
              <a:t>算法</a:t>
            </a:r>
            <a:endParaRPr kumimoji="0" lang="en-US" altLang="zh-CN" sz="4000" b="1" kern="1200" cap="none" spc="0" normalizeH="0" baseline="0" noProof="1">
              <a:solidFill>
                <a:srgbClr val="0000FF"/>
              </a:solidFill>
              <a:latin typeface="Arial" panose="020B0604020202020204" pitchFamily="34" charset="0"/>
              <a:ea typeface="宋体" panose="02010600030101010101" pitchFamily="2" charset="-122"/>
              <a:cs typeface="+mn-cs"/>
              <a:sym typeface="宋体" panose="02010600030101010101" pitchFamily="2" charset="-122"/>
            </a:endParaRPr>
          </a:p>
        </p:txBody>
      </p:sp>
    </p:spTree>
  </p:cSld>
  <p:clrMapOvr>
    <a:masterClrMapping/>
  </p:clrMapOvr>
  <p:transition/>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0898" name="Text Box 2"/>
          <p:cNvSpPr txBox="1"/>
          <p:nvPr/>
        </p:nvSpPr>
        <p:spPr>
          <a:xfrm>
            <a:off x="3635375" y="5661025"/>
            <a:ext cx="2378075" cy="457200"/>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华文新魏" panose="02010800040101010101" pitchFamily="2" charset="-122"/>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ea typeface="+mn-ea"/>
                <a:cs typeface="华文新魏" panose="02010800040101010101" pitchFamily="2" charset="-122"/>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ea typeface="+mn-ea"/>
                <a:cs typeface="华文新魏" panose="02010800040101010101" pitchFamily="2" charset="-122"/>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ea typeface="+mn-ea"/>
                <a:cs typeface="华文新魏" panose="02010800040101010101" pitchFamily="2" charset="-122"/>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ea typeface="+mn-ea"/>
                <a:cs typeface="华文新魏" panose="02010800040101010101" pitchFamily="2" charset="-122"/>
              </a:defRPr>
            </a:lvl5pPr>
          </a:lstStyle>
          <a:p>
            <a:pPr marL="0" lvl="0" indent="0" algn="ctr" eaLnBrk="1" hangingPunct="1">
              <a:spcBef>
                <a:spcPct val="50000"/>
              </a:spcBef>
              <a:buClrTx/>
              <a:buSzTx/>
              <a:buFontTx/>
              <a:buNone/>
            </a:pPr>
            <a:r>
              <a:rPr lang="zh-CN" altLang="en-US" sz="2400" b="1" dirty="0">
                <a:latin typeface="Arial" panose="020B0604020202020204" pitchFamily="34" charset="0"/>
                <a:ea typeface="楷体_GB2312" panose="02010609030101010101" pitchFamily="49" charset="-122"/>
              </a:rPr>
              <a:t>蝴蝶型数据集</a:t>
            </a:r>
            <a:endParaRPr lang="zh-CN" altLang="en-US" sz="2400" b="1" dirty="0">
              <a:latin typeface="Arial" panose="020B0604020202020204" pitchFamily="34" charset="0"/>
              <a:ea typeface="楷体_GB2312" panose="02010609030101010101" pitchFamily="49" charset="-122"/>
            </a:endParaRPr>
          </a:p>
        </p:txBody>
      </p:sp>
      <p:sp>
        <p:nvSpPr>
          <p:cNvPr id="80899" name="Text Box 3"/>
          <p:cNvSpPr txBox="1"/>
          <p:nvPr/>
        </p:nvSpPr>
        <p:spPr>
          <a:xfrm>
            <a:off x="323850" y="1628775"/>
            <a:ext cx="2232025" cy="823913"/>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华文新魏" panose="02010800040101010101" pitchFamily="2" charset="-122"/>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ea typeface="+mn-ea"/>
                <a:cs typeface="华文新魏" panose="02010800040101010101" pitchFamily="2" charset="-122"/>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ea typeface="+mn-ea"/>
                <a:cs typeface="华文新魏" panose="02010800040101010101" pitchFamily="2" charset="-122"/>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ea typeface="+mn-ea"/>
                <a:cs typeface="华文新魏" panose="02010800040101010101" pitchFamily="2" charset="-122"/>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ea typeface="+mn-ea"/>
                <a:cs typeface="华文新魏" panose="02010800040101010101" pitchFamily="2" charset="-122"/>
              </a:defRPr>
            </a:lvl5pPr>
          </a:lstStyle>
          <a:p>
            <a:pPr marL="0" lvl="0" indent="0" eaLnBrk="1" hangingPunct="1">
              <a:spcBef>
                <a:spcPct val="50000"/>
              </a:spcBef>
              <a:buClrTx/>
              <a:buSzTx/>
              <a:buFontTx/>
              <a:buNone/>
            </a:pPr>
            <a:r>
              <a:rPr lang="zh-CN" altLang="en-US" sz="2400" b="1" dirty="0">
                <a:latin typeface="Arial" panose="020B0604020202020204" pitchFamily="34" charset="0"/>
                <a:ea typeface="楷体_GB2312" panose="02010609030101010101" pitchFamily="49" charset="-122"/>
              </a:rPr>
              <a:t>很明确的属于</a:t>
            </a:r>
            <a:r>
              <a:rPr lang="en-US" altLang="zh-CN" sz="2400" b="1" i="1" dirty="0">
                <a:latin typeface="Arial" panose="020B0604020202020204" pitchFamily="34" charset="0"/>
                <a:ea typeface="楷体_GB2312" panose="02010609030101010101" pitchFamily="49" charset="-122"/>
              </a:rPr>
              <a:t>Cluster</a:t>
            </a:r>
            <a:r>
              <a:rPr lang="en-US" altLang="zh-CN" sz="2400" b="1" dirty="0">
                <a:latin typeface="Arial" panose="020B0604020202020204" pitchFamily="34" charset="0"/>
                <a:ea typeface="楷体_GB2312" panose="02010609030101010101" pitchFamily="49" charset="-122"/>
              </a:rPr>
              <a:t> 1</a:t>
            </a:r>
            <a:endParaRPr lang="en-US" altLang="zh-CN" sz="2400" b="1" dirty="0">
              <a:latin typeface="Arial" panose="020B0604020202020204" pitchFamily="34" charset="0"/>
              <a:ea typeface="楷体_GB2312" panose="02010609030101010101" pitchFamily="49" charset="-122"/>
            </a:endParaRPr>
          </a:p>
        </p:txBody>
      </p:sp>
      <p:sp>
        <p:nvSpPr>
          <p:cNvPr id="80900" name="Text Box 4"/>
          <p:cNvSpPr txBox="1"/>
          <p:nvPr/>
        </p:nvSpPr>
        <p:spPr>
          <a:xfrm>
            <a:off x="5581650" y="1773238"/>
            <a:ext cx="3457575" cy="457200"/>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华文新魏" panose="02010800040101010101" pitchFamily="2" charset="-122"/>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ea typeface="+mn-ea"/>
                <a:cs typeface="华文新魏" panose="02010800040101010101" pitchFamily="2" charset="-122"/>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ea typeface="+mn-ea"/>
                <a:cs typeface="华文新魏" panose="02010800040101010101" pitchFamily="2" charset="-122"/>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ea typeface="+mn-ea"/>
                <a:cs typeface="华文新魏" panose="02010800040101010101" pitchFamily="2" charset="-122"/>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ea typeface="+mn-ea"/>
                <a:cs typeface="华文新魏" panose="02010800040101010101" pitchFamily="2" charset="-122"/>
              </a:defRPr>
            </a:lvl5pPr>
          </a:lstStyle>
          <a:p>
            <a:pPr marL="0" lvl="0" indent="0" eaLnBrk="1" hangingPunct="1">
              <a:spcBef>
                <a:spcPct val="50000"/>
              </a:spcBef>
              <a:buClrTx/>
              <a:buSzTx/>
              <a:buFontTx/>
              <a:buNone/>
            </a:pPr>
            <a:r>
              <a:rPr lang="zh-CN" altLang="en-US" sz="2400" b="1" dirty="0">
                <a:latin typeface="Arial" panose="020B0604020202020204" pitchFamily="34" charset="0"/>
                <a:ea typeface="楷体_GB2312" panose="02010609030101010101" pitchFamily="49" charset="-122"/>
              </a:rPr>
              <a:t>很明确的属于</a:t>
            </a:r>
            <a:r>
              <a:rPr lang="en-US" altLang="zh-CN" sz="2400" b="1" i="1" dirty="0">
                <a:latin typeface="Arial" panose="020B0604020202020204" pitchFamily="34" charset="0"/>
                <a:ea typeface="楷体_GB2312" panose="02010609030101010101" pitchFamily="49" charset="-122"/>
              </a:rPr>
              <a:t>Cluster</a:t>
            </a:r>
            <a:r>
              <a:rPr lang="en-US" altLang="zh-CN" sz="2400" b="1" dirty="0">
                <a:latin typeface="Arial" panose="020B0604020202020204" pitchFamily="34" charset="0"/>
                <a:ea typeface="楷体_GB2312" panose="02010609030101010101" pitchFamily="49" charset="-122"/>
              </a:rPr>
              <a:t> 2</a:t>
            </a:r>
            <a:endParaRPr lang="en-US" altLang="zh-CN" sz="2400" b="1" dirty="0">
              <a:latin typeface="Arial" panose="020B0604020202020204" pitchFamily="34" charset="0"/>
              <a:ea typeface="楷体_GB2312" panose="02010609030101010101" pitchFamily="49" charset="-122"/>
            </a:endParaRPr>
          </a:p>
        </p:txBody>
      </p:sp>
      <p:sp>
        <p:nvSpPr>
          <p:cNvPr id="80901" name="Text Box 5"/>
          <p:cNvSpPr txBox="1"/>
          <p:nvPr/>
        </p:nvSpPr>
        <p:spPr>
          <a:xfrm>
            <a:off x="2700338" y="1412875"/>
            <a:ext cx="3022600" cy="457200"/>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华文新魏" panose="02010800040101010101" pitchFamily="2" charset="-122"/>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ea typeface="+mn-ea"/>
                <a:cs typeface="华文新魏" panose="02010800040101010101" pitchFamily="2" charset="-122"/>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ea typeface="+mn-ea"/>
                <a:cs typeface="华文新魏" panose="02010800040101010101" pitchFamily="2" charset="-122"/>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ea typeface="+mn-ea"/>
                <a:cs typeface="华文新魏" panose="02010800040101010101" pitchFamily="2" charset="-122"/>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ea typeface="+mn-ea"/>
                <a:cs typeface="华文新魏" panose="02010800040101010101" pitchFamily="2" charset="-122"/>
              </a:defRPr>
            </a:lvl5pPr>
          </a:lstStyle>
          <a:p>
            <a:pPr marL="0" lvl="0" indent="0" eaLnBrk="1" hangingPunct="1">
              <a:spcBef>
                <a:spcPct val="50000"/>
              </a:spcBef>
              <a:buClrTx/>
              <a:buSzTx/>
              <a:buFontTx/>
              <a:buNone/>
            </a:pPr>
            <a:r>
              <a:rPr lang="zh-CN" altLang="en-US" sz="2400" b="1" dirty="0">
                <a:latin typeface="Arial" panose="020B0604020202020204" pitchFamily="34" charset="0"/>
                <a:ea typeface="楷体_GB2312" panose="02010609030101010101" pitchFamily="49" charset="-122"/>
              </a:rPr>
              <a:t>属于</a:t>
            </a:r>
            <a:r>
              <a:rPr lang="en-US" altLang="zh-CN" sz="2400" b="1" i="1" dirty="0">
                <a:latin typeface="Arial" panose="020B0604020202020204" pitchFamily="34" charset="0"/>
                <a:ea typeface="楷体_GB2312" panose="02010609030101010101" pitchFamily="49" charset="-122"/>
              </a:rPr>
              <a:t>Cluster</a:t>
            </a:r>
            <a:r>
              <a:rPr lang="en-US" altLang="zh-CN" sz="2400" b="1" dirty="0">
                <a:latin typeface="Arial" panose="020B0604020202020204" pitchFamily="34" charset="0"/>
                <a:ea typeface="楷体_GB2312" panose="02010609030101010101" pitchFamily="49" charset="-122"/>
              </a:rPr>
              <a:t> 1 </a:t>
            </a:r>
            <a:r>
              <a:rPr lang="en-US" altLang="zh-CN" sz="2400" b="1" i="1" dirty="0">
                <a:latin typeface="Arial" panose="020B0604020202020204" pitchFamily="34" charset="0"/>
                <a:ea typeface="楷体_GB2312" panose="02010609030101010101" pitchFamily="49" charset="-122"/>
              </a:rPr>
              <a:t>or</a:t>
            </a:r>
            <a:r>
              <a:rPr lang="en-US" altLang="zh-CN" sz="2400" b="1" dirty="0">
                <a:latin typeface="Arial" panose="020B0604020202020204" pitchFamily="34" charset="0"/>
                <a:ea typeface="楷体_GB2312" panose="02010609030101010101" pitchFamily="49" charset="-122"/>
              </a:rPr>
              <a:t> 2 ?</a:t>
            </a:r>
            <a:endParaRPr lang="en-US" altLang="zh-CN" sz="2400" b="1" dirty="0">
              <a:latin typeface="Arial" panose="020B0604020202020204" pitchFamily="34" charset="0"/>
              <a:ea typeface="楷体_GB2312" panose="02010609030101010101" pitchFamily="49" charset="-122"/>
            </a:endParaRPr>
          </a:p>
        </p:txBody>
      </p:sp>
      <p:sp>
        <p:nvSpPr>
          <p:cNvPr id="80902" name="Rectangle 6"/>
          <p:cNvSpPr/>
          <p:nvPr/>
        </p:nvSpPr>
        <p:spPr>
          <a:xfrm>
            <a:off x="1692275" y="2544763"/>
            <a:ext cx="5686425" cy="2973387"/>
          </a:xfrm>
          <a:prstGeom prst="rect">
            <a:avLst/>
          </a:prstGeom>
          <a:no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华文新魏" panose="02010800040101010101" pitchFamily="2" charset="-122"/>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ea typeface="+mn-ea"/>
                <a:cs typeface="华文新魏" panose="02010800040101010101" pitchFamily="2" charset="-122"/>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ea typeface="+mn-ea"/>
                <a:cs typeface="华文新魏" panose="02010800040101010101" pitchFamily="2" charset="-122"/>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ea typeface="+mn-ea"/>
                <a:cs typeface="华文新魏" panose="02010800040101010101" pitchFamily="2" charset="-122"/>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ea typeface="+mn-ea"/>
                <a:cs typeface="华文新魏" panose="02010800040101010101" pitchFamily="2" charset="-122"/>
              </a:defRPr>
            </a:lvl5pPr>
          </a:lstStyle>
          <a:p>
            <a:pPr marL="0" lvl="0" indent="0" eaLnBrk="1" hangingPunct="1">
              <a:spcBef>
                <a:spcPct val="0"/>
              </a:spcBef>
              <a:buClrTx/>
              <a:buSzTx/>
              <a:buFontTx/>
              <a:buNone/>
            </a:pPr>
            <a:endParaRPr lang="zh-CN" altLang="en-US" sz="1800" dirty="0">
              <a:latin typeface="Arial" panose="020B0604020202020204" pitchFamily="34" charset="0"/>
            </a:endParaRPr>
          </a:p>
        </p:txBody>
      </p:sp>
      <p:grpSp>
        <p:nvGrpSpPr>
          <p:cNvPr id="80903" name="Group 7"/>
          <p:cNvGrpSpPr/>
          <p:nvPr/>
        </p:nvGrpSpPr>
        <p:grpSpPr>
          <a:xfrm>
            <a:off x="2289175" y="3170238"/>
            <a:ext cx="4392613" cy="1744662"/>
            <a:chOff x="0" y="0"/>
            <a:chExt cx="2767" cy="1099"/>
          </a:xfrm>
        </p:grpSpPr>
        <p:sp>
          <p:nvSpPr>
            <p:cNvPr id="80908" name="Oval 8"/>
            <p:cNvSpPr/>
            <p:nvPr/>
          </p:nvSpPr>
          <p:spPr>
            <a:xfrm>
              <a:off x="189" y="446"/>
              <a:ext cx="189" cy="194"/>
            </a:xfrm>
            <a:prstGeom prst="ellipse">
              <a:avLst/>
            </a:prstGeom>
            <a:solidFill>
              <a:schemeClr val="bg2"/>
            </a:solidFill>
            <a:ln w="9525">
              <a:noFill/>
            </a:ln>
          </p:spPr>
          <p:txBody>
            <a:bodyPr wrap="none" anchor="ctr" anchorCtr="0"/>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华文新魏" panose="02010800040101010101" pitchFamily="2" charset="-122"/>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ea typeface="+mn-ea"/>
                  <a:cs typeface="华文新魏" panose="02010800040101010101" pitchFamily="2" charset="-122"/>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ea typeface="+mn-ea"/>
                  <a:cs typeface="华文新魏" panose="02010800040101010101" pitchFamily="2" charset="-122"/>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ea typeface="+mn-ea"/>
                  <a:cs typeface="华文新魏" panose="02010800040101010101" pitchFamily="2" charset="-122"/>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ea typeface="+mn-ea"/>
                  <a:cs typeface="华文新魏" panose="02010800040101010101" pitchFamily="2" charset="-122"/>
                </a:defRPr>
              </a:lvl5pPr>
            </a:lstStyle>
            <a:p>
              <a:pPr marL="0" lvl="0" indent="0" eaLnBrk="1" hangingPunct="1">
                <a:spcBef>
                  <a:spcPct val="0"/>
                </a:spcBef>
                <a:buClrTx/>
                <a:buSzTx/>
                <a:buFontTx/>
                <a:buNone/>
              </a:pPr>
              <a:endParaRPr lang="zh-CN" altLang="en-US" sz="1800" dirty="0">
                <a:latin typeface="Arial" panose="020B0604020202020204" pitchFamily="34" charset="0"/>
              </a:endParaRPr>
            </a:p>
          </p:txBody>
        </p:sp>
        <p:sp>
          <p:nvSpPr>
            <p:cNvPr id="80909" name="Oval 9"/>
            <p:cNvSpPr/>
            <p:nvPr/>
          </p:nvSpPr>
          <p:spPr>
            <a:xfrm>
              <a:off x="660" y="446"/>
              <a:ext cx="188" cy="194"/>
            </a:xfrm>
            <a:prstGeom prst="ellipse">
              <a:avLst/>
            </a:prstGeom>
            <a:solidFill>
              <a:schemeClr val="bg2"/>
            </a:solidFill>
            <a:ln w="9525">
              <a:noFill/>
            </a:ln>
          </p:spPr>
          <p:txBody>
            <a:bodyPr wrap="none" anchor="ctr" anchorCtr="0"/>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华文新魏" panose="02010800040101010101" pitchFamily="2" charset="-122"/>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ea typeface="+mn-ea"/>
                  <a:cs typeface="华文新魏" panose="02010800040101010101" pitchFamily="2" charset="-122"/>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ea typeface="+mn-ea"/>
                  <a:cs typeface="华文新魏" panose="02010800040101010101" pitchFamily="2" charset="-122"/>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ea typeface="+mn-ea"/>
                  <a:cs typeface="华文新魏" panose="02010800040101010101" pitchFamily="2" charset="-122"/>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ea typeface="+mn-ea"/>
                  <a:cs typeface="华文新魏" panose="02010800040101010101" pitchFamily="2" charset="-122"/>
                </a:defRPr>
              </a:lvl5pPr>
            </a:lstStyle>
            <a:p>
              <a:pPr marL="0" lvl="0" indent="0" eaLnBrk="1" hangingPunct="1">
                <a:spcBef>
                  <a:spcPct val="0"/>
                </a:spcBef>
                <a:buClrTx/>
                <a:buSzTx/>
                <a:buFontTx/>
                <a:buNone/>
              </a:pPr>
              <a:endParaRPr lang="zh-CN" altLang="en-US" sz="1800" dirty="0">
                <a:latin typeface="Arial" panose="020B0604020202020204" pitchFamily="34" charset="0"/>
              </a:endParaRPr>
            </a:p>
          </p:txBody>
        </p:sp>
        <p:sp>
          <p:nvSpPr>
            <p:cNvPr id="80910" name="Oval 10"/>
            <p:cNvSpPr/>
            <p:nvPr/>
          </p:nvSpPr>
          <p:spPr>
            <a:xfrm>
              <a:off x="415" y="704"/>
              <a:ext cx="189" cy="194"/>
            </a:xfrm>
            <a:prstGeom prst="ellipse">
              <a:avLst/>
            </a:prstGeom>
            <a:solidFill>
              <a:schemeClr val="bg2"/>
            </a:solidFill>
            <a:ln w="9525">
              <a:noFill/>
            </a:ln>
          </p:spPr>
          <p:txBody>
            <a:bodyPr wrap="none" anchor="ctr" anchorCtr="0"/>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华文新魏" panose="02010800040101010101" pitchFamily="2" charset="-122"/>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ea typeface="+mn-ea"/>
                  <a:cs typeface="华文新魏" panose="02010800040101010101" pitchFamily="2" charset="-122"/>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ea typeface="+mn-ea"/>
                  <a:cs typeface="华文新魏" panose="02010800040101010101" pitchFamily="2" charset="-122"/>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ea typeface="+mn-ea"/>
                  <a:cs typeface="华文新魏" panose="02010800040101010101" pitchFamily="2" charset="-122"/>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ea typeface="+mn-ea"/>
                  <a:cs typeface="华文新魏" panose="02010800040101010101" pitchFamily="2" charset="-122"/>
                </a:defRPr>
              </a:lvl5pPr>
            </a:lstStyle>
            <a:p>
              <a:pPr marL="0" lvl="0" indent="0" eaLnBrk="1" hangingPunct="1">
                <a:spcBef>
                  <a:spcPct val="0"/>
                </a:spcBef>
                <a:buClrTx/>
                <a:buSzTx/>
                <a:buFontTx/>
                <a:buNone/>
              </a:pPr>
              <a:endParaRPr lang="zh-CN" altLang="en-US" sz="1800" dirty="0">
                <a:latin typeface="Arial" panose="020B0604020202020204" pitchFamily="34" charset="0"/>
              </a:endParaRPr>
            </a:p>
          </p:txBody>
        </p:sp>
        <p:sp>
          <p:nvSpPr>
            <p:cNvPr id="80911" name="Oval 11"/>
            <p:cNvSpPr/>
            <p:nvPr/>
          </p:nvSpPr>
          <p:spPr>
            <a:xfrm>
              <a:off x="415" y="187"/>
              <a:ext cx="189" cy="194"/>
            </a:xfrm>
            <a:prstGeom prst="ellipse">
              <a:avLst/>
            </a:prstGeom>
            <a:solidFill>
              <a:schemeClr val="bg2"/>
            </a:solidFill>
            <a:ln w="9525">
              <a:noFill/>
            </a:ln>
          </p:spPr>
          <p:txBody>
            <a:bodyPr wrap="none" anchor="ctr" anchorCtr="0"/>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华文新魏" panose="02010800040101010101" pitchFamily="2" charset="-122"/>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ea typeface="+mn-ea"/>
                  <a:cs typeface="华文新魏" panose="02010800040101010101" pitchFamily="2" charset="-122"/>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ea typeface="+mn-ea"/>
                  <a:cs typeface="华文新魏" panose="02010800040101010101" pitchFamily="2" charset="-122"/>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ea typeface="+mn-ea"/>
                  <a:cs typeface="华文新魏" panose="02010800040101010101" pitchFamily="2" charset="-122"/>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ea typeface="+mn-ea"/>
                  <a:cs typeface="华文新魏" panose="02010800040101010101" pitchFamily="2" charset="-122"/>
                </a:defRPr>
              </a:lvl5pPr>
            </a:lstStyle>
            <a:p>
              <a:pPr marL="0" lvl="0" indent="0" eaLnBrk="1" hangingPunct="1">
                <a:spcBef>
                  <a:spcPct val="0"/>
                </a:spcBef>
                <a:buClrTx/>
                <a:buSzTx/>
                <a:buFontTx/>
                <a:buNone/>
              </a:pPr>
              <a:endParaRPr lang="zh-CN" altLang="en-US" sz="1800" dirty="0">
                <a:latin typeface="Arial" panose="020B0604020202020204" pitchFamily="34" charset="0"/>
              </a:endParaRPr>
            </a:p>
          </p:txBody>
        </p:sp>
        <p:sp>
          <p:nvSpPr>
            <p:cNvPr id="80912" name="Oval 12"/>
            <p:cNvSpPr/>
            <p:nvPr/>
          </p:nvSpPr>
          <p:spPr>
            <a:xfrm>
              <a:off x="1949" y="446"/>
              <a:ext cx="189" cy="194"/>
            </a:xfrm>
            <a:prstGeom prst="ellipse">
              <a:avLst/>
            </a:prstGeom>
            <a:solidFill>
              <a:schemeClr val="bg2"/>
            </a:solidFill>
            <a:ln w="9525">
              <a:noFill/>
            </a:ln>
          </p:spPr>
          <p:txBody>
            <a:bodyPr wrap="none" anchor="ctr" anchorCtr="0"/>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华文新魏" panose="02010800040101010101" pitchFamily="2" charset="-122"/>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ea typeface="+mn-ea"/>
                  <a:cs typeface="华文新魏" panose="02010800040101010101" pitchFamily="2" charset="-122"/>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ea typeface="+mn-ea"/>
                  <a:cs typeface="华文新魏" panose="02010800040101010101" pitchFamily="2" charset="-122"/>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ea typeface="+mn-ea"/>
                  <a:cs typeface="华文新魏" panose="02010800040101010101" pitchFamily="2" charset="-122"/>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ea typeface="+mn-ea"/>
                  <a:cs typeface="华文新魏" panose="02010800040101010101" pitchFamily="2" charset="-122"/>
                </a:defRPr>
              </a:lvl5pPr>
            </a:lstStyle>
            <a:p>
              <a:pPr marL="0" lvl="0" indent="0" eaLnBrk="1" hangingPunct="1">
                <a:spcBef>
                  <a:spcPct val="0"/>
                </a:spcBef>
                <a:buClrTx/>
                <a:buSzTx/>
                <a:buFontTx/>
                <a:buNone/>
              </a:pPr>
              <a:endParaRPr lang="zh-CN" altLang="en-US" sz="1800" dirty="0">
                <a:latin typeface="Arial" panose="020B0604020202020204" pitchFamily="34" charset="0"/>
              </a:endParaRPr>
            </a:p>
          </p:txBody>
        </p:sp>
        <p:sp>
          <p:nvSpPr>
            <p:cNvPr id="80913" name="Oval 13"/>
            <p:cNvSpPr/>
            <p:nvPr/>
          </p:nvSpPr>
          <p:spPr>
            <a:xfrm>
              <a:off x="2388" y="446"/>
              <a:ext cx="189" cy="194"/>
            </a:xfrm>
            <a:prstGeom prst="ellipse">
              <a:avLst/>
            </a:prstGeom>
            <a:solidFill>
              <a:schemeClr val="bg2"/>
            </a:solidFill>
            <a:ln w="9525">
              <a:noFill/>
            </a:ln>
          </p:spPr>
          <p:txBody>
            <a:bodyPr wrap="none" anchor="ctr" anchorCtr="0"/>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华文新魏" panose="02010800040101010101" pitchFamily="2" charset="-122"/>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ea typeface="+mn-ea"/>
                  <a:cs typeface="华文新魏" panose="02010800040101010101" pitchFamily="2" charset="-122"/>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ea typeface="+mn-ea"/>
                  <a:cs typeface="华文新魏" panose="02010800040101010101" pitchFamily="2" charset="-122"/>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ea typeface="+mn-ea"/>
                  <a:cs typeface="华文新魏" panose="02010800040101010101" pitchFamily="2" charset="-122"/>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ea typeface="+mn-ea"/>
                  <a:cs typeface="华文新魏" panose="02010800040101010101" pitchFamily="2" charset="-122"/>
                </a:defRPr>
              </a:lvl5pPr>
            </a:lstStyle>
            <a:p>
              <a:pPr marL="0" lvl="0" indent="0" eaLnBrk="1" hangingPunct="1">
                <a:spcBef>
                  <a:spcPct val="0"/>
                </a:spcBef>
                <a:buClrTx/>
                <a:buSzTx/>
                <a:buFontTx/>
                <a:buNone/>
              </a:pPr>
              <a:endParaRPr lang="zh-CN" altLang="en-US" sz="1800" dirty="0">
                <a:latin typeface="Arial" panose="020B0604020202020204" pitchFamily="34" charset="0"/>
              </a:endParaRPr>
            </a:p>
          </p:txBody>
        </p:sp>
        <p:sp>
          <p:nvSpPr>
            <p:cNvPr id="80914" name="Oval 14"/>
            <p:cNvSpPr/>
            <p:nvPr/>
          </p:nvSpPr>
          <p:spPr>
            <a:xfrm>
              <a:off x="2175" y="704"/>
              <a:ext cx="189" cy="194"/>
            </a:xfrm>
            <a:prstGeom prst="ellipse">
              <a:avLst/>
            </a:prstGeom>
            <a:solidFill>
              <a:schemeClr val="bg2"/>
            </a:solidFill>
            <a:ln w="9525">
              <a:noFill/>
            </a:ln>
          </p:spPr>
          <p:txBody>
            <a:bodyPr wrap="none" anchor="ctr" anchorCtr="0"/>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华文新魏" panose="02010800040101010101" pitchFamily="2" charset="-122"/>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ea typeface="+mn-ea"/>
                  <a:cs typeface="华文新魏" panose="02010800040101010101" pitchFamily="2" charset="-122"/>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ea typeface="+mn-ea"/>
                  <a:cs typeface="华文新魏" panose="02010800040101010101" pitchFamily="2" charset="-122"/>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ea typeface="+mn-ea"/>
                  <a:cs typeface="华文新魏" panose="02010800040101010101" pitchFamily="2" charset="-122"/>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ea typeface="+mn-ea"/>
                  <a:cs typeface="华文新魏" panose="02010800040101010101" pitchFamily="2" charset="-122"/>
                </a:defRPr>
              </a:lvl5pPr>
            </a:lstStyle>
            <a:p>
              <a:pPr marL="0" lvl="0" indent="0" eaLnBrk="1" hangingPunct="1">
                <a:spcBef>
                  <a:spcPct val="0"/>
                </a:spcBef>
                <a:buClrTx/>
                <a:buSzTx/>
                <a:buFontTx/>
                <a:buNone/>
              </a:pPr>
              <a:endParaRPr lang="zh-CN" altLang="en-US" sz="1800" dirty="0">
                <a:latin typeface="Arial" panose="020B0604020202020204" pitchFamily="34" charset="0"/>
              </a:endParaRPr>
            </a:p>
          </p:txBody>
        </p:sp>
        <p:sp>
          <p:nvSpPr>
            <p:cNvPr id="80915" name="Oval 15"/>
            <p:cNvSpPr/>
            <p:nvPr/>
          </p:nvSpPr>
          <p:spPr>
            <a:xfrm>
              <a:off x="2175" y="187"/>
              <a:ext cx="189" cy="194"/>
            </a:xfrm>
            <a:prstGeom prst="ellipse">
              <a:avLst/>
            </a:prstGeom>
            <a:solidFill>
              <a:schemeClr val="bg2"/>
            </a:solidFill>
            <a:ln w="9525">
              <a:noFill/>
            </a:ln>
          </p:spPr>
          <p:txBody>
            <a:bodyPr wrap="none" anchor="ctr" anchorCtr="0"/>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华文新魏" panose="02010800040101010101" pitchFamily="2" charset="-122"/>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ea typeface="+mn-ea"/>
                  <a:cs typeface="华文新魏" panose="02010800040101010101" pitchFamily="2" charset="-122"/>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ea typeface="+mn-ea"/>
                  <a:cs typeface="华文新魏" panose="02010800040101010101" pitchFamily="2" charset="-122"/>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ea typeface="+mn-ea"/>
                  <a:cs typeface="华文新魏" panose="02010800040101010101" pitchFamily="2" charset="-122"/>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ea typeface="+mn-ea"/>
                  <a:cs typeface="华文新魏" panose="02010800040101010101" pitchFamily="2" charset="-122"/>
                </a:defRPr>
              </a:lvl5pPr>
            </a:lstStyle>
            <a:p>
              <a:pPr marL="0" lvl="0" indent="0" eaLnBrk="1" hangingPunct="1">
                <a:spcBef>
                  <a:spcPct val="0"/>
                </a:spcBef>
                <a:buClrTx/>
                <a:buSzTx/>
                <a:buFontTx/>
                <a:buNone/>
              </a:pPr>
              <a:endParaRPr lang="zh-CN" altLang="en-US" sz="1800" dirty="0">
                <a:latin typeface="Arial" panose="020B0604020202020204" pitchFamily="34" charset="0"/>
              </a:endParaRPr>
            </a:p>
          </p:txBody>
        </p:sp>
        <p:sp>
          <p:nvSpPr>
            <p:cNvPr id="80916" name="Oval 16"/>
            <p:cNvSpPr/>
            <p:nvPr/>
          </p:nvSpPr>
          <p:spPr>
            <a:xfrm>
              <a:off x="1302" y="446"/>
              <a:ext cx="189" cy="194"/>
            </a:xfrm>
            <a:prstGeom prst="ellipse">
              <a:avLst/>
            </a:prstGeom>
            <a:solidFill>
              <a:schemeClr val="bg2"/>
            </a:solidFill>
            <a:ln w="9525">
              <a:noFill/>
            </a:ln>
          </p:spPr>
          <p:txBody>
            <a:bodyPr wrap="none" anchor="ctr" anchorCtr="0"/>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华文新魏" panose="02010800040101010101" pitchFamily="2" charset="-122"/>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ea typeface="+mn-ea"/>
                  <a:cs typeface="华文新魏" panose="02010800040101010101" pitchFamily="2" charset="-122"/>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ea typeface="+mn-ea"/>
                  <a:cs typeface="华文新魏" panose="02010800040101010101" pitchFamily="2" charset="-122"/>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ea typeface="+mn-ea"/>
                  <a:cs typeface="华文新魏" panose="02010800040101010101" pitchFamily="2" charset="-122"/>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ea typeface="+mn-ea"/>
                  <a:cs typeface="华文新魏" panose="02010800040101010101" pitchFamily="2" charset="-122"/>
                </a:defRPr>
              </a:lvl5pPr>
            </a:lstStyle>
            <a:p>
              <a:pPr marL="0" lvl="0" indent="0" eaLnBrk="1" hangingPunct="1">
                <a:spcBef>
                  <a:spcPct val="0"/>
                </a:spcBef>
                <a:buClrTx/>
                <a:buSzTx/>
                <a:buFontTx/>
                <a:buNone/>
              </a:pPr>
              <a:endParaRPr lang="zh-CN" altLang="en-US" sz="1800" dirty="0">
                <a:latin typeface="Arial" panose="020B0604020202020204" pitchFamily="34" charset="0"/>
              </a:endParaRPr>
            </a:p>
          </p:txBody>
        </p:sp>
        <p:sp>
          <p:nvSpPr>
            <p:cNvPr id="80917" name="Oval 17"/>
            <p:cNvSpPr/>
            <p:nvPr/>
          </p:nvSpPr>
          <p:spPr>
            <a:xfrm>
              <a:off x="0" y="0"/>
              <a:ext cx="1006" cy="1099"/>
            </a:xfrm>
            <a:prstGeom prst="ellipse">
              <a:avLst/>
            </a:prstGeom>
            <a:noFill/>
            <a:ln w="9525" cap="flat" cmpd="sng">
              <a:solidFill>
                <a:srgbClr val="FF0000"/>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华文新魏" panose="02010800040101010101" pitchFamily="2" charset="-122"/>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ea typeface="+mn-ea"/>
                  <a:cs typeface="华文新魏" panose="02010800040101010101" pitchFamily="2" charset="-122"/>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ea typeface="+mn-ea"/>
                  <a:cs typeface="华文新魏" panose="02010800040101010101" pitchFamily="2" charset="-122"/>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ea typeface="+mn-ea"/>
                  <a:cs typeface="华文新魏" panose="02010800040101010101" pitchFamily="2" charset="-122"/>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ea typeface="+mn-ea"/>
                  <a:cs typeface="华文新魏" panose="02010800040101010101" pitchFamily="2" charset="-122"/>
                </a:defRPr>
              </a:lvl5pPr>
            </a:lstStyle>
            <a:p>
              <a:pPr marL="0" lvl="0" indent="0" eaLnBrk="1" hangingPunct="1">
                <a:spcBef>
                  <a:spcPct val="0"/>
                </a:spcBef>
                <a:buClrTx/>
                <a:buSzTx/>
                <a:buFontTx/>
                <a:buNone/>
              </a:pPr>
              <a:endParaRPr lang="zh-CN" altLang="en-US" sz="1800" dirty="0">
                <a:latin typeface="Arial" panose="020B0604020202020204" pitchFamily="34" charset="0"/>
              </a:endParaRPr>
            </a:p>
          </p:txBody>
        </p:sp>
        <p:sp>
          <p:nvSpPr>
            <p:cNvPr id="80918" name="Oval 18"/>
            <p:cNvSpPr/>
            <p:nvPr/>
          </p:nvSpPr>
          <p:spPr>
            <a:xfrm>
              <a:off x="1761" y="0"/>
              <a:ext cx="1006" cy="1099"/>
            </a:xfrm>
            <a:prstGeom prst="ellipse">
              <a:avLst/>
            </a:prstGeom>
            <a:noFill/>
            <a:ln w="9525" cap="flat" cmpd="sng">
              <a:solidFill>
                <a:srgbClr val="FF0000"/>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华文新魏" panose="02010800040101010101" pitchFamily="2" charset="-122"/>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ea typeface="+mn-ea"/>
                  <a:cs typeface="华文新魏" panose="02010800040101010101" pitchFamily="2" charset="-122"/>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ea typeface="+mn-ea"/>
                  <a:cs typeface="华文新魏" panose="02010800040101010101" pitchFamily="2" charset="-122"/>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ea typeface="+mn-ea"/>
                  <a:cs typeface="华文新魏" panose="02010800040101010101" pitchFamily="2" charset="-122"/>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ea typeface="+mn-ea"/>
                  <a:cs typeface="华文新魏" panose="02010800040101010101" pitchFamily="2" charset="-122"/>
                </a:defRPr>
              </a:lvl5pPr>
            </a:lstStyle>
            <a:p>
              <a:pPr marL="0" lvl="0" indent="0" eaLnBrk="1" hangingPunct="1">
                <a:spcBef>
                  <a:spcPct val="0"/>
                </a:spcBef>
                <a:buClrTx/>
                <a:buSzTx/>
                <a:buFontTx/>
                <a:buNone/>
              </a:pPr>
              <a:endParaRPr lang="zh-CN" altLang="en-US" sz="1800" dirty="0">
                <a:latin typeface="Arial" panose="020B0604020202020204" pitchFamily="34" charset="0"/>
              </a:endParaRPr>
            </a:p>
          </p:txBody>
        </p:sp>
      </p:grpSp>
      <p:sp>
        <p:nvSpPr>
          <p:cNvPr id="80904" name="Line 19"/>
          <p:cNvSpPr/>
          <p:nvPr/>
        </p:nvSpPr>
        <p:spPr>
          <a:xfrm flipH="1">
            <a:off x="6372225" y="2205038"/>
            <a:ext cx="647700" cy="936625"/>
          </a:xfrm>
          <a:prstGeom prst="line">
            <a:avLst/>
          </a:prstGeom>
          <a:ln w="9525" cap="flat" cmpd="sng">
            <a:solidFill>
              <a:srgbClr val="FF0000"/>
            </a:solidFill>
            <a:prstDash val="dash"/>
            <a:headEnd type="none" w="med" len="med"/>
            <a:tailEnd type="triangle" w="med" len="med"/>
          </a:ln>
        </p:spPr>
      </p:sp>
      <p:sp>
        <p:nvSpPr>
          <p:cNvPr id="80905" name="Line 20"/>
          <p:cNvSpPr/>
          <p:nvPr/>
        </p:nvSpPr>
        <p:spPr>
          <a:xfrm>
            <a:off x="2124075" y="2133600"/>
            <a:ext cx="665163" cy="935038"/>
          </a:xfrm>
          <a:prstGeom prst="line">
            <a:avLst/>
          </a:prstGeom>
          <a:ln w="9525" cap="flat" cmpd="sng">
            <a:solidFill>
              <a:srgbClr val="FF0000"/>
            </a:solidFill>
            <a:prstDash val="dash"/>
            <a:headEnd type="none" w="med" len="med"/>
            <a:tailEnd type="triangle" w="med" len="med"/>
          </a:ln>
        </p:spPr>
      </p:sp>
      <p:sp>
        <p:nvSpPr>
          <p:cNvPr id="80906" name="Line 21"/>
          <p:cNvSpPr/>
          <p:nvPr/>
        </p:nvSpPr>
        <p:spPr>
          <a:xfrm flipH="1">
            <a:off x="4500563" y="1844675"/>
            <a:ext cx="1587" cy="1657350"/>
          </a:xfrm>
          <a:prstGeom prst="line">
            <a:avLst/>
          </a:prstGeom>
          <a:ln w="9525" cap="flat" cmpd="sng">
            <a:solidFill>
              <a:srgbClr val="FF0000"/>
            </a:solidFill>
            <a:prstDash val="dash"/>
            <a:headEnd type="none" w="med" len="med"/>
            <a:tailEnd type="triangle" w="med" len="med"/>
          </a:ln>
        </p:spPr>
      </p:sp>
      <p:sp>
        <p:nvSpPr>
          <p:cNvPr id="23" name="Text Box 5"/>
          <p:cNvSpPr txBox="1"/>
          <p:nvPr/>
        </p:nvSpPr>
        <p:spPr>
          <a:xfrm>
            <a:off x="3224213" y="0"/>
            <a:ext cx="5919788" cy="706438"/>
          </a:xfrm>
          <a:prstGeom prst="rect">
            <a:avLst/>
          </a:prstGeom>
          <a:noFill/>
          <a:ln w="9525">
            <a:noFill/>
          </a:ln>
        </p:spPr>
        <p:txBody>
          <a:bodyPr>
            <a:spAutoFit/>
          </a:bodyPr>
          <a:lstStyle/>
          <a:p>
            <a:pPr marR="0" algn="ctr" defTabSz="914400" eaLnBrk="1" hangingPunct="1">
              <a:buClrTx/>
              <a:buSzTx/>
              <a:buFontTx/>
              <a:buNone/>
              <a:defRPr/>
            </a:pPr>
            <a:r>
              <a:rPr kumimoji="0" lang="en-US" altLang="zh-CN" sz="4000" b="1" kern="1200" cap="none" spc="0" normalizeH="0" baseline="0" noProof="1">
                <a:solidFill>
                  <a:srgbClr val="0000FF"/>
                </a:solidFill>
                <a:latin typeface="Arial" panose="020B0604020202020204" pitchFamily="34" charset="0"/>
                <a:ea typeface="宋体" panose="02010600030101010101" pitchFamily="2" charset="-122"/>
                <a:cs typeface="+mn-cs"/>
                <a:sym typeface="宋体" panose="02010600030101010101" pitchFamily="2" charset="-122"/>
              </a:rPr>
              <a:t>4.2.1 </a:t>
            </a:r>
            <a:r>
              <a:rPr kumimoji="1" lang="en-US" altLang="zh-CN" sz="4000" b="1" kern="0" cap="none" spc="0" normalizeH="0" baseline="0" noProof="0" dirty="0">
                <a:solidFill>
                  <a:srgbClr val="0000CC"/>
                </a:solidFill>
                <a:effectLst>
                  <a:outerShdw blurRad="38100" dist="38100" dir="2700000" algn="tl">
                    <a:srgbClr val="C0C0C0"/>
                  </a:outerShdw>
                </a:effectLst>
                <a:latin typeface="黑体" panose="02010609060101010101" pitchFamily="49" charset="-122"/>
                <a:ea typeface="黑体" panose="02010609060101010101" pitchFamily="49" charset="-122"/>
                <a:cs typeface="Times New Roman" panose="02020603050405020304" pitchFamily="18" charset="0"/>
                <a:sym typeface="+mn-ea"/>
              </a:rPr>
              <a:t> </a:t>
            </a:r>
            <a:r>
              <a:rPr kumimoji="0" lang="en-US" altLang="zh-CN" sz="4000" kern="1200" cap="none" spc="0" normalizeH="0" baseline="0" noProof="1">
                <a:solidFill>
                  <a:srgbClr val="0000FF"/>
                </a:solidFill>
                <a:latin typeface="Arial" panose="020B0604020202020204" pitchFamily="34" charset="0"/>
                <a:ea typeface="宋体" panose="02010600030101010101" pitchFamily="2" charset="-122"/>
                <a:cs typeface="+mn-cs"/>
                <a:sym typeface="+mn-ea"/>
              </a:rPr>
              <a:t>K</a:t>
            </a:r>
            <a:r>
              <a:rPr kumimoji="0" lang="en-US" altLang="zh-CN" sz="4000" b="1" kern="1200" cap="none" spc="0" normalizeH="0" baseline="0" noProof="1">
                <a:solidFill>
                  <a:srgbClr val="0000FF"/>
                </a:solidFill>
                <a:latin typeface="Arial" panose="020B0604020202020204" pitchFamily="34" charset="0"/>
                <a:ea typeface="宋体" panose="02010600030101010101" pitchFamily="2" charset="-122"/>
                <a:cs typeface="+mn-cs"/>
                <a:sym typeface="+mn-ea"/>
              </a:rPr>
              <a:t>-均值</a:t>
            </a:r>
            <a:r>
              <a:rPr kumimoji="0" lang="en-US" altLang="zh-CN" sz="4000" b="1" kern="1200" cap="none" spc="0" normalizeH="0" baseline="0" noProof="1">
                <a:solidFill>
                  <a:srgbClr val="0000FF"/>
                </a:solidFill>
                <a:latin typeface="Arial" panose="020B0604020202020204" pitchFamily="34" charset="0"/>
                <a:ea typeface="宋体" panose="02010600030101010101" pitchFamily="2" charset="-122"/>
                <a:cs typeface="+mn-cs"/>
                <a:sym typeface="宋体" panose="02010600030101010101" pitchFamily="2" charset="-122"/>
              </a:rPr>
              <a:t>算法</a:t>
            </a:r>
            <a:endParaRPr kumimoji="0" lang="en-US" altLang="zh-CN" sz="4000" b="1" kern="1200" cap="none" spc="0" normalizeH="0" baseline="0" noProof="1">
              <a:solidFill>
                <a:srgbClr val="0000FF"/>
              </a:solidFill>
              <a:latin typeface="Arial" panose="020B0604020202020204" pitchFamily="34" charset="0"/>
              <a:ea typeface="宋体" panose="02010600030101010101" pitchFamily="2" charset="-122"/>
              <a:cs typeface="+mn-cs"/>
              <a:sym typeface="宋体" panose="02010600030101010101" pitchFamily="2" charset="-122"/>
            </a:endParaRPr>
          </a:p>
        </p:txBody>
      </p:sp>
    </p:spTree>
  </p:cSld>
  <p:clrMapOvr>
    <a:masterClrMapping/>
  </p:clrMapOvr>
  <p:transition/>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22" name="Text Box 2"/>
          <p:cNvSpPr txBox="1"/>
          <p:nvPr/>
        </p:nvSpPr>
        <p:spPr>
          <a:xfrm>
            <a:off x="3419475" y="5589588"/>
            <a:ext cx="2232025" cy="457200"/>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华文新魏" panose="02010800040101010101" pitchFamily="2" charset="-122"/>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ea typeface="+mn-ea"/>
                <a:cs typeface="华文新魏" panose="02010800040101010101" pitchFamily="2" charset="-122"/>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ea typeface="+mn-ea"/>
                <a:cs typeface="华文新魏" panose="02010800040101010101" pitchFamily="2" charset="-122"/>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ea typeface="+mn-ea"/>
                <a:cs typeface="华文新魏" panose="02010800040101010101" pitchFamily="2" charset="-122"/>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ea typeface="+mn-ea"/>
                <a:cs typeface="华文新魏" panose="02010800040101010101" pitchFamily="2" charset="-122"/>
              </a:defRPr>
            </a:lvl5pPr>
          </a:lstStyle>
          <a:p>
            <a:pPr marL="0" lvl="0" indent="0" algn="ctr" eaLnBrk="1" hangingPunct="1">
              <a:spcBef>
                <a:spcPct val="50000"/>
              </a:spcBef>
              <a:buClrTx/>
              <a:buSzTx/>
              <a:buFontTx/>
              <a:buNone/>
            </a:pPr>
            <a:r>
              <a:rPr lang="zh-CN" altLang="en-US" sz="2400" dirty="0">
                <a:latin typeface="Arial" panose="020B0604020202020204" pitchFamily="34" charset="0"/>
                <a:ea typeface="楷体_GB2312" panose="02010609030101010101" pitchFamily="49" charset="-122"/>
              </a:rPr>
              <a:t>蝴蝶型数据集</a:t>
            </a:r>
            <a:endParaRPr lang="zh-CN" altLang="en-US" sz="2400" dirty="0">
              <a:latin typeface="Arial" panose="020B0604020202020204" pitchFamily="34" charset="0"/>
              <a:ea typeface="楷体_GB2312" panose="02010609030101010101" pitchFamily="49" charset="-122"/>
            </a:endParaRPr>
          </a:p>
        </p:txBody>
      </p:sp>
      <p:sp>
        <p:nvSpPr>
          <p:cNvPr id="81923" name="Rectangle 3"/>
          <p:cNvSpPr/>
          <p:nvPr/>
        </p:nvSpPr>
        <p:spPr>
          <a:xfrm>
            <a:off x="1692275" y="2565400"/>
            <a:ext cx="5686425" cy="2828925"/>
          </a:xfrm>
          <a:prstGeom prst="rect">
            <a:avLst/>
          </a:prstGeom>
          <a:no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华文新魏" panose="02010800040101010101" pitchFamily="2" charset="-122"/>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ea typeface="+mn-ea"/>
                <a:cs typeface="华文新魏" panose="02010800040101010101" pitchFamily="2" charset="-122"/>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ea typeface="+mn-ea"/>
                <a:cs typeface="华文新魏" panose="02010800040101010101" pitchFamily="2" charset="-122"/>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ea typeface="+mn-ea"/>
                <a:cs typeface="华文新魏" panose="02010800040101010101" pitchFamily="2" charset="-122"/>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ea typeface="+mn-ea"/>
                <a:cs typeface="华文新魏" panose="02010800040101010101" pitchFamily="2" charset="-122"/>
              </a:defRPr>
            </a:lvl5pPr>
          </a:lstStyle>
          <a:p>
            <a:pPr marL="0" lvl="0" indent="0" eaLnBrk="1" hangingPunct="1">
              <a:spcBef>
                <a:spcPct val="0"/>
              </a:spcBef>
              <a:buClrTx/>
              <a:buSzTx/>
              <a:buFontTx/>
              <a:buNone/>
            </a:pPr>
            <a:endParaRPr lang="zh-CN" altLang="en-US" sz="1800" dirty="0">
              <a:latin typeface="Arial" panose="020B0604020202020204" pitchFamily="34" charset="0"/>
            </a:endParaRPr>
          </a:p>
        </p:txBody>
      </p:sp>
      <p:sp>
        <p:nvSpPr>
          <p:cNvPr id="81924" name="Oval 4"/>
          <p:cNvSpPr/>
          <p:nvPr/>
        </p:nvSpPr>
        <p:spPr>
          <a:xfrm>
            <a:off x="2589213" y="3878263"/>
            <a:ext cx="300037" cy="307975"/>
          </a:xfrm>
          <a:prstGeom prst="ellipse">
            <a:avLst/>
          </a:prstGeom>
          <a:solidFill>
            <a:schemeClr val="bg2"/>
          </a:solidFill>
          <a:ln w="9525">
            <a:noFill/>
          </a:ln>
        </p:spPr>
        <p:txBody>
          <a:bodyPr wrap="none" anchor="ctr" anchorCtr="0"/>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华文新魏" panose="02010800040101010101" pitchFamily="2" charset="-122"/>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ea typeface="+mn-ea"/>
                <a:cs typeface="华文新魏" panose="02010800040101010101" pitchFamily="2" charset="-122"/>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ea typeface="+mn-ea"/>
                <a:cs typeface="华文新魏" panose="02010800040101010101" pitchFamily="2" charset="-122"/>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ea typeface="+mn-ea"/>
                <a:cs typeface="华文新魏" panose="02010800040101010101" pitchFamily="2" charset="-122"/>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ea typeface="+mn-ea"/>
                <a:cs typeface="华文新魏" panose="02010800040101010101" pitchFamily="2" charset="-122"/>
              </a:defRPr>
            </a:lvl5pPr>
          </a:lstStyle>
          <a:p>
            <a:pPr marL="0" lvl="0" indent="0" eaLnBrk="1" hangingPunct="1">
              <a:spcBef>
                <a:spcPct val="0"/>
              </a:spcBef>
              <a:buClrTx/>
              <a:buSzTx/>
              <a:buFontTx/>
              <a:buNone/>
            </a:pPr>
            <a:endParaRPr lang="zh-CN" altLang="en-US" sz="1800" dirty="0">
              <a:latin typeface="Arial" panose="020B0604020202020204" pitchFamily="34" charset="0"/>
            </a:endParaRPr>
          </a:p>
        </p:txBody>
      </p:sp>
      <p:sp>
        <p:nvSpPr>
          <p:cNvPr id="81925" name="Oval 5"/>
          <p:cNvSpPr/>
          <p:nvPr/>
        </p:nvSpPr>
        <p:spPr>
          <a:xfrm>
            <a:off x="3287713" y="3878263"/>
            <a:ext cx="298450" cy="307975"/>
          </a:xfrm>
          <a:prstGeom prst="ellipse">
            <a:avLst/>
          </a:prstGeom>
          <a:solidFill>
            <a:schemeClr val="bg2"/>
          </a:solidFill>
          <a:ln w="9525">
            <a:noFill/>
          </a:ln>
        </p:spPr>
        <p:txBody>
          <a:bodyPr wrap="none" anchor="ctr" anchorCtr="0"/>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华文新魏" panose="02010800040101010101" pitchFamily="2" charset="-122"/>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ea typeface="+mn-ea"/>
                <a:cs typeface="华文新魏" panose="02010800040101010101" pitchFamily="2" charset="-122"/>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ea typeface="+mn-ea"/>
                <a:cs typeface="华文新魏" panose="02010800040101010101" pitchFamily="2" charset="-122"/>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ea typeface="+mn-ea"/>
                <a:cs typeface="华文新魏" panose="02010800040101010101" pitchFamily="2" charset="-122"/>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ea typeface="+mn-ea"/>
                <a:cs typeface="华文新魏" panose="02010800040101010101" pitchFamily="2" charset="-122"/>
              </a:defRPr>
            </a:lvl5pPr>
          </a:lstStyle>
          <a:p>
            <a:pPr marL="0" lvl="0" indent="0" eaLnBrk="1" hangingPunct="1">
              <a:spcBef>
                <a:spcPct val="0"/>
              </a:spcBef>
              <a:buClrTx/>
              <a:buSzTx/>
              <a:buFontTx/>
              <a:buNone/>
            </a:pPr>
            <a:endParaRPr lang="zh-CN" altLang="en-US" sz="1800" dirty="0">
              <a:latin typeface="Arial" panose="020B0604020202020204" pitchFamily="34" charset="0"/>
            </a:endParaRPr>
          </a:p>
        </p:txBody>
      </p:sp>
      <p:sp>
        <p:nvSpPr>
          <p:cNvPr id="81926" name="Oval 6"/>
          <p:cNvSpPr/>
          <p:nvPr/>
        </p:nvSpPr>
        <p:spPr>
          <a:xfrm>
            <a:off x="2947988" y="4287838"/>
            <a:ext cx="300037" cy="307975"/>
          </a:xfrm>
          <a:prstGeom prst="ellipse">
            <a:avLst/>
          </a:prstGeom>
          <a:solidFill>
            <a:schemeClr val="bg2"/>
          </a:solidFill>
          <a:ln w="9525">
            <a:noFill/>
          </a:ln>
        </p:spPr>
        <p:txBody>
          <a:bodyPr wrap="none" anchor="ctr" anchorCtr="0"/>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华文新魏" panose="02010800040101010101" pitchFamily="2" charset="-122"/>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ea typeface="+mn-ea"/>
                <a:cs typeface="华文新魏" panose="02010800040101010101" pitchFamily="2" charset="-122"/>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ea typeface="+mn-ea"/>
                <a:cs typeface="华文新魏" panose="02010800040101010101" pitchFamily="2" charset="-122"/>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ea typeface="+mn-ea"/>
                <a:cs typeface="华文新魏" panose="02010800040101010101" pitchFamily="2" charset="-122"/>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ea typeface="+mn-ea"/>
                <a:cs typeface="华文新魏" panose="02010800040101010101" pitchFamily="2" charset="-122"/>
              </a:defRPr>
            </a:lvl5pPr>
          </a:lstStyle>
          <a:p>
            <a:pPr marL="0" lvl="0" indent="0" eaLnBrk="1" hangingPunct="1">
              <a:spcBef>
                <a:spcPct val="0"/>
              </a:spcBef>
              <a:buClrTx/>
              <a:buSzTx/>
              <a:buFontTx/>
              <a:buNone/>
            </a:pPr>
            <a:endParaRPr lang="zh-CN" altLang="en-US" sz="1800" dirty="0">
              <a:latin typeface="Arial" panose="020B0604020202020204" pitchFamily="34" charset="0"/>
            </a:endParaRPr>
          </a:p>
        </p:txBody>
      </p:sp>
      <p:sp>
        <p:nvSpPr>
          <p:cNvPr id="81927" name="Oval 7"/>
          <p:cNvSpPr/>
          <p:nvPr/>
        </p:nvSpPr>
        <p:spPr>
          <a:xfrm>
            <a:off x="2947988" y="3467100"/>
            <a:ext cx="300037" cy="307975"/>
          </a:xfrm>
          <a:prstGeom prst="ellipse">
            <a:avLst/>
          </a:prstGeom>
          <a:solidFill>
            <a:schemeClr val="bg2"/>
          </a:solidFill>
          <a:ln w="9525">
            <a:noFill/>
          </a:ln>
        </p:spPr>
        <p:txBody>
          <a:bodyPr wrap="none" anchor="ctr" anchorCtr="0"/>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华文新魏" panose="02010800040101010101" pitchFamily="2" charset="-122"/>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ea typeface="+mn-ea"/>
                <a:cs typeface="华文新魏" panose="02010800040101010101" pitchFamily="2" charset="-122"/>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ea typeface="+mn-ea"/>
                <a:cs typeface="华文新魏" panose="02010800040101010101" pitchFamily="2" charset="-122"/>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ea typeface="+mn-ea"/>
                <a:cs typeface="华文新魏" panose="02010800040101010101" pitchFamily="2" charset="-122"/>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ea typeface="+mn-ea"/>
                <a:cs typeface="华文新魏" panose="02010800040101010101" pitchFamily="2" charset="-122"/>
              </a:defRPr>
            </a:lvl5pPr>
          </a:lstStyle>
          <a:p>
            <a:pPr marL="0" lvl="0" indent="0" eaLnBrk="1" hangingPunct="1">
              <a:spcBef>
                <a:spcPct val="0"/>
              </a:spcBef>
              <a:buClrTx/>
              <a:buSzTx/>
              <a:buFontTx/>
              <a:buNone/>
            </a:pPr>
            <a:endParaRPr lang="zh-CN" altLang="en-US" sz="1800" dirty="0">
              <a:latin typeface="Arial" panose="020B0604020202020204" pitchFamily="34" charset="0"/>
            </a:endParaRPr>
          </a:p>
        </p:txBody>
      </p:sp>
      <p:sp>
        <p:nvSpPr>
          <p:cNvPr id="81928" name="Oval 8"/>
          <p:cNvSpPr/>
          <p:nvPr/>
        </p:nvSpPr>
        <p:spPr>
          <a:xfrm>
            <a:off x="5383213" y="3878263"/>
            <a:ext cx="300037" cy="307975"/>
          </a:xfrm>
          <a:prstGeom prst="ellipse">
            <a:avLst/>
          </a:prstGeom>
          <a:solidFill>
            <a:srgbClr val="FF0000"/>
          </a:solidFill>
          <a:ln w="9525">
            <a:noFill/>
          </a:ln>
        </p:spPr>
        <p:txBody>
          <a:bodyPr wrap="none" anchor="ctr" anchorCtr="0"/>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华文新魏" panose="02010800040101010101" pitchFamily="2" charset="-122"/>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ea typeface="+mn-ea"/>
                <a:cs typeface="华文新魏" panose="02010800040101010101" pitchFamily="2" charset="-122"/>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ea typeface="+mn-ea"/>
                <a:cs typeface="华文新魏" panose="02010800040101010101" pitchFamily="2" charset="-122"/>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ea typeface="+mn-ea"/>
                <a:cs typeface="华文新魏" panose="02010800040101010101" pitchFamily="2" charset="-122"/>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ea typeface="+mn-ea"/>
                <a:cs typeface="华文新魏" panose="02010800040101010101" pitchFamily="2" charset="-122"/>
              </a:defRPr>
            </a:lvl5pPr>
          </a:lstStyle>
          <a:p>
            <a:pPr marL="0" lvl="0" indent="0" eaLnBrk="1" hangingPunct="1">
              <a:spcBef>
                <a:spcPct val="0"/>
              </a:spcBef>
              <a:buClrTx/>
              <a:buSzTx/>
              <a:buFontTx/>
              <a:buNone/>
            </a:pPr>
            <a:endParaRPr lang="zh-CN" altLang="en-US" sz="1800" dirty="0">
              <a:latin typeface="Arial" panose="020B0604020202020204" pitchFamily="34" charset="0"/>
            </a:endParaRPr>
          </a:p>
        </p:txBody>
      </p:sp>
      <p:sp>
        <p:nvSpPr>
          <p:cNvPr id="81929" name="Oval 9"/>
          <p:cNvSpPr/>
          <p:nvPr/>
        </p:nvSpPr>
        <p:spPr>
          <a:xfrm>
            <a:off x="6080125" y="3878263"/>
            <a:ext cx="300038" cy="307975"/>
          </a:xfrm>
          <a:prstGeom prst="ellipse">
            <a:avLst/>
          </a:prstGeom>
          <a:solidFill>
            <a:srgbClr val="FF0000"/>
          </a:solidFill>
          <a:ln w="9525">
            <a:noFill/>
          </a:ln>
        </p:spPr>
        <p:txBody>
          <a:bodyPr wrap="none" anchor="ctr" anchorCtr="0"/>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华文新魏" panose="02010800040101010101" pitchFamily="2" charset="-122"/>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ea typeface="+mn-ea"/>
                <a:cs typeface="华文新魏" panose="02010800040101010101" pitchFamily="2" charset="-122"/>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ea typeface="+mn-ea"/>
                <a:cs typeface="华文新魏" panose="02010800040101010101" pitchFamily="2" charset="-122"/>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ea typeface="+mn-ea"/>
                <a:cs typeface="华文新魏" panose="02010800040101010101" pitchFamily="2" charset="-122"/>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ea typeface="+mn-ea"/>
                <a:cs typeface="华文新魏" panose="02010800040101010101" pitchFamily="2" charset="-122"/>
              </a:defRPr>
            </a:lvl5pPr>
          </a:lstStyle>
          <a:p>
            <a:pPr marL="0" lvl="0" indent="0" eaLnBrk="1" hangingPunct="1">
              <a:spcBef>
                <a:spcPct val="0"/>
              </a:spcBef>
              <a:buClrTx/>
              <a:buSzTx/>
              <a:buFontTx/>
              <a:buNone/>
            </a:pPr>
            <a:endParaRPr lang="zh-CN" altLang="en-US" sz="1800" dirty="0">
              <a:latin typeface="Arial" panose="020B0604020202020204" pitchFamily="34" charset="0"/>
            </a:endParaRPr>
          </a:p>
        </p:txBody>
      </p:sp>
      <p:sp>
        <p:nvSpPr>
          <p:cNvPr id="81930" name="Oval 10"/>
          <p:cNvSpPr/>
          <p:nvPr/>
        </p:nvSpPr>
        <p:spPr>
          <a:xfrm>
            <a:off x="5741988" y="4287838"/>
            <a:ext cx="300037" cy="307975"/>
          </a:xfrm>
          <a:prstGeom prst="ellipse">
            <a:avLst/>
          </a:prstGeom>
          <a:solidFill>
            <a:srgbClr val="FF0000"/>
          </a:solidFill>
          <a:ln w="9525">
            <a:noFill/>
          </a:ln>
        </p:spPr>
        <p:txBody>
          <a:bodyPr wrap="none" anchor="ctr" anchorCtr="0"/>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华文新魏" panose="02010800040101010101" pitchFamily="2" charset="-122"/>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ea typeface="+mn-ea"/>
                <a:cs typeface="华文新魏" panose="02010800040101010101" pitchFamily="2" charset="-122"/>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ea typeface="+mn-ea"/>
                <a:cs typeface="华文新魏" panose="02010800040101010101" pitchFamily="2" charset="-122"/>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ea typeface="+mn-ea"/>
                <a:cs typeface="华文新魏" panose="02010800040101010101" pitchFamily="2" charset="-122"/>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ea typeface="+mn-ea"/>
                <a:cs typeface="华文新魏" panose="02010800040101010101" pitchFamily="2" charset="-122"/>
              </a:defRPr>
            </a:lvl5pPr>
          </a:lstStyle>
          <a:p>
            <a:pPr marL="0" lvl="0" indent="0" eaLnBrk="1" hangingPunct="1">
              <a:spcBef>
                <a:spcPct val="0"/>
              </a:spcBef>
              <a:buClrTx/>
              <a:buSzTx/>
              <a:buFontTx/>
              <a:buNone/>
            </a:pPr>
            <a:endParaRPr lang="zh-CN" altLang="en-US" sz="1800" dirty="0">
              <a:latin typeface="Arial" panose="020B0604020202020204" pitchFamily="34" charset="0"/>
            </a:endParaRPr>
          </a:p>
        </p:txBody>
      </p:sp>
      <p:sp>
        <p:nvSpPr>
          <p:cNvPr id="81931" name="Oval 11"/>
          <p:cNvSpPr/>
          <p:nvPr/>
        </p:nvSpPr>
        <p:spPr>
          <a:xfrm>
            <a:off x="5741988" y="3467100"/>
            <a:ext cx="300037" cy="307975"/>
          </a:xfrm>
          <a:prstGeom prst="ellipse">
            <a:avLst/>
          </a:prstGeom>
          <a:solidFill>
            <a:srgbClr val="FF0000"/>
          </a:solidFill>
          <a:ln w="9525">
            <a:noFill/>
          </a:ln>
        </p:spPr>
        <p:txBody>
          <a:bodyPr wrap="none" anchor="ctr" anchorCtr="0"/>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华文新魏" panose="02010800040101010101" pitchFamily="2" charset="-122"/>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ea typeface="+mn-ea"/>
                <a:cs typeface="华文新魏" panose="02010800040101010101" pitchFamily="2" charset="-122"/>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ea typeface="+mn-ea"/>
                <a:cs typeface="华文新魏" panose="02010800040101010101" pitchFamily="2" charset="-122"/>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ea typeface="+mn-ea"/>
                <a:cs typeface="华文新魏" panose="02010800040101010101" pitchFamily="2" charset="-122"/>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ea typeface="+mn-ea"/>
                <a:cs typeface="华文新魏" panose="02010800040101010101" pitchFamily="2" charset="-122"/>
              </a:defRPr>
            </a:lvl5pPr>
          </a:lstStyle>
          <a:p>
            <a:pPr marL="0" lvl="0" indent="0" eaLnBrk="1" hangingPunct="1">
              <a:spcBef>
                <a:spcPct val="0"/>
              </a:spcBef>
              <a:buClrTx/>
              <a:buSzTx/>
              <a:buFontTx/>
              <a:buNone/>
            </a:pPr>
            <a:endParaRPr lang="zh-CN" altLang="en-US" sz="1800" dirty="0">
              <a:latin typeface="Arial" panose="020B0604020202020204" pitchFamily="34" charset="0"/>
            </a:endParaRPr>
          </a:p>
        </p:txBody>
      </p:sp>
      <p:sp>
        <p:nvSpPr>
          <p:cNvPr id="81932" name="Oval 12"/>
          <p:cNvSpPr/>
          <p:nvPr/>
        </p:nvSpPr>
        <p:spPr>
          <a:xfrm>
            <a:off x="4356100" y="3878263"/>
            <a:ext cx="300038" cy="307975"/>
          </a:xfrm>
          <a:prstGeom prst="ellipse">
            <a:avLst/>
          </a:prstGeom>
          <a:solidFill>
            <a:schemeClr val="bg2"/>
          </a:solidFill>
          <a:ln w="9525">
            <a:noFill/>
          </a:ln>
        </p:spPr>
        <p:txBody>
          <a:bodyPr wrap="none" anchor="ctr" anchorCtr="0"/>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华文新魏" panose="02010800040101010101" pitchFamily="2" charset="-122"/>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ea typeface="+mn-ea"/>
                <a:cs typeface="华文新魏" panose="02010800040101010101" pitchFamily="2" charset="-122"/>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ea typeface="+mn-ea"/>
                <a:cs typeface="华文新魏" panose="02010800040101010101" pitchFamily="2" charset="-122"/>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ea typeface="+mn-ea"/>
                <a:cs typeface="华文新魏" panose="02010800040101010101" pitchFamily="2" charset="-122"/>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ea typeface="+mn-ea"/>
                <a:cs typeface="华文新魏" panose="02010800040101010101" pitchFamily="2" charset="-122"/>
              </a:defRPr>
            </a:lvl5pPr>
          </a:lstStyle>
          <a:p>
            <a:pPr marL="0" lvl="0" indent="0" eaLnBrk="1" hangingPunct="1">
              <a:spcBef>
                <a:spcPct val="0"/>
              </a:spcBef>
              <a:buClrTx/>
              <a:buSzTx/>
              <a:buFontTx/>
              <a:buNone/>
            </a:pPr>
            <a:endParaRPr lang="zh-CN" altLang="en-US" sz="1800" dirty="0">
              <a:latin typeface="Arial" panose="020B0604020202020204" pitchFamily="34" charset="0"/>
            </a:endParaRPr>
          </a:p>
        </p:txBody>
      </p:sp>
      <p:sp>
        <p:nvSpPr>
          <p:cNvPr id="81933" name="Text Box 13"/>
          <p:cNvSpPr txBox="1"/>
          <p:nvPr/>
        </p:nvSpPr>
        <p:spPr>
          <a:xfrm>
            <a:off x="5724525" y="3789363"/>
            <a:ext cx="1150938" cy="641350"/>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华文新魏" panose="02010800040101010101" pitchFamily="2" charset="-122"/>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ea typeface="+mn-ea"/>
                <a:cs typeface="华文新魏" panose="02010800040101010101" pitchFamily="2" charset="-122"/>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ea typeface="+mn-ea"/>
                <a:cs typeface="华文新魏" panose="02010800040101010101" pitchFamily="2" charset="-122"/>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ea typeface="+mn-ea"/>
                <a:cs typeface="华文新魏" panose="02010800040101010101" pitchFamily="2" charset="-122"/>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ea typeface="+mn-ea"/>
                <a:cs typeface="华文新魏" panose="02010800040101010101" pitchFamily="2" charset="-122"/>
              </a:defRPr>
            </a:lvl5pPr>
          </a:lstStyle>
          <a:p>
            <a:pPr marL="0" lvl="0" indent="0" eaLnBrk="1" hangingPunct="1">
              <a:spcBef>
                <a:spcPct val="50000"/>
              </a:spcBef>
              <a:buClrTx/>
              <a:buSzTx/>
              <a:buFontTx/>
              <a:buNone/>
            </a:pPr>
            <a:r>
              <a:rPr lang="zh-CN" altLang="zh-CN" sz="3600" dirty="0">
                <a:solidFill>
                  <a:schemeClr val="folHlink"/>
                </a:solidFill>
                <a:latin typeface="Arial" panose="020B0604020202020204" pitchFamily="34" charset="0"/>
              </a:rPr>
              <a:t>*</a:t>
            </a:r>
            <a:endParaRPr lang="zh-CN" altLang="zh-CN" sz="3600" dirty="0">
              <a:solidFill>
                <a:schemeClr val="folHlink"/>
              </a:solidFill>
              <a:latin typeface="Arial" panose="020B0604020202020204" pitchFamily="34" charset="0"/>
            </a:endParaRPr>
          </a:p>
        </p:txBody>
      </p:sp>
      <p:sp>
        <p:nvSpPr>
          <p:cNvPr id="81934" name="Text Box 14"/>
          <p:cNvSpPr txBox="1"/>
          <p:nvPr/>
        </p:nvSpPr>
        <p:spPr>
          <a:xfrm>
            <a:off x="3635375" y="3789363"/>
            <a:ext cx="1150938" cy="641350"/>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华文新魏" panose="02010800040101010101" pitchFamily="2" charset="-122"/>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ea typeface="+mn-ea"/>
                <a:cs typeface="华文新魏" panose="02010800040101010101" pitchFamily="2" charset="-122"/>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ea typeface="+mn-ea"/>
                <a:cs typeface="华文新魏" panose="02010800040101010101" pitchFamily="2" charset="-122"/>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ea typeface="+mn-ea"/>
                <a:cs typeface="华文新魏" panose="02010800040101010101" pitchFamily="2" charset="-122"/>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ea typeface="+mn-ea"/>
                <a:cs typeface="华文新魏" panose="02010800040101010101" pitchFamily="2" charset="-122"/>
              </a:defRPr>
            </a:lvl5pPr>
          </a:lstStyle>
          <a:p>
            <a:pPr marL="0" lvl="0" indent="0" eaLnBrk="1" hangingPunct="1">
              <a:spcBef>
                <a:spcPct val="50000"/>
              </a:spcBef>
              <a:buClrTx/>
              <a:buSzTx/>
              <a:buFontTx/>
              <a:buNone/>
            </a:pPr>
            <a:r>
              <a:rPr lang="zh-CN" altLang="zh-CN" sz="3600" dirty="0">
                <a:solidFill>
                  <a:schemeClr val="bg2"/>
                </a:solidFill>
                <a:latin typeface="Arial" panose="020B0604020202020204" pitchFamily="34" charset="0"/>
              </a:rPr>
              <a:t>*</a:t>
            </a:r>
            <a:endParaRPr lang="zh-CN" altLang="zh-CN" sz="3600" dirty="0">
              <a:solidFill>
                <a:schemeClr val="bg2"/>
              </a:solidFill>
              <a:latin typeface="Arial" panose="020B0604020202020204" pitchFamily="34" charset="0"/>
            </a:endParaRPr>
          </a:p>
        </p:txBody>
      </p:sp>
      <p:sp>
        <p:nvSpPr>
          <p:cNvPr id="81935" name="Text Box 15"/>
          <p:cNvSpPr txBox="1"/>
          <p:nvPr/>
        </p:nvSpPr>
        <p:spPr>
          <a:xfrm>
            <a:off x="2700338" y="1412875"/>
            <a:ext cx="2160587" cy="579438"/>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华文新魏" panose="02010800040101010101" pitchFamily="2" charset="-122"/>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ea typeface="+mn-ea"/>
                <a:cs typeface="华文新魏" panose="02010800040101010101" pitchFamily="2" charset="-122"/>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ea typeface="+mn-ea"/>
                <a:cs typeface="华文新魏" panose="02010800040101010101" pitchFamily="2" charset="-122"/>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ea typeface="+mn-ea"/>
                <a:cs typeface="华文新魏" panose="02010800040101010101" pitchFamily="2" charset="-122"/>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ea typeface="+mn-ea"/>
                <a:cs typeface="华文新魏" panose="02010800040101010101" pitchFamily="2" charset="-122"/>
              </a:defRPr>
            </a:lvl5pPr>
          </a:lstStyle>
          <a:p>
            <a:pPr marL="0" lvl="0" indent="0" algn="ctr" eaLnBrk="1" hangingPunct="1">
              <a:spcBef>
                <a:spcPct val="50000"/>
              </a:spcBef>
              <a:buClrTx/>
              <a:buSzTx/>
              <a:buFontTx/>
              <a:buNone/>
            </a:pPr>
            <a:r>
              <a:rPr lang="zh-CN" altLang="en-US" b="1" dirty="0">
                <a:latin typeface="Arial" panose="020B0604020202020204" pitchFamily="34" charset="0"/>
                <a:ea typeface="楷体_GB2312" panose="02010609030101010101" pitchFamily="49" charset="-122"/>
              </a:rPr>
              <a:t>聚类中心</a:t>
            </a:r>
            <a:endParaRPr lang="zh-CN" altLang="en-US" b="1" dirty="0">
              <a:latin typeface="Arial" panose="020B0604020202020204" pitchFamily="34" charset="0"/>
              <a:ea typeface="楷体_GB2312" panose="02010609030101010101" pitchFamily="49" charset="-122"/>
            </a:endParaRPr>
          </a:p>
        </p:txBody>
      </p:sp>
      <p:sp>
        <p:nvSpPr>
          <p:cNvPr id="81936" name="Line 16"/>
          <p:cNvSpPr/>
          <p:nvPr/>
        </p:nvSpPr>
        <p:spPr>
          <a:xfrm>
            <a:off x="3779838" y="2060575"/>
            <a:ext cx="0" cy="1800225"/>
          </a:xfrm>
          <a:prstGeom prst="line">
            <a:avLst/>
          </a:prstGeom>
          <a:ln w="9525" cap="flat" cmpd="sng">
            <a:solidFill>
              <a:schemeClr val="tx1"/>
            </a:solidFill>
            <a:prstDash val="solid"/>
            <a:headEnd type="none" w="med" len="med"/>
            <a:tailEnd type="triangle" w="med" len="med"/>
          </a:ln>
        </p:spPr>
      </p:sp>
      <p:sp>
        <p:nvSpPr>
          <p:cNvPr id="81937" name="Line 17"/>
          <p:cNvSpPr/>
          <p:nvPr/>
        </p:nvSpPr>
        <p:spPr>
          <a:xfrm>
            <a:off x="4067175" y="2060575"/>
            <a:ext cx="1728788" cy="1873250"/>
          </a:xfrm>
          <a:prstGeom prst="line">
            <a:avLst/>
          </a:prstGeom>
          <a:ln w="9525" cap="flat" cmpd="sng">
            <a:solidFill>
              <a:schemeClr val="tx1"/>
            </a:solidFill>
            <a:prstDash val="solid"/>
            <a:headEnd type="none" w="med" len="med"/>
            <a:tailEnd type="triangle" w="med" len="med"/>
          </a:ln>
        </p:spPr>
      </p:sp>
      <p:sp>
        <p:nvSpPr>
          <p:cNvPr id="19" name="Text Box 5"/>
          <p:cNvSpPr txBox="1"/>
          <p:nvPr/>
        </p:nvSpPr>
        <p:spPr>
          <a:xfrm>
            <a:off x="3224213" y="0"/>
            <a:ext cx="5919788" cy="706438"/>
          </a:xfrm>
          <a:prstGeom prst="rect">
            <a:avLst/>
          </a:prstGeom>
          <a:noFill/>
          <a:ln w="9525">
            <a:noFill/>
          </a:ln>
        </p:spPr>
        <p:txBody>
          <a:bodyPr>
            <a:spAutoFit/>
          </a:bodyPr>
          <a:lstStyle/>
          <a:p>
            <a:pPr marR="0" algn="ctr" defTabSz="914400" eaLnBrk="1" hangingPunct="1">
              <a:buClrTx/>
              <a:buSzTx/>
              <a:buFontTx/>
              <a:buNone/>
              <a:defRPr/>
            </a:pPr>
            <a:r>
              <a:rPr kumimoji="0" lang="en-US" altLang="zh-CN" sz="4000" b="1" kern="1200" cap="none" spc="0" normalizeH="0" baseline="0" noProof="1">
                <a:solidFill>
                  <a:srgbClr val="0000FF"/>
                </a:solidFill>
                <a:latin typeface="Arial" panose="020B0604020202020204" pitchFamily="34" charset="0"/>
                <a:ea typeface="宋体" panose="02010600030101010101" pitchFamily="2" charset="-122"/>
                <a:cs typeface="+mn-cs"/>
                <a:sym typeface="宋体" panose="02010600030101010101" pitchFamily="2" charset="-122"/>
              </a:rPr>
              <a:t>4.2.1 </a:t>
            </a:r>
            <a:r>
              <a:rPr kumimoji="1" lang="en-US" altLang="zh-CN" sz="4000" b="1" kern="0" cap="none" spc="0" normalizeH="0" baseline="0" noProof="0" dirty="0">
                <a:solidFill>
                  <a:srgbClr val="0000CC"/>
                </a:solidFill>
                <a:effectLst>
                  <a:outerShdw blurRad="38100" dist="38100" dir="2700000" algn="tl">
                    <a:srgbClr val="C0C0C0"/>
                  </a:outerShdw>
                </a:effectLst>
                <a:latin typeface="黑体" panose="02010609060101010101" pitchFamily="49" charset="-122"/>
                <a:ea typeface="黑体" panose="02010609060101010101" pitchFamily="49" charset="-122"/>
                <a:cs typeface="Times New Roman" panose="02020603050405020304" pitchFamily="18" charset="0"/>
                <a:sym typeface="+mn-ea"/>
              </a:rPr>
              <a:t> </a:t>
            </a:r>
            <a:r>
              <a:rPr kumimoji="0" lang="en-US" altLang="zh-CN" sz="4000" kern="1200" cap="none" spc="0" normalizeH="0" baseline="0" noProof="1">
                <a:solidFill>
                  <a:srgbClr val="0000FF"/>
                </a:solidFill>
                <a:latin typeface="Arial" panose="020B0604020202020204" pitchFamily="34" charset="0"/>
                <a:ea typeface="宋体" panose="02010600030101010101" pitchFamily="2" charset="-122"/>
                <a:cs typeface="+mn-cs"/>
                <a:sym typeface="+mn-ea"/>
              </a:rPr>
              <a:t>K</a:t>
            </a:r>
            <a:r>
              <a:rPr kumimoji="0" lang="en-US" altLang="zh-CN" sz="4000" b="1" kern="1200" cap="none" spc="0" normalizeH="0" baseline="0" noProof="1">
                <a:solidFill>
                  <a:srgbClr val="0000FF"/>
                </a:solidFill>
                <a:latin typeface="Arial" panose="020B0604020202020204" pitchFamily="34" charset="0"/>
                <a:ea typeface="宋体" panose="02010600030101010101" pitchFamily="2" charset="-122"/>
                <a:cs typeface="+mn-cs"/>
                <a:sym typeface="+mn-ea"/>
              </a:rPr>
              <a:t>-均值</a:t>
            </a:r>
            <a:r>
              <a:rPr kumimoji="0" lang="en-US" altLang="zh-CN" sz="4000" b="1" kern="1200" cap="none" spc="0" normalizeH="0" baseline="0" noProof="1">
                <a:solidFill>
                  <a:srgbClr val="0000FF"/>
                </a:solidFill>
                <a:latin typeface="Arial" panose="020B0604020202020204" pitchFamily="34" charset="0"/>
                <a:ea typeface="宋体" panose="02010600030101010101" pitchFamily="2" charset="-122"/>
                <a:cs typeface="+mn-cs"/>
                <a:sym typeface="宋体" panose="02010600030101010101" pitchFamily="2" charset="-122"/>
              </a:rPr>
              <a:t>算法</a:t>
            </a:r>
            <a:endParaRPr kumimoji="0" lang="en-US" altLang="zh-CN" sz="4000" b="1" kern="1200" cap="none" spc="0" normalizeH="0" baseline="0" noProof="1">
              <a:solidFill>
                <a:srgbClr val="0000FF"/>
              </a:solidFill>
              <a:latin typeface="Arial" panose="020B0604020202020204" pitchFamily="34" charset="0"/>
              <a:ea typeface="宋体" panose="02010600030101010101" pitchFamily="2" charset="-122"/>
              <a:cs typeface="+mn-cs"/>
              <a:sym typeface="宋体" panose="02010600030101010101" pitchFamily="2" charset="-122"/>
            </a:endParaRPr>
          </a:p>
        </p:txBody>
      </p:sp>
    </p:spTree>
  </p:cSld>
  <p:clrMapOvr>
    <a:masterClrMapping/>
  </p:clrMapOvr>
  <p:transition/>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3970" name="Rectangle 2"/>
          <p:cNvSpPr>
            <a:spLocks noGrp="1"/>
          </p:cNvSpPr>
          <p:nvPr>
            <p:ph type="body" sz="half" idx="1"/>
          </p:nvPr>
        </p:nvSpPr>
        <p:spPr>
          <a:xfrm>
            <a:off x="428625" y="5540375"/>
            <a:ext cx="8208963" cy="603250"/>
          </a:xfrm>
        </p:spPr>
        <p:txBody>
          <a:bodyPr vert="horz" wrap="square" lIns="91440" tIns="45720" rIns="91440" bIns="45720" anchor="t" anchorCtr="0"/>
          <a:p>
            <a:pPr lvl="1" algn="ctr" eaLnBrk="1" hangingPunct="1">
              <a:lnSpc>
                <a:spcPct val="90000"/>
              </a:lnSpc>
              <a:buClr>
                <a:schemeClr val="hlink"/>
              </a:buClr>
              <a:buSzPct val="55000"/>
              <a:buFont typeface="Times New Roman" panose="02020603050405020304" pitchFamily="18" charset="0"/>
              <a:buNone/>
            </a:pPr>
            <a:r>
              <a:rPr lang="zh-CN" altLang="en-US" sz="2400" b="1" dirty="0"/>
              <a:t>不能处理任意形状的聚类</a:t>
            </a:r>
            <a:endParaRPr lang="zh-CN" altLang="en-US" sz="2400" b="1" dirty="0"/>
          </a:p>
        </p:txBody>
      </p:sp>
      <p:pic>
        <p:nvPicPr>
          <p:cNvPr id="83971" name="Picture 4" descr="K-Means shortage"/>
          <p:cNvPicPr>
            <a:picLocks noGrp="1" noChangeAspect="1"/>
          </p:cNvPicPr>
          <p:nvPr>
            <p:ph sz="half" idx="2"/>
          </p:nvPr>
        </p:nvPicPr>
        <p:blipFill>
          <a:blip r:embed="rId1"/>
          <a:srcRect/>
          <a:stretch>
            <a:fillRect/>
          </a:stretch>
        </p:blipFill>
        <p:spPr>
          <a:xfrm>
            <a:off x="828675" y="1684338"/>
            <a:ext cx="7835900" cy="3744912"/>
          </a:xfrm>
        </p:spPr>
      </p:pic>
      <p:sp>
        <p:nvSpPr>
          <p:cNvPr id="9" name="Rectangle 2"/>
          <p:cNvSpPr txBox="1">
            <a:spLocks noChangeArrowheads="1"/>
          </p:cNvSpPr>
          <p:nvPr/>
        </p:nvSpPr>
        <p:spPr>
          <a:xfrm>
            <a:off x="1071563" y="1000125"/>
            <a:ext cx="7143750" cy="609600"/>
          </a:xfrm>
          <a:prstGeom prst="rect">
            <a:avLst/>
          </a:prstGeom>
        </p:spPr>
        <p:txBody>
          <a:bodyPr/>
          <a:lstStyle/>
          <a:p>
            <a:pPr marR="0" algn="ctr" defTabSz="914400">
              <a:buClrTx/>
              <a:buSzTx/>
              <a:buFontTx/>
              <a:buNone/>
              <a:defRPr/>
            </a:pPr>
            <a:r>
              <a:rPr kumimoji="1" lang="en-US" altLang="zh-CN" sz="3600" b="1" i="1" kern="0" cap="none" spc="0" normalizeH="0" baseline="0" noProof="0" dirty="0">
                <a:solidFill>
                  <a:srgbClr val="0000CC"/>
                </a:solidFill>
                <a:effectLst>
                  <a:outerShdw blurRad="38100" dist="38100" dir="2700000" algn="tl">
                    <a:srgbClr val="C0C0C0"/>
                  </a:outerShdw>
                </a:effectLst>
                <a:latin typeface="Times New Roman" panose="02020603050405020304" pitchFamily="18" charset="0"/>
                <a:ea typeface="黑体" panose="02010609060101010101" pitchFamily="49" charset="-122"/>
                <a:cs typeface="Times New Roman" panose="02020603050405020304" pitchFamily="18" charset="0"/>
              </a:rPr>
              <a:t>k</a:t>
            </a:r>
            <a:r>
              <a:rPr kumimoji="1" lang="en-US" altLang="zh-CN" sz="3600" b="1" kern="0" cap="none" spc="0" normalizeH="0" baseline="0" noProof="0" dirty="0">
                <a:solidFill>
                  <a:srgbClr val="0000CC"/>
                </a:solidFill>
                <a:effectLst>
                  <a:outerShdw blurRad="38100" dist="38100" dir="2700000" algn="tl">
                    <a:srgbClr val="C0C0C0"/>
                  </a:outerShdw>
                </a:effectLst>
                <a:latin typeface="Times New Roman" panose="02020603050405020304" pitchFamily="18" charset="0"/>
                <a:ea typeface="黑体" panose="02010609060101010101" pitchFamily="49" charset="-122"/>
                <a:cs typeface="Times New Roman" panose="02020603050405020304" pitchFamily="18" charset="0"/>
              </a:rPr>
              <a:t>-means</a:t>
            </a:r>
            <a:r>
              <a:rPr kumimoji="1" lang="zh-CN" altLang="en-US" sz="3600" b="1" kern="0" cap="none" spc="0" normalizeH="0" baseline="0" noProof="0" dirty="0">
                <a:solidFill>
                  <a:srgbClr val="0000CC"/>
                </a:solidFill>
                <a:effectLst>
                  <a:outerShdw blurRad="38100" dist="38100" dir="2700000" algn="tl">
                    <a:srgbClr val="C0C0C0"/>
                  </a:outerShdw>
                </a:effectLst>
                <a:latin typeface="Times New Roman" panose="02020603050405020304" pitchFamily="18" charset="0"/>
                <a:ea typeface="黑体" panose="02010609060101010101" pitchFamily="49" charset="-122"/>
                <a:cs typeface="Times New Roman" panose="02020603050405020304" pitchFamily="18" charset="0"/>
              </a:rPr>
              <a:t>算法图例演示</a:t>
            </a:r>
            <a:endParaRPr kumimoji="1" lang="en-US" altLang="zh-CN" sz="3600" b="1" kern="0" cap="none" spc="0" normalizeH="0" baseline="0" noProof="0" dirty="0">
              <a:solidFill>
                <a:schemeClr val="hlink"/>
              </a:solidFill>
              <a:latin typeface="宋体" panose="02010600030101010101" pitchFamily="2" charset="-122"/>
              <a:ea typeface="黑体" panose="02010609060101010101" pitchFamily="49" charset="-122"/>
              <a:cs typeface="Times New Roman" panose="02020603050405020304" pitchFamily="18" charset="0"/>
            </a:endParaRPr>
          </a:p>
        </p:txBody>
      </p:sp>
      <p:sp>
        <p:nvSpPr>
          <p:cNvPr id="6" name="Text Box 5"/>
          <p:cNvSpPr txBox="1"/>
          <p:nvPr/>
        </p:nvSpPr>
        <p:spPr>
          <a:xfrm>
            <a:off x="3224213" y="0"/>
            <a:ext cx="5919788" cy="706438"/>
          </a:xfrm>
          <a:prstGeom prst="rect">
            <a:avLst/>
          </a:prstGeom>
          <a:noFill/>
          <a:ln w="9525">
            <a:noFill/>
          </a:ln>
        </p:spPr>
        <p:txBody>
          <a:bodyPr>
            <a:spAutoFit/>
          </a:bodyPr>
          <a:lstStyle/>
          <a:p>
            <a:pPr marR="0" algn="ctr" defTabSz="914400" eaLnBrk="1" hangingPunct="1">
              <a:buClrTx/>
              <a:buSzTx/>
              <a:buFontTx/>
              <a:buNone/>
              <a:defRPr/>
            </a:pPr>
            <a:r>
              <a:rPr kumimoji="0" lang="en-US" altLang="zh-CN" sz="4000" b="1" kern="1200" cap="none" spc="0" normalizeH="0" baseline="0" noProof="1">
                <a:solidFill>
                  <a:srgbClr val="0000FF"/>
                </a:solidFill>
                <a:latin typeface="Arial" panose="020B0604020202020204" pitchFamily="34" charset="0"/>
                <a:ea typeface="宋体" panose="02010600030101010101" pitchFamily="2" charset="-122"/>
                <a:cs typeface="+mn-cs"/>
                <a:sym typeface="宋体" panose="02010600030101010101" pitchFamily="2" charset="-122"/>
              </a:rPr>
              <a:t>4.2.1 </a:t>
            </a:r>
            <a:r>
              <a:rPr kumimoji="1" lang="en-US" altLang="zh-CN" sz="4000" b="1" kern="0" cap="none" spc="0" normalizeH="0" baseline="0" noProof="0" dirty="0">
                <a:solidFill>
                  <a:srgbClr val="0000CC"/>
                </a:solidFill>
                <a:effectLst>
                  <a:outerShdw blurRad="38100" dist="38100" dir="2700000" algn="tl">
                    <a:srgbClr val="C0C0C0"/>
                  </a:outerShdw>
                </a:effectLst>
                <a:latin typeface="黑体" panose="02010609060101010101" pitchFamily="49" charset="-122"/>
                <a:ea typeface="黑体" panose="02010609060101010101" pitchFamily="49" charset="-122"/>
                <a:cs typeface="Times New Roman" panose="02020603050405020304" pitchFamily="18" charset="0"/>
                <a:sym typeface="+mn-ea"/>
              </a:rPr>
              <a:t> </a:t>
            </a:r>
            <a:r>
              <a:rPr kumimoji="0" lang="en-US" altLang="zh-CN" sz="4000" kern="1200" cap="none" spc="0" normalizeH="0" baseline="0" noProof="1">
                <a:solidFill>
                  <a:srgbClr val="0000FF"/>
                </a:solidFill>
                <a:latin typeface="Arial" panose="020B0604020202020204" pitchFamily="34" charset="0"/>
                <a:ea typeface="宋体" panose="02010600030101010101" pitchFamily="2" charset="-122"/>
                <a:cs typeface="+mn-cs"/>
                <a:sym typeface="+mn-ea"/>
              </a:rPr>
              <a:t>K</a:t>
            </a:r>
            <a:r>
              <a:rPr kumimoji="0" lang="en-US" altLang="zh-CN" sz="4000" b="1" kern="1200" cap="none" spc="0" normalizeH="0" baseline="0" noProof="1">
                <a:solidFill>
                  <a:srgbClr val="0000FF"/>
                </a:solidFill>
                <a:latin typeface="Arial" panose="020B0604020202020204" pitchFamily="34" charset="0"/>
                <a:ea typeface="宋体" panose="02010600030101010101" pitchFamily="2" charset="-122"/>
                <a:cs typeface="+mn-cs"/>
                <a:sym typeface="+mn-ea"/>
              </a:rPr>
              <a:t>-均值</a:t>
            </a:r>
            <a:r>
              <a:rPr kumimoji="0" lang="en-US" altLang="zh-CN" sz="4000" b="1" kern="1200" cap="none" spc="0" normalizeH="0" baseline="0" noProof="1">
                <a:solidFill>
                  <a:srgbClr val="0000FF"/>
                </a:solidFill>
                <a:latin typeface="Arial" panose="020B0604020202020204" pitchFamily="34" charset="0"/>
                <a:ea typeface="宋体" panose="02010600030101010101" pitchFamily="2" charset="-122"/>
                <a:cs typeface="+mn-cs"/>
                <a:sym typeface="宋体" panose="02010600030101010101" pitchFamily="2" charset="-122"/>
              </a:rPr>
              <a:t>算法</a:t>
            </a:r>
            <a:endParaRPr kumimoji="0" lang="en-US" altLang="zh-CN" sz="4000" b="1" kern="1200" cap="none" spc="0" normalizeH="0" baseline="0" noProof="1">
              <a:solidFill>
                <a:srgbClr val="0000FF"/>
              </a:solidFill>
              <a:latin typeface="Arial" panose="020B0604020202020204" pitchFamily="34" charset="0"/>
              <a:ea typeface="宋体" panose="02010600030101010101" pitchFamily="2" charset="-122"/>
              <a:cs typeface="+mn-cs"/>
              <a:sym typeface="宋体" panose="02010600030101010101" pitchFamily="2" charset="-122"/>
            </a:endParaRPr>
          </a:p>
        </p:txBody>
      </p:sp>
    </p:spTree>
  </p:cSld>
  <p:clrMapOvr>
    <a:masterClrMapping/>
  </p:clrMapOvr>
  <p:transition/>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3426" name="Rectangle 2"/>
          <p:cNvSpPr>
            <a:spLocks noGrp="1" noChangeArrowheads="1"/>
          </p:cNvSpPr>
          <p:nvPr>
            <p:ph type="title"/>
          </p:nvPr>
        </p:nvSpPr>
        <p:spPr>
          <a:xfrm>
            <a:off x="1071563" y="1071563"/>
            <a:ext cx="7143750" cy="609600"/>
          </a:xfrm>
        </p:spPr>
        <p:txBody>
          <a:bodyPr vert="horz" wrap="square" lIns="91440" tIns="45720" rIns="91440" bIns="45720" numCol="1" anchor="b" anchorCtr="0" compatLnSpc="1">
            <a:noAutofit/>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3600" b="1" i="1" u="none" strike="noStrike" kern="0" cap="none" spc="0" normalizeH="0" baseline="0" noProof="0" dirty="0">
                <a:ln>
                  <a:noFill/>
                </a:ln>
                <a:solidFill>
                  <a:srgbClr val="0000CC"/>
                </a:solidFill>
                <a:effectLst>
                  <a:outerShdw blurRad="38100" dist="38100" dir="2700000" algn="tl">
                    <a:srgbClr val="C0C0C0"/>
                  </a:outerShdw>
                </a:effectLst>
                <a:uLnTx/>
                <a:uFillTx/>
                <a:latin typeface="Times New Roman" panose="02020603050405020304" pitchFamily="18" charset="0"/>
                <a:ea typeface="黑体" panose="02010609060101010101" pitchFamily="49" charset="-122"/>
                <a:cs typeface="Times New Roman" panose="02020603050405020304" pitchFamily="18" charset="0"/>
              </a:rPr>
              <a:t>k</a:t>
            </a:r>
            <a:r>
              <a:rPr kumimoji="0" lang="en-US" altLang="zh-CN" sz="3600" b="1" i="0" u="none" strike="noStrike" kern="0" cap="none" spc="0" normalizeH="0" baseline="0" noProof="0" dirty="0">
                <a:ln>
                  <a:noFill/>
                </a:ln>
                <a:solidFill>
                  <a:srgbClr val="0000CC"/>
                </a:solidFill>
                <a:effectLst>
                  <a:outerShdw blurRad="38100" dist="38100" dir="2700000" algn="tl">
                    <a:srgbClr val="C0C0C0"/>
                  </a:outerShdw>
                </a:effectLst>
                <a:uLnTx/>
                <a:uFillTx/>
                <a:latin typeface="Times New Roman" panose="02020603050405020304" pitchFamily="18" charset="0"/>
                <a:ea typeface="黑体" panose="02010609060101010101" pitchFamily="49" charset="-122"/>
                <a:cs typeface="Times New Roman" panose="02020603050405020304" pitchFamily="18" charset="0"/>
              </a:rPr>
              <a:t>-</a:t>
            </a:r>
            <a:r>
              <a:rPr kumimoji="0" lang="zh-CN" altLang="en-US" sz="3600" b="1" i="0" u="none" strike="noStrike" kern="0" cap="none" spc="0" normalizeH="0" baseline="0" noProof="0" dirty="0">
                <a:ln>
                  <a:noFill/>
                </a:ln>
                <a:solidFill>
                  <a:srgbClr val="0000CC"/>
                </a:solidFill>
                <a:effectLst>
                  <a:outerShdw blurRad="38100" dist="38100" dir="2700000" algn="tl">
                    <a:srgbClr val="C0C0C0"/>
                  </a:outerShdw>
                </a:effectLst>
                <a:uLnTx/>
                <a:uFillTx/>
                <a:latin typeface="Times New Roman" panose="02020603050405020304" pitchFamily="18" charset="0"/>
                <a:ea typeface="黑体" panose="02010609060101010101" pitchFamily="49" charset="-122"/>
                <a:cs typeface="Times New Roman" panose="02020603050405020304" pitchFamily="18" charset="0"/>
              </a:rPr>
              <a:t>均值聚类算法分析</a:t>
            </a:r>
            <a:endParaRPr kumimoji="0" lang="zh-CN" altLang="en-US" sz="3600" b="1" i="0" u="none" strike="noStrike" kern="0" cap="none" spc="0" normalizeH="0" baseline="0" noProof="0" dirty="0">
              <a:ln>
                <a:noFill/>
              </a:ln>
              <a:solidFill>
                <a:srgbClr val="0000CC"/>
              </a:solidFill>
              <a:effectLst>
                <a:outerShdw blurRad="38100" dist="38100" dir="2700000" algn="tl">
                  <a:srgbClr val="C0C0C0"/>
                </a:outerShdw>
              </a:effectLst>
              <a:uLnTx/>
              <a:uFillTx/>
              <a:latin typeface="Times New Roman" panose="02020603050405020304" pitchFamily="18" charset="0"/>
              <a:ea typeface="黑体" panose="02010609060101010101" pitchFamily="49" charset="-122"/>
              <a:cs typeface="Times New Roman" panose="02020603050405020304" pitchFamily="18" charset="0"/>
            </a:endParaRPr>
          </a:p>
        </p:txBody>
      </p:sp>
      <p:sp>
        <p:nvSpPr>
          <p:cNvPr id="86019" name="Rectangle 5"/>
          <p:cNvSpPr/>
          <p:nvPr/>
        </p:nvSpPr>
        <p:spPr>
          <a:xfrm>
            <a:off x="468313" y="1841500"/>
            <a:ext cx="8353425" cy="4124325"/>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华文新魏" panose="02010800040101010101" pitchFamily="2" charset="-122"/>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ea typeface="+mn-ea"/>
                <a:cs typeface="华文新魏" panose="02010800040101010101" pitchFamily="2" charset="-122"/>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ea typeface="+mn-ea"/>
                <a:cs typeface="华文新魏" panose="02010800040101010101" pitchFamily="2" charset="-122"/>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ea typeface="+mn-ea"/>
                <a:cs typeface="华文新魏" panose="02010800040101010101" pitchFamily="2" charset="-122"/>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ea typeface="+mn-ea"/>
                <a:cs typeface="华文新魏" panose="02010800040101010101" pitchFamily="2" charset="-122"/>
              </a:defRPr>
            </a:lvl5pPr>
          </a:lstStyle>
          <a:p>
            <a:pPr marL="273050" lvl="0" indent="-273050" eaLnBrk="1" hangingPunct="1">
              <a:spcBef>
                <a:spcPts val="575"/>
              </a:spcBef>
              <a:buClr>
                <a:srgbClr val="D34817"/>
              </a:buClr>
              <a:buSzPct val="85000"/>
            </a:pPr>
            <a:r>
              <a:rPr lang="en-US" altLang="zh-CN" sz="2600" b="1" i="1" dirty="0">
                <a:latin typeface="Times New Roman" panose="02020603050405020304" pitchFamily="18" charset="0"/>
                <a:cs typeface="Times New Roman" panose="02020603050405020304" pitchFamily="18" charset="0"/>
              </a:rPr>
              <a:t>  k</a:t>
            </a:r>
            <a:r>
              <a:rPr lang="en-US" altLang="zh-CN" sz="2600" b="1" dirty="0">
                <a:latin typeface="Times New Roman" panose="02020603050405020304" pitchFamily="18" charset="0"/>
                <a:cs typeface="Times New Roman" panose="02020603050405020304" pitchFamily="18" charset="0"/>
              </a:rPr>
              <a:t>-means</a:t>
            </a:r>
            <a:r>
              <a:rPr lang="zh-CN" altLang="en-US" sz="2600" b="1" dirty="0">
                <a:latin typeface="Times New Roman" panose="02020603050405020304" pitchFamily="18" charset="0"/>
                <a:cs typeface="Times New Roman" panose="02020603050405020304" pitchFamily="18" charset="0"/>
              </a:rPr>
              <a:t>聚类算法对于不同的初始聚类中心，可能会</a:t>
            </a:r>
            <a:endParaRPr lang="zh-CN" altLang="en-US" sz="2600" b="1" dirty="0">
              <a:latin typeface="Times New Roman" panose="02020603050405020304" pitchFamily="18" charset="0"/>
              <a:cs typeface="Times New Roman" panose="02020603050405020304" pitchFamily="18" charset="0"/>
            </a:endParaRPr>
          </a:p>
          <a:p>
            <a:pPr marL="273050" lvl="0" indent="-273050" eaLnBrk="1" hangingPunct="1">
              <a:spcBef>
                <a:spcPts val="575"/>
              </a:spcBef>
              <a:buClr>
                <a:srgbClr val="D34817"/>
              </a:buClr>
              <a:buSzPct val="85000"/>
              <a:buNone/>
            </a:pPr>
            <a:r>
              <a:rPr lang="zh-CN" altLang="en-US" sz="2600" b="1" dirty="0">
                <a:latin typeface="Times New Roman" panose="02020603050405020304" pitchFamily="18" charset="0"/>
                <a:cs typeface="Times New Roman" panose="02020603050405020304" pitchFamily="18" charset="0"/>
              </a:rPr>
              <a:t>     得到不同的聚类结果。</a:t>
            </a:r>
            <a:endParaRPr lang="en-US" altLang="zh-CN" sz="2600" b="1" dirty="0">
              <a:latin typeface="Times New Roman" panose="02020603050405020304" pitchFamily="18" charset="0"/>
              <a:cs typeface="Times New Roman" panose="02020603050405020304" pitchFamily="18" charset="0"/>
            </a:endParaRPr>
          </a:p>
          <a:p>
            <a:pPr marL="273050" lvl="0" indent="-273050" eaLnBrk="1" hangingPunct="1">
              <a:spcBef>
                <a:spcPts val="575"/>
              </a:spcBef>
              <a:buClr>
                <a:srgbClr val="D34817"/>
              </a:buClr>
              <a:buSzPct val="85000"/>
              <a:buFontTx/>
              <a:buNone/>
            </a:pPr>
            <a:r>
              <a:rPr lang="zh-CN" altLang="en-US" sz="2400" b="1" dirty="0">
                <a:solidFill>
                  <a:srgbClr val="0070C0"/>
                </a:solidFill>
                <a:latin typeface="华文中宋" panose="02010600040101010101" pitchFamily="2" charset="-122"/>
                <a:ea typeface="华文中宋" panose="02010600040101010101" pitchFamily="2" charset="-122"/>
              </a:rPr>
              <a:t>    解决方法：</a:t>
            </a:r>
            <a:r>
              <a:rPr lang="zh-CN" altLang="en-US" sz="2400" b="1" dirty="0">
                <a:latin typeface="宋体" panose="02010600030101010101" pitchFamily="2" charset="-122"/>
                <a:ea typeface="华文中宋" panose="02010600040101010101" pitchFamily="2" charset="-122"/>
              </a:rPr>
              <a:t>多设置一些不同的初值，对比最后的运算结</a:t>
            </a:r>
            <a:endParaRPr lang="zh-CN" altLang="en-US" sz="2400" b="1" dirty="0">
              <a:latin typeface="宋体" panose="02010600030101010101" pitchFamily="2" charset="-122"/>
              <a:ea typeface="华文中宋" panose="02010600040101010101" pitchFamily="2" charset="-122"/>
            </a:endParaRPr>
          </a:p>
          <a:p>
            <a:pPr marL="273050" lvl="0" indent="-273050" eaLnBrk="1" hangingPunct="1">
              <a:spcBef>
                <a:spcPts val="575"/>
              </a:spcBef>
              <a:buClr>
                <a:srgbClr val="D34817"/>
              </a:buClr>
              <a:buSzPct val="85000"/>
              <a:buFontTx/>
              <a:buNone/>
            </a:pPr>
            <a:r>
              <a:rPr lang="zh-CN" altLang="en-US" sz="2400" b="1" dirty="0">
                <a:latin typeface="宋体" panose="02010600030101010101" pitchFamily="2" charset="-122"/>
                <a:ea typeface="华文中宋" panose="02010600040101010101" pitchFamily="2" charset="-122"/>
              </a:rPr>
              <a:t>            果，直到结果趋于稳定结束。</a:t>
            </a:r>
            <a:endParaRPr lang="en-US" altLang="zh-CN" sz="2400" b="1" dirty="0">
              <a:latin typeface="宋体" panose="02010600030101010101" pitchFamily="2" charset="-122"/>
              <a:ea typeface="华文中宋" panose="02010600040101010101" pitchFamily="2" charset="-122"/>
            </a:endParaRPr>
          </a:p>
          <a:p>
            <a:pPr marL="273050" lvl="0" indent="-273050" eaLnBrk="1" hangingPunct="1">
              <a:spcBef>
                <a:spcPts val="575"/>
              </a:spcBef>
              <a:buClr>
                <a:srgbClr val="D34817"/>
              </a:buClr>
              <a:buSzPct val="85000"/>
              <a:buFont typeface="Wingdings" panose="05000000000000000000" pitchFamily="2" charset="2"/>
              <a:buChar char="n"/>
            </a:pPr>
            <a:r>
              <a:rPr lang="zh-CN" altLang="en-US" sz="2600" b="1" dirty="0">
                <a:ea typeface="华文中宋" panose="02010600040101010101" pitchFamily="2" charset="-122"/>
              </a:rPr>
              <a:t> 聚类数未知情况下的聚类问题</a:t>
            </a:r>
            <a:endParaRPr lang="zh-CN" altLang="en-US" sz="2600" b="1" dirty="0">
              <a:ea typeface="华文中宋" panose="02010600040101010101" pitchFamily="2" charset="-122"/>
            </a:endParaRPr>
          </a:p>
          <a:p>
            <a:pPr marL="273050" lvl="0" indent="-273050" eaLnBrk="1" hangingPunct="1">
              <a:spcBef>
                <a:spcPts val="575"/>
              </a:spcBef>
              <a:buClr>
                <a:srgbClr val="D34817"/>
              </a:buClr>
              <a:buSzPct val="85000"/>
              <a:buNone/>
            </a:pPr>
            <a:r>
              <a:rPr lang="zh-CN" altLang="en-US" sz="2400" b="1" dirty="0">
                <a:solidFill>
                  <a:srgbClr val="0070C0"/>
                </a:solidFill>
                <a:latin typeface="华文中宋" panose="02010600040101010101" pitchFamily="2" charset="-122"/>
                <a:ea typeface="华文中宋" panose="02010600040101010101" pitchFamily="2" charset="-122"/>
              </a:rPr>
              <a:t>    解决方法：</a:t>
            </a:r>
            <a:r>
              <a:rPr lang="zh-CN" altLang="en-US" sz="2400" b="1" dirty="0">
                <a:latin typeface="宋体" panose="02010600030101010101" pitchFamily="2" charset="-122"/>
                <a:ea typeface="华文中宋" panose="02010600040101010101" pitchFamily="2" charset="-122"/>
              </a:rPr>
              <a:t>聚类分裂、合并确定聚类数</a:t>
            </a:r>
            <a:endParaRPr lang="en-US" altLang="zh-CN" sz="2400" b="1" dirty="0">
              <a:latin typeface="宋体" panose="02010600030101010101" pitchFamily="2" charset="-122"/>
              <a:ea typeface="华文中宋" panose="02010600040101010101" pitchFamily="2" charset="-122"/>
            </a:endParaRPr>
          </a:p>
          <a:p>
            <a:pPr marL="273050" lvl="0" indent="-273050" eaLnBrk="1" hangingPunct="1">
              <a:spcBef>
                <a:spcPts val="575"/>
              </a:spcBef>
              <a:buClr>
                <a:srgbClr val="D34817"/>
              </a:buClr>
              <a:buSzPct val="85000"/>
              <a:buNone/>
            </a:pPr>
            <a:r>
              <a:rPr lang="en-US" altLang="zh-CN" sz="2400" b="1" i="1" dirty="0">
                <a:solidFill>
                  <a:srgbClr val="0070C0"/>
                </a:solidFill>
                <a:latin typeface="华文中宋" panose="02010600040101010101" pitchFamily="2" charset="-122"/>
                <a:ea typeface="华文中宋" panose="02010600040101010101" pitchFamily="2" charset="-122"/>
              </a:rPr>
              <a:t>                  </a:t>
            </a:r>
            <a:r>
              <a:rPr lang="en-US" altLang="zh-CN" sz="2400" b="1" i="1" dirty="0">
                <a:latin typeface="Times New Roman" panose="02020603050405020304" pitchFamily="18" charset="0"/>
                <a:ea typeface="华文中宋" panose="02010600040101010101" pitchFamily="2" charset="-122"/>
              </a:rPr>
              <a:t>k</a:t>
            </a:r>
            <a:r>
              <a:rPr lang="zh-CN" altLang="en-US" sz="2400" b="1" dirty="0">
                <a:latin typeface="宋体" panose="02010600030101010101" pitchFamily="2" charset="-122"/>
                <a:ea typeface="华文中宋" panose="02010600040101010101" pitchFamily="2" charset="-122"/>
              </a:rPr>
              <a:t>值可以通过其他的算法来估计，如：</a:t>
            </a:r>
            <a:endParaRPr lang="en-US" altLang="zh-CN" sz="2400" b="1" dirty="0">
              <a:latin typeface="宋体" panose="02010600030101010101" pitchFamily="2" charset="-122"/>
              <a:ea typeface="华文中宋" panose="02010600040101010101" pitchFamily="2" charset="-122"/>
            </a:endParaRPr>
          </a:p>
          <a:p>
            <a:pPr marL="2057400" lvl="4" indent="-228600" eaLnBrk="1" hangingPunct="1">
              <a:spcBef>
                <a:spcPts val="575"/>
              </a:spcBef>
              <a:buClrTx/>
              <a:buSzPct val="85000"/>
              <a:buFont typeface="宋体" panose="02010600030101010101" pitchFamily="2" charset="-122"/>
              <a:buChar char="―"/>
            </a:pPr>
            <a:r>
              <a:rPr lang="en-US" altLang="zh-CN" sz="2400" b="1" dirty="0">
                <a:solidFill>
                  <a:srgbClr val="000000"/>
                </a:solidFill>
                <a:latin typeface="Times New Roman" panose="02020603050405020304" pitchFamily="18" charset="0"/>
                <a:cs typeface="Times New Roman" panose="02020603050405020304" pitchFamily="18" charset="0"/>
              </a:rPr>
              <a:t>BIC (Bayesian information criterion)</a:t>
            </a:r>
            <a:endParaRPr lang="en-US" altLang="zh-CN" sz="2400" b="1" dirty="0">
              <a:solidFill>
                <a:srgbClr val="000000"/>
              </a:solidFill>
              <a:latin typeface="Times New Roman" panose="02020603050405020304" pitchFamily="18" charset="0"/>
              <a:cs typeface="Times New Roman" panose="02020603050405020304" pitchFamily="18" charset="0"/>
            </a:endParaRPr>
          </a:p>
          <a:p>
            <a:pPr marL="2057400" lvl="4" indent="-228600" eaLnBrk="1" hangingPunct="1">
              <a:spcBef>
                <a:spcPts val="575"/>
              </a:spcBef>
              <a:buClrTx/>
              <a:buSzPct val="85000"/>
              <a:buFont typeface="宋体" panose="02010600030101010101" pitchFamily="2" charset="-122"/>
              <a:buChar char="―"/>
            </a:pPr>
            <a:r>
              <a:rPr lang="en-US" altLang="zh-CN" sz="2400" b="1" dirty="0">
                <a:solidFill>
                  <a:srgbClr val="000000"/>
                </a:solidFill>
                <a:latin typeface="Times New Roman" panose="02020603050405020304" pitchFamily="18" charset="0"/>
                <a:cs typeface="Times New Roman" panose="02020603050405020304" pitchFamily="18" charset="0"/>
              </a:rPr>
              <a:t>MDL (minimum description length)</a:t>
            </a:r>
            <a:endParaRPr lang="en-US" altLang="zh-CN" sz="2400" b="1" dirty="0">
              <a:solidFill>
                <a:srgbClr val="000000"/>
              </a:solidFill>
              <a:latin typeface="Times New Roman" panose="02020603050405020304" pitchFamily="18" charset="0"/>
              <a:ea typeface="Times New Roman" panose="02020603050405020304" pitchFamily="18" charset="0"/>
            </a:endParaRPr>
          </a:p>
        </p:txBody>
      </p:sp>
      <p:sp>
        <p:nvSpPr>
          <p:cNvPr id="5" name="Text Box 5"/>
          <p:cNvSpPr txBox="1"/>
          <p:nvPr/>
        </p:nvSpPr>
        <p:spPr>
          <a:xfrm>
            <a:off x="3224213" y="0"/>
            <a:ext cx="5919788" cy="706438"/>
          </a:xfrm>
          <a:prstGeom prst="rect">
            <a:avLst/>
          </a:prstGeom>
          <a:noFill/>
          <a:ln w="9525">
            <a:noFill/>
          </a:ln>
        </p:spPr>
        <p:txBody>
          <a:bodyPr>
            <a:spAutoFit/>
          </a:bodyPr>
          <a:lstStyle/>
          <a:p>
            <a:pPr marR="0" algn="ctr" defTabSz="914400" eaLnBrk="1" hangingPunct="1">
              <a:buClrTx/>
              <a:buSzTx/>
              <a:buFontTx/>
              <a:buNone/>
              <a:defRPr/>
            </a:pPr>
            <a:r>
              <a:rPr kumimoji="0" lang="en-US" altLang="zh-CN" sz="4000" b="1" kern="1200" cap="none" spc="0" normalizeH="0" baseline="0" noProof="1">
                <a:solidFill>
                  <a:srgbClr val="0000FF"/>
                </a:solidFill>
                <a:latin typeface="Arial" panose="020B0604020202020204" pitchFamily="34" charset="0"/>
                <a:ea typeface="宋体" panose="02010600030101010101" pitchFamily="2" charset="-122"/>
                <a:cs typeface="+mn-cs"/>
                <a:sym typeface="宋体" panose="02010600030101010101" pitchFamily="2" charset="-122"/>
              </a:rPr>
              <a:t>4.2.1 </a:t>
            </a:r>
            <a:r>
              <a:rPr kumimoji="1" lang="en-US" altLang="zh-CN" sz="4000" b="1" kern="0" cap="none" spc="0" normalizeH="0" baseline="0" noProof="0" dirty="0">
                <a:solidFill>
                  <a:srgbClr val="0000CC"/>
                </a:solidFill>
                <a:effectLst>
                  <a:outerShdw blurRad="38100" dist="38100" dir="2700000" algn="tl">
                    <a:srgbClr val="C0C0C0"/>
                  </a:outerShdw>
                </a:effectLst>
                <a:latin typeface="黑体" panose="02010609060101010101" pitchFamily="49" charset="-122"/>
                <a:ea typeface="黑体" panose="02010609060101010101" pitchFamily="49" charset="-122"/>
                <a:cs typeface="Times New Roman" panose="02020603050405020304" pitchFamily="18" charset="0"/>
                <a:sym typeface="+mn-ea"/>
              </a:rPr>
              <a:t> </a:t>
            </a:r>
            <a:r>
              <a:rPr kumimoji="0" lang="en-US" altLang="zh-CN" sz="4000" kern="1200" cap="none" spc="0" normalizeH="0" baseline="0" noProof="1">
                <a:solidFill>
                  <a:srgbClr val="0000FF"/>
                </a:solidFill>
                <a:latin typeface="Arial" panose="020B0604020202020204" pitchFamily="34" charset="0"/>
                <a:ea typeface="宋体" panose="02010600030101010101" pitchFamily="2" charset="-122"/>
                <a:cs typeface="+mn-cs"/>
                <a:sym typeface="+mn-ea"/>
              </a:rPr>
              <a:t>K</a:t>
            </a:r>
            <a:r>
              <a:rPr kumimoji="0" lang="en-US" altLang="zh-CN" sz="4000" b="1" kern="1200" cap="none" spc="0" normalizeH="0" baseline="0" noProof="1">
                <a:solidFill>
                  <a:srgbClr val="0000FF"/>
                </a:solidFill>
                <a:latin typeface="Arial" panose="020B0604020202020204" pitchFamily="34" charset="0"/>
                <a:ea typeface="宋体" panose="02010600030101010101" pitchFamily="2" charset="-122"/>
                <a:cs typeface="+mn-cs"/>
                <a:sym typeface="+mn-ea"/>
              </a:rPr>
              <a:t>-均值</a:t>
            </a:r>
            <a:r>
              <a:rPr kumimoji="0" lang="en-US" altLang="zh-CN" sz="4000" b="1" kern="1200" cap="none" spc="0" normalizeH="0" baseline="0" noProof="1">
                <a:solidFill>
                  <a:srgbClr val="0000FF"/>
                </a:solidFill>
                <a:latin typeface="Arial" panose="020B0604020202020204" pitchFamily="34" charset="0"/>
                <a:ea typeface="宋体" panose="02010600030101010101" pitchFamily="2" charset="-122"/>
                <a:cs typeface="+mn-cs"/>
                <a:sym typeface="宋体" panose="02010600030101010101" pitchFamily="2" charset="-122"/>
              </a:rPr>
              <a:t>算法</a:t>
            </a:r>
            <a:endParaRPr kumimoji="0" lang="en-US" altLang="zh-CN" sz="4000" b="1" kern="1200" cap="none" spc="0" normalizeH="0" baseline="0" noProof="1">
              <a:solidFill>
                <a:srgbClr val="0000FF"/>
              </a:solidFill>
              <a:latin typeface="Arial" panose="020B0604020202020204" pitchFamily="34" charset="0"/>
              <a:ea typeface="宋体" panose="02010600030101010101" pitchFamily="2" charset="-122"/>
              <a:cs typeface="+mn-cs"/>
              <a:sym typeface="宋体" panose="02010600030101010101" pitchFamily="2" charset="-122"/>
            </a:endParaRPr>
          </a:p>
        </p:txBody>
      </p:sp>
    </p:spTree>
  </p:cSld>
  <p:clrMapOvr>
    <a:masterClrMapping/>
  </p:clrMapOvr>
  <p:transition/>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3426" name="Rectangle 2"/>
          <p:cNvSpPr>
            <a:spLocks noGrp="1" noChangeArrowheads="1"/>
          </p:cNvSpPr>
          <p:nvPr>
            <p:ph type="title"/>
          </p:nvPr>
        </p:nvSpPr>
        <p:spPr>
          <a:xfrm>
            <a:off x="1071563" y="1071563"/>
            <a:ext cx="7143750" cy="609600"/>
          </a:xfrm>
        </p:spPr>
        <p:txBody>
          <a:bodyPr vert="horz" wrap="square" lIns="91440" tIns="45720" rIns="91440" bIns="45720" numCol="1" anchor="b" anchorCtr="0" compatLnSpc="1">
            <a:noAutofit/>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3600" b="1" i="1" u="none" strike="noStrike" kern="0" cap="none" spc="0" normalizeH="0" baseline="0" noProof="0">
                <a:ln>
                  <a:noFill/>
                </a:ln>
                <a:solidFill>
                  <a:srgbClr val="0000CC"/>
                </a:solidFill>
                <a:effectLst>
                  <a:outerShdw blurRad="38100" dist="38100" dir="2700000" algn="tl">
                    <a:srgbClr val="C0C0C0"/>
                  </a:outerShdw>
                </a:effectLst>
                <a:uLnTx/>
                <a:uFillTx/>
                <a:latin typeface="Times New Roman" panose="02020603050405020304" pitchFamily="18" charset="0"/>
                <a:ea typeface="黑体" panose="02010609060101010101" pitchFamily="49" charset="-122"/>
                <a:cs typeface="Times New Roman" panose="02020603050405020304" pitchFamily="18" charset="0"/>
              </a:rPr>
              <a:t>k</a:t>
            </a:r>
            <a:r>
              <a:rPr kumimoji="0" lang="en-US" altLang="zh-CN" sz="3600" b="1" i="0" u="none" strike="noStrike" kern="0" cap="none" spc="0" normalizeH="0" baseline="0" noProof="0">
                <a:ln>
                  <a:noFill/>
                </a:ln>
                <a:solidFill>
                  <a:srgbClr val="0000CC"/>
                </a:solidFill>
                <a:effectLst>
                  <a:outerShdw blurRad="38100" dist="38100" dir="2700000" algn="tl">
                    <a:srgbClr val="C0C0C0"/>
                  </a:outerShdw>
                </a:effectLst>
                <a:uLnTx/>
                <a:uFillTx/>
                <a:latin typeface="Times New Roman" panose="02020603050405020304" pitchFamily="18" charset="0"/>
                <a:ea typeface="黑体" panose="02010609060101010101" pitchFamily="49" charset="-122"/>
                <a:cs typeface="Times New Roman" panose="02020603050405020304" pitchFamily="18" charset="0"/>
              </a:rPr>
              <a:t>-means</a:t>
            </a:r>
            <a:r>
              <a:rPr kumimoji="0" lang="zh-CN" altLang="en-US" sz="3600" b="1" i="0" u="none" strike="noStrike" kern="0" cap="none" spc="0" normalizeH="0" baseline="0" noProof="0">
                <a:ln>
                  <a:noFill/>
                </a:ln>
                <a:solidFill>
                  <a:srgbClr val="0000CC"/>
                </a:solidFill>
                <a:effectLst>
                  <a:outerShdw blurRad="38100" dist="38100" dir="2700000" algn="tl">
                    <a:srgbClr val="C0C0C0"/>
                  </a:outerShdw>
                </a:effectLst>
                <a:uLnTx/>
                <a:uFillTx/>
                <a:latin typeface="Times New Roman" panose="02020603050405020304" pitchFamily="18" charset="0"/>
                <a:ea typeface="黑体" panose="02010609060101010101" pitchFamily="49" charset="-122"/>
                <a:cs typeface="Times New Roman" panose="02020603050405020304" pitchFamily="18" charset="0"/>
              </a:rPr>
              <a:t>算法在图像分割上的应用</a:t>
            </a:r>
            <a:endParaRPr kumimoji="0" lang="en-US" altLang="zh-CN" sz="3600" b="1" i="0" u="none" strike="noStrike" kern="0" cap="none" spc="0" normalizeH="0" baseline="0" noProof="0">
              <a:ln>
                <a:noFill/>
              </a:ln>
              <a:solidFill>
                <a:srgbClr val="FF0000"/>
              </a:solidFill>
              <a:effectLst/>
              <a:uLnTx/>
              <a:uFillTx/>
              <a:latin typeface="宋体" panose="02010600030101010101" pitchFamily="2" charset="-122"/>
              <a:ea typeface="黑体" panose="02010609060101010101" pitchFamily="49" charset="-122"/>
              <a:cs typeface="Times New Roman" panose="02020603050405020304" pitchFamily="18" charset="0"/>
            </a:endParaRPr>
          </a:p>
        </p:txBody>
      </p:sp>
      <p:sp>
        <p:nvSpPr>
          <p:cNvPr id="87043" name="Rectangle 5"/>
          <p:cNvSpPr/>
          <p:nvPr/>
        </p:nvSpPr>
        <p:spPr>
          <a:xfrm>
            <a:off x="539750" y="1841500"/>
            <a:ext cx="8281988" cy="3587750"/>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华文新魏" panose="02010800040101010101" pitchFamily="2" charset="-122"/>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ea typeface="+mn-ea"/>
                <a:cs typeface="华文新魏" panose="02010800040101010101" pitchFamily="2" charset="-122"/>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ea typeface="+mn-ea"/>
                <a:cs typeface="华文新魏" panose="02010800040101010101" pitchFamily="2" charset="-122"/>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ea typeface="+mn-ea"/>
                <a:cs typeface="华文新魏" panose="02010800040101010101" pitchFamily="2" charset="-122"/>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ea typeface="+mn-ea"/>
                <a:cs typeface="华文新魏" panose="02010800040101010101" pitchFamily="2" charset="-122"/>
              </a:defRPr>
            </a:lvl5pPr>
          </a:lstStyle>
          <a:p>
            <a:pPr marL="273050" lvl="0" indent="-273050" eaLnBrk="1" hangingPunct="1">
              <a:spcBef>
                <a:spcPts val="575"/>
              </a:spcBef>
              <a:buClr>
                <a:srgbClr val="D34817"/>
              </a:buClr>
              <a:buSzPct val="85000"/>
            </a:pPr>
            <a:r>
              <a:rPr lang="zh-CN" altLang="en-US" sz="2600" b="1" dirty="0">
                <a:solidFill>
                  <a:srgbClr val="0070C0"/>
                </a:solidFill>
                <a:latin typeface="华文中宋" panose="02010600040101010101" pitchFamily="2" charset="-122"/>
                <a:ea typeface="华文中宋" panose="02010600040101010101" pitchFamily="2" charset="-122"/>
              </a:rPr>
              <a:t> 例：</a:t>
            </a:r>
            <a:r>
              <a:rPr lang="zh-CN" altLang="en-US" sz="2400" b="1" dirty="0">
                <a:latin typeface="Times New Roman" panose="02020603050405020304" pitchFamily="18" charset="0"/>
                <a:ea typeface="华文中宋" panose="02010600040101010101" pitchFamily="2" charset="-122"/>
              </a:rPr>
              <a:t>图像：一只遥望大海的小狗。</a:t>
            </a:r>
            <a:endParaRPr lang="en-US" altLang="zh-CN" sz="2400" b="1" dirty="0">
              <a:latin typeface="Times New Roman" panose="02020603050405020304" pitchFamily="18" charset="0"/>
              <a:ea typeface="华文中宋" panose="02010600040101010101" pitchFamily="2" charset="-122"/>
            </a:endParaRPr>
          </a:p>
          <a:p>
            <a:pPr marL="742950" lvl="1" indent="-285750" eaLnBrk="1" hangingPunct="1">
              <a:spcBef>
                <a:spcPts val="575"/>
              </a:spcBef>
              <a:buClr>
                <a:schemeClr val="tx2"/>
              </a:buClr>
              <a:buSzPct val="80000"/>
              <a:buFont typeface="Wingdings" panose="05000000000000000000" pitchFamily="2" charset="2"/>
              <a:buChar char="l"/>
            </a:pPr>
            <a:r>
              <a:rPr lang="zh-CN" altLang="en-US" sz="2400" b="1" dirty="0">
                <a:latin typeface="Times New Roman" panose="02020603050405020304" pitchFamily="18" charset="0"/>
                <a:ea typeface="华文中宋" panose="02010600040101010101" pitchFamily="2" charset="-122"/>
              </a:rPr>
              <a:t>此图为</a:t>
            </a:r>
            <a:r>
              <a:rPr lang="en-US" altLang="zh-CN" sz="2400" b="1" dirty="0">
                <a:latin typeface="Times New Roman" panose="02020603050405020304" pitchFamily="18" charset="0"/>
                <a:ea typeface="华文中宋" panose="02010600040101010101" pitchFamily="2" charset="-122"/>
              </a:rPr>
              <a:t>100 x 100</a:t>
            </a:r>
            <a:r>
              <a:rPr lang="zh-CN" altLang="en-US" sz="2400" b="1" dirty="0">
                <a:latin typeface="Times New Roman" panose="02020603050405020304" pitchFamily="18" charset="0"/>
                <a:ea typeface="华文中宋" panose="02010600040101010101" pitchFamily="2" charset="-122"/>
              </a:rPr>
              <a:t>像素的</a:t>
            </a:r>
            <a:r>
              <a:rPr lang="en-US" altLang="zh-CN" sz="2400" b="1" dirty="0">
                <a:latin typeface="Times New Roman" panose="02020603050405020304" pitchFamily="18" charset="0"/>
                <a:ea typeface="华文中宋" panose="02010600040101010101" pitchFamily="2" charset="-122"/>
              </a:rPr>
              <a:t>JPG</a:t>
            </a:r>
            <a:r>
              <a:rPr lang="zh-CN" altLang="en-US" sz="2400" b="1" dirty="0">
                <a:latin typeface="Times New Roman" panose="02020603050405020304" pitchFamily="18" charset="0"/>
                <a:ea typeface="华文中宋" panose="02010600040101010101" pitchFamily="2" charset="-122"/>
              </a:rPr>
              <a:t>图片，每个像素表示为三</a:t>
            </a:r>
            <a:endParaRPr lang="en-US" altLang="zh-CN" sz="2400" b="1" dirty="0">
              <a:latin typeface="Times New Roman" panose="02020603050405020304" pitchFamily="18" charset="0"/>
              <a:ea typeface="华文中宋" panose="02010600040101010101" pitchFamily="2" charset="-122"/>
            </a:endParaRPr>
          </a:p>
          <a:p>
            <a:pPr marL="742950" lvl="1" indent="-285750" eaLnBrk="1" hangingPunct="1">
              <a:spcBef>
                <a:spcPts val="575"/>
              </a:spcBef>
              <a:buClr>
                <a:schemeClr val="tx2"/>
              </a:buClr>
              <a:buSzPct val="80000"/>
              <a:buFontTx/>
              <a:buNone/>
            </a:pPr>
            <a:r>
              <a:rPr lang="zh-CN" altLang="en-US" sz="2400" b="1" dirty="0">
                <a:latin typeface="Times New Roman" panose="02020603050405020304" pitchFamily="18" charset="0"/>
                <a:ea typeface="华文中宋" panose="02010600040101010101" pitchFamily="2" charset="-122"/>
              </a:rPr>
              <a:t>   维向量（对应</a:t>
            </a:r>
            <a:r>
              <a:rPr lang="en-US" altLang="zh-CN" sz="2400" b="1" dirty="0">
                <a:latin typeface="Times New Roman" panose="02020603050405020304" pitchFamily="18" charset="0"/>
                <a:ea typeface="华文中宋" panose="02010600040101010101" pitchFamily="2" charset="-122"/>
              </a:rPr>
              <a:t>JPEG</a:t>
            </a:r>
            <a:r>
              <a:rPr lang="zh-CN" altLang="en-US" sz="2400" b="1" dirty="0">
                <a:latin typeface="Times New Roman" panose="02020603050405020304" pitchFamily="18" charset="0"/>
                <a:ea typeface="华文中宋" panose="02010600040101010101" pitchFamily="2" charset="-122"/>
              </a:rPr>
              <a:t>图像中的红色、绿色和蓝色道） ；</a:t>
            </a:r>
            <a:endParaRPr lang="en-US" altLang="zh-CN" sz="2400" b="1" dirty="0">
              <a:latin typeface="Times New Roman" panose="02020603050405020304" pitchFamily="18" charset="0"/>
              <a:ea typeface="华文中宋" panose="02010600040101010101" pitchFamily="2" charset="-122"/>
            </a:endParaRPr>
          </a:p>
          <a:p>
            <a:pPr marL="742950" lvl="1" indent="-285750" eaLnBrk="1" hangingPunct="1">
              <a:spcBef>
                <a:spcPts val="575"/>
              </a:spcBef>
              <a:buClr>
                <a:schemeClr val="tx2"/>
              </a:buClr>
              <a:buSzPct val="80000"/>
              <a:buFont typeface="Wingdings" panose="05000000000000000000" pitchFamily="2" charset="2"/>
              <a:buChar char="l"/>
            </a:pPr>
            <a:r>
              <a:rPr lang="zh-CN" altLang="en-US" sz="2400" b="1" dirty="0">
                <a:latin typeface="Times New Roman" panose="02020603050405020304" pitchFamily="18" charset="0"/>
                <a:ea typeface="华文中宋" panose="02010600040101010101" pitchFamily="2" charset="-122"/>
              </a:rPr>
              <a:t>使用</a:t>
            </a:r>
            <a:r>
              <a:rPr lang="en-US" altLang="zh-CN" sz="2400" b="1" i="1" dirty="0">
                <a:latin typeface="Times New Roman" panose="02020603050405020304" pitchFamily="18" charset="0"/>
                <a:ea typeface="华文中宋" panose="02010600040101010101" pitchFamily="2" charset="-122"/>
              </a:rPr>
              <a:t>k</a:t>
            </a:r>
            <a:r>
              <a:rPr lang="en-US" altLang="zh-CN" sz="2400" b="1" dirty="0">
                <a:latin typeface="Times New Roman" panose="02020603050405020304" pitchFamily="18" charset="0"/>
                <a:ea typeface="华文中宋" panose="02010600040101010101" pitchFamily="2" charset="-122"/>
              </a:rPr>
              <a:t>-means</a:t>
            </a:r>
            <a:r>
              <a:rPr lang="zh-CN" altLang="en-US" sz="2400" b="1" dirty="0">
                <a:latin typeface="Times New Roman" panose="02020603050405020304" pitchFamily="18" charset="0"/>
                <a:ea typeface="华文中宋" panose="02010600040101010101" pitchFamily="2" charset="-122"/>
              </a:rPr>
              <a:t>算法对图像进行分割，将图像分割为合</a:t>
            </a:r>
            <a:endParaRPr lang="en-US" altLang="zh-CN" sz="2400" b="1" dirty="0">
              <a:latin typeface="Times New Roman" panose="02020603050405020304" pitchFamily="18" charset="0"/>
              <a:ea typeface="华文中宋" panose="02010600040101010101" pitchFamily="2" charset="-122"/>
            </a:endParaRPr>
          </a:p>
          <a:p>
            <a:pPr marL="742950" lvl="1" indent="-285750" eaLnBrk="1" hangingPunct="1">
              <a:spcBef>
                <a:spcPts val="575"/>
              </a:spcBef>
              <a:buClr>
                <a:srgbClr val="D34817"/>
              </a:buClr>
              <a:buSzPct val="80000"/>
              <a:buFontTx/>
              <a:buNone/>
            </a:pPr>
            <a:r>
              <a:rPr lang="zh-CN" altLang="en-US" sz="2400" b="1" dirty="0">
                <a:latin typeface="Times New Roman" panose="02020603050405020304" pitchFamily="18" charset="0"/>
                <a:ea typeface="华文中宋" panose="02010600040101010101" pitchFamily="2" charset="-122"/>
              </a:rPr>
              <a:t>    适的背景区域（三个）和前景区域（小狗）。</a:t>
            </a:r>
            <a:endParaRPr lang="en-US" altLang="zh-CN" sz="2400" b="1" dirty="0">
              <a:solidFill>
                <a:srgbClr val="000000"/>
              </a:solidFill>
              <a:latin typeface="Times New Roman" panose="02020603050405020304" pitchFamily="18" charset="0"/>
              <a:cs typeface="Times New Roman" panose="02020603050405020304" pitchFamily="18" charset="0"/>
            </a:endParaRPr>
          </a:p>
          <a:p>
            <a:pPr marL="273050" lvl="0" indent="-273050" eaLnBrk="1" hangingPunct="1">
              <a:spcBef>
                <a:spcPts val="575"/>
              </a:spcBef>
              <a:buClr>
                <a:srgbClr val="D34817"/>
              </a:buClr>
              <a:buSzPct val="80000"/>
              <a:buFontTx/>
              <a:buNone/>
            </a:pPr>
            <a:endParaRPr lang="en-US" altLang="zh-CN" sz="2400" b="1" dirty="0">
              <a:solidFill>
                <a:srgbClr val="000000"/>
              </a:solidFill>
              <a:latin typeface="Times New Roman" panose="02020603050405020304" pitchFamily="18" charset="0"/>
              <a:cs typeface="Times New Roman" panose="02020603050405020304" pitchFamily="18" charset="0"/>
            </a:endParaRPr>
          </a:p>
          <a:p>
            <a:pPr marL="273050" lvl="0" indent="-273050" eaLnBrk="1" hangingPunct="1">
              <a:spcBef>
                <a:spcPts val="575"/>
              </a:spcBef>
              <a:buClr>
                <a:srgbClr val="D34817"/>
              </a:buClr>
              <a:buSzPct val="80000"/>
              <a:buFontTx/>
              <a:buNone/>
            </a:pPr>
            <a:endParaRPr lang="zh-CN" altLang="en-US" sz="2400" b="1" dirty="0">
              <a:solidFill>
                <a:srgbClr val="000000"/>
              </a:solidFill>
              <a:latin typeface="Times New Roman" panose="02020603050405020304" pitchFamily="18" charset="0"/>
              <a:cs typeface="Times New Roman" panose="02020603050405020304" pitchFamily="18" charset="0"/>
            </a:endParaRPr>
          </a:p>
          <a:p>
            <a:pPr marL="273050" lvl="0" indent="-273050" eaLnBrk="1" hangingPunct="1">
              <a:spcBef>
                <a:spcPts val="575"/>
              </a:spcBef>
              <a:buClr>
                <a:srgbClr val="D34817"/>
              </a:buClr>
              <a:buSzPct val="85000"/>
              <a:buFontTx/>
              <a:buNone/>
            </a:pPr>
            <a:endParaRPr lang="en-US" altLang="zh-CN" sz="2600" b="1" dirty="0">
              <a:solidFill>
                <a:srgbClr val="0070C0"/>
              </a:solidFill>
              <a:ea typeface="Times New Roman" panose="02020603050405020304" pitchFamily="18" charset="0"/>
            </a:endParaRPr>
          </a:p>
        </p:txBody>
      </p:sp>
      <p:pic>
        <p:nvPicPr>
          <p:cNvPr id="87044" name="Picture 61"/>
          <p:cNvPicPr>
            <a:picLocks noChangeAspect="1"/>
          </p:cNvPicPr>
          <p:nvPr/>
        </p:nvPicPr>
        <p:blipFill>
          <a:blip r:embed="rId1"/>
          <a:stretch>
            <a:fillRect/>
          </a:stretch>
        </p:blipFill>
        <p:spPr>
          <a:xfrm>
            <a:off x="3276600" y="4292600"/>
            <a:ext cx="2214563" cy="1785938"/>
          </a:xfrm>
          <a:prstGeom prst="rect">
            <a:avLst/>
          </a:prstGeom>
          <a:noFill/>
          <a:ln w="9525">
            <a:noFill/>
          </a:ln>
        </p:spPr>
      </p:pic>
      <p:sp>
        <p:nvSpPr>
          <p:cNvPr id="6" name="Text Box 5"/>
          <p:cNvSpPr txBox="1"/>
          <p:nvPr/>
        </p:nvSpPr>
        <p:spPr>
          <a:xfrm>
            <a:off x="3224213" y="0"/>
            <a:ext cx="5919788" cy="706438"/>
          </a:xfrm>
          <a:prstGeom prst="rect">
            <a:avLst/>
          </a:prstGeom>
          <a:noFill/>
          <a:ln w="9525">
            <a:noFill/>
          </a:ln>
        </p:spPr>
        <p:txBody>
          <a:bodyPr>
            <a:spAutoFit/>
          </a:bodyPr>
          <a:lstStyle/>
          <a:p>
            <a:pPr marR="0" algn="ctr" defTabSz="914400" eaLnBrk="1" hangingPunct="1">
              <a:buClrTx/>
              <a:buSzTx/>
              <a:buFontTx/>
              <a:buNone/>
              <a:defRPr/>
            </a:pPr>
            <a:r>
              <a:rPr kumimoji="0" lang="en-US" altLang="zh-CN" sz="4000" b="1" kern="1200" cap="none" spc="0" normalizeH="0" baseline="0" noProof="1">
                <a:solidFill>
                  <a:srgbClr val="0000FF"/>
                </a:solidFill>
                <a:latin typeface="Arial" panose="020B0604020202020204" pitchFamily="34" charset="0"/>
                <a:ea typeface="宋体" panose="02010600030101010101" pitchFamily="2" charset="-122"/>
                <a:cs typeface="+mn-cs"/>
                <a:sym typeface="宋体" panose="02010600030101010101" pitchFamily="2" charset="-122"/>
              </a:rPr>
              <a:t>4.2.1 </a:t>
            </a:r>
            <a:r>
              <a:rPr kumimoji="1" lang="en-US" altLang="zh-CN" sz="4000" b="1" kern="0" cap="none" spc="0" normalizeH="0" baseline="0" noProof="0" dirty="0">
                <a:solidFill>
                  <a:srgbClr val="0000CC"/>
                </a:solidFill>
                <a:effectLst>
                  <a:outerShdw blurRad="38100" dist="38100" dir="2700000" algn="tl">
                    <a:srgbClr val="C0C0C0"/>
                  </a:outerShdw>
                </a:effectLst>
                <a:latin typeface="黑体" panose="02010609060101010101" pitchFamily="49" charset="-122"/>
                <a:ea typeface="黑体" panose="02010609060101010101" pitchFamily="49" charset="-122"/>
                <a:cs typeface="Times New Roman" panose="02020603050405020304" pitchFamily="18" charset="0"/>
                <a:sym typeface="+mn-ea"/>
              </a:rPr>
              <a:t> </a:t>
            </a:r>
            <a:r>
              <a:rPr kumimoji="0" lang="en-US" altLang="zh-CN" sz="4000" kern="1200" cap="none" spc="0" normalizeH="0" baseline="0" noProof="1">
                <a:solidFill>
                  <a:srgbClr val="0000FF"/>
                </a:solidFill>
                <a:latin typeface="Arial" panose="020B0604020202020204" pitchFamily="34" charset="0"/>
                <a:ea typeface="宋体" panose="02010600030101010101" pitchFamily="2" charset="-122"/>
                <a:cs typeface="+mn-cs"/>
                <a:sym typeface="+mn-ea"/>
              </a:rPr>
              <a:t>K</a:t>
            </a:r>
            <a:r>
              <a:rPr kumimoji="0" lang="en-US" altLang="zh-CN" sz="4000" b="1" kern="1200" cap="none" spc="0" normalizeH="0" baseline="0" noProof="1">
                <a:solidFill>
                  <a:srgbClr val="0000FF"/>
                </a:solidFill>
                <a:latin typeface="Arial" panose="020B0604020202020204" pitchFamily="34" charset="0"/>
                <a:ea typeface="宋体" panose="02010600030101010101" pitchFamily="2" charset="-122"/>
                <a:cs typeface="+mn-cs"/>
                <a:sym typeface="+mn-ea"/>
              </a:rPr>
              <a:t>-均值</a:t>
            </a:r>
            <a:r>
              <a:rPr kumimoji="0" lang="en-US" altLang="zh-CN" sz="4000" b="1" kern="1200" cap="none" spc="0" normalizeH="0" baseline="0" noProof="1">
                <a:solidFill>
                  <a:srgbClr val="0000FF"/>
                </a:solidFill>
                <a:latin typeface="Arial" panose="020B0604020202020204" pitchFamily="34" charset="0"/>
                <a:ea typeface="宋体" panose="02010600030101010101" pitchFamily="2" charset="-122"/>
                <a:cs typeface="+mn-cs"/>
                <a:sym typeface="宋体" panose="02010600030101010101" pitchFamily="2" charset="-122"/>
              </a:rPr>
              <a:t>算法</a:t>
            </a:r>
            <a:endParaRPr kumimoji="0" lang="en-US" altLang="zh-CN" sz="4000" b="1" kern="1200" cap="none" spc="0" normalizeH="0" baseline="0" noProof="1">
              <a:solidFill>
                <a:srgbClr val="0000FF"/>
              </a:solidFill>
              <a:latin typeface="Arial" panose="020B0604020202020204" pitchFamily="34" charset="0"/>
              <a:ea typeface="宋体" panose="02010600030101010101" pitchFamily="2" charset="-122"/>
              <a:cs typeface="+mn-cs"/>
              <a:sym typeface="宋体" panose="02010600030101010101" pitchFamily="2" charset="-122"/>
            </a:endParaRPr>
          </a:p>
        </p:txBody>
      </p:sp>
    </p:spTree>
  </p:cSld>
  <p:clrMapOvr>
    <a:masterClrMapping/>
  </p:clrMapOvr>
  <p:transition/>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3426" name="Rectangle 2"/>
          <p:cNvSpPr>
            <a:spLocks noGrp="1" noChangeArrowheads="1"/>
          </p:cNvSpPr>
          <p:nvPr>
            <p:ph type="title"/>
          </p:nvPr>
        </p:nvSpPr>
        <p:spPr>
          <a:xfrm>
            <a:off x="1071563" y="1071563"/>
            <a:ext cx="7143750" cy="609600"/>
          </a:xfrm>
        </p:spPr>
        <p:txBody>
          <a:bodyPr vert="horz" wrap="square" lIns="91440" tIns="45720" rIns="91440" bIns="45720" numCol="1" anchor="b" anchorCtr="0" compatLnSpc="1">
            <a:noAutofit/>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3600" b="1" i="1" u="none" strike="noStrike" kern="0" cap="none" spc="0" normalizeH="0" baseline="0" noProof="0" dirty="0">
                <a:ln>
                  <a:noFill/>
                </a:ln>
                <a:solidFill>
                  <a:srgbClr val="0000CC"/>
                </a:solidFill>
                <a:effectLst>
                  <a:outerShdw blurRad="38100" dist="38100" dir="2700000" algn="tl">
                    <a:srgbClr val="C0C0C0"/>
                  </a:outerShdw>
                </a:effectLst>
                <a:uLnTx/>
                <a:uFillTx/>
                <a:latin typeface="Times New Roman" panose="02020603050405020304" pitchFamily="18" charset="0"/>
                <a:ea typeface="黑体" panose="02010609060101010101" pitchFamily="49" charset="-122"/>
                <a:cs typeface="Times New Roman" panose="02020603050405020304" pitchFamily="18" charset="0"/>
              </a:rPr>
              <a:t>k</a:t>
            </a:r>
            <a:r>
              <a:rPr kumimoji="0" lang="en-US" altLang="zh-CN" sz="3600" b="1" i="0" u="none" strike="noStrike" kern="0" cap="none" spc="0" normalizeH="0" baseline="0" noProof="0" dirty="0">
                <a:ln>
                  <a:noFill/>
                </a:ln>
                <a:solidFill>
                  <a:srgbClr val="0000CC"/>
                </a:solidFill>
                <a:effectLst>
                  <a:outerShdw blurRad="38100" dist="38100" dir="2700000" algn="tl">
                    <a:srgbClr val="C0C0C0"/>
                  </a:outerShdw>
                </a:effectLst>
                <a:uLnTx/>
                <a:uFillTx/>
                <a:latin typeface="Times New Roman" panose="02020603050405020304" pitchFamily="18" charset="0"/>
                <a:ea typeface="黑体" panose="02010609060101010101" pitchFamily="49" charset="-122"/>
                <a:cs typeface="Times New Roman" panose="02020603050405020304" pitchFamily="18" charset="0"/>
              </a:rPr>
              <a:t>-means</a:t>
            </a:r>
            <a:r>
              <a:rPr kumimoji="0" lang="zh-CN" altLang="en-US" sz="3600" b="1" i="0" u="none" strike="noStrike" kern="0" cap="none" spc="0" normalizeH="0" baseline="0" noProof="0" dirty="0">
                <a:ln>
                  <a:noFill/>
                </a:ln>
                <a:solidFill>
                  <a:srgbClr val="0000CC"/>
                </a:solidFill>
                <a:effectLst>
                  <a:outerShdw blurRad="38100" dist="38100" dir="2700000" algn="tl">
                    <a:srgbClr val="C0C0C0"/>
                  </a:outerShdw>
                </a:effectLst>
                <a:uLnTx/>
                <a:uFillTx/>
                <a:latin typeface="Times New Roman" panose="02020603050405020304" pitchFamily="18" charset="0"/>
                <a:ea typeface="黑体" panose="02010609060101010101" pitchFamily="49" charset="-122"/>
                <a:cs typeface="Times New Roman" panose="02020603050405020304" pitchFamily="18" charset="0"/>
              </a:rPr>
              <a:t>算法在图像分割上的应用</a:t>
            </a:r>
            <a:endParaRPr kumimoji="0" lang="en-US" altLang="zh-CN" sz="3600" b="1" i="0" u="none" strike="noStrike" kern="0" cap="none" spc="0" normalizeH="0" baseline="0" noProof="0" dirty="0">
              <a:ln>
                <a:noFill/>
              </a:ln>
              <a:solidFill>
                <a:srgbClr val="FF0000"/>
              </a:solidFill>
              <a:effectLst/>
              <a:uLnTx/>
              <a:uFillTx/>
              <a:latin typeface="宋体" panose="02010600030101010101" pitchFamily="2" charset="-122"/>
              <a:ea typeface="黑体" panose="02010609060101010101" pitchFamily="49" charset="-122"/>
              <a:cs typeface="Times New Roman" panose="02020603050405020304" pitchFamily="18" charset="0"/>
            </a:endParaRPr>
          </a:p>
        </p:txBody>
      </p:sp>
      <p:sp>
        <p:nvSpPr>
          <p:cNvPr id="88067" name="Rectangle 5"/>
          <p:cNvSpPr/>
          <p:nvPr/>
        </p:nvSpPr>
        <p:spPr>
          <a:xfrm>
            <a:off x="827088" y="1841500"/>
            <a:ext cx="7678737" cy="4025900"/>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华文新魏" panose="02010800040101010101" pitchFamily="2" charset="-122"/>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ea typeface="+mn-ea"/>
                <a:cs typeface="华文新魏" panose="02010800040101010101" pitchFamily="2" charset="-122"/>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ea typeface="+mn-ea"/>
                <a:cs typeface="华文新魏" panose="02010800040101010101" pitchFamily="2" charset="-122"/>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ea typeface="+mn-ea"/>
                <a:cs typeface="华文新魏" panose="02010800040101010101" pitchFamily="2" charset="-122"/>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ea typeface="+mn-ea"/>
                <a:cs typeface="华文新魏" panose="02010800040101010101" pitchFamily="2" charset="-122"/>
              </a:defRPr>
            </a:lvl5pPr>
          </a:lstStyle>
          <a:p>
            <a:pPr marL="273050" lvl="0" indent="-273050" eaLnBrk="1" hangingPunct="1">
              <a:spcBef>
                <a:spcPts val="575"/>
              </a:spcBef>
              <a:buClr>
                <a:srgbClr val="D34817"/>
              </a:buClr>
              <a:buSzPct val="85000"/>
            </a:pPr>
            <a:r>
              <a:rPr lang="zh-CN" altLang="en-US" sz="2600" b="1" dirty="0">
                <a:solidFill>
                  <a:srgbClr val="0070C0"/>
                </a:solidFill>
                <a:latin typeface="华文中宋" panose="02010600040101010101" pitchFamily="2" charset="-122"/>
                <a:ea typeface="华文中宋" panose="02010600040101010101" pitchFamily="2" charset="-122"/>
              </a:rPr>
              <a:t> 分割后的结果：</a:t>
            </a:r>
            <a:endParaRPr lang="en-US" altLang="zh-CN" sz="2600" b="1" dirty="0">
              <a:solidFill>
                <a:srgbClr val="000000"/>
              </a:solidFill>
              <a:latin typeface="华文中宋" panose="02010600040101010101" pitchFamily="2" charset="-122"/>
              <a:ea typeface="华文中宋" panose="02010600040101010101" pitchFamily="2" charset="-122"/>
            </a:endParaRPr>
          </a:p>
          <a:p>
            <a:pPr marL="273050" lvl="0" indent="-273050" eaLnBrk="1" hangingPunct="1">
              <a:spcBef>
                <a:spcPts val="575"/>
              </a:spcBef>
              <a:buClr>
                <a:srgbClr val="D34817"/>
              </a:buClr>
              <a:buSzPct val="80000"/>
              <a:buFontTx/>
              <a:buNone/>
            </a:pPr>
            <a:endParaRPr lang="en-US" altLang="zh-CN" sz="2400" b="1" dirty="0">
              <a:solidFill>
                <a:srgbClr val="000000"/>
              </a:solidFill>
              <a:latin typeface="Times New Roman" panose="02020603050405020304" pitchFamily="18" charset="0"/>
              <a:cs typeface="Times New Roman" panose="02020603050405020304" pitchFamily="18" charset="0"/>
            </a:endParaRPr>
          </a:p>
          <a:p>
            <a:pPr marL="273050" lvl="0" indent="-273050" eaLnBrk="1" hangingPunct="1">
              <a:spcBef>
                <a:spcPts val="575"/>
              </a:spcBef>
              <a:buClr>
                <a:srgbClr val="D34817"/>
              </a:buClr>
              <a:buSzPct val="80000"/>
              <a:buFontTx/>
              <a:buNone/>
            </a:pPr>
            <a:endParaRPr lang="en-US" altLang="zh-CN" sz="2400" b="1" dirty="0">
              <a:solidFill>
                <a:srgbClr val="000000"/>
              </a:solidFill>
              <a:latin typeface="Times New Roman" panose="02020603050405020304" pitchFamily="18" charset="0"/>
              <a:cs typeface="Times New Roman" panose="02020603050405020304" pitchFamily="18" charset="0"/>
            </a:endParaRPr>
          </a:p>
          <a:p>
            <a:pPr marL="273050" lvl="0" indent="-273050" eaLnBrk="1" hangingPunct="1">
              <a:spcBef>
                <a:spcPts val="575"/>
              </a:spcBef>
              <a:buClr>
                <a:srgbClr val="D34817"/>
              </a:buClr>
              <a:buSzPct val="80000"/>
              <a:buFontTx/>
              <a:buNone/>
            </a:pPr>
            <a:endParaRPr lang="en-US" altLang="zh-CN" sz="2400" b="1" dirty="0">
              <a:solidFill>
                <a:srgbClr val="000000"/>
              </a:solidFill>
              <a:latin typeface="Times New Roman" panose="02020603050405020304" pitchFamily="18" charset="0"/>
              <a:cs typeface="Times New Roman" panose="02020603050405020304" pitchFamily="18" charset="0"/>
            </a:endParaRPr>
          </a:p>
          <a:p>
            <a:pPr marL="273050" lvl="0" indent="-273050" eaLnBrk="1" hangingPunct="1">
              <a:spcBef>
                <a:spcPts val="575"/>
              </a:spcBef>
              <a:buClr>
                <a:srgbClr val="D34817"/>
              </a:buClr>
              <a:buSzPct val="80000"/>
              <a:buFontTx/>
              <a:buNone/>
            </a:pPr>
            <a:endParaRPr lang="en-US" altLang="zh-CN" sz="2400" b="1" dirty="0">
              <a:solidFill>
                <a:srgbClr val="000000"/>
              </a:solidFill>
              <a:latin typeface="Times New Roman" panose="02020603050405020304" pitchFamily="18" charset="0"/>
              <a:cs typeface="Times New Roman" panose="02020603050405020304" pitchFamily="18" charset="0"/>
            </a:endParaRPr>
          </a:p>
          <a:p>
            <a:pPr marL="273050" lvl="0" indent="-273050" eaLnBrk="1" hangingPunct="1">
              <a:spcBef>
                <a:spcPts val="575"/>
              </a:spcBef>
              <a:buClr>
                <a:srgbClr val="D34817"/>
              </a:buClr>
              <a:buSzPct val="80000"/>
              <a:buFontTx/>
              <a:buNone/>
            </a:pPr>
            <a:endParaRPr lang="en-US" altLang="zh-CN" sz="2400" b="1" dirty="0">
              <a:solidFill>
                <a:srgbClr val="000000"/>
              </a:solidFill>
              <a:latin typeface="Times New Roman" panose="02020603050405020304" pitchFamily="18" charset="0"/>
              <a:cs typeface="Times New Roman" panose="02020603050405020304" pitchFamily="18" charset="0"/>
            </a:endParaRPr>
          </a:p>
          <a:p>
            <a:pPr marL="273050" lvl="0" indent="-273050" eaLnBrk="1" hangingPunct="1">
              <a:spcBef>
                <a:spcPts val="575"/>
              </a:spcBef>
              <a:buClr>
                <a:srgbClr val="D34817"/>
              </a:buClr>
              <a:buSzPct val="80000"/>
              <a:buFontTx/>
              <a:buNone/>
            </a:pPr>
            <a:endParaRPr lang="en-US" altLang="zh-CN" sz="2400" b="1" dirty="0">
              <a:solidFill>
                <a:srgbClr val="000000"/>
              </a:solidFill>
              <a:latin typeface="Times New Roman" panose="02020603050405020304" pitchFamily="18" charset="0"/>
              <a:cs typeface="Times New Roman" panose="02020603050405020304" pitchFamily="18" charset="0"/>
            </a:endParaRPr>
          </a:p>
          <a:p>
            <a:pPr marL="273050" lvl="0" indent="-273050" eaLnBrk="1" hangingPunct="1">
              <a:spcBef>
                <a:spcPts val="575"/>
              </a:spcBef>
              <a:buClr>
                <a:srgbClr val="D34817"/>
              </a:buClr>
              <a:buSzPct val="80000"/>
              <a:buFontTx/>
              <a:buNone/>
            </a:pPr>
            <a:endParaRPr lang="zh-CN" altLang="en-US" sz="2400" b="1" dirty="0">
              <a:solidFill>
                <a:srgbClr val="000000"/>
              </a:solidFill>
              <a:latin typeface="Times New Roman" panose="02020603050405020304" pitchFamily="18" charset="0"/>
              <a:cs typeface="Times New Roman" panose="02020603050405020304" pitchFamily="18" charset="0"/>
            </a:endParaRPr>
          </a:p>
          <a:p>
            <a:pPr marL="273050" lvl="0" indent="-273050" eaLnBrk="1" hangingPunct="1">
              <a:spcBef>
                <a:spcPts val="575"/>
              </a:spcBef>
              <a:buClr>
                <a:srgbClr val="D34817"/>
              </a:buClr>
              <a:buSzPct val="85000"/>
              <a:buFontTx/>
              <a:buNone/>
            </a:pPr>
            <a:endParaRPr lang="en-US" altLang="zh-CN" sz="2600" b="1" dirty="0">
              <a:solidFill>
                <a:srgbClr val="0070C0"/>
              </a:solidFill>
              <a:ea typeface="Times New Roman" panose="02020603050405020304" pitchFamily="18" charset="0"/>
            </a:endParaRPr>
          </a:p>
        </p:txBody>
      </p:sp>
      <p:pic>
        <p:nvPicPr>
          <p:cNvPr id="88068" name="Picture 47" descr="dog"/>
          <p:cNvPicPr>
            <a:picLocks noChangeAspect="1"/>
          </p:cNvPicPr>
          <p:nvPr/>
        </p:nvPicPr>
        <p:blipFill>
          <a:blip r:embed="rId1"/>
          <a:stretch>
            <a:fillRect/>
          </a:stretch>
        </p:blipFill>
        <p:spPr>
          <a:xfrm>
            <a:off x="1214438" y="2428875"/>
            <a:ext cx="6072187" cy="2230438"/>
          </a:xfrm>
          <a:prstGeom prst="rect">
            <a:avLst/>
          </a:prstGeom>
          <a:noFill/>
          <a:ln w="9525">
            <a:noFill/>
          </a:ln>
        </p:spPr>
      </p:pic>
      <p:sp>
        <p:nvSpPr>
          <p:cNvPr id="88069" name="矩形 6"/>
          <p:cNvSpPr/>
          <p:nvPr/>
        </p:nvSpPr>
        <p:spPr>
          <a:xfrm>
            <a:off x="1143000" y="4714875"/>
            <a:ext cx="7072313" cy="369888"/>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华文新魏" panose="02010800040101010101" pitchFamily="2" charset="-122"/>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ea typeface="+mn-ea"/>
                <a:cs typeface="华文新魏" panose="02010800040101010101" pitchFamily="2" charset="-122"/>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ea typeface="+mn-ea"/>
                <a:cs typeface="华文新魏" panose="02010800040101010101" pitchFamily="2" charset="-122"/>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ea typeface="+mn-ea"/>
                <a:cs typeface="华文新魏" panose="02010800040101010101" pitchFamily="2" charset="-122"/>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ea typeface="+mn-ea"/>
                <a:cs typeface="华文新魏" panose="02010800040101010101" pitchFamily="2" charset="-122"/>
              </a:defRPr>
            </a:lvl5pPr>
          </a:lstStyle>
          <a:p>
            <a:pPr marL="0" lvl="0" indent="0" eaLnBrk="1" hangingPunct="1">
              <a:spcBef>
                <a:spcPct val="50000"/>
              </a:spcBef>
              <a:buClrTx/>
              <a:buSzTx/>
              <a:buFontTx/>
              <a:buNone/>
            </a:pPr>
            <a:r>
              <a:rPr lang="zh-CN" altLang="en-US" sz="1800" b="1" dirty="0">
                <a:latin typeface="华文中宋" panose="02010600040101010101" pitchFamily="2" charset="-122"/>
                <a:ea typeface="华文中宋" panose="02010600040101010101" pitchFamily="2" charset="-122"/>
              </a:rPr>
              <a:t>注：最大迭代次数为</a:t>
            </a:r>
            <a:r>
              <a:rPr lang="en-US" altLang="zh-CN" sz="1800" b="1" dirty="0">
                <a:latin typeface="Times New Roman" panose="02020603050405020304" pitchFamily="18" charset="0"/>
                <a:ea typeface="华文中宋" panose="02010600040101010101" pitchFamily="2" charset="-122"/>
              </a:rPr>
              <a:t>20</a:t>
            </a:r>
            <a:r>
              <a:rPr lang="zh-CN" altLang="en-US" sz="1800" b="1" dirty="0">
                <a:latin typeface="华文中宋" panose="02010600040101010101" pitchFamily="2" charset="-122"/>
                <a:ea typeface="华文中宋" panose="02010600040101010101" pitchFamily="2" charset="-122"/>
              </a:rPr>
              <a:t>次，需运行多次才能得到较好的效果。</a:t>
            </a:r>
            <a:endParaRPr lang="zh-CN" altLang="en-US" sz="1800" b="1" dirty="0">
              <a:latin typeface="华文中宋" panose="02010600040101010101" pitchFamily="2" charset="-122"/>
              <a:ea typeface="华文中宋" panose="02010600040101010101" pitchFamily="2" charset="-122"/>
            </a:endParaRPr>
          </a:p>
        </p:txBody>
      </p:sp>
      <p:sp>
        <p:nvSpPr>
          <p:cNvPr id="7" name="Text Box 5"/>
          <p:cNvSpPr txBox="1"/>
          <p:nvPr/>
        </p:nvSpPr>
        <p:spPr>
          <a:xfrm>
            <a:off x="3224213" y="0"/>
            <a:ext cx="5919788" cy="706438"/>
          </a:xfrm>
          <a:prstGeom prst="rect">
            <a:avLst/>
          </a:prstGeom>
          <a:noFill/>
          <a:ln w="9525">
            <a:noFill/>
          </a:ln>
        </p:spPr>
        <p:txBody>
          <a:bodyPr>
            <a:spAutoFit/>
          </a:bodyPr>
          <a:lstStyle/>
          <a:p>
            <a:pPr marR="0" algn="ctr" defTabSz="914400" eaLnBrk="1" hangingPunct="1">
              <a:buClrTx/>
              <a:buSzTx/>
              <a:buFontTx/>
              <a:buNone/>
              <a:defRPr/>
            </a:pPr>
            <a:r>
              <a:rPr kumimoji="0" lang="en-US" altLang="zh-CN" sz="4000" b="1" kern="1200" cap="none" spc="0" normalizeH="0" baseline="0" noProof="1">
                <a:solidFill>
                  <a:srgbClr val="0000FF"/>
                </a:solidFill>
                <a:latin typeface="Arial" panose="020B0604020202020204" pitchFamily="34" charset="0"/>
                <a:ea typeface="宋体" panose="02010600030101010101" pitchFamily="2" charset="-122"/>
                <a:cs typeface="+mn-cs"/>
                <a:sym typeface="宋体" panose="02010600030101010101" pitchFamily="2" charset="-122"/>
              </a:rPr>
              <a:t>4.2.1 </a:t>
            </a:r>
            <a:r>
              <a:rPr kumimoji="1" lang="en-US" altLang="zh-CN" sz="4000" b="1" kern="0" cap="none" spc="0" normalizeH="0" baseline="0" noProof="0" dirty="0">
                <a:solidFill>
                  <a:srgbClr val="0000CC"/>
                </a:solidFill>
                <a:effectLst>
                  <a:outerShdw blurRad="38100" dist="38100" dir="2700000" algn="tl">
                    <a:srgbClr val="C0C0C0"/>
                  </a:outerShdw>
                </a:effectLst>
                <a:latin typeface="黑体" panose="02010609060101010101" pitchFamily="49" charset="-122"/>
                <a:ea typeface="黑体" panose="02010609060101010101" pitchFamily="49" charset="-122"/>
                <a:cs typeface="Times New Roman" panose="02020603050405020304" pitchFamily="18" charset="0"/>
                <a:sym typeface="+mn-ea"/>
              </a:rPr>
              <a:t> </a:t>
            </a:r>
            <a:r>
              <a:rPr kumimoji="0" lang="en-US" altLang="zh-CN" sz="4000" kern="1200" cap="none" spc="0" normalizeH="0" baseline="0" noProof="1">
                <a:solidFill>
                  <a:srgbClr val="0000FF"/>
                </a:solidFill>
                <a:latin typeface="Arial" panose="020B0604020202020204" pitchFamily="34" charset="0"/>
                <a:ea typeface="宋体" panose="02010600030101010101" pitchFamily="2" charset="-122"/>
                <a:cs typeface="+mn-cs"/>
                <a:sym typeface="+mn-ea"/>
              </a:rPr>
              <a:t>K</a:t>
            </a:r>
            <a:r>
              <a:rPr kumimoji="0" lang="en-US" altLang="zh-CN" sz="4000" b="1" kern="1200" cap="none" spc="0" normalizeH="0" baseline="0" noProof="1">
                <a:solidFill>
                  <a:srgbClr val="0000FF"/>
                </a:solidFill>
                <a:latin typeface="Arial" panose="020B0604020202020204" pitchFamily="34" charset="0"/>
                <a:ea typeface="宋体" panose="02010600030101010101" pitchFamily="2" charset="-122"/>
                <a:cs typeface="+mn-cs"/>
                <a:sym typeface="+mn-ea"/>
              </a:rPr>
              <a:t>-均值</a:t>
            </a:r>
            <a:r>
              <a:rPr kumimoji="0" lang="en-US" altLang="zh-CN" sz="4000" b="1" kern="1200" cap="none" spc="0" normalizeH="0" baseline="0" noProof="1">
                <a:solidFill>
                  <a:srgbClr val="0000FF"/>
                </a:solidFill>
                <a:latin typeface="Arial" panose="020B0604020202020204" pitchFamily="34" charset="0"/>
                <a:ea typeface="宋体" panose="02010600030101010101" pitchFamily="2" charset="-122"/>
                <a:cs typeface="+mn-cs"/>
                <a:sym typeface="宋体" panose="02010600030101010101" pitchFamily="2" charset="-122"/>
              </a:rPr>
              <a:t>算法</a:t>
            </a:r>
            <a:endParaRPr kumimoji="0" lang="en-US" altLang="zh-CN" sz="4000" b="1" kern="1200" cap="none" spc="0" normalizeH="0" baseline="0" noProof="1">
              <a:solidFill>
                <a:srgbClr val="0000FF"/>
              </a:solidFill>
              <a:latin typeface="Arial" panose="020B0604020202020204" pitchFamily="34" charset="0"/>
              <a:ea typeface="宋体" panose="02010600030101010101" pitchFamily="2" charset="-122"/>
              <a:cs typeface="+mn-cs"/>
              <a:sym typeface="宋体" panose="02010600030101010101" pitchFamily="2" charset="-122"/>
            </a:endParaRPr>
          </a:p>
        </p:txBody>
      </p:sp>
    </p:spTree>
  </p:cSld>
  <p:clrMapOvr>
    <a:masterClrMapping/>
  </p:clrMapOvr>
  <p:transition/>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9090" name="矩形 3"/>
          <p:cNvSpPr/>
          <p:nvPr/>
        </p:nvSpPr>
        <p:spPr>
          <a:xfrm>
            <a:off x="468313" y="2060575"/>
            <a:ext cx="8280400" cy="4524375"/>
          </a:xfrm>
          <a:prstGeom prst="rect">
            <a:avLst/>
          </a:prstGeom>
          <a:noFill/>
          <a:ln w="28575">
            <a:noFill/>
          </a:ln>
        </p:spPr>
        <p:txBody>
          <a:bodyPr>
            <a:spAutoFit/>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华文新魏" panose="02010800040101010101" pitchFamily="2" charset="-122"/>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ea typeface="+mn-ea"/>
                <a:cs typeface="华文新魏" panose="02010800040101010101" pitchFamily="2" charset="-122"/>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ea typeface="+mn-ea"/>
                <a:cs typeface="华文新魏" panose="02010800040101010101" pitchFamily="2" charset="-122"/>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ea typeface="+mn-ea"/>
                <a:cs typeface="华文新魏" panose="02010800040101010101" pitchFamily="2" charset="-122"/>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ea typeface="+mn-ea"/>
                <a:cs typeface="华文新魏" panose="02010800040101010101" pitchFamily="2" charset="-122"/>
              </a:defRPr>
            </a:lvl5pPr>
          </a:lstStyle>
          <a:p>
            <a:pPr marL="0" lvl="0" indent="0" algn="just">
              <a:lnSpc>
                <a:spcPct val="120000"/>
              </a:lnSpc>
              <a:spcBef>
                <a:spcPct val="0"/>
              </a:spcBef>
              <a:buClr>
                <a:srgbClr val="FF0000"/>
              </a:buClr>
              <a:buSzTx/>
              <a:buFont typeface="Wingdings" panose="05000000000000000000" pitchFamily="2" charset="2"/>
              <a:buChar char="u"/>
            </a:pPr>
            <a:r>
              <a:rPr lang="en-US" altLang="zh-CN" sz="2400" b="1" dirty="0">
                <a:latin typeface="Times New Roman" panose="02020603050405020304" pitchFamily="18" charset="0"/>
              </a:rPr>
              <a:t>1965</a:t>
            </a:r>
            <a:r>
              <a:rPr lang="zh-CN" altLang="en-US" sz="2400" b="1" dirty="0">
                <a:latin typeface="Times New Roman" panose="02020603050405020304" pitchFamily="18" charset="0"/>
              </a:rPr>
              <a:t>年美国</a:t>
            </a:r>
            <a:r>
              <a:rPr lang="en-US" altLang="zh-CN" sz="2400" b="1" dirty="0">
                <a:latin typeface="Times New Roman" panose="02020603050405020304" pitchFamily="18" charset="0"/>
              </a:rPr>
              <a:t>L.A. Zadeh</a:t>
            </a:r>
            <a:r>
              <a:rPr lang="zh-CN" altLang="en-US" sz="2400" b="1" dirty="0">
                <a:latin typeface="Times New Roman" panose="02020603050405020304" pitchFamily="18" charset="0"/>
              </a:rPr>
              <a:t>教授首次发表“</a:t>
            </a:r>
            <a:r>
              <a:rPr lang="en-US" altLang="zh-CN" sz="2400" b="1" dirty="0">
                <a:latin typeface="Times New Roman" panose="02020603050405020304" pitchFamily="18" charset="0"/>
              </a:rPr>
              <a:t>Fuzzy Sets”</a:t>
            </a:r>
            <a:r>
              <a:rPr lang="zh-CN" altLang="en-US" sz="2400" b="1" dirty="0">
                <a:latin typeface="Times New Roman" panose="02020603050405020304" pitchFamily="18" charset="0"/>
              </a:rPr>
              <a:t>重要论文，奠定了</a:t>
            </a:r>
            <a:r>
              <a:rPr lang="zh-CN" altLang="en-US" sz="2400" b="1" dirty="0">
                <a:solidFill>
                  <a:srgbClr val="0000FF"/>
                </a:solidFill>
                <a:latin typeface="Times New Roman" panose="02020603050405020304" pitchFamily="18" charset="0"/>
              </a:rPr>
              <a:t>模糊数学</a:t>
            </a:r>
            <a:r>
              <a:rPr lang="zh-CN" altLang="en-US" sz="2400" b="1" dirty="0">
                <a:latin typeface="Times New Roman" panose="02020603050405020304" pitchFamily="18" charset="0"/>
              </a:rPr>
              <a:t>的理论基础，目前“模糊数学”已广泛应用在系统工程、生物科学、社会科学等领域中。</a:t>
            </a:r>
            <a:endParaRPr lang="en-US" altLang="zh-CN" sz="2400" b="1" dirty="0">
              <a:latin typeface="Times New Roman" panose="02020603050405020304" pitchFamily="18" charset="0"/>
            </a:endParaRPr>
          </a:p>
          <a:p>
            <a:pPr marL="0" lvl="0" indent="0" algn="just">
              <a:lnSpc>
                <a:spcPct val="120000"/>
              </a:lnSpc>
              <a:spcBef>
                <a:spcPct val="0"/>
              </a:spcBef>
              <a:buClr>
                <a:srgbClr val="FF0000"/>
              </a:buClr>
              <a:buSzTx/>
              <a:buFont typeface="Wingdings" panose="05000000000000000000" pitchFamily="2" charset="2"/>
              <a:buChar char="u"/>
            </a:pPr>
            <a:r>
              <a:rPr lang="zh-CN" altLang="en-US" sz="2400" b="1" dirty="0">
                <a:solidFill>
                  <a:srgbClr val="0000FF"/>
                </a:solidFill>
                <a:latin typeface="Times New Roman" panose="02020603050405020304" pitchFamily="18" charset="0"/>
              </a:rPr>
              <a:t>模糊集理论</a:t>
            </a:r>
            <a:r>
              <a:rPr lang="zh-CN" altLang="en-US" sz="2400" b="1" dirty="0">
                <a:latin typeface="Times New Roman" panose="02020603050405020304" pitchFamily="18" charset="0"/>
              </a:rPr>
              <a:t>：在传统集合理论中，一个元素或者属于一个集合，或者不属于一个集合；而对于模糊集来说，</a:t>
            </a:r>
            <a:r>
              <a:rPr lang="zh-CN" altLang="en-US" sz="2400" b="1" dirty="0">
                <a:solidFill>
                  <a:srgbClr val="0000FF"/>
                </a:solidFill>
                <a:latin typeface="Times New Roman" panose="02020603050405020304" pitchFamily="18" charset="0"/>
              </a:rPr>
              <a:t>每一个元素是以一定的程度属于某个集合</a:t>
            </a:r>
            <a:r>
              <a:rPr lang="zh-CN" altLang="en-US" sz="2400" b="1" dirty="0">
                <a:latin typeface="Times New Roman" panose="02020603050405020304" pitchFamily="18" charset="0"/>
              </a:rPr>
              <a:t>，</a:t>
            </a:r>
            <a:r>
              <a:rPr lang="zh-CN" altLang="en-US" sz="2400" b="1" dirty="0">
                <a:solidFill>
                  <a:srgbClr val="0000FF"/>
                </a:solidFill>
                <a:latin typeface="Times New Roman" panose="02020603050405020304" pitchFamily="18" charset="0"/>
              </a:rPr>
              <a:t>也同时可以以不同的程度属于几个集合。</a:t>
            </a:r>
            <a:endParaRPr lang="zh-CN" altLang="en-US" sz="2400" b="1" dirty="0">
              <a:latin typeface="Times New Roman" panose="02020603050405020304" pitchFamily="18" charset="0"/>
            </a:endParaRPr>
          </a:p>
          <a:p>
            <a:pPr marL="0" lvl="0" indent="0" algn="just">
              <a:lnSpc>
                <a:spcPct val="120000"/>
              </a:lnSpc>
              <a:spcBef>
                <a:spcPct val="0"/>
              </a:spcBef>
              <a:buClr>
                <a:srgbClr val="FF0000"/>
              </a:buClr>
              <a:buSzTx/>
              <a:buFont typeface="Wingdings" panose="05000000000000000000" pitchFamily="2" charset="2"/>
              <a:buChar char="u"/>
            </a:pPr>
            <a:r>
              <a:rPr lang="zh-CN" altLang="en-US" sz="2400" b="1" dirty="0">
                <a:solidFill>
                  <a:srgbClr val="0000FF"/>
                </a:solidFill>
                <a:latin typeface="Times New Roman" panose="02020603050405020304" pitchFamily="18" charset="0"/>
              </a:rPr>
              <a:t>模糊性</a:t>
            </a:r>
            <a:r>
              <a:rPr lang="en-US" altLang="zh-CN" sz="2400" b="1" dirty="0">
                <a:latin typeface="Times New Roman" panose="02020603050405020304" pitchFamily="18" charset="0"/>
              </a:rPr>
              <a:t>:“</a:t>
            </a:r>
            <a:r>
              <a:rPr lang="zh-CN" altLang="en-US" sz="2400" b="1" dirty="0">
                <a:latin typeface="Times New Roman" panose="02020603050405020304" pitchFamily="18" charset="0"/>
              </a:rPr>
              <a:t>高矮”、“胖瘦”、“年青”、“大胡子”</a:t>
            </a:r>
            <a:endParaRPr lang="zh-CN" altLang="en-US" sz="2400" b="1" dirty="0">
              <a:latin typeface="Times New Roman" panose="02020603050405020304" pitchFamily="18" charset="0"/>
            </a:endParaRPr>
          </a:p>
          <a:p>
            <a:pPr marL="0" lvl="0" indent="0" algn="just">
              <a:lnSpc>
                <a:spcPct val="120000"/>
              </a:lnSpc>
              <a:spcBef>
                <a:spcPct val="0"/>
              </a:spcBef>
              <a:buClr>
                <a:srgbClr val="FF0000"/>
              </a:buClr>
              <a:buSzTx/>
              <a:buFont typeface="Wingdings" panose="05000000000000000000" pitchFamily="2" charset="2"/>
              <a:buChar char="u"/>
            </a:pPr>
            <a:r>
              <a:rPr lang="zh-CN" altLang="en-US" sz="2400" b="1" dirty="0">
                <a:latin typeface="Times New Roman" panose="02020603050405020304" pitchFamily="18" charset="0"/>
              </a:rPr>
              <a:t>模糊性的存在需要把模糊数学理论引入模式识别之中。</a:t>
            </a:r>
            <a:r>
              <a:rPr lang="zh-CN" altLang="en-US" sz="2400" b="1" dirty="0">
                <a:solidFill>
                  <a:srgbClr val="FF0000"/>
                </a:solidFill>
                <a:latin typeface="Times New Roman" panose="02020603050405020304" pitchFamily="18" charset="0"/>
              </a:rPr>
              <a:t>模糊聚类方法</a:t>
            </a:r>
            <a:r>
              <a:rPr lang="zh-CN" altLang="en-US" sz="2400" b="1" dirty="0">
                <a:latin typeface="Times New Roman" panose="02020603050405020304" pitchFamily="18" charset="0"/>
              </a:rPr>
              <a:t>是模糊模式识别中最有代表性的方法。</a:t>
            </a:r>
            <a:endParaRPr lang="zh-CN" altLang="en-US" sz="2400" b="1" dirty="0">
              <a:latin typeface="Times New Roman" panose="02020603050405020304" pitchFamily="18" charset="0"/>
            </a:endParaRPr>
          </a:p>
        </p:txBody>
      </p:sp>
      <p:sp>
        <p:nvSpPr>
          <p:cNvPr id="89091" name="矩形 1"/>
          <p:cNvSpPr/>
          <p:nvPr/>
        </p:nvSpPr>
        <p:spPr>
          <a:xfrm>
            <a:off x="2916238" y="998538"/>
            <a:ext cx="2963862" cy="646112"/>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华文新魏" panose="02010800040101010101" pitchFamily="2" charset="-122"/>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ea typeface="+mn-ea"/>
                <a:cs typeface="华文新魏" panose="02010800040101010101" pitchFamily="2" charset="-122"/>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ea typeface="+mn-ea"/>
                <a:cs typeface="华文新魏" panose="02010800040101010101" pitchFamily="2" charset="-122"/>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ea typeface="+mn-ea"/>
                <a:cs typeface="华文新魏" panose="02010800040101010101" pitchFamily="2" charset="-122"/>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ea typeface="+mn-ea"/>
                <a:cs typeface="华文新魏" panose="02010800040101010101" pitchFamily="2" charset="-122"/>
              </a:defRPr>
            </a:lvl5pPr>
          </a:lstStyle>
          <a:p>
            <a:pPr marL="0" lvl="0" indent="0">
              <a:spcBef>
                <a:spcPct val="0"/>
              </a:spcBef>
              <a:buClrTx/>
              <a:buSzTx/>
              <a:buFontTx/>
              <a:buNone/>
            </a:pPr>
            <a:r>
              <a:rPr lang="zh-CN" altLang="en-US" sz="3600" b="1" dirty="0">
                <a:solidFill>
                  <a:srgbClr val="0000FF"/>
                </a:solidFill>
                <a:latin typeface="黑体" panose="02010609060101010101" pitchFamily="49" charset="-122"/>
                <a:ea typeface="黑体" panose="02010609060101010101" pitchFamily="49" charset="-122"/>
              </a:rPr>
              <a:t>模糊数学概论</a:t>
            </a:r>
            <a:endParaRPr lang="zh-CN" altLang="en-US" sz="3600" b="1" dirty="0">
              <a:solidFill>
                <a:srgbClr val="0000FF"/>
              </a:solidFill>
              <a:latin typeface="黑体" panose="02010609060101010101" pitchFamily="49" charset="-122"/>
              <a:ea typeface="黑体" panose="02010609060101010101" pitchFamily="49" charset="-122"/>
            </a:endParaRPr>
          </a:p>
        </p:txBody>
      </p:sp>
      <p:sp>
        <p:nvSpPr>
          <p:cNvPr id="7" name="Text Box 5"/>
          <p:cNvSpPr txBox="1"/>
          <p:nvPr/>
        </p:nvSpPr>
        <p:spPr>
          <a:xfrm>
            <a:off x="3224213" y="0"/>
            <a:ext cx="5919788" cy="706438"/>
          </a:xfrm>
          <a:prstGeom prst="rect">
            <a:avLst/>
          </a:prstGeom>
          <a:noFill/>
          <a:ln w="9525">
            <a:noFill/>
          </a:ln>
        </p:spPr>
        <p:txBody>
          <a:bodyPr>
            <a:spAutoFit/>
          </a:bodyPr>
          <a:lstStyle/>
          <a:p>
            <a:pPr marR="0" algn="ctr" defTabSz="914400" eaLnBrk="1" hangingPunct="1">
              <a:buClrTx/>
              <a:buSzTx/>
              <a:buFontTx/>
              <a:buNone/>
              <a:defRPr/>
            </a:pPr>
            <a:r>
              <a:rPr kumimoji="0" lang="en-US" altLang="zh-CN" sz="4000" b="1" kern="1200" cap="none" spc="0" normalizeH="0" baseline="0" noProof="1">
                <a:solidFill>
                  <a:srgbClr val="0000FF"/>
                </a:solidFill>
                <a:latin typeface="Arial" panose="020B0604020202020204" pitchFamily="34" charset="0"/>
                <a:ea typeface="宋体" panose="02010600030101010101" pitchFamily="2" charset="-122"/>
                <a:cs typeface="+mn-cs"/>
                <a:sym typeface="宋体" panose="02010600030101010101" pitchFamily="2" charset="-122"/>
              </a:rPr>
              <a:t>4.2.2 </a:t>
            </a:r>
            <a:r>
              <a:rPr kumimoji="1" lang="en-US" altLang="zh-CN" sz="4000" b="1" kern="0" cap="none" spc="0" normalizeH="0" baseline="0" noProof="0" dirty="0">
                <a:solidFill>
                  <a:srgbClr val="0000CC"/>
                </a:solidFill>
                <a:effectLst>
                  <a:outerShdw blurRad="38100" dist="38100" dir="2700000" algn="tl">
                    <a:srgbClr val="C0C0C0"/>
                  </a:outerShdw>
                </a:effectLst>
                <a:latin typeface="黑体" panose="02010609060101010101" pitchFamily="49" charset="-122"/>
                <a:ea typeface="黑体" panose="02010609060101010101" pitchFamily="49" charset="-122"/>
                <a:cs typeface="Times New Roman" panose="02020603050405020304" pitchFamily="18" charset="0"/>
                <a:sym typeface="+mn-ea"/>
              </a:rPr>
              <a:t> </a:t>
            </a:r>
            <a:r>
              <a:rPr kumimoji="0" lang="en-US" altLang="zh-CN" sz="4000" b="1" kern="1200" cap="none" spc="0" normalizeH="0" baseline="0" noProof="1">
                <a:solidFill>
                  <a:srgbClr val="0000FF"/>
                </a:solidFill>
                <a:latin typeface="Arial" panose="020B0604020202020204" pitchFamily="34" charset="0"/>
                <a:ea typeface="宋体" panose="02010600030101010101" pitchFamily="2" charset="-122"/>
                <a:cs typeface="+mn-cs"/>
                <a:sym typeface="+mn-ea"/>
              </a:rPr>
              <a:t>模糊聚类</a:t>
            </a:r>
            <a:r>
              <a:rPr kumimoji="0" lang="en-US" altLang="zh-CN" sz="4000" b="1" kern="1200" cap="none" spc="0" normalizeH="0" baseline="0" noProof="1">
                <a:solidFill>
                  <a:srgbClr val="0000FF"/>
                </a:solidFill>
                <a:latin typeface="Arial" panose="020B0604020202020204" pitchFamily="34" charset="0"/>
                <a:ea typeface="宋体" panose="02010600030101010101" pitchFamily="2" charset="-122"/>
                <a:cs typeface="+mn-cs"/>
                <a:sym typeface="宋体" panose="02010600030101010101" pitchFamily="2" charset="-122"/>
              </a:rPr>
              <a:t>算法</a:t>
            </a:r>
            <a:endParaRPr kumimoji="0" lang="en-US" altLang="zh-CN" sz="4000" b="1" kern="1200" cap="none" spc="0" normalizeH="0" baseline="0" noProof="1">
              <a:solidFill>
                <a:srgbClr val="0000FF"/>
              </a:solidFill>
              <a:latin typeface="Arial" panose="020B0604020202020204" pitchFamily="34" charset="0"/>
              <a:ea typeface="宋体" panose="02010600030101010101" pitchFamily="2" charset="-122"/>
              <a:cs typeface="+mn-cs"/>
              <a:sym typeface="宋体" panose="02010600030101010101" pitchFamily="2" charset="-122"/>
            </a:endParaRPr>
          </a:p>
        </p:txBody>
      </p:sp>
      <p:pic>
        <p:nvPicPr>
          <p:cNvPr id="89093" name="Picture 6" descr="扎德"/>
          <p:cNvPicPr>
            <a:picLocks noChangeAspect="1"/>
          </p:cNvPicPr>
          <p:nvPr/>
        </p:nvPicPr>
        <p:blipFill>
          <a:blip r:embed="rId1"/>
          <a:stretch>
            <a:fillRect/>
          </a:stretch>
        </p:blipFill>
        <p:spPr>
          <a:xfrm>
            <a:off x="1116013" y="44450"/>
            <a:ext cx="1525587" cy="2105025"/>
          </a:xfrm>
          <a:prstGeom prst="rect">
            <a:avLst/>
          </a:prstGeom>
          <a:noFill/>
          <a:ln w="9525">
            <a:noFill/>
          </a:ln>
        </p:spPr>
      </p:pic>
    </p:spTree>
  </p:cSld>
  <p:clrMapOvr>
    <a:masterClrMapping/>
  </p:clrMapOvr>
  <p:transition/>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4" name="图片 3"/>
          <p:cNvPicPr/>
          <p:nvPr/>
        </p:nvPicPr>
        <p:blipFill>
          <a:blip r:embed="rId1"/>
          <a:srcRect l="3938" r="3139"/>
          <a:stretch>
            <a:fillRect/>
          </a:stretch>
        </p:blipFill>
        <p:spPr>
          <a:xfrm>
            <a:off x="107315" y="1772920"/>
            <a:ext cx="8705850" cy="3851910"/>
          </a:xfrm>
          <a:prstGeom prst="rect">
            <a:avLst/>
          </a:prstGeom>
        </p:spPr>
      </p:pic>
    </p:spTree>
  </p:cSld>
  <p:clrMapOvr>
    <a:masterClrMapping/>
  </p:clrMapOvr>
  <p:transition/>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0114" name="Rectangle 3"/>
          <p:cNvSpPr>
            <a:spLocks noGrp="1"/>
          </p:cNvSpPr>
          <p:nvPr>
            <p:ph type="body" sz="half" idx="1" hasCustomPrompt="1"/>
          </p:nvPr>
        </p:nvSpPr>
        <p:spPr>
          <a:xfrm>
            <a:off x="566738" y="1752600"/>
            <a:ext cx="8253412" cy="4267200"/>
          </a:xfrm>
        </p:spPr>
        <p:txBody>
          <a:bodyPr vert="horz" wrap="square" lIns="91440" tIns="45720" rIns="91440" bIns="45720" anchor="t" anchorCtr="0"/>
          <a:p>
            <a:pPr algn="just">
              <a:lnSpc>
                <a:spcPct val="130000"/>
              </a:lnSpc>
              <a:buClr>
                <a:schemeClr val="folHlink"/>
              </a:buClr>
              <a:buSzPct val="60000"/>
              <a:buFont typeface="Wingdings" panose="05000000000000000000" pitchFamily="2" charset="2"/>
            </a:pPr>
            <a:r>
              <a:rPr lang="zh-CN" altLang="en-US" b="1" dirty="0">
                <a:solidFill>
                  <a:srgbClr val="0000FF"/>
                </a:solidFill>
                <a:latin typeface="Times New Roman" panose="02020603050405020304" pitchFamily="18" charset="0"/>
              </a:rPr>
              <a:t>隶属度函数</a:t>
            </a:r>
            <a:r>
              <a:rPr lang="zh-CN" altLang="en-US" sz="2800" b="1" dirty="0">
                <a:latin typeface="Times New Roman" panose="02020603050405020304" pitchFamily="18" charset="0"/>
              </a:rPr>
              <a:t>：</a:t>
            </a:r>
            <a:r>
              <a:rPr lang="zh-CN" altLang="en-US" sz="2400" b="1" dirty="0">
                <a:latin typeface="Times New Roman" panose="02020603050405020304" pitchFamily="18" charset="0"/>
              </a:rPr>
              <a:t>表示一个对象</a:t>
            </a:r>
            <a:r>
              <a:rPr lang="en-US" altLang="zh-CN" sz="2400" b="1" i="1" dirty="0">
                <a:latin typeface="Times New Roman" panose="02020603050405020304" pitchFamily="18" charset="0"/>
              </a:rPr>
              <a:t>x</a:t>
            </a:r>
            <a:r>
              <a:rPr lang="zh-CN" altLang="en-US" sz="2400" b="1" dirty="0">
                <a:latin typeface="Times New Roman" panose="02020603050405020304" pitchFamily="18" charset="0"/>
              </a:rPr>
              <a:t>隶属于集合</a:t>
            </a:r>
            <a:r>
              <a:rPr lang="en-US" altLang="zh-CN" sz="2400" b="1" i="1" dirty="0">
                <a:latin typeface="Times New Roman" panose="02020603050405020304" pitchFamily="18" charset="0"/>
              </a:rPr>
              <a:t>A</a:t>
            </a:r>
            <a:r>
              <a:rPr lang="zh-CN" altLang="en-US" sz="2400" b="1" dirty="0">
                <a:latin typeface="Times New Roman" panose="02020603050405020304" pitchFamily="18" charset="0"/>
              </a:rPr>
              <a:t>的程度的函数，通常记为           ，其自变量范围是所有可能属于集合</a:t>
            </a:r>
            <a:r>
              <a:rPr lang="en-US" altLang="zh-CN" sz="2400" b="1" i="1" dirty="0">
                <a:latin typeface="Times New Roman" panose="02020603050405020304" pitchFamily="18" charset="0"/>
              </a:rPr>
              <a:t>A</a:t>
            </a:r>
            <a:r>
              <a:rPr lang="zh-CN" altLang="en-US" sz="2400" b="1" dirty="0">
                <a:latin typeface="Times New Roman" panose="02020603050405020304" pitchFamily="18" charset="0"/>
              </a:rPr>
              <a:t>的对象（即集合</a:t>
            </a:r>
            <a:r>
              <a:rPr lang="en-US" altLang="zh-CN" sz="2400" b="1" i="1" dirty="0">
                <a:latin typeface="Times New Roman" panose="02020603050405020304" pitchFamily="18" charset="0"/>
              </a:rPr>
              <a:t>A</a:t>
            </a:r>
            <a:r>
              <a:rPr lang="zh-CN" altLang="en-US" sz="2400" b="1" dirty="0">
                <a:latin typeface="Times New Roman" panose="02020603050405020304" pitchFamily="18" charset="0"/>
              </a:rPr>
              <a:t>所有空间中的所有点），取值范围是</a:t>
            </a:r>
            <a:r>
              <a:rPr lang="en-US" altLang="zh-CN" sz="2400" b="1" dirty="0">
                <a:latin typeface="Times New Roman" panose="02020603050405020304" pitchFamily="18" charset="0"/>
              </a:rPr>
              <a:t>[0</a:t>
            </a:r>
            <a:r>
              <a:rPr lang="zh-CN" altLang="en-US" sz="2400" b="1" dirty="0">
                <a:latin typeface="Times New Roman" panose="02020603050405020304" pitchFamily="18" charset="0"/>
              </a:rPr>
              <a:t>，</a:t>
            </a:r>
            <a:r>
              <a:rPr lang="en-US" altLang="zh-CN" sz="2400" b="1" dirty="0">
                <a:latin typeface="Times New Roman" panose="02020603050405020304" pitchFamily="18" charset="0"/>
              </a:rPr>
              <a:t>1]</a:t>
            </a:r>
            <a:r>
              <a:rPr lang="zh-CN" altLang="en-US" sz="2400" b="1" dirty="0">
                <a:latin typeface="Times New Roman" panose="02020603050405020304" pitchFamily="18" charset="0"/>
              </a:rPr>
              <a:t>，即                        。</a:t>
            </a:r>
            <a:endParaRPr lang="en-US" altLang="zh-CN" sz="2400" b="1" dirty="0">
              <a:latin typeface="Times New Roman" panose="02020603050405020304" pitchFamily="18" charset="0"/>
            </a:endParaRPr>
          </a:p>
          <a:p>
            <a:pPr algn="just">
              <a:lnSpc>
                <a:spcPct val="130000"/>
              </a:lnSpc>
              <a:buClr>
                <a:schemeClr val="folHlink"/>
              </a:buClr>
              <a:buSzPct val="60000"/>
              <a:buFont typeface="Wingdings" panose="05000000000000000000" pitchFamily="2" charset="2"/>
            </a:pPr>
            <a:r>
              <a:rPr lang="zh-CN" altLang="en-US" sz="2400" b="1" dirty="0">
                <a:latin typeface="Times New Roman" panose="02020603050405020304" pitchFamily="18" charset="0"/>
              </a:rPr>
              <a:t>                   表示</a:t>
            </a:r>
            <a:r>
              <a:rPr lang="en-US" altLang="zh-CN" sz="2400" b="1" dirty="0">
                <a:latin typeface="Times New Roman" panose="02020603050405020304" pitchFamily="18" charset="0"/>
              </a:rPr>
              <a:t>x</a:t>
            </a:r>
            <a:r>
              <a:rPr lang="zh-CN" altLang="en-US" sz="2400" b="1" dirty="0">
                <a:latin typeface="Times New Roman" panose="02020603050405020304" pitchFamily="18" charset="0"/>
              </a:rPr>
              <a:t>完全属于集合</a:t>
            </a:r>
            <a:r>
              <a:rPr lang="en-US" altLang="zh-CN" sz="2400" b="1" i="1" dirty="0">
                <a:latin typeface="Times New Roman" panose="02020603050405020304" pitchFamily="18" charset="0"/>
              </a:rPr>
              <a:t>A</a:t>
            </a:r>
            <a:r>
              <a:rPr lang="zh-CN" altLang="en-US" sz="2400" b="1" dirty="0">
                <a:latin typeface="Times New Roman" panose="02020603050405020304" pitchFamily="18" charset="0"/>
              </a:rPr>
              <a:t>，相当于传统集合概念上的           ；              则表示</a:t>
            </a:r>
            <a:r>
              <a:rPr lang="en-US" altLang="zh-CN" sz="2400" b="1" dirty="0">
                <a:latin typeface="Times New Roman" panose="02020603050405020304" pitchFamily="18" charset="0"/>
              </a:rPr>
              <a:t>x</a:t>
            </a:r>
            <a:r>
              <a:rPr lang="zh-CN" altLang="en-US" sz="2400" b="1" dirty="0">
                <a:latin typeface="Times New Roman" panose="02020603050405020304" pitchFamily="18" charset="0"/>
              </a:rPr>
              <a:t>完全不属于集合</a:t>
            </a:r>
            <a:r>
              <a:rPr lang="en-US" altLang="zh-CN" sz="2400" b="1" dirty="0">
                <a:latin typeface="Times New Roman" panose="02020603050405020304" pitchFamily="18" charset="0"/>
              </a:rPr>
              <a:t>A</a:t>
            </a:r>
            <a:r>
              <a:rPr lang="zh-CN" altLang="en-US" sz="2400" b="1" dirty="0">
                <a:latin typeface="Times New Roman" panose="02020603050405020304" pitchFamily="18" charset="0"/>
              </a:rPr>
              <a:t>，相当于传统集合概念上的               。</a:t>
            </a:r>
            <a:endParaRPr lang="zh-CN" altLang="en-US" sz="2400" b="1" dirty="0">
              <a:latin typeface="Times New Roman" panose="02020603050405020304" pitchFamily="18" charset="0"/>
            </a:endParaRPr>
          </a:p>
        </p:txBody>
      </p:sp>
      <p:graphicFrame>
        <p:nvGraphicFramePr>
          <p:cNvPr id="90115" name="Object 5"/>
          <p:cNvGraphicFramePr>
            <a:graphicFrameLocks noChangeAspect="1"/>
          </p:cNvGraphicFramePr>
          <p:nvPr>
            <p:ph sz="quarter" idx="2" hasCustomPrompt="1"/>
          </p:nvPr>
        </p:nvGraphicFramePr>
        <p:xfrm>
          <a:off x="2987675" y="2506663"/>
          <a:ext cx="720725" cy="403225"/>
        </p:xfrm>
        <a:graphic>
          <a:graphicData uri="http://schemas.openxmlformats.org/presentationml/2006/ole">
            <mc:AlternateContent xmlns:mc="http://schemas.openxmlformats.org/markup-compatibility/2006">
              <mc:Choice xmlns:v="urn:schemas-microsoft-com:vml" Requires="v">
                <p:oleObj spid="_x0000_s3165" name="" r:id="rId1" imgW="316865" imgH="177800" progId="Equation.DSMT4">
                  <p:embed/>
                </p:oleObj>
              </mc:Choice>
              <mc:Fallback>
                <p:oleObj name="" r:id="rId1" imgW="316865" imgH="177800" progId="Equation.DSMT4">
                  <p:embed/>
                  <p:pic>
                    <p:nvPicPr>
                      <p:cNvPr id="0" name="图片 3164"/>
                      <p:cNvPicPr/>
                      <p:nvPr/>
                    </p:nvPicPr>
                    <p:blipFill>
                      <a:blip r:embed="rId2"/>
                      <a:srcRect/>
                      <a:stretch>
                        <a:fillRect/>
                      </a:stretch>
                    </p:blipFill>
                    <p:spPr>
                      <a:xfrm>
                        <a:off x="2987675" y="2506663"/>
                        <a:ext cx="720725" cy="403225"/>
                      </a:xfrm>
                      <a:prstGeom prst="rect">
                        <a:avLst/>
                      </a:prstGeom>
                      <a:noFill/>
                      <a:ln w="38100">
                        <a:miter/>
                      </a:ln>
                    </p:spPr>
                  </p:pic>
                </p:oleObj>
              </mc:Fallback>
            </mc:AlternateContent>
          </a:graphicData>
        </a:graphic>
      </p:graphicFrame>
      <p:sp>
        <p:nvSpPr>
          <p:cNvPr id="90116" name="Text Box 4"/>
          <p:cNvSpPr txBox="1"/>
          <p:nvPr/>
        </p:nvSpPr>
        <p:spPr>
          <a:xfrm>
            <a:off x="2555875" y="989013"/>
            <a:ext cx="4679950" cy="646112"/>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华文新魏" panose="02010800040101010101" pitchFamily="2" charset="-122"/>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ea typeface="+mn-ea"/>
                <a:cs typeface="华文新魏" panose="02010800040101010101" pitchFamily="2" charset="-122"/>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ea typeface="+mn-ea"/>
                <a:cs typeface="华文新魏" panose="02010800040101010101" pitchFamily="2" charset="-122"/>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ea typeface="+mn-ea"/>
                <a:cs typeface="华文新魏" panose="02010800040101010101" pitchFamily="2" charset="-122"/>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ea typeface="+mn-ea"/>
                <a:cs typeface="华文新魏" panose="02010800040101010101" pitchFamily="2" charset="-122"/>
              </a:defRPr>
            </a:lvl5pPr>
          </a:lstStyle>
          <a:p>
            <a:pPr marL="0" lvl="0" indent="0">
              <a:spcBef>
                <a:spcPct val="0"/>
              </a:spcBef>
              <a:buClrTx/>
              <a:buSzTx/>
              <a:buFontTx/>
              <a:buNone/>
            </a:pPr>
            <a:r>
              <a:rPr lang="zh-CN" altLang="en-US" sz="3600" b="1" dirty="0">
                <a:solidFill>
                  <a:srgbClr val="0000FF"/>
                </a:solidFill>
                <a:latin typeface="黑体" panose="02010609060101010101" pitchFamily="49" charset="-122"/>
                <a:ea typeface="黑体" panose="02010609060101010101" pitchFamily="49" charset="-122"/>
              </a:rPr>
              <a:t>模糊集的基本知识</a:t>
            </a:r>
            <a:endParaRPr lang="zh-CN" altLang="en-US" sz="3600" b="1" dirty="0">
              <a:solidFill>
                <a:srgbClr val="0000FF"/>
              </a:solidFill>
              <a:latin typeface="黑体" panose="02010609060101010101" pitchFamily="49" charset="-122"/>
              <a:ea typeface="黑体" panose="02010609060101010101" pitchFamily="49" charset="-122"/>
            </a:endParaRPr>
          </a:p>
        </p:txBody>
      </p:sp>
      <p:graphicFrame>
        <p:nvGraphicFramePr>
          <p:cNvPr id="90117" name="Object 8"/>
          <p:cNvGraphicFramePr>
            <a:graphicFrameLocks noChangeAspect="1"/>
          </p:cNvGraphicFramePr>
          <p:nvPr>
            <p:ph sz="quarter" idx="3" hasCustomPrompt="1"/>
          </p:nvPr>
        </p:nvGraphicFramePr>
        <p:xfrm>
          <a:off x="2268538" y="3429000"/>
          <a:ext cx="1727200" cy="484188"/>
        </p:xfrm>
        <a:graphic>
          <a:graphicData uri="http://schemas.openxmlformats.org/presentationml/2006/ole">
            <mc:AlternateContent xmlns:mc="http://schemas.openxmlformats.org/markup-compatibility/2006">
              <mc:Choice xmlns:v="urn:schemas-microsoft-com:vml" Requires="v">
                <p:oleObj spid="_x0000_s3160" name="" r:id="rId3" imgW="634365" imgH="177800" progId="Equation.DSMT4">
                  <p:embed/>
                </p:oleObj>
              </mc:Choice>
              <mc:Fallback>
                <p:oleObj name="" r:id="rId3" imgW="634365" imgH="177800" progId="Equation.DSMT4">
                  <p:embed/>
                  <p:pic>
                    <p:nvPicPr>
                      <p:cNvPr id="0" name="图片 3159"/>
                      <p:cNvPicPr/>
                      <p:nvPr/>
                    </p:nvPicPr>
                    <p:blipFill>
                      <a:blip r:embed="rId4"/>
                      <a:srcRect/>
                      <a:stretch>
                        <a:fillRect/>
                      </a:stretch>
                    </p:blipFill>
                    <p:spPr>
                      <a:xfrm>
                        <a:off x="2268538" y="3429000"/>
                        <a:ext cx="1727200" cy="484188"/>
                      </a:xfrm>
                      <a:prstGeom prst="rect">
                        <a:avLst/>
                      </a:prstGeom>
                      <a:noFill/>
                      <a:ln w="38100">
                        <a:miter/>
                      </a:ln>
                    </p:spPr>
                  </p:pic>
                </p:oleObj>
              </mc:Fallback>
            </mc:AlternateContent>
          </a:graphicData>
        </a:graphic>
      </p:graphicFrame>
      <p:graphicFrame>
        <p:nvGraphicFramePr>
          <p:cNvPr id="90118" name="Object 11"/>
          <p:cNvGraphicFramePr>
            <a:graphicFrameLocks noChangeAspect="1"/>
          </p:cNvGraphicFramePr>
          <p:nvPr/>
        </p:nvGraphicFramePr>
        <p:xfrm>
          <a:off x="1403350" y="4437063"/>
          <a:ext cx="865188" cy="450850"/>
        </p:xfrm>
        <a:graphic>
          <a:graphicData uri="http://schemas.openxmlformats.org/presentationml/2006/ole">
            <mc:AlternateContent xmlns:mc="http://schemas.openxmlformats.org/markup-compatibility/2006">
              <mc:Choice xmlns:v="urn:schemas-microsoft-com:vml" Requires="v">
                <p:oleObj spid="_x0000_s3164" name="" r:id="rId5" imgW="292100" imgH="152400" progId="Equation.DSMT4">
                  <p:embed/>
                </p:oleObj>
              </mc:Choice>
              <mc:Fallback>
                <p:oleObj name="" r:id="rId5" imgW="292100" imgH="152400" progId="Equation.DSMT4">
                  <p:embed/>
                  <p:pic>
                    <p:nvPicPr>
                      <p:cNvPr id="0" name="图片 3163"/>
                      <p:cNvPicPr/>
                      <p:nvPr/>
                    </p:nvPicPr>
                    <p:blipFill>
                      <a:blip r:embed="rId6"/>
                      <a:stretch>
                        <a:fillRect/>
                      </a:stretch>
                    </p:blipFill>
                    <p:spPr>
                      <a:xfrm>
                        <a:off x="1403350" y="4437063"/>
                        <a:ext cx="865188" cy="450850"/>
                      </a:xfrm>
                      <a:prstGeom prst="rect">
                        <a:avLst/>
                      </a:prstGeom>
                      <a:noFill/>
                      <a:ln w="38100">
                        <a:noFill/>
                        <a:miter/>
                      </a:ln>
                    </p:spPr>
                  </p:pic>
                </p:oleObj>
              </mc:Fallback>
            </mc:AlternateContent>
          </a:graphicData>
        </a:graphic>
      </p:graphicFrame>
      <p:graphicFrame>
        <p:nvGraphicFramePr>
          <p:cNvPr id="90119" name="Object 12"/>
          <p:cNvGraphicFramePr>
            <a:graphicFrameLocks noChangeAspect="1"/>
          </p:cNvGraphicFramePr>
          <p:nvPr/>
        </p:nvGraphicFramePr>
        <p:xfrm>
          <a:off x="3276600" y="4868863"/>
          <a:ext cx="865188" cy="450850"/>
        </p:xfrm>
        <a:graphic>
          <a:graphicData uri="http://schemas.openxmlformats.org/presentationml/2006/ole">
            <mc:AlternateContent xmlns:mc="http://schemas.openxmlformats.org/markup-compatibility/2006">
              <mc:Choice xmlns:v="urn:schemas-microsoft-com:vml" Requires="v">
                <p:oleObj spid="_x0000_s3161" name="" r:id="rId7" imgW="292100" imgH="152400" progId="Equation.DSMT4">
                  <p:embed/>
                </p:oleObj>
              </mc:Choice>
              <mc:Fallback>
                <p:oleObj name="" r:id="rId7" imgW="292100" imgH="152400" progId="Equation.DSMT4">
                  <p:embed/>
                  <p:pic>
                    <p:nvPicPr>
                      <p:cNvPr id="0" name="图片 3160"/>
                      <p:cNvPicPr/>
                      <p:nvPr/>
                    </p:nvPicPr>
                    <p:blipFill>
                      <a:blip r:embed="rId8"/>
                      <a:stretch>
                        <a:fillRect/>
                      </a:stretch>
                    </p:blipFill>
                    <p:spPr>
                      <a:xfrm>
                        <a:off x="3276600" y="4868863"/>
                        <a:ext cx="865188" cy="450850"/>
                      </a:xfrm>
                      <a:prstGeom prst="rect">
                        <a:avLst/>
                      </a:prstGeom>
                      <a:noFill/>
                      <a:ln w="38100">
                        <a:noFill/>
                        <a:miter/>
                      </a:ln>
                    </p:spPr>
                  </p:pic>
                </p:oleObj>
              </mc:Fallback>
            </mc:AlternateContent>
          </a:graphicData>
        </a:graphic>
      </p:graphicFrame>
      <p:graphicFrame>
        <p:nvGraphicFramePr>
          <p:cNvPr id="90120" name="Object 9"/>
          <p:cNvGraphicFramePr>
            <a:graphicFrameLocks noChangeAspect="1"/>
          </p:cNvGraphicFramePr>
          <p:nvPr/>
        </p:nvGraphicFramePr>
        <p:xfrm>
          <a:off x="1116013" y="4005263"/>
          <a:ext cx="1152525" cy="434975"/>
        </p:xfrm>
        <a:graphic>
          <a:graphicData uri="http://schemas.openxmlformats.org/presentationml/2006/ole">
            <mc:AlternateContent xmlns:mc="http://schemas.openxmlformats.org/markup-compatibility/2006">
              <mc:Choice xmlns:v="urn:schemas-microsoft-com:vml" Requires="v">
                <p:oleObj spid="_x0000_s3158" name="" r:id="rId9" imgW="469900" imgH="177800" progId="Equation.DSMT4">
                  <p:embed/>
                </p:oleObj>
              </mc:Choice>
              <mc:Fallback>
                <p:oleObj name="" r:id="rId9" imgW="469900" imgH="177800" progId="Equation.DSMT4">
                  <p:embed/>
                  <p:pic>
                    <p:nvPicPr>
                      <p:cNvPr id="0" name="图片 3157"/>
                      <p:cNvPicPr/>
                      <p:nvPr/>
                    </p:nvPicPr>
                    <p:blipFill>
                      <a:blip r:embed="rId10"/>
                      <a:stretch>
                        <a:fillRect/>
                      </a:stretch>
                    </p:blipFill>
                    <p:spPr>
                      <a:xfrm>
                        <a:off x="1116013" y="4005263"/>
                        <a:ext cx="1152525" cy="434975"/>
                      </a:xfrm>
                      <a:prstGeom prst="rect">
                        <a:avLst/>
                      </a:prstGeom>
                      <a:noFill/>
                      <a:ln w="38100">
                        <a:noFill/>
                        <a:miter/>
                      </a:ln>
                    </p:spPr>
                  </p:pic>
                </p:oleObj>
              </mc:Fallback>
            </mc:AlternateContent>
          </a:graphicData>
        </a:graphic>
      </p:graphicFrame>
      <p:graphicFrame>
        <p:nvGraphicFramePr>
          <p:cNvPr id="90121" name="Object 10"/>
          <p:cNvGraphicFramePr>
            <a:graphicFrameLocks noChangeAspect="1"/>
          </p:cNvGraphicFramePr>
          <p:nvPr/>
        </p:nvGraphicFramePr>
        <p:xfrm>
          <a:off x="2484438" y="4437063"/>
          <a:ext cx="1184275" cy="434975"/>
        </p:xfrm>
        <a:graphic>
          <a:graphicData uri="http://schemas.openxmlformats.org/presentationml/2006/ole">
            <mc:AlternateContent xmlns:mc="http://schemas.openxmlformats.org/markup-compatibility/2006">
              <mc:Choice xmlns:v="urn:schemas-microsoft-com:vml" Requires="v">
                <p:oleObj spid="_x0000_s3167" name="" r:id="rId11" imgW="481965" imgH="177800" progId="Equation.DSMT4">
                  <p:embed/>
                </p:oleObj>
              </mc:Choice>
              <mc:Fallback>
                <p:oleObj name="" r:id="rId11" imgW="481965" imgH="177800" progId="Equation.DSMT4">
                  <p:embed/>
                  <p:pic>
                    <p:nvPicPr>
                      <p:cNvPr id="0" name="图片 3166"/>
                      <p:cNvPicPr/>
                      <p:nvPr/>
                    </p:nvPicPr>
                    <p:blipFill>
                      <a:blip r:embed="rId12"/>
                      <a:stretch>
                        <a:fillRect/>
                      </a:stretch>
                    </p:blipFill>
                    <p:spPr>
                      <a:xfrm>
                        <a:off x="2484438" y="4437063"/>
                        <a:ext cx="1184275" cy="434975"/>
                      </a:xfrm>
                      <a:prstGeom prst="rect">
                        <a:avLst/>
                      </a:prstGeom>
                      <a:noFill/>
                      <a:ln w="38100">
                        <a:noFill/>
                        <a:miter/>
                      </a:ln>
                    </p:spPr>
                  </p:pic>
                </p:oleObj>
              </mc:Fallback>
            </mc:AlternateContent>
          </a:graphicData>
        </a:graphic>
      </p:graphicFrame>
      <p:sp>
        <p:nvSpPr>
          <p:cNvPr id="12" name="Text Box 5"/>
          <p:cNvSpPr txBox="1"/>
          <p:nvPr/>
        </p:nvSpPr>
        <p:spPr>
          <a:xfrm>
            <a:off x="3224213" y="0"/>
            <a:ext cx="5919788" cy="706438"/>
          </a:xfrm>
          <a:prstGeom prst="rect">
            <a:avLst/>
          </a:prstGeom>
          <a:noFill/>
          <a:ln w="9525">
            <a:noFill/>
          </a:ln>
        </p:spPr>
        <p:txBody>
          <a:bodyPr>
            <a:spAutoFit/>
          </a:bodyPr>
          <a:lstStyle/>
          <a:p>
            <a:pPr marR="0" algn="ctr" defTabSz="914400" eaLnBrk="1" hangingPunct="1">
              <a:buClrTx/>
              <a:buSzTx/>
              <a:buFontTx/>
              <a:buNone/>
              <a:defRPr/>
            </a:pPr>
            <a:r>
              <a:rPr kumimoji="0" lang="en-US" altLang="zh-CN" sz="4000" b="1" kern="1200" cap="none" spc="0" normalizeH="0" baseline="0" noProof="1">
                <a:solidFill>
                  <a:srgbClr val="0000FF"/>
                </a:solidFill>
                <a:latin typeface="Arial" panose="020B0604020202020204" pitchFamily="34" charset="0"/>
                <a:ea typeface="宋体" panose="02010600030101010101" pitchFamily="2" charset="-122"/>
                <a:cs typeface="+mn-cs"/>
                <a:sym typeface="宋体" panose="02010600030101010101" pitchFamily="2" charset="-122"/>
              </a:rPr>
              <a:t>4.2.2 </a:t>
            </a:r>
            <a:r>
              <a:rPr kumimoji="1" lang="en-US" altLang="zh-CN" sz="4000" b="1" kern="0" cap="none" spc="0" normalizeH="0" baseline="0" noProof="0" dirty="0">
                <a:solidFill>
                  <a:srgbClr val="0000CC"/>
                </a:solidFill>
                <a:effectLst>
                  <a:outerShdw blurRad="38100" dist="38100" dir="2700000" algn="tl">
                    <a:srgbClr val="C0C0C0"/>
                  </a:outerShdw>
                </a:effectLst>
                <a:latin typeface="黑体" panose="02010609060101010101" pitchFamily="49" charset="-122"/>
                <a:ea typeface="黑体" panose="02010609060101010101" pitchFamily="49" charset="-122"/>
                <a:cs typeface="Times New Roman" panose="02020603050405020304" pitchFamily="18" charset="0"/>
                <a:sym typeface="+mn-ea"/>
              </a:rPr>
              <a:t> </a:t>
            </a:r>
            <a:r>
              <a:rPr kumimoji="0" lang="en-US" altLang="zh-CN" sz="4000" b="1" kern="1200" cap="none" spc="0" normalizeH="0" baseline="0" noProof="1">
                <a:solidFill>
                  <a:srgbClr val="0000FF"/>
                </a:solidFill>
                <a:latin typeface="Arial" panose="020B0604020202020204" pitchFamily="34" charset="0"/>
                <a:ea typeface="宋体" panose="02010600030101010101" pitchFamily="2" charset="-122"/>
                <a:cs typeface="+mn-cs"/>
                <a:sym typeface="+mn-ea"/>
              </a:rPr>
              <a:t>模糊聚类</a:t>
            </a:r>
            <a:r>
              <a:rPr kumimoji="0" lang="en-US" altLang="zh-CN" sz="4000" b="1" kern="1200" cap="none" spc="0" normalizeH="0" baseline="0" noProof="1">
                <a:solidFill>
                  <a:srgbClr val="0000FF"/>
                </a:solidFill>
                <a:latin typeface="Arial" panose="020B0604020202020204" pitchFamily="34" charset="0"/>
                <a:ea typeface="宋体" panose="02010600030101010101" pitchFamily="2" charset="-122"/>
                <a:cs typeface="+mn-cs"/>
                <a:sym typeface="宋体" panose="02010600030101010101" pitchFamily="2" charset="-122"/>
              </a:rPr>
              <a:t>算法</a:t>
            </a:r>
            <a:endParaRPr kumimoji="0" lang="en-US" altLang="zh-CN" sz="4000" b="1" kern="1200" cap="none" spc="0" normalizeH="0" baseline="0" noProof="1">
              <a:solidFill>
                <a:srgbClr val="0000FF"/>
              </a:solidFill>
              <a:latin typeface="Arial" panose="020B0604020202020204" pitchFamily="34" charset="0"/>
              <a:ea typeface="宋体" panose="02010600030101010101" pitchFamily="2" charset="-122"/>
              <a:cs typeface="+mn-cs"/>
              <a:sym typeface="宋体" panose="02010600030101010101" pitchFamily="2" charset="-122"/>
            </a:endParaRPr>
          </a:p>
        </p:txBody>
      </p:sp>
    </p:spTree>
  </p:cSld>
  <p:clrMapOvr>
    <a:masterClrMapping/>
  </p:clrMapOvr>
  <p:transition/>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1138" name="Text Box 2"/>
          <p:cNvSpPr txBox="1"/>
          <p:nvPr/>
        </p:nvSpPr>
        <p:spPr>
          <a:xfrm>
            <a:off x="684213" y="1268413"/>
            <a:ext cx="7993062" cy="4851400"/>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华文新魏" panose="02010800040101010101" pitchFamily="2" charset="-122"/>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ea typeface="+mn-ea"/>
                <a:cs typeface="华文新魏" panose="02010800040101010101" pitchFamily="2" charset="-122"/>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ea typeface="+mn-ea"/>
                <a:cs typeface="华文新魏" panose="02010800040101010101" pitchFamily="2" charset="-122"/>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ea typeface="+mn-ea"/>
                <a:cs typeface="华文新魏" panose="02010800040101010101" pitchFamily="2" charset="-122"/>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ea typeface="+mn-ea"/>
                <a:cs typeface="华文新魏" panose="02010800040101010101" pitchFamily="2" charset="-122"/>
              </a:defRPr>
            </a:lvl5pPr>
          </a:lstStyle>
          <a:p>
            <a:pPr marL="0" lvl="0" indent="0" algn="just">
              <a:lnSpc>
                <a:spcPct val="180000"/>
              </a:lnSpc>
              <a:spcBef>
                <a:spcPct val="0"/>
              </a:spcBef>
              <a:buClrTx/>
              <a:buSzTx/>
              <a:buFontTx/>
              <a:buNone/>
            </a:pPr>
            <a:r>
              <a:rPr lang="zh-CN" altLang="en-US" sz="2800" b="1" dirty="0">
                <a:solidFill>
                  <a:srgbClr val="0000FF"/>
                </a:solidFill>
                <a:latin typeface="Arial" panose="020B0604020202020204" pitchFamily="34" charset="0"/>
              </a:rPr>
              <a:t>模糊集合：</a:t>
            </a:r>
            <a:r>
              <a:rPr lang="zh-CN" altLang="en-US" sz="2800" dirty="0">
                <a:solidFill>
                  <a:srgbClr val="0000FF"/>
                </a:solidFill>
                <a:latin typeface="Arial" panose="020B0604020202020204" pitchFamily="34" charset="0"/>
              </a:rPr>
              <a:t>　</a:t>
            </a:r>
            <a:endParaRPr lang="zh-CN" altLang="en-US" sz="2800" dirty="0">
              <a:solidFill>
                <a:srgbClr val="0000FF"/>
              </a:solidFill>
              <a:latin typeface="Arial" panose="020B0604020202020204" pitchFamily="34" charset="0"/>
            </a:endParaRPr>
          </a:p>
          <a:p>
            <a:pPr marL="0" lvl="0" indent="0" algn="just">
              <a:lnSpc>
                <a:spcPct val="110000"/>
              </a:lnSpc>
              <a:spcBef>
                <a:spcPct val="0"/>
              </a:spcBef>
              <a:buClrTx/>
              <a:buSzTx/>
              <a:buFontTx/>
              <a:buNone/>
            </a:pPr>
            <a:r>
              <a:rPr lang="zh-CN" altLang="en-US" sz="2400" dirty="0">
                <a:latin typeface="Arial" panose="020B0604020202020204" pitchFamily="34" charset="0"/>
              </a:rPr>
              <a:t>        </a:t>
            </a:r>
            <a:r>
              <a:rPr lang="zh-CN" altLang="en-US" sz="2400" b="1" dirty="0">
                <a:latin typeface="Arial" panose="020B0604020202020204" pitchFamily="34" charset="0"/>
              </a:rPr>
              <a:t>模糊集合也称模糊子集</a:t>
            </a:r>
            <a:r>
              <a:rPr lang="en-US" altLang="zh-CN" sz="2400" b="1" dirty="0">
                <a:latin typeface="Arial" panose="020B0604020202020204" pitchFamily="34" charset="0"/>
              </a:rPr>
              <a:t>, </a:t>
            </a:r>
            <a:r>
              <a:rPr lang="zh-CN" altLang="en-US" sz="2400" b="1" dirty="0">
                <a:latin typeface="Arial" panose="020B0604020202020204" pitchFamily="34" charset="0"/>
              </a:rPr>
              <a:t>是由其</a:t>
            </a:r>
            <a:r>
              <a:rPr lang="zh-CN" altLang="en-US" sz="2400" b="1" u="sng" dirty="0">
                <a:solidFill>
                  <a:srgbClr val="FF0000"/>
                </a:solidFill>
                <a:latin typeface="Arial" panose="020B0604020202020204" pitchFamily="34" charset="0"/>
              </a:rPr>
              <a:t>隶属函数</a:t>
            </a:r>
            <a:r>
              <a:rPr lang="zh-CN" altLang="en-US" sz="2400" b="1" dirty="0">
                <a:latin typeface="Arial" panose="020B0604020202020204" pitchFamily="34" charset="0"/>
              </a:rPr>
              <a:t>来定义的。 </a:t>
            </a:r>
            <a:endParaRPr lang="zh-CN" altLang="en-US" sz="2400" b="1" dirty="0">
              <a:latin typeface="Arial" panose="020B0604020202020204" pitchFamily="34" charset="0"/>
            </a:endParaRPr>
          </a:p>
          <a:p>
            <a:pPr marL="0" lvl="0" indent="0" algn="just">
              <a:lnSpc>
                <a:spcPct val="110000"/>
              </a:lnSpc>
              <a:spcBef>
                <a:spcPct val="0"/>
              </a:spcBef>
              <a:buClrTx/>
              <a:buSzTx/>
              <a:buFontTx/>
              <a:buNone/>
            </a:pPr>
            <a:r>
              <a:rPr lang="zh-CN" altLang="en-US" sz="2400" b="1" dirty="0">
                <a:latin typeface="Arial" panose="020B0604020202020204" pitchFamily="34" charset="0"/>
              </a:rPr>
              <a:t>　　</a:t>
            </a:r>
            <a:r>
              <a:rPr lang="zh-CN" altLang="en-US" sz="2400" b="1" dirty="0">
                <a:solidFill>
                  <a:srgbClr val="0000FF"/>
                </a:solidFill>
                <a:latin typeface="Arial" panose="020B0604020202020204" pitchFamily="34" charset="0"/>
              </a:rPr>
              <a:t>定义</a:t>
            </a:r>
            <a:r>
              <a:rPr lang="zh-CN" altLang="en-US" sz="2400" dirty="0">
                <a:solidFill>
                  <a:srgbClr val="0000FF"/>
                </a:solidFill>
                <a:latin typeface="Arial" panose="020B0604020202020204" pitchFamily="34" charset="0"/>
              </a:rPr>
              <a:t>：</a:t>
            </a:r>
            <a:r>
              <a:rPr lang="zh-CN" altLang="en-US" sz="2400" b="1" dirty="0">
                <a:latin typeface="Arial" panose="020B0604020202020204" pitchFamily="34" charset="0"/>
              </a:rPr>
              <a:t>在空间             上的隶属度函数就定义了一个模糊集合</a:t>
            </a:r>
            <a:r>
              <a:rPr lang="en-US" altLang="zh-CN" sz="2400" b="1" i="1" dirty="0">
                <a:latin typeface="Arial" panose="020B0604020202020204" pitchFamily="34" charset="0"/>
              </a:rPr>
              <a:t>A</a:t>
            </a:r>
            <a:r>
              <a:rPr lang="zh-CN" altLang="en-US" sz="2400" b="1" dirty="0">
                <a:latin typeface="Arial" panose="020B0604020202020204" pitchFamily="34" charset="0"/>
              </a:rPr>
              <a:t>。对于有限个对象                     ，模糊集合</a:t>
            </a:r>
            <a:r>
              <a:rPr lang="en-US" altLang="zh-CN" sz="2400" b="1" i="1" dirty="0">
                <a:latin typeface="Arial" panose="020B0604020202020204" pitchFamily="34" charset="0"/>
              </a:rPr>
              <a:t>A</a:t>
            </a:r>
            <a:r>
              <a:rPr lang="zh-CN" altLang="en-US" sz="2400" b="1" dirty="0">
                <a:latin typeface="Arial" panose="020B0604020202020204" pitchFamily="34" charset="0"/>
              </a:rPr>
              <a:t>可以表示为：</a:t>
            </a:r>
            <a:endParaRPr lang="en-US" altLang="zh-CN" sz="2400" b="1" dirty="0">
              <a:latin typeface="Arial" panose="020B0604020202020204" pitchFamily="34" charset="0"/>
            </a:endParaRPr>
          </a:p>
          <a:p>
            <a:pPr marL="0" lvl="0" indent="0" algn="just">
              <a:lnSpc>
                <a:spcPct val="110000"/>
              </a:lnSpc>
              <a:spcBef>
                <a:spcPct val="0"/>
              </a:spcBef>
              <a:buClrTx/>
              <a:buSzTx/>
              <a:buFontTx/>
              <a:buNone/>
            </a:pPr>
            <a:r>
              <a:rPr lang="en-US" altLang="zh-CN" sz="2400" b="1" dirty="0">
                <a:latin typeface="Arial" panose="020B0604020202020204" pitchFamily="34" charset="0"/>
              </a:rPr>
              <a:t>        </a:t>
            </a:r>
            <a:r>
              <a:rPr lang="zh-CN" altLang="en-US" sz="2400" b="1" dirty="0">
                <a:solidFill>
                  <a:srgbClr val="0000FF"/>
                </a:solidFill>
                <a:latin typeface="Arial" panose="020B0604020202020204" pitchFamily="34" charset="0"/>
              </a:rPr>
              <a:t>例子：</a:t>
            </a:r>
            <a:r>
              <a:rPr lang="zh-CN" altLang="en-US" sz="2400" b="1" dirty="0">
                <a:latin typeface="Arial" panose="020B0604020202020204" pitchFamily="34" charset="0"/>
              </a:rPr>
              <a:t>用水温来表示开水这个概念，</a:t>
            </a:r>
            <a:r>
              <a:rPr lang="en-US" altLang="zh-CN" sz="2400" b="1" dirty="0">
                <a:latin typeface="Arial" panose="020B0604020202020204" pitchFamily="34" charset="0"/>
              </a:rPr>
              <a:t>(a)</a:t>
            </a:r>
            <a:r>
              <a:rPr lang="zh-CN" altLang="en-US" sz="2400" b="1" dirty="0">
                <a:latin typeface="Arial" panose="020B0604020202020204" pitchFamily="34" charset="0"/>
              </a:rPr>
              <a:t>和</a:t>
            </a:r>
            <a:r>
              <a:rPr lang="en-US" altLang="zh-CN" sz="2400" b="1" dirty="0">
                <a:latin typeface="Arial" panose="020B0604020202020204" pitchFamily="34" charset="0"/>
              </a:rPr>
              <a:t>(b)</a:t>
            </a:r>
            <a:r>
              <a:rPr lang="zh-CN" altLang="en-US" sz="2400" b="1" dirty="0">
                <a:latin typeface="Arial" panose="020B0604020202020204" pitchFamily="34" charset="0"/>
              </a:rPr>
              <a:t>是确定性集合，分别表示</a:t>
            </a:r>
            <a:r>
              <a:rPr lang="en-US" altLang="zh-CN" sz="2400" b="1" dirty="0">
                <a:latin typeface="Arial" panose="020B0604020202020204" pitchFamily="34" charset="0"/>
              </a:rPr>
              <a:t>100</a:t>
            </a:r>
            <a:r>
              <a:rPr lang="zh-CN" altLang="en-US" sz="2400" b="1" dirty="0">
                <a:latin typeface="Arial" panose="020B0604020202020204" pitchFamily="34" charset="0"/>
              </a:rPr>
              <a:t>度和</a:t>
            </a:r>
            <a:r>
              <a:rPr lang="en-US" altLang="zh-CN" sz="2400" b="1" dirty="0">
                <a:latin typeface="Arial" panose="020B0604020202020204" pitchFamily="34" charset="0"/>
              </a:rPr>
              <a:t>80~100</a:t>
            </a:r>
            <a:r>
              <a:rPr lang="zh-CN" altLang="en-US" sz="2400" b="1" dirty="0">
                <a:latin typeface="Arial" panose="020B0604020202020204" pitchFamily="34" charset="0"/>
              </a:rPr>
              <a:t>度的水；</a:t>
            </a:r>
            <a:r>
              <a:rPr lang="en-US" altLang="zh-CN" sz="2400" b="1" dirty="0">
                <a:latin typeface="Arial" panose="020B0604020202020204" pitchFamily="34" charset="0"/>
              </a:rPr>
              <a:t>(c)</a:t>
            </a:r>
            <a:r>
              <a:rPr lang="zh-CN" altLang="en-US" sz="2400" b="1" dirty="0">
                <a:latin typeface="Arial" panose="020B0604020202020204" pitchFamily="34" charset="0"/>
              </a:rPr>
              <a:t>是模糊集合，用隶属度函数来表示。这种表示更接近我们日常理解。</a:t>
            </a:r>
            <a:endParaRPr lang="en-US" altLang="zh-CN" sz="2400" b="1" dirty="0">
              <a:latin typeface="Arial" panose="020B0604020202020204" pitchFamily="34" charset="0"/>
            </a:endParaRPr>
          </a:p>
          <a:p>
            <a:pPr marL="0" lvl="0" indent="0" algn="just">
              <a:lnSpc>
                <a:spcPct val="130000"/>
              </a:lnSpc>
              <a:spcBef>
                <a:spcPct val="0"/>
              </a:spcBef>
              <a:buClrTx/>
              <a:buSzTx/>
              <a:buFontTx/>
              <a:buNone/>
            </a:pPr>
            <a:endParaRPr lang="en-US" altLang="zh-CN" sz="2400" b="1" dirty="0">
              <a:latin typeface="Arial" panose="020B0604020202020204" pitchFamily="34" charset="0"/>
            </a:endParaRPr>
          </a:p>
          <a:p>
            <a:pPr marL="0" lvl="0" indent="0" algn="just">
              <a:lnSpc>
                <a:spcPct val="180000"/>
              </a:lnSpc>
              <a:spcBef>
                <a:spcPct val="0"/>
              </a:spcBef>
              <a:buClrTx/>
              <a:buSzTx/>
              <a:buFontTx/>
              <a:buNone/>
            </a:pPr>
            <a:endParaRPr lang="zh-CN" altLang="en-US" sz="2400" dirty="0">
              <a:latin typeface="Arial" panose="020B0604020202020204" pitchFamily="34" charset="0"/>
            </a:endParaRPr>
          </a:p>
        </p:txBody>
      </p:sp>
      <p:sp>
        <p:nvSpPr>
          <p:cNvPr id="91139" name="Text Box 4"/>
          <p:cNvSpPr txBox="1"/>
          <p:nvPr/>
        </p:nvSpPr>
        <p:spPr>
          <a:xfrm>
            <a:off x="2555875" y="836613"/>
            <a:ext cx="4679950" cy="646112"/>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华文新魏" panose="02010800040101010101" pitchFamily="2" charset="-122"/>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ea typeface="+mn-ea"/>
                <a:cs typeface="华文新魏" panose="02010800040101010101" pitchFamily="2" charset="-122"/>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ea typeface="+mn-ea"/>
                <a:cs typeface="华文新魏" panose="02010800040101010101" pitchFamily="2" charset="-122"/>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ea typeface="+mn-ea"/>
                <a:cs typeface="华文新魏" panose="02010800040101010101" pitchFamily="2" charset="-122"/>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ea typeface="+mn-ea"/>
                <a:cs typeface="华文新魏" panose="02010800040101010101" pitchFamily="2" charset="-122"/>
              </a:defRPr>
            </a:lvl5pPr>
          </a:lstStyle>
          <a:p>
            <a:pPr marL="0" lvl="0" indent="0">
              <a:spcBef>
                <a:spcPct val="0"/>
              </a:spcBef>
              <a:buClrTx/>
              <a:buSzTx/>
              <a:buFontTx/>
              <a:buNone/>
            </a:pPr>
            <a:r>
              <a:rPr lang="zh-CN" altLang="en-US" sz="3600" b="1" dirty="0">
                <a:solidFill>
                  <a:srgbClr val="0000FF"/>
                </a:solidFill>
                <a:latin typeface="黑体" panose="02010609060101010101" pitchFamily="49" charset="-122"/>
                <a:ea typeface="黑体" panose="02010609060101010101" pitchFamily="49" charset="-122"/>
              </a:rPr>
              <a:t>模糊集的基本知识</a:t>
            </a:r>
            <a:endParaRPr lang="zh-CN" altLang="en-US" sz="3600" b="1" dirty="0">
              <a:solidFill>
                <a:srgbClr val="0000FF"/>
              </a:solidFill>
              <a:latin typeface="黑体" panose="02010609060101010101" pitchFamily="49" charset="-122"/>
              <a:ea typeface="黑体" panose="02010609060101010101" pitchFamily="49" charset="-122"/>
            </a:endParaRPr>
          </a:p>
        </p:txBody>
      </p:sp>
      <p:graphicFrame>
        <p:nvGraphicFramePr>
          <p:cNvPr id="91140" name="Object 5"/>
          <p:cNvGraphicFramePr>
            <a:graphicFrameLocks noChangeAspect="1"/>
          </p:cNvGraphicFramePr>
          <p:nvPr/>
        </p:nvGraphicFramePr>
        <p:xfrm>
          <a:off x="2268538" y="3284538"/>
          <a:ext cx="1882775" cy="431800"/>
        </p:xfrm>
        <a:graphic>
          <a:graphicData uri="http://schemas.openxmlformats.org/presentationml/2006/ole">
            <mc:AlternateContent xmlns:mc="http://schemas.openxmlformats.org/markup-compatibility/2006">
              <mc:Choice xmlns:v="urn:schemas-microsoft-com:vml" Requires="v">
                <p:oleObj spid="_x0000_s3166" name="" r:id="rId1" imgW="1104900" imgH="254000" progId="Equation.DSMT4">
                  <p:embed/>
                </p:oleObj>
              </mc:Choice>
              <mc:Fallback>
                <p:oleObj name="" r:id="rId1" imgW="1104900" imgH="254000" progId="Equation.DSMT4">
                  <p:embed/>
                  <p:pic>
                    <p:nvPicPr>
                      <p:cNvPr id="0" name="图片 3165"/>
                      <p:cNvPicPr/>
                      <p:nvPr/>
                    </p:nvPicPr>
                    <p:blipFill>
                      <a:blip r:embed="rId2"/>
                      <a:stretch>
                        <a:fillRect/>
                      </a:stretch>
                    </p:blipFill>
                    <p:spPr>
                      <a:xfrm>
                        <a:off x="2268538" y="3284538"/>
                        <a:ext cx="1882775" cy="431800"/>
                      </a:xfrm>
                      <a:prstGeom prst="rect">
                        <a:avLst/>
                      </a:prstGeom>
                      <a:noFill/>
                      <a:ln w="38100">
                        <a:noFill/>
                        <a:miter/>
                      </a:ln>
                    </p:spPr>
                  </p:pic>
                </p:oleObj>
              </mc:Fallback>
            </mc:AlternateContent>
          </a:graphicData>
        </a:graphic>
      </p:graphicFrame>
      <p:graphicFrame>
        <p:nvGraphicFramePr>
          <p:cNvPr id="91141" name="Object 3"/>
          <p:cNvGraphicFramePr>
            <a:graphicFrameLocks noChangeAspect="1"/>
          </p:cNvGraphicFramePr>
          <p:nvPr/>
        </p:nvGraphicFramePr>
        <p:xfrm>
          <a:off x="3419158" y="2493010"/>
          <a:ext cx="863600" cy="411163"/>
        </p:xfrm>
        <a:graphic>
          <a:graphicData uri="http://schemas.openxmlformats.org/presentationml/2006/ole">
            <mc:AlternateContent xmlns:mc="http://schemas.openxmlformats.org/markup-compatibility/2006">
              <mc:Choice xmlns:v="urn:schemas-microsoft-com:vml" Requires="v">
                <p:oleObj spid="_x0000_s3163" name="" r:id="rId3" imgW="533400" imgH="254000" progId="Equation.DSMT4">
                  <p:embed/>
                </p:oleObj>
              </mc:Choice>
              <mc:Fallback>
                <p:oleObj name="" r:id="rId3" imgW="533400" imgH="254000" progId="Equation.DSMT4">
                  <p:embed/>
                  <p:pic>
                    <p:nvPicPr>
                      <p:cNvPr id="0" name="图片 3162"/>
                      <p:cNvPicPr/>
                      <p:nvPr/>
                    </p:nvPicPr>
                    <p:blipFill>
                      <a:blip r:embed="rId4"/>
                      <a:stretch>
                        <a:fillRect/>
                      </a:stretch>
                    </p:blipFill>
                    <p:spPr>
                      <a:xfrm>
                        <a:off x="3419158" y="2493010"/>
                        <a:ext cx="863600" cy="411163"/>
                      </a:xfrm>
                      <a:prstGeom prst="rect">
                        <a:avLst/>
                      </a:prstGeom>
                      <a:noFill/>
                      <a:ln w="38100">
                        <a:noFill/>
                        <a:miter/>
                      </a:ln>
                    </p:spPr>
                  </p:pic>
                </p:oleObj>
              </mc:Fallback>
            </mc:AlternateContent>
          </a:graphicData>
        </a:graphic>
      </p:graphicFrame>
      <p:graphicFrame>
        <p:nvGraphicFramePr>
          <p:cNvPr id="91142" name="Object 4"/>
          <p:cNvGraphicFramePr>
            <a:graphicFrameLocks noChangeAspect="1"/>
          </p:cNvGraphicFramePr>
          <p:nvPr/>
        </p:nvGraphicFramePr>
        <p:xfrm>
          <a:off x="4787900" y="2852738"/>
          <a:ext cx="1512888" cy="469900"/>
        </p:xfrm>
        <a:graphic>
          <a:graphicData uri="http://schemas.openxmlformats.org/presentationml/2006/ole">
            <mc:AlternateContent xmlns:mc="http://schemas.openxmlformats.org/markup-compatibility/2006">
              <mc:Choice xmlns:v="urn:schemas-microsoft-com:vml" Requires="v">
                <p:oleObj spid="_x0000_s3162" name="" r:id="rId5" imgW="736600" imgH="228600" progId="Equation.DSMT4">
                  <p:embed/>
                </p:oleObj>
              </mc:Choice>
              <mc:Fallback>
                <p:oleObj name="" r:id="rId5" imgW="736600" imgH="228600" progId="Equation.DSMT4">
                  <p:embed/>
                  <p:pic>
                    <p:nvPicPr>
                      <p:cNvPr id="0" name="图片 3161"/>
                      <p:cNvPicPr/>
                      <p:nvPr/>
                    </p:nvPicPr>
                    <p:blipFill>
                      <a:blip r:embed="rId6"/>
                      <a:stretch>
                        <a:fillRect/>
                      </a:stretch>
                    </p:blipFill>
                    <p:spPr>
                      <a:xfrm>
                        <a:off x="4787900" y="2852738"/>
                        <a:ext cx="1512888" cy="469900"/>
                      </a:xfrm>
                      <a:prstGeom prst="rect">
                        <a:avLst/>
                      </a:prstGeom>
                      <a:noFill/>
                      <a:ln w="38100">
                        <a:noFill/>
                        <a:miter/>
                      </a:ln>
                    </p:spPr>
                  </p:pic>
                </p:oleObj>
              </mc:Fallback>
            </mc:AlternateContent>
          </a:graphicData>
        </a:graphic>
      </p:graphicFrame>
      <p:pic>
        <p:nvPicPr>
          <p:cNvPr id="91143" name="Picture 5"/>
          <p:cNvPicPr>
            <a:picLocks noChangeAspect="1"/>
          </p:cNvPicPr>
          <p:nvPr/>
        </p:nvPicPr>
        <p:blipFill>
          <a:blip r:embed="rId7"/>
          <a:stretch>
            <a:fillRect/>
          </a:stretch>
        </p:blipFill>
        <p:spPr>
          <a:xfrm>
            <a:off x="755650" y="4916488"/>
            <a:ext cx="5657850" cy="1941512"/>
          </a:xfrm>
          <a:prstGeom prst="rect">
            <a:avLst/>
          </a:prstGeom>
          <a:noFill/>
          <a:ln w="9525">
            <a:noFill/>
          </a:ln>
        </p:spPr>
      </p:pic>
      <p:sp>
        <p:nvSpPr>
          <p:cNvPr id="10" name="Text Box 5"/>
          <p:cNvSpPr txBox="1"/>
          <p:nvPr/>
        </p:nvSpPr>
        <p:spPr>
          <a:xfrm>
            <a:off x="3224213" y="0"/>
            <a:ext cx="5919788" cy="706438"/>
          </a:xfrm>
          <a:prstGeom prst="rect">
            <a:avLst/>
          </a:prstGeom>
          <a:noFill/>
          <a:ln w="9525">
            <a:noFill/>
          </a:ln>
        </p:spPr>
        <p:txBody>
          <a:bodyPr>
            <a:spAutoFit/>
          </a:bodyPr>
          <a:lstStyle/>
          <a:p>
            <a:pPr marR="0" algn="ctr" defTabSz="914400" eaLnBrk="1" hangingPunct="1">
              <a:buClrTx/>
              <a:buSzTx/>
              <a:buFontTx/>
              <a:buNone/>
              <a:defRPr/>
            </a:pPr>
            <a:r>
              <a:rPr kumimoji="0" lang="en-US" altLang="zh-CN" sz="4000" b="1" kern="1200" cap="none" spc="0" normalizeH="0" baseline="0" noProof="1">
                <a:solidFill>
                  <a:srgbClr val="0000FF"/>
                </a:solidFill>
                <a:latin typeface="Arial" panose="020B0604020202020204" pitchFamily="34" charset="0"/>
                <a:ea typeface="宋体" panose="02010600030101010101" pitchFamily="2" charset="-122"/>
                <a:cs typeface="+mn-cs"/>
                <a:sym typeface="宋体" panose="02010600030101010101" pitchFamily="2" charset="-122"/>
              </a:rPr>
              <a:t>4.2.2 </a:t>
            </a:r>
            <a:r>
              <a:rPr kumimoji="1" lang="en-US" altLang="zh-CN" sz="4000" b="1" kern="0" cap="none" spc="0" normalizeH="0" baseline="0" noProof="0" dirty="0">
                <a:solidFill>
                  <a:srgbClr val="0000CC"/>
                </a:solidFill>
                <a:effectLst>
                  <a:outerShdw blurRad="38100" dist="38100" dir="2700000" algn="tl">
                    <a:srgbClr val="C0C0C0"/>
                  </a:outerShdw>
                </a:effectLst>
                <a:latin typeface="黑体" panose="02010609060101010101" pitchFamily="49" charset="-122"/>
                <a:ea typeface="黑体" panose="02010609060101010101" pitchFamily="49" charset="-122"/>
                <a:cs typeface="Times New Roman" panose="02020603050405020304" pitchFamily="18" charset="0"/>
                <a:sym typeface="+mn-ea"/>
              </a:rPr>
              <a:t> </a:t>
            </a:r>
            <a:r>
              <a:rPr kumimoji="0" lang="en-US" altLang="zh-CN" sz="4000" b="1" kern="1200" cap="none" spc="0" normalizeH="0" baseline="0" noProof="1">
                <a:solidFill>
                  <a:srgbClr val="0000FF"/>
                </a:solidFill>
                <a:latin typeface="Arial" panose="020B0604020202020204" pitchFamily="34" charset="0"/>
                <a:ea typeface="宋体" panose="02010600030101010101" pitchFamily="2" charset="-122"/>
                <a:cs typeface="+mn-cs"/>
                <a:sym typeface="+mn-ea"/>
              </a:rPr>
              <a:t>模糊聚类</a:t>
            </a:r>
            <a:r>
              <a:rPr kumimoji="0" lang="en-US" altLang="zh-CN" sz="4000" b="1" kern="1200" cap="none" spc="0" normalizeH="0" baseline="0" noProof="1">
                <a:solidFill>
                  <a:srgbClr val="0000FF"/>
                </a:solidFill>
                <a:latin typeface="Arial" panose="020B0604020202020204" pitchFamily="34" charset="0"/>
                <a:ea typeface="宋体" panose="02010600030101010101" pitchFamily="2" charset="-122"/>
                <a:cs typeface="+mn-cs"/>
                <a:sym typeface="宋体" panose="02010600030101010101" pitchFamily="2" charset="-122"/>
              </a:rPr>
              <a:t>算法</a:t>
            </a:r>
            <a:endParaRPr kumimoji="0" lang="en-US" altLang="zh-CN" sz="4000" b="1" kern="1200" cap="none" spc="0" normalizeH="0" baseline="0" noProof="1">
              <a:solidFill>
                <a:srgbClr val="0000FF"/>
              </a:solidFill>
              <a:latin typeface="Arial" panose="020B0604020202020204" pitchFamily="34" charset="0"/>
              <a:ea typeface="宋体" panose="02010600030101010101" pitchFamily="2" charset="-122"/>
              <a:cs typeface="+mn-cs"/>
              <a:sym typeface="宋体" panose="02010600030101010101" pitchFamily="2" charset="-122"/>
            </a:endParaRPr>
          </a:p>
        </p:txBody>
      </p:sp>
    </p:spTree>
  </p:cSld>
  <p:clrMapOvr>
    <a:masterClrMapping/>
  </p:clrMapOvr>
  <p:transition/>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5298" name="Rectangle 2"/>
          <p:cNvSpPr>
            <a:spLocks noGrp="1" noChangeArrowheads="1"/>
          </p:cNvSpPr>
          <p:nvPr>
            <p:ph sz="quarter" idx="1"/>
          </p:nvPr>
        </p:nvSpPr>
        <p:spPr>
          <a:xfrm>
            <a:off x="179388" y="1812925"/>
            <a:ext cx="8610600" cy="4568825"/>
          </a:xfrm>
        </p:spPr>
        <p:txBody>
          <a:bodyPr vert="horz" wrap="square" lIns="91440" tIns="45720" rIns="91440" bIns="45720" numCol="1" anchor="t" anchorCtr="0" compatLnSpc="1"/>
          <a:lstStyle/>
          <a:p>
            <a:pPr marL="0" marR="0" lvl="1" indent="575945" algn="just" defTabSz="914400" rtl="0" eaLnBrk="0" fontAlgn="base" latinLnBrk="0" hangingPunct="0">
              <a:lnSpc>
                <a:spcPct val="100000"/>
              </a:lnSpc>
              <a:spcBef>
                <a:spcPts val="0"/>
              </a:spcBef>
              <a:spcAft>
                <a:spcPct val="0"/>
              </a:spcAft>
              <a:buClr>
                <a:srgbClr val="00FF00"/>
              </a:buClr>
              <a:buSzPct val="55000"/>
              <a:buFont typeface="Wingdings" panose="05000000000000000000" pitchFamily="2" charset="2"/>
              <a:buNone/>
              <a:defRPr/>
            </a:pPr>
            <a:r>
              <a:rPr kumimoji="0" lang="zh-CN" altLang="en-US" sz="2800" b="1" i="0" u="none" strike="noStrike" kern="0" cap="none" spc="0" normalizeH="0" baseline="0" noProof="0" dirty="0">
                <a:ln>
                  <a:noFill/>
                </a:ln>
                <a:solidFill>
                  <a:schemeClr val="tx1"/>
                </a:solidFill>
                <a:effectLst/>
                <a:uLnTx/>
                <a:uFillTx/>
                <a:latin typeface="Times New Roman" panose="02020603050405020304" pitchFamily="18" charset="0"/>
                <a:ea typeface="+mn-ea"/>
                <a:cs typeface="华文新魏" panose="02010800040101010101" pitchFamily="2" charset="-122"/>
              </a:rPr>
              <a:t>设：</a:t>
            </a:r>
            <a:r>
              <a:rPr kumimoji="0" lang="en-US" altLang="zh-CN" sz="2800" b="1" i="0" u="none" strike="noStrike" kern="0" cap="none" spc="0" normalizeH="0" baseline="0" noProof="0" dirty="0">
                <a:ln>
                  <a:noFill/>
                </a:ln>
                <a:solidFill>
                  <a:schemeClr val="tx1"/>
                </a:solidFill>
                <a:effectLst/>
                <a:uLnTx/>
                <a:uFillTx/>
                <a:latin typeface="Times New Roman" panose="02020603050405020304" pitchFamily="18" charset="0"/>
                <a:ea typeface="+mn-ea"/>
                <a:cs typeface="华文新魏" panose="02010800040101010101" pitchFamily="2" charset="-122"/>
              </a:rPr>
              <a:t>A</a:t>
            </a:r>
            <a:r>
              <a:rPr kumimoji="0" lang="zh-CN" altLang="en-US" sz="2800" b="1" i="0" u="none" strike="noStrike" kern="0" cap="none" spc="0" normalizeH="0" baseline="0" noProof="0" dirty="0">
                <a:ln>
                  <a:noFill/>
                </a:ln>
                <a:solidFill>
                  <a:schemeClr val="tx1"/>
                </a:solidFill>
                <a:effectLst/>
                <a:uLnTx/>
                <a:uFillTx/>
                <a:latin typeface="Times New Roman" panose="02020603050405020304" pitchFamily="18" charset="0"/>
                <a:ea typeface="+mn-ea"/>
                <a:cs typeface="华文新魏" panose="02010800040101010101" pitchFamily="2" charset="-122"/>
              </a:rPr>
              <a:t>，</a:t>
            </a:r>
            <a:r>
              <a:rPr kumimoji="0" lang="en-US" altLang="zh-CN" sz="2800" b="1" i="0" u="none" strike="noStrike" kern="0" cap="none" spc="0" normalizeH="0" baseline="0" noProof="0" dirty="0">
                <a:ln>
                  <a:noFill/>
                </a:ln>
                <a:solidFill>
                  <a:schemeClr val="tx1"/>
                </a:solidFill>
                <a:effectLst/>
                <a:uLnTx/>
                <a:uFillTx/>
                <a:latin typeface="Times New Roman" panose="02020603050405020304" pitchFamily="18" charset="0"/>
                <a:ea typeface="+mn-ea"/>
                <a:cs typeface="华文新魏" panose="02010800040101010101" pitchFamily="2" charset="-122"/>
              </a:rPr>
              <a:t>B</a:t>
            </a:r>
            <a:r>
              <a:rPr kumimoji="0" lang="zh-CN" altLang="en-US" sz="2800" b="1" i="0" u="none" strike="noStrike" kern="0" cap="none" spc="0" normalizeH="0" baseline="0" noProof="0" dirty="0">
                <a:ln>
                  <a:noFill/>
                </a:ln>
                <a:solidFill>
                  <a:schemeClr val="tx1"/>
                </a:solidFill>
                <a:effectLst/>
                <a:uLnTx/>
                <a:uFillTx/>
                <a:latin typeface="Times New Roman" panose="02020603050405020304" pitchFamily="18" charset="0"/>
                <a:ea typeface="+mn-ea"/>
                <a:cs typeface="华文新魏" panose="02010800040101010101" pitchFamily="2" charset="-122"/>
              </a:rPr>
              <a:t>为一个空间            上的两个模糊集，则它们的并集</a:t>
            </a:r>
            <a:r>
              <a:rPr kumimoji="0" lang="en-US" altLang="zh-CN" sz="2800" b="1" i="0" u="none" strike="noStrike" kern="0" cap="none" spc="0" normalizeH="0" baseline="0" noProof="0" dirty="0">
                <a:ln>
                  <a:noFill/>
                </a:ln>
                <a:solidFill>
                  <a:schemeClr val="tx1"/>
                </a:solidFill>
                <a:effectLst/>
                <a:uLnTx/>
                <a:uFillTx/>
                <a:latin typeface="Times New Roman" panose="02020603050405020304" pitchFamily="18" charset="0"/>
                <a:ea typeface="+mn-ea"/>
                <a:cs typeface="华文新魏" panose="02010800040101010101" pitchFamily="2" charset="-122"/>
              </a:rPr>
              <a:t>A∪B</a:t>
            </a:r>
            <a:r>
              <a:rPr kumimoji="0" lang="zh-CN" altLang="en-US" sz="2800" b="1" i="0" u="none" strike="noStrike" kern="0" cap="none" spc="0" normalizeH="0" baseline="0" noProof="0" dirty="0">
                <a:ln>
                  <a:noFill/>
                </a:ln>
                <a:solidFill>
                  <a:schemeClr val="tx1"/>
                </a:solidFill>
                <a:effectLst/>
                <a:uLnTx/>
                <a:uFillTx/>
                <a:latin typeface="Times New Roman" panose="02020603050405020304" pitchFamily="18" charset="0"/>
                <a:ea typeface="+mn-ea"/>
                <a:cs typeface="华文新魏" panose="02010800040101010101" pitchFamily="2" charset="-122"/>
              </a:rPr>
              <a:t>、交集</a:t>
            </a:r>
            <a:r>
              <a:rPr kumimoji="0" lang="en-US" altLang="zh-CN" sz="2800" b="1" i="0" u="none" strike="noStrike" kern="0" cap="none" spc="0" normalizeH="0" baseline="0" noProof="0" dirty="0">
                <a:ln>
                  <a:noFill/>
                </a:ln>
                <a:solidFill>
                  <a:schemeClr val="tx1"/>
                </a:solidFill>
                <a:effectLst/>
                <a:uLnTx/>
                <a:uFillTx/>
                <a:latin typeface="Times New Roman" panose="02020603050405020304" pitchFamily="18" charset="0"/>
                <a:ea typeface="+mn-ea"/>
                <a:cs typeface="华文新魏" panose="02010800040101010101" pitchFamily="2" charset="-122"/>
              </a:rPr>
              <a:t>A∩B</a:t>
            </a:r>
            <a:r>
              <a:rPr kumimoji="0" lang="zh-CN" altLang="en-US" sz="2800" b="1" i="0" u="none" strike="noStrike" kern="0" cap="none" spc="0" normalizeH="0" baseline="0" noProof="0" dirty="0">
                <a:ln>
                  <a:noFill/>
                </a:ln>
                <a:solidFill>
                  <a:schemeClr val="tx1"/>
                </a:solidFill>
                <a:effectLst/>
                <a:uLnTx/>
                <a:uFillTx/>
                <a:latin typeface="Times New Roman" panose="02020603050405020304" pitchFamily="18" charset="0"/>
                <a:ea typeface="+mn-ea"/>
                <a:cs typeface="华文新魏" panose="02010800040101010101" pitchFamily="2" charset="-122"/>
              </a:rPr>
              <a:t>、及</a:t>
            </a:r>
            <a:r>
              <a:rPr kumimoji="0" lang="en-US" altLang="zh-CN" sz="2800" b="1" i="0" u="none" strike="noStrike" kern="0" cap="none" spc="0" normalizeH="0" baseline="0" noProof="0" dirty="0">
                <a:ln>
                  <a:noFill/>
                </a:ln>
                <a:solidFill>
                  <a:schemeClr val="tx1"/>
                </a:solidFill>
                <a:effectLst/>
                <a:uLnTx/>
                <a:uFillTx/>
                <a:latin typeface="Times New Roman" panose="02020603050405020304" pitchFamily="18" charset="0"/>
                <a:ea typeface="+mn-ea"/>
                <a:cs typeface="华文新魏" panose="02010800040101010101" pitchFamily="2" charset="-122"/>
              </a:rPr>
              <a:t>A</a:t>
            </a:r>
            <a:r>
              <a:rPr kumimoji="0" lang="zh-CN" altLang="en-US" sz="2800" b="1" i="0" u="none" strike="noStrike" kern="0" cap="none" spc="0" normalizeH="0" baseline="0" noProof="0" dirty="0">
                <a:ln>
                  <a:noFill/>
                </a:ln>
                <a:solidFill>
                  <a:schemeClr val="tx1"/>
                </a:solidFill>
                <a:effectLst/>
                <a:uLnTx/>
                <a:uFillTx/>
                <a:latin typeface="Times New Roman" panose="02020603050405020304" pitchFamily="18" charset="0"/>
                <a:ea typeface="+mn-ea"/>
                <a:cs typeface="华文新魏" panose="02010800040101010101" pitchFamily="2" charset="-122"/>
              </a:rPr>
              <a:t>的补集</a:t>
            </a:r>
            <a:endParaRPr kumimoji="0" lang="en-US" altLang="zh-CN" sz="2800" b="1" i="0" u="none" strike="noStrike" kern="0" cap="none" spc="0" normalizeH="0" baseline="0" noProof="0" dirty="0">
              <a:ln>
                <a:noFill/>
              </a:ln>
              <a:solidFill>
                <a:schemeClr val="tx1"/>
              </a:solidFill>
              <a:effectLst/>
              <a:uLnTx/>
              <a:uFillTx/>
              <a:latin typeface="Times New Roman" panose="02020603050405020304" pitchFamily="18" charset="0"/>
              <a:ea typeface="+mn-ea"/>
              <a:cs typeface="华文新魏" panose="02010800040101010101" pitchFamily="2" charset="-122"/>
            </a:endParaRPr>
          </a:p>
          <a:p>
            <a:pPr marL="0" marR="0" lvl="1" indent="575945" algn="just" defTabSz="914400" rtl="0" eaLnBrk="0" fontAlgn="base" latinLnBrk="0" hangingPunct="0">
              <a:lnSpc>
                <a:spcPct val="100000"/>
              </a:lnSpc>
              <a:spcBef>
                <a:spcPts val="0"/>
              </a:spcBef>
              <a:spcAft>
                <a:spcPct val="0"/>
              </a:spcAft>
              <a:buClr>
                <a:srgbClr val="00FF00"/>
              </a:buClr>
              <a:buSzPct val="55000"/>
              <a:buFont typeface="Wingdings" panose="05000000000000000000" pitchFamily="2" charset="2"/>
              <a:buNone/>
              <a:defRPr/>
            </a:pPr>
            <a:r>
              <a:rPr kumimoji="0" lang="zh-CN" altLang="en-US" sz="2800" b="1" i="0" u="none" strike="noStrike" kern="0" cap="none" spc="0" normalizeH="0" baseline="0" noProof="0" dirty="0">
                <a:ln>
                  <a:noFill/>
                </a:ln>
                <a:solidFill>
                  <a:schemeClr val="tx1"/>
                </a:solidFill>
                <a:effectLst/>
                <a:uLnTx/>
                <a:uFillTx/>
                <a:latin typeface="Times New Roman" panose="02020603050405020304" pitchFamily="18" charset="0"/>
                <a:ea typeface="+mn-ea"/>
                <a:cs typeface="华文新魏" panose="02010800040101010101" pitchFamily="2" charset="-122"/>
              </a:rPr>
              <a:t>仍为模糊集，则它们的隶属函数为：</a:t>
            </a:r>
            <a:endParaRPr kumimoji="0" lang="en-US" altLang="zh-CN" sz="2800" b="1" i="0" u="none" strike="noStrike" kern="0" cap="none" spc="0" normalizeH="0" baseline="0" noProof="0" dirty="0">
              <a:ln>
                <a:noFill/>
              </a:ln>
              <a:solidFill>
                <a:schemeClr val="tx1"/>
              </a:solidFill>
              <a:effectLst/>
              <a:uLnTx/>
              <a:uFillTx/>
              <a:latin typeface="Times New Roman" panose="02020603050405020304" pitchFamily="18" charset="0"/>
              <a:ea typeface="+mn-ea"/>
              <a:cs typeface="华文新魏" panose="02010800040101010101" pitchFamily="2" charset="-122"/>
            </a:endParaRPr>
          </a:p>
          <a:p>
            <a:pPr marL="0" marR="0" lvl="1" indent="575945" algn="just" defTabSz="914400" rtl="0" eaLnBrk="0" fontAlgn="base" latinLnBrk="0" hangingPunct="0">
              <a:lnSpc>
                <a:spcPct val="100000"/>
              </a:lnSpc>
              <a:spcBef>
                <a:spcPts val="0"/>
              </a:spcBef>
              <a:spcAft>
                <a:spcPct val="0"/>
              </a:spcAft>
              <a:buClr>
                <a:srgbClr val="00FF00"/>
              </a:buClr>
              <a:buSzPct val="55000"/>
              <a:buFont typeface="Wingdings" panose="05000000000000000000" pitchFamily="2" charset="2"/>
              <a:buNone/>
              <a:defRPr/>
            </a:pPr>
            <a:endParaRPr kumimoji="0" lang="zh-CN" altLang="en-US" sz="2800" b="1" i="0" u="none" strike="noStrike" kern="0" cap="none" spc="0" normalizeH="0" baseline="0" noProof="0" dirty="0">
              <a:ln>
                <a:noFill/>
              </a:ln>
              <a:solidFill>
                <a:schemeClr val="tx1"/>
              </a:solidFill>
              <a:effectLst/>
              <a:uLnTx/>
              <a:uFillTx/>
              <a:latin typeface="Times New Roman" panose="02020603050405020304" pitchFamily="18" charset="0"/>
              <a:ea typeface="+mn-ea"/>
              <a:cs typeface="华文新魏" panose="02010800040101010101" pitchFamily="2" charset="-122"/>
            </a:endParaRPr>
          </a:p>
          <a:p>
            <a:pPr marL="742950" marR="0" lvl="1" indent="-285750" algn="just" defTabSz="914400" rtl="0" eaLnBrk="0" fontAlgn="base" latinLnBrk="0" hangingPunct="0">
              <a:lnSpc>
                <a:spcPct val="100000"/>
              </a:lnSpc>
              <a:spcBef>
                <a:spcPct val="20000"/>
              </a:spcBef>
              <a:spcAft>
                <a:spcPct val="0"/>
              </a:spcAft>
              <a:buClr>
                <a:srgbClr val="C00000"/>
              </a:buClr>
              <a:buSzPct val="55000"/>
              <a:buFont typeface="Wingdings" panose="05000000000000000000" pitchFamily="2" charset="2"/>
              <a:buChar char="u"/>
              <a:defRPr/>
            </a:pPr>
            <a:r>
              <a:rPr kumimoji="0" lang="zh-CN" altLang="en-US" sz="3200" b="1" i="0" u="none" strike="noStrike" kern="0" cap="none" spc="0" normalizeH="0" baseline="0" noProof="0" dirty="0">
                <a:ln>
                  <a:noFill/>
                </a:ln>
                <a:solidFill>
                  <a:srgbClr val="0000FF"/>
                </a:solidFill>
                <a:effectLst/>
                <a:uLnTx/>
                <a:uFillTx/>
                <a:latin typeface="Times New Roman" panose="02020603050405020304" pitchFamily="18" charset="0"/>
                <a:ea typeface="+mn-ea"/>
                <a:cs typeface="华文新魏" panose="02010800040101010101" pitchFamily="2" charset="-122"/>
              </a:rPr>
              <a:t>并集</a:t>
            </a:r>
            <a:r>
              <a:rPr kumimoji="0" lang="en-US" altLang="zh-CN" sz="3200" b="1" i="0" u="none" strike="noStrike" kern="0" cap="none" spc="0" normalizeH="0" baseline="0" noProof="0" dirty="0">
                <a:ln>
                  <a:noFill/>
                </a:ln>
                <a:solidFill>
                  <a:schemeClr val="tx1"/>
                </a:solidFill>
                <a:effectLst/>
                <a:uLnTx/>
                <a:uFillTx/>
                <a:latin typeface="Times New Roman" panose="02020603050405020304" pitchFamily="18" charset="0"/>
                <a:ea typeface="+mn-ea"/>
                <a:cs typeface="华文新魏" panose="02010800040101010101" pitchFamily="2" charset="-122"/>
              </a:rPr>
              <a:t>:</a:t>
            </a:r>
            <a:r>
              <a:rPr kumimoji="0" lang="en-US" altLang="zh-CN" sz="3200" b="1" i="0" u="none" strike="noStrike" kern="0" cap="none" spc="0" normalizeH="0" baseline="0" noProof="0" dirty="0" err="1">
                <a:ln>
                  <a:noFill/>
                </a:ln>
                <a:solidFill>
                  <a:schemeClr val="tx1"/>
                </a:solidFill>
                <a:effectLst/>
                <a:uLnTx/>
                <a:uFillTx/>
                <a:latin typeface="Times New Roman" panose="02020603050405020304" pitchFamily="18" charset="0"/>
                <a:ea typeface="+mn-ea"/>
                <a:cs typeface="Times New Roman" panose="02020603050405020304" pitchFamily="18" charset="0"/>
              </a:rPr>
              <a:t>μ</a:t>
            </a:r>
            <a:r>
              <a:rPr kumimoji="0" lang="en-US" altLang="zh-CN" sz="3200" b="1" i="0" u="none" strike="noStrike" kern="0" cap="none" spc="0" normalizeH="0" baseline="-25000" noProof="0" dirty="0" err="1">
                <a:ln>
                  <a:noFill/>
                </a:ln>
                <a:solidFill>
                  <a:schemeClr val="tx1"/>
                </a:solidFill>
                <a:effectLst/>
                <a:uLnTx/>
                <a:uFillTx/>
                <a:latin typeface="Times New Roman" panose="02020603050405020304" pitchFamily="18" charset="0"/>
                <a:ea typeface="+mn-ea"/>
                <a:cs typeface="Times New Roman" panose="02020603050405020304" pitchFamily="18" charset="0"/>
              </a:rPr>
              <a:t>A</a:t>
            </a:r>
            <a:r>
              <a:rPr kumimoji="0" lang="en-US" altLang="zh-CN" sz="3200" b="1" i="0" u="none" strike="noStrike" kern="0" cap="none" spc="0" normalizeH="0" baseline="-25000" noProof="0" dirty="0">
                <a:ln>
                  <a:noFill/>
                </a:ln>
                <a:solidFill>
                  <a:schemeClr val="tx1"/>
                </a:solidFill>
                <a:effectLst/>
                <a:uLnTx/>
                <a:uFillTx/>
                <a:latin typeface="Times New Roman" panose="02020603050405020304" pitchFamily="18" charset="0"/>
                <a:ea typeface="+mn-ea"/>
                <a:cs typeface="华文新魏" panose="02010800040101010101" pitchFamily="2" charset="-122"/>
              </a:rPr>
              <a:t>∪</a:t>
            </a:r>
            <a:r>
              <a:rPr kumimoji="0" lang="en-US" altLang="zh-CN" sz="3200" b="1" i="0" u="none" strike="noStrike" kern="0" cap="none" spc="0" normalizeH="0" baseline="-2500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 B</a:t>
            </a:r>
            <a:r>
              <a:rPr kumimoji="0" lang="en-US" altLang="zh-CN" sz="3200" b="1" i="0" u="none" strike="noStrike" kern="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a:t>
            </a:r>
            <a:r>
              <a:rPr kumimoji="0" lang="en-US" altLang="zh-CN" sz="3200" b="1" i="1" u="none" strike="noStrike" kern="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x</a:t>
            </a:r>
            <a:r>
              <a:rPr kumimoji="0" lang="en-US" altLang="zh-CN" sz="3200" b="1" i="0" u="none" strike="noStrike" kern="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a:t>
            </a:r>
            <a:r>
              <a:rPr kumimoji="0" lang="zh-CN" altLang="en-US" sz="3200" b="1" i="0" u="none" strike="noStrike" kern="0" cap="none" spc="0" normalizeH="0" baseline="0" noProof="0" dirty="0">
                <a:ln>
                  <a:noFill/>
                </a:ln>
                <a:solidFill>
                  <a:schemeClr val="tx1"/>
                </a:solidFill>
                <a:effectLst/>
                <a:uLnTx/>
                <a:uFillTx/>
                <a:latin typeface="Times New Roman" panose="02020603050405020304" pitchFamily="18" charset="0"/>
                <a:ea typeface="+mn-ea"/>
                <a:cs typeface="华文新魏" panose="02010800040101010101" pitchFamily="2" charset="-122"/>
              </a:rPr>
              <a:t>＝</a:t>
            </a:r>
            <a:r>
              <a:rPr kumimoji="0" lang="en-US" altLang="zh-CN" sz="3200" b="1" i="0" u="none" strike="noStrike" kern="0" cap="none" spc="0" normalizeH="0" baseline="0" noProof="0" dirty="0">
                <a:ln>
                  <a:noFill/>
                </a:ln>
                <a:solidFill>
                  <a:schemeClr val="tx1"/>
                </a:solidFill>
                <a:effectLst/>
                <a:uLnTx/>
                <a:uFillTx/>
                <a:latin typeface="Times New Roman" panose="02020603050405020304" pitchFamily="18" charset="0"/>
                <a:ea typeface="+mn-ea"/>
                <a:cs typeface="华文新魏" panose="02010800040101010101" pitchFamily="2" charset="-122"/>
              </a:rPr>
              <a:t>max{</a:t>
            </a:r>
            <a:r>
              <a:rPr kumimoji="0" lang="en-US" altLang="zh-CN" sz="3200" b="1" i="0" u="none" strike="noStrike" kern="0" cap="none" spc="0" normalizeH="0" baseline="0" noProof="0" dirty="0" err="1">
                <a:ln>
                  <a:noFill/>
                </a:ln>
                <a:solidFill>
                  <a:schemeClr val="tx1"/>
                </a:solidFill>
                <a:effectLst/>
                <a:uLnTx/>
                <a:uFillTx/>
                <a:latin typeface="Times New Roman" panose="02020603050405020304" pitchFamily="18" charset="0"/>
                <a:ea typeface="+mn-ea"/>
                <a:cs typeface="Times New Roman" panose="02020603050405020304" pitchFamily="18" charset="0"/>
              </a:rPr>
              <a:t>μ</a:t>
            </a:r>
            <a:r>
              <a:rPr kumimoji="0" lang="en-US" altLang="zh-CN" sz="3200" b="1" i="0" u="none" strike="noStrike" kern="0" cap="none" spc="0" normalizeH="0" baseline="-25000" noProof="0" dirty="0" err="1">
                <a:ln>
                  <a:noFill/>
                </a:ln>
                <a:solidFill>
                  <a:schemeClr val="tx1"/>
                </a:solidFill>
                <a:effectLst/>
                <a:uLnTx/>
                <a:uFillTx/>
                <a:latin typeface="Times New Roman" panose="02020603050405020304" pitchFamily="18" charset="0"/>
                <a:ea typeface="+mn-ea"/>
                <a:cs typeface="Times New Roman" panose="02020603050405020304" pitchFamily="18" charset="0"/>
              </a:rPr>
              <a:t>A</a:t>
            </a:r>
            <a:r>
              <a:rPr kumimoji="0" lang="en-US" altLang="zh-CN" sz="3200" b="1" i="0" u="none" strike="noStrike" kern="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a:t>
            </a:r>
            <a:r>
              <a:rPr kumimoji="0" lang="en-US" altLang="zh-CN" sz="3200" b="1" i="1" u="none" strike="noStrike" kern="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x</a:t>
            </a:r>
            <a:r>
              <a:rPr kumimoji="0" lang="en-US" altLang="zh-CN" sz="3200" b="1" i="0" u="none" strike="noStrike" kern="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 ,</a:t>
            </a:r>
            <a:r>
              <a:rPr kumimoji="0" lang="en-US" altLang="zh-CN" sz="3200" b="1" i="0" u="none" strike="noStrike" kern="0" cap="none" spc="0" normalizeH="0" baseline="0" noProof="0" dirty="0" err="1">
                <a:ln>
                  <a:noFill/>
                </a:ln>
                <a:solidFill>
                  <a:schemeClr val="tx1"/>
                </a:solidFill>
                <a:effectLst/>
                <a:uLnTx/>
                <a:uFillTx/>
                <a:latin typeface="Times New Roman" panose="02020603050405020304" pitchFamily="18" charset="0"/>
                <a:ea typeface="+mn-ea"/>
                <a:cs typeface="Times New Roman" panose="02020603050405020304" pitchFamily="18" charset="0"/>
              </a:rPr>
              <a:t>μ</a:t>
            </a:r>
            <a:r>
              <a:rPr kumimoji="0" lang="en-US" altLang="zh-CN" sz="3200" b="1" i="0" u="none" strike="noStrike" kern="0" cap="none" spc="0" normalizeH="0" baseline="-25000" noProof="0" dirty="0" err="1">
                <a:ln>
                  <a:noFill/>
                </a:ln>
                <a:solidFill>
                  <a:schemeClr val="tx1"/>
                </a:solidFill>
                <a:effectLst/>
                <a:uLnTx/>
                <a:uFillTx/>
                <a:latin typeface="Times New Roman" panose="02020603050405020304" pitchFamily="18" charset="0"/>
                <a:ea typeface="+mn-ea"/>
                <a:cs typeface="Times New Roman" panose="02020603050405020304" pitchFamily="18" charset="0"/>
              </a:rPr>
              <a:t>B</a:t>
            </a:r>
            <a:r>
              <a:rPr kumimoji="0" lang="en-US" altLang="zh-CN" sz="3200" b="1" i="0" u="none" strike="noStrike" kern="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a:t>
            </a:r>
            <a:r>
              <a:rPr kumimoji="0" lang="en-US" altLang="zh-CN" sz="3200" b="1" i="1" u="none" strike="noStrike" kern="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x</a:t>
            </a:r>
            <a:r>
              <a:rPr kumimoji="0" lang="en-US" altLang="zh-CN" sz="3200" b="1" i="0" u="none" strike="noStrike" kern="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a:t>
            </a:r>
            <a:endParaRPr kumimoji="0" lang="en-US" altLang="zh-CN" sz="3200" b="1" i="0" u="none" strike="noStrike" kern="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742950" marR="0" lvl="1" indent="-285750" algn="just" defTabSz="914400" rtl="0" eaLnBrk="0" fontAlgn="base" latinLnBrk="0" hangingPunct="0">
              <a:lnSpc>
                <a:spcPct val="100000"/>
              </a:lnSpc>
              <a:spcBef>
                <a:spcPct val="20000"/>
              </a:spcBef>
              <a:spcAft>
                <a:spcPct val="0"/>
              </a:spcAft>
              <a:buClr>
                <a:srgbClr val="C00000"/>
              </a:buClr>
              <a:buSzPct val="55000"/>
              <a:buFont typeface="Wingdings" panose="05000000000000000000" pitchFamily="2" charset="2"/>
              <a:buChar char="u"/>
              <a:defRPr/>
            </a:pPr>
            <a:r>
              <a:rPr kumimoji="0" lang="zh-CN" altLang="en-US" sz="3200" b="1" i="0" u="none" strike="noStrike" kern="0" cap="none" spc="0" normalizeH="0" baseline="0" noProof="0" dirty="0">
                <a:ln>
                  <a:noFill/>
                </a:ln>
                <a:solidFill>
                  <a:srgbClr val="0000FF"/>
                </a:solidFill>
                <a:effectLst/>
                <a:uLnTx/>
                <a:uFillTx/>
                <a:latin typeface="Times New Roman" panose="02020603050405020304" pitchFamily="18" charset="0"/>
                <a:ea typeface="+mn-ea"/>
                <a:cs typeface="华文新魏" panose="02010800040101010101" pitchFamily="2" charset="-122"/>
              </a:rPr>
              <a:t>交集</a:t>
            </a:r>
            <a:r>
              <a:rPr kumimoji="0" lang="en-US" altLang="zh-CN" sz="3200" b="1" i="0" u="none" strike="noStrike" kern="0" cap="none" spc="0" normalizeH="0" baseline="0" noProof="0" dirty="0">
                <a:ln>
                  <a:noFill/>
                </a:ln>
                <a:solidFill>
                  <a:schemeClr val="tx1"/>
                </a:solidFill>
                <a:effectLst/>
                <a:uLnTx/>
                <a:uFillTx/>
                <a:latin typeface="Times New Roman" panose="02020603050405020304" pitchFamily="18" charset="0"/>
                <a:ea typeface="+mn-ea"/>
                <a:cs typeface="华文新魏" panose="02010800040101010101" pitchFamily="2" charset="-122"/>
              </a:rPr>
              <a:t>:</a:t>
            </a:r>
            <a:r>
              <a:rPr kumimoji="0" lang="en-US" altLang="zh-CN" sz="3200" b="1" i="0" u="none" strike="noStrike" kern="0" cap="none" spc="0" normalizeH="0" baseline="0" noProof="0" dirty="0" err="1">
                <a:ln>
                  <a:noFill/>
                </a:ln>
                <a:solidFill>
                  <a:schemeClr val="tx1"/>
                </a:solidFill>
                <a:effectLst/>
                <a:uLnTx/>
                <a:uFillTx/>
                <a:latin typeface="Times New Roman" panose="02020603050405020304" pitchFamily="18" charset="0"/>
                <a:ea typeface="+mn-ea"/>
                <a:cs typeface="Times New Roman" panose="02020603050405020304" pitchFamily="18" charset="0"/>
              </a:rPr>
              <a:t>μ</a:t>
            </a:r>
            <a:r>
              <a:rPr kumimoji="0" lang="en-US" altLang="zh-CN" sz="3200" b="1" i="0" u="none" strike="noStrike" kern="0" cap="none" spc="0" normalizeH="0" baseline="-25000" noProof="0" dirty="0" err="1">
                <a:ln>
                  <a:noFill/>
                </a:ln>
                <a:solidFill>
                  <a:schemeClr val="tx1"/>
                </a:solidFill>
                <a:effectLst/>
                <a:uLnTx/>
                <a:uFillTx/>
                <a:latin typeface="Times New Roman" panose="02020603050405020304" pitchFamily="18" charset="0"/>
                <a:ea typeface="+mn-ea"/>
                <a:cs typeface="Times New Roman" panose="02020603050405020304" pitchFamily="18" charset="0"/>
              </a:rPr>
              <a:t>A</a:t>
            </a:r>
            <a:r>
              <a:rPr kumimoji="0" lang="en-US" altLang="zh-CN" sz="3200" b="1" i="0" u="none" strike="noStrike" kern="0" cap="none" spc="0" normalizeH="0" baseline="-25000" noProof="0" dirty="0">
                <a:ln>
                  <a:noFill/>
                </a:ln>
                <a:solidFill>
                  <a:schemeClr val="tx1"/>
                </a:solidFill>
                <a:effectLst/>
                <a:uLnTx/>
                <a:uFillTx/>
                <a:latin typeface="Times New Roman" panose="02020603050405020304" pitchFamily="18" charset="0"/>
                <a:ea typeface="+mn-ea"/>
                <a:cs typeface="华文新魏" panose="02010800040101010101" pitchFamily="2" charset="-122"/>
              </a:rPr>
              <a:t>∩</a:t>
            </a:r>
            <a:r>
              <a:rPr kumimoji="0" lang="en-US" altLang="zh-CN" sz="3200" b="1" i="0" u="none" strike="noStrike" kern="0" cap="none" spc="0" normalizeH="0" baseline="-2500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 B</a:t>
            </a:r>
            <a:r>
              <a:rPr kumimoji="0" lang="en-US" altLang="zh-CN" sz="3200" b="1" i="0" u="none" strike="noStrike" kern="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a:t>
            </a:r>
            <a:r>
              <a:rPr kumimoji="0" lang="en-US" altLang="zh-CN" sz="3200" b="1" i="1" u="none" strike="noStrike" kern="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x</a:t>
            </a:r>
            <a:r>
              <a:rPr kumimoji="0" lang="en-US" altLang="zh-CN" sz="3200" b="1" i="0" u="none" strike="noStrike" kern="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a:t>
            </a:r>
            <a:r>
              <a:rPr kumimoji="0" lang="zh-CN" altLang="en-US" sz="3200" b="1" i="0" u="none" strike="noStrike" kern="0" cap="none" spc="0" normalizeH="0" baseline="0" noProof="0" dirty="0">
                <a:ln>
                  <a:noFill/>
                </a:ln>
                <a:solidFill>
                  <a:schemeClr val="tx1"/>
                </a:solidFill>
                <a:effectLst/>
                <a:uLnTx/>
                <a:uFillTx/>
                <a:latin typeface="Times New Roman" panose="02020603050405020304" pitchFamily="18" charset="0"/>
                <a:ea typeface="+mn-ea"/>
                <a:cs typeface="华文新魏" panose="02010800040101010101" pitchFamily="2" charset="-122"/>
              </a:rPr>
              <a:t>＝</a:t>
            </a:r>
            <a:r>
              <a:rPr kumimoji="0" lang="en-US" altLang="zh-CN" sz="3200" b="1" i="0" u="none" strike="noStrike" kern="0" cap="none" spc="0" normalizeH="0" baseline="0" noProof="0" dirty="0">
                <a:ln>
                  <a:noFill/>
                </a:ln>
                <a:solidFill>
                  <a:schemeClr val="tx1"/>
                </a:solidFill>
                <a:effectLst/>
                <a:uLnTx/>
                <a:uFillTx/>
                <a:latin typeface="Times New Roman" panose="02020603050405020304" pitchFamily="18" charset="0"/>
                <a:ea typeface="+mn-ea"/>
                <a:cs typeface="华文新魏" panose="02010800040101010101" pitchFamily="2" charset="-122"/>
              </a:rPr>
              <a:t>min{</a:t>
            </a:r>
            <a:r>
              <a:rPr kumimoji="0" lang="en-US" altLang="zh-CN" sz="3200" b="1" i="0" u="none" strike="noStrike" kern="0" cap="none" spc="0" normalizeH="0" baseline="0" noProof="0" dirty="0" err="1">
                <a:ln>
                  <a:noFill/>
                </a:ln>
                <a:solidFill>
                  <a:schemeClr val="tx1"/>
                </a:solidFill>
                <a:effectLst/>
                <a:uLnTx/>
                <a:uFillTx/>
                <a:latin typeface="Times New Roman" panose="02020603050405020304" pitchFamily="18" charset="0"/>
                <a:ea typeface="+mn-ea"/>
                <a:cs typeface="Times New Roman" panose="02020603050405020304" pitchFamily="18" charset="0"/>
              </a:rPr>
              <a:t>μ</a:t>
            </a:r>
            <a:r>
              <a:rPr kumimoji="0" lang="en-US" altLang="zh-CN" sz="3200" b="1" i="0" u="none" strike="noStrike" kern="0" cap="none" spc="0" normalizeH="0" baseline="-25000" noProof="0" dirty="0" err="1">
                <a:ln>
                  <a:noFill/>
                </a:ln>
                <a:solidFill>
                  <a:schemeClr val="tx1"/>
                </a:solidFill>
                <a:effectLst/>
                <a:uLnTx/>
                <a:uFillTx/>
                <a:latin typeface="Times New Roman" panose="02020603050405020304" pitchFamily="18" charset="0"/>
                <a:ea typeface="+mn-ea"/>
                <a:cs typeface="Times New Roman" panose="02020603050405020304" pitchFamily="18" charset="0"/>
              </a:rPr>
              <a:t>A</a:t>
            </a:r>
            <a:r>
              <a:rPr kumimoji="0" lang="en-US" altLang="zh-CN" sz="3200" b="1" i="0" u="none" strike="noStrike" kern="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a:t>
            </a:r>
            <a:r>
              <a:rPr kumimoji="0" lang="en-US" altLang="zh-CN" sz="3200" b="1" i="1" u="none" strike="noStrike" kern="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x</a:t>
            </a:r>
            <a:r>
              <a:rPr kumimoji="0" lang="en-US" altLang="zh-CN" sz="3200" b="1" i="0" u="none" strike="noStrike" kern="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 ,</a:t>
            </a:r>
            <a:r>
              <a:rPr kumimoji="0" lang="en-US" altLang="zh-CN" sz="3200" b="1" i="0" u="none" strike="noStrike" kern="0" cap="none" spc="0" normalizeH="0" baseline="0" noProof="0" dirty="0" err="1">
                <a:ln>
                  <a:noFill/>
                </a:ln>
                <a:solidFill>
                  <a:schemeClr val="tx1"/>
                </a:solidFill>
                <a:effectLst/>
                <a:uLnTx/>
                <a:uFillTx/>
                <a:latin typeface="Times New Roman" panose="02020603050405020304" pitchFamily="18" charset="0"/>
                <a:ea typeface="+mn-ea"/>
                <a:cs typeface="Times New Roman" panose="02020603050405020304" pitchFamily="18" charset="0"/>
              </a:rPr>
              <a:t>μ</a:t>
            </a:r>
            <a:r>
              <a:rPr kumimoji="0" lang="en-US" altLang="zh-CN" sz="3200" b="1" i="0" u="none" strike="noStrike" kern="0" cap="none" spc="0" normalizeH="0" baseline="-25000" noProof="0" dirty="0" err="1">
                <a:ln>
                  <a:noFill/>
                </a:ln>
                <a:solidFill>
                  <a:schemeClr val="tx1"/>
                </a:solidFill>
                <a:effectLst/>
                <a:uLnTx/>
                <a:uFillTx/>
                <a:latin typeface="Times New Roman" panose="02020603050405020304" pitchFamily="18" charset="0"/>
                <a:ea typeface="+mn-ea"/>
                <a:cs typeface="Times New Roman" panose="02020603050405020304" pitchFamily="18" charset="0"/>
              </a:rPr>
              <a:t>B</a:t>
            </a:r>
            <a:r>
              <a:rPr kumimoji="0" lang="en-US" altLang="zh-CN" sz="3200" b="1" i="0" u="none" strike="noStrike" kern="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a:t>
            </a:r>
            <a:r>
              <a:rPr kumimoji="0" lang="en-US" altLang="zh-CN" sz="3200" b="1" i="1" u="none" strike="noStrike" kern="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x</a:t>
            </a:r>
            <a:r>
              <a:rPr kumimoji="0" lang="en-US" altLang="zh-CN" sz="3200" b="1" i="0" u="none" strike="noStrike" kern="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a:t>
            </a:r>
            <a:endParaRPr kumimoji="0" lang="en-US" altLang="zh-CN" sz="3200" b="1" i="0" u="none" strike="noStrike" kern="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742950" marR="0" lvl="1" indent="-285750" algn="just" defTabSz="914400" rtl="0" eaLnBrk="0" fontAlgn="base" latinLnBrk="0" hangingPunct="0">
              <a:lnSpc>
                <a:spcPct val="100000"/>
              </a:lnSpc>
              <a:spcBef>
                <a:spcPct val="20000"/>
              </a:spcBef>
              <a:spcAft>
                <a:spcPct val="0"/>
              </a:spcAft>
              <a:buClr>
                <a:srgbClr val="C00000"/>
              </a:buClr>
              <a:buSzPct val="55000"/>
              <a:buFont typeface="Wingdings" panose="05000000000000000000" pitchFamily="2" charset="2"/>
              <a:buChar char="u"/>
              <a:defRPr/>
            </a:pPr>
            <a:r>
              <a:rPr kumimoji="0" lang="zh-CN" altLang="en-US" sz="3200" b="1" i="0" u="none" strike="noStrike" kern="0" cap="none" spc="0" normalizeH="0" baseline="0" noProof="0" dirty="0">
                <a:ln>
                  <a:noFill/>
                </a:ln>
                <a:solidFill>
                  <a:srgbClr val="0000FF"/>
                </a:solidFill>
                <a:effectLst/>
                <a:uLnTx/>
                <a:uFillTx/>
                <a:latin typeface="Times New Roman" panose="02020603050405020304" pitchFamily="18" charset="0"/>
                <a:ea typeface="+mn-ea"/>
                <a:cs typeface="华文新魏" panose="02010800040101010101" pitchFamily="2" charset="-122"/>
              </a:rPr>
              <a:t>补集</a:t>
            </a:r>
            <a:r>
              <a:rPr kumimoji="0" lang="en-US" altLang="zh-CN" sz="3200" b="1" i="0" u="none" strike="noStrike" kern="0" cap="none" spc="0" normalizeH="0" baseline="0" noProof="0" dirty="0">
                <a:ln>
                  <a:noFill/>
                </a:ln>
                <a:solidFill>
                  <a:schemeClr val="tx1"/>
                </a:solidFill>
                <a:effectLst/>
                <a:uLnTx/>
                <a:uFillTx/>
                <a:latin typeface="Times New Roman" panose="02020603050405020304" pitchFamily="18" charset="0"/>
                <a:ea typeface="+mn-ea"/>
                <a:cs typeface="华文新魏" panose="02010800040101010101" pitchFamily="2" charset="-122"/>
              </a:rPr>
              <a:t>:          </a:t>
            </a:r>
            <a:r>
              <a:rPr kumimoji="0" lang="en-US" altLang="zh-CN" sz="3200" b="1" i="0" u="none" strike="noStrike" kern="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=1-μ</a:t>
            </a:r>
            <a:r>
              <a:rPr kumimoji="0" lang="en-US" altLang="zh-CN" sz="3200" b="1" i="0" u="none" strike="noStrike" kern="0" cap="none" spc="0" normalizeH="0" baseline="-2500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B</a:t>
            </a:r>
            <a:r>
              <a:rPr kumimoji="0" lang="en-US" altLang="zh-CN" sz="3200" b="1" i="0" u="none" strike="noStrike" kern="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a:t>
            </a:r>
            <a:r>
              <a:rPr kumimoji="0" lang="en-US" altLang="zh-CN" sz="3200" b="1" i="1" u="none" strike="noStrike" kern="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x</a:t>
            </a:r>
            <a:r>
              <a:rPr kumimoji="0" lang="en-US" altLang="zh-CN" sz="3200" b="1" i="0" u="none" strike="noStrike" kern="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 , </a:t>
            </a:r>
            <a:r>
              <a:rPr kumimoji="0" lang="en-US" altLang="zh-CN" sz="3200" b="1" i="0" u="none" strike="noStrike" kern="0" cap="none" spc="0" normalizeH="0" baseline="0" noProof="0" dirty="0" err="1">
                <a:ln>
                  <a:noFill/>
                </a:ln>
                <a:solidFill>
                  <a:schemeClr val="tx1"/>
                </a:solidFill>
                <a:effectLst/>
                <a:uLnTx/>
                <a:uFillTx/>
                <a:latin typeface="Times New Roman" panose="02020603050405020304" pitchFamily="18" charset="0"/>
                <a:ea typeface="+mn-ea"/>
                <a:cs typeface="Times New Roman" panose="02020603050405020304" pitchFamily="18" charset="0"/>
              </a:rPr>
              <a:t>μ</a:t>
            </a:r>
            <a:r>
              <a:rPr kumimoji="0" lang="en-US" altLang="zh-CN" sz="3200" b="1" i="0" u="none" strike="noStrike" kern="0" cap="none" spc="0" normalizeH="0" baseline="-25000" noProof="0" dirty="0" err="1">
                <a:ln>
                  <a:noFill/>
                </a:ln>
                <a:solidFill>
                  <a:schemeClr val="tx1"/>
                </a:solidFill>
                <a:effectLst/>
                <a:uLnTx/>
                <a:uFillTx/>
                <a:latin typeface="Times New Roman" panose="02020603050405020304" pitchFamily="18" charset="0"/>
                <a:ea typeface="+mn-ea"/>
                <a:cs typeface="Times New Roman" panose="02020603050405020304" pitchFamily="18" charset="0"/>
              </a:rPr>
              <a:t>A</a:t>
            </a:r>
            <a:r>
              <a:rPr kumimoji="0" lang="en-US" altLang="zh-CN" sz="3200" b="1" i="0" u="none" strike="noStrike" kern="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a:t>
            </a:r>
            <a:r>
              <a:rPr kumimoji="0" lang="en-US" altLang="zh-CN" sz="3200" b="1" i="1" u="none" strike="noStrike" kern="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x</a:t>
            </a:r>
            <a:r>
              <a:rPr kumimoji="0" lang="en-US" altLang="zh-CN" sz="3200" b="1" i="0" u="none" strike="noStrike" kern="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 ,</a:t>
            </a:r>
            <a:r>
              <a:rPr kumimoji="0" lang="en-US" altLang="zh-CN" sz="3200" b="1" i="0" u="none" strike="noStrike" kern="0" cap="none" spc="0" normalizeH="0" baseline="0" noProof="0" dirty="0" err="1">
                <a:ln>
                  <a:noFill/>
                </a:ln>
                <a:solidFill>
                  <a:schemeClr val="tx1"/>
                </a:solidFill>
                <a:effectLst/>
                <a:uLnTx/>
                <a:uFillTx/>
                <a:latin typeface="Times New Roman" panose="02020603050405020304" pitchFamily="18" charset="0"/>
                <a:ea typeface="+mn-ea"/>
                <a:cs typeface="Times New Roman" panose="02020603050405020304" pitchFamily="18" charset="0"/>
              </a:rPr>
              <a:t>μ</a:t>
            </a:r>
            <a:r>
              <a:rPr kumimoji="0" lang="en-US" altLang="zh-CN" sz="3200" b="1" i="0" u="none" strike="noStrike" kern="0" cap="none" spc="0" normalizeH="0" baseline="-25000" noProof="0" dirty="0" err="1">
                <a:ln>
                  <a:noFill/>
                </a:ln>
                <a:solidFill>
                  <a:schemeClr val="tx1"/>
                </a:solidFill>
                <a:effectLst/>
                <a:uLnTx/>
                <a:uFillTx/>
                <a:latin typeface="Times New Roman" panose="02020603050405020304" pitchFamily="18" charset="0"/>
                <a:ea typeface="+mn-ea"/>
                <a:cs typeface="Times New Roman" panose="02020603050405020304" pitchFamily="18" charset="0"/>
              </a:rPr>
              <a:t>B</a:t>
            </a:r>
            <a:r>
              <a:rPr kumimoji="0" lang="en-US" altLang="zh-CN" sz="3200" b="1" i="0" u="none" strike="noStrike" kern="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a:t>
            </a:r>
            <a:r>
              <a:rPr kumimoji="0" lang="en-US" altLang="zh-CN" sz="3200" b="1" i="1" u="none" strike="noStrike" kern="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x</a:t>
            </a:r>
            <a:r>
              <a:rPr kumimoji="0" lang="en-US" altLang="zh-CN" sz="3200" b="1" i="0" u="none" strike="noStrike" kern="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 </a:t>
            </a:r>
            <a:r>
              <a:rPr kumimoji="0" lang="zh-CN" altLang="en-US" sz="3200" b="1" i="0" u="none" strike="noStrike" kern="0" cap="none" spc="0" normalizeH="0" baseline="0" noProof="0" dirty="0">
                <a:ln>
                  <a:noFill/>
                </a:ln>
                <a:solidFill>
                  <a:schemeClr val="tx1"/>
                </a:solidFill>
                <a:effectLst/>
                <a:uLnTx/>
                <a:uFillTx/>
                <a:latin typeface="Times New Roman" panose="02020603050405020304" pitchFamily="18" charset="0"/>
                <a:ea typeface="+mn-ea"/>
                <a:cs typeface="华文新魏" panose="02010800040101010101" pitchFamily="2" charset="-122"/>
              </a:rPr>
              <a:t>分别为</a:t>
            </a:r>
            <a:r>
              <a:rPr kumimoji="0" lang="en-US" altLang="zh-CN" sz="3200" b="1" i="0" u="none" strike="noStrike" kern="0" cap="none" spc="0" normalizeH="0" baseline="0" noProof="0" dirty="0">
                <a:ln>
                  <a:noFill/>
                </a:ln>
                <a:solidFill>
                  <a:schemeClr val="tx1"/>
                </a:solidFill>
                <a:effectLst/>
                <a:uLnTx/>
                <a:uFillTx/>
                <a:latin typeface="Times New Roman" panose="02020603050405020304" pitchFamily="18" charset="0"/>
                <a:ea typeface="+mn-ea"/>
                <a:cs typeface="华文新魏" panose="02010800040101010101" pitchFamily="2" charset="-122"/>
              </a:rPr>
              <a:t>A</a:t>
            </a:r>
            <a:r>
              <a:rPr kumimoji="0" lang="zh-CN" altLang="en-US" sz="3200" b="1" i="0" u="none" strike="noStrike" kern="0" cap="none" spc="0" normalizeH="0" baseline="0" noProof="0" dirty="0">
                <a:ln>
                  <a:noFill/>
                </a:ln>
                <a:solidFill>
                  <a:schemeClr val="tx1"/>
                </a:solidFill>
                <a:effectLst/>
                <a:uLnTx/>
                <a:uFillTx/>
                <a:latin typeface="Times New Roman" panose="02020603050405020304" pitchFamily="18" charset="0"/>
                <a:ea typeface="+mn-ea"/>
                <a:cs typeface="华文新魏" panose="02010800040101010101" pitchFamily="2" charset="-122"/>
              </a:rPr>
              <a:t>、</a:t>
            </a:r>
            <a:r>
              <a:rPr kumimoji="0" lang="en-US" altLang="zh-CN" sz="3200" b="1" i="0" u="none" strike="noStrike" kern="0" cap="none" spc="0" normalizeH="0" baseline="0" noProof="0" dirty="0">
                <a:ln>
                  <a:noFill/>
                </a:ln>
                <a:solidFill>
                  <a:schemeClr val="tx1"/>
                </a:solidFill>
                <a:effectLst/>
                <a:uLnTx/>
                <a:uFillTx/>
                <a:latin typeface="Times New Roman" panose="02020603050405020304" pitchFamily="18" charset="0"/>
                <a:ea typeface="+mn-ea"/>
                <a:cs typeface="华文新魏" panose="02010800040101010101" pitchFamily="2" charset="-122"/>
              </a:rPr>
              <a:t>B </a:t>
            </a:r>
            <a:r>
              <a:rPr kumimoji="0" lang="zh-CN" altLang="en-US" sz="3200" b="1" i="0" u="none" strike="noStrike" kern="0" cap="none" spc="0" normalizeH="0" baseline="0" noProof="0" dirty="0">
                <a:ln>
                  <a:noFill/>
                </a:ln>
                <a:solidFill>
                  <a:schemeClr val="tx1"/>
                </a:solidFill>
                <a:effectLst/>
                <a:uLnTx/>
                <a:uFillTx/>
                <a:latin typeface="Times New Roman" panose="02020603050405020304" pitchFamily="18" charset="0"/>
                <a:ea typeface="+mn-ea"/>
                <a:cs typeface="华文新魏" panose="02010800040101010101" pitchFamily="2" charset="-122"/>
              </a:rPr>
              <a:t>的隶属函数</a:t>
            </a:r>
            <a:endParaRPr kumimoji="0" lang="zh-CN" altLang="en-US" sz="3200" b="1" i="0" u="none" strike="noStrike" kern="0" cap="none" spc="0" normalizeH="0" baseline="0" noProof="0" dirty="0">
              <a:ln>
                <a:noFill/>
              </a:ln>
              <a:solidFill>
                <a:schemeClr val="tx1"/>
              </a:solidFill>
              <a:effectLst/>
              <a:uLnTx/>
              <a:uFillTx/>
              <a:latin typeface="Times New Roman" panose="02020603050405020304" pitchFamily="18" charset="0"/>
              <a:ea typeface="+mn-ea"/>
              <a:cs typeface="华文新魏" panose="02010800040101010101" pitchFamily="2" charset="-122"/>
            </a:endParaRPr>
          </a:p>
          <a:p>
            <a:pPr marL="1143000" marR="0" lvl="2" indent="-228600" algn="just" defTabSz="914400" rtl="0" eaLnBrk="0" fontAlgn="base" latinLnBrk="0" hangingPunct="0">
              <a:lnSpc>
                <a:spcPct val="100000"/>
              </a:lnSpc>
              <a:spcBef>
                <a:spcPct val="20000"/>
              </a:spcBef>
              <a:spcAft>
                <a:spcPct val="0"/>
              </a:spcAft>
              <a:buClr>
                <a:srgbClr val="00FF00"/>
              </a:buClr>
              <a:buSzPct val="50000"/>
              <a:buFont typeface="Wingdings" panose="05000000000000000000" pitchFamily="2" charset="2"/>
              <a:buChar char="v"/>
              <a:defRPr/>
            </a:pPr>
            <a:endParaRPr kumimoji="0" lang="en-US" altLang="zh-CN" sz="2400" b="1" i="0" u="none" strike="noStrike" kern="0" cap="none" spc="0" normalizeH="0" baseline="0" noProof="0" dirty="0">
              <a:ln>
                <a:noFill/>
              </a:ln>
              <a:solidFill>
                <a:schemeClr val="tx1"/>
              </a:solidFill>
              <a:effectLst/>
              <a:uLnTx/>
              <a:uFillTx/>
              <a:latin typeface="Times New Roman" panose="02020603050405020304" pitchFamily="18" charset="0"/>
              <a:ea typeface="+mn-ea"/>
              <a:cs typeface="华文新魏" panose="02010800040101010101" pitchFamily="2" charset="-122"/>
            </a:endParaRPr>
          </a:p>
        </p:txBody>
      </p:sp>
      <p:graphicFrame>
        <p:nvGraphicFramePr>
          <p:cNvPr id="92163" name="Object 4"/>
          <p:cNvGraphicFramePr>
            <a:graphicFrameLocks noChangeAspect="1"/>
          </p:cNvGraphicFramePr>
          <p:nvPr/>
        </p:nvGraphicFramePr>
        <p:xfrm>
          <a:off x="6875463" y="2276475"/>
          <a:ext cx="428625" cy="495300"/>
        </p:xfrm>
        <a:graphic>
          <a:graphicData uri="http://schemas.openxmlformats.org/presentationml/2006/ole">
            <mc:AlternateContent xmlns:mc="http://schemas.openxmlformats.org/markup-compatibility/2006">
              <mc:Choice xmlns:v="urn:schemas-microsoft-com:vml" Requires="v">
                <p:oleObj spid="_x0000_s3157" name="" r:id="rId1" imgW="165100" imgH="190500" progId="Equation.3">
                  <p:embed/>
                </p:oleObj>
              </mc:Choice>
              <mc:Fallback>
                <p:oleObj name="" r:id="rId1" imgW="165100" imgH="190500" progId="Equation.3">
                  <p:embed/>
                  <p:pic>
                    <p:nvPicPr>
                      <p:cNvPr id="0" name="图片 3156"/>
                      <p:cNvPicPr/>
                      <p:nvPr/>
                    </p:nvPicPr>
                    <p:blipFill>
                      <a:blip r:embed="rId2"/>
                      <a:stretch>
                        <a:fillRect/>
                      </a:stretch>
                    </p:blipFill>
                    <p:spPr>
                      <a:xfrm>
                        <a:off x="6875463" y="2276475"/>
                        <a:ext cx="428625" cy="495300"/>
                      </a:xfrm>
                      <a:prstGeom prst="rect">
                        <a:avLst/>
                      </a:prstGeom>
                      <a:noFill/>
                      <a:ln w="38100">
                        <a:noFill/>
                        <a:miter/>
                      </a:ln>
                    </p:spPr>
                  </p:pic>
                </p:oleObj>
              </mc:Fallback>
            </mc:AlternateContent>
          </a:graphicData>
        </a:graphic>
      </p:graphicFrame>
      <p:sp>
        <p:nvSpPr>
          <p:cNvPr id="92164" name="矩形 1"/>
          <p:cNvSpPr/>
          <p:nvPr/>
        </p:nvSpPr>
        <p:spPr>
          <a:xfrm>
            <a:off x="2832100" y="836613"/>
            <a:ext cx="3890963" cy="646112"/>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华文新魏" panose="02010800040101010101" pitchFamily="2" charset="-122"/>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ea typeface="+mn-ea"/>
                <a:cs typeface="华文新魏" panose="02010800040101010101" pitchFamily="2" charset="-122"/>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ea typeface="+mn-ea"/>
                <a:cs typeface="华文新魏" panose="02010800040101010101" pitchFamily="2" charset="-122"/>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ea typeface="+mn-ea"/>
                <a:cs typeface="华文新魏" panose="02010800040101010101" pitchFamily="2" charset="-122"/>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ea typeface="+mn-ea"/>
                <a:cs typeface="华文新魏" panose="02010800040101010101" pitchFamily="2" charset="-122"/>
              </a:defRPr>
            </a:lvl5pPr>
          </a:lstStyle>
          <a:p>
            <a:pPr marL="0" lvl="0" indent="0">
              <a:spcBef>
                <a:spcPct val="0"/>
              </a:spcBef>
              <a:buClr>
                <a:srgbClr val="00FF00"/>
              </a:buClr>
              <a:buSzTx/>
              <a:buFontTx/>
              <a:buNone/>
            </a:pPr>
            <a:r>
              <a:rPr lang="zh-CN" altLang="en-US" sz="3600" b="1" dirty="0">
                <a:solidFill>
                  <a:srgbClr val="0000FF"/>
                </a:solidFill>
                <a:latin typeface="黑体" panose="02010609060101010101" pitchFamily="49" charset="-122"/>
                <a:ea typeface="黑体" panose="02010609060101010101" pitchFamily="49" charset="-122"/>
              </a:rPr>
              <a:t>模糊集的简单运算</a:t>
            </a:r>
            <a:endParaRPr lang="zh-CN" altLang="en-US" sz="3600" b="1" dirty="0">
              <a:solidFill>
                <a:srgbClr val="0000FF"/>
              </a:solidFill>
              <a:latin typeface="黑体" panose="02010609060101010101" pitchFamily="49" charset="-122"/>
              <a:ea typeface="黑体" panose="02010609060101010101" pitchFamily="49" charset="-122"/>
            </a:endParaRPr>
          </a:p>
        </p:txBody>
      </p:sp>
      <p:graphicFrame>
        <p:nvGraphicFramePr>
          <p:cNvPr id="92165" name="Object 6"/>
          <p:cNvGraphicFramePr>
            <a:graphicFrameLocks noChangeAspect="1"/>
          </p:cNvGraphicFramePr>
          <p:nvPr/>
        </p:nvGraphicFramePr>
        <p:xfrm>
          <a:off x="4356100" y="1844675"/>
          <a:ext cx="1079500" cy="514350"/>
        </p:xfrm>
        <a:graphic>
          <a:graphicData uri="http://schemas.openxmlformats.org/presentationml/2006/ole">
            <mc:AlternateContent xmlns:mc="http://schemas.openxmlformats.org/markup-compatibility/2006">
              <mc:Choice xmlns:v="urn:schemas-microsoft-com:vml" Requires="v">
                <p:oleObj spid="_x0000_s3159" name="" r:id="rId3" imgW="533400" imgH="254000" progId="Equation.DSMT4">
                  <p:embed/>
                </p:oleObj>
              </mc:Choice>
              <mc:Fallback>
                <p:oleObj name="" r:id="rId3" imgW="533400" imgH="254000" progId="Equation.DSMT4">
                  <p:embed/>
                  <p:pic>
                    <p:nvPicPr>
                      <p:cNvPr id="0" name="图片 3158"/>
                      <p:cNvPicPr/>
                      <p:nvPr/>
                    </p:nvPicPr>
                    <p:blipFill>
                      <a:blip r:embed="rId4"/>
                      <a:stretch>
                        <a:fillRect/>
                      </a:stretch>
                    </p:blipFill>
                    <p:spPr>
                      <a:xfrm>
                        <a:off x="4356100" y="1844675"/>
                        <a:ext cx="1079500" cy="514350"/>
                      </a:xfrm>
                      <a:prstGeom prst="rect">
                        <a:avLst/>
                      </a:prstGeom>
                      <a:noFill/>
                      <a:ln w="38100">
                        <a:noFill/>
                        <a:miter/>
                      </a:ln>
                    </p:spPr>
                  </p:pic>
                </p:oleObj>
              </mc:Fallback>
            </mc:AlternateContent>
          </a:graphicData>
        </a:graphic>
      </p:graphicFrame>
      <p:graphicFrame>
        <p:nvGraphicFramePr>
          <p:cNvPr id="92166" name="Object 8"/>
          <p:cNvGraphicFramePr>
            <a:graphicFrameLocks noChangeAspect="1"/>
          </p:cNvGraphicFramePr>
          <p:nvPr/>
        </p:nvGraphicFramePr>
        <p:xfrm>
          <a:off x="2124075" y="4818063"/>
          <a:ext cx="935038" cy="555625"/>
        </p:xfrm>
        <a:graphic>
          <a:graphicData uri="http://schemas.openxmlformats.org/presentationml/2006/ole">
            <mc:AlternateContent xmlns:mc="http://schemas.openxmlformats.org/markup-compatibility/2006">
              <mc:Choice xmlns:v="urn:schemas-microsoft-com:vml" Requires="v">
                <p:oleObj spid="_x0000_s3168" name="" r:id="rId5" imgW="406400" imgH="241300" progId="Equation.DSMT4">
                  <p:embed/>
                </p:oleObj>
              </mc:Choice>
              <mc:Fallback>
                <p:oleObj name="" r:id="rId5" imgW="406400" imgH="241300" progId="Equation.DSMT4">
                  <p:embed/>
                  <p:pic>
                    <p:nvPicPr>
                      <p:cNvPr id="0" name="图片 3167"/>
                      <p:cNvPicPr/>
                      <p:nvPr/>
                    </p:nvPicPr>
                    <p:blipFill>
                      <a:blip r:embed="rId6"/>
                      <a:stretch>
                        <a:fillRect/>
                      </a:stretch>
                    </p:blipFill>
                    <p:spPr>
                      <a:xfrm>
                        <a:off x="2124075" y="4818063"/>
                        <a:ext cx="935038" cy="555625"/>
                      </a:xfrm>
                      <a:prstGeom prst="rect">
                        <a:avLst/>
                      </a:prstGeom>
                      <a:noFill/>
                      <a:ln w="38100">
                        <a:noFill/>
                        <a:miter/>
                      </a:ln>
                    </p:spPr>
                  </p:pic>
                </p:oleObj>
              </mc:Fallback>
            </mc:AlternateContent>
          </a:graphicData>
        </a:graphic>
      </p:graphicFrame>
      <p:sp>
        <p:nvSpPr>
          <p:cNvPr id="9" name="Text Box 5"/>
          <p:cNvSpPr txBox="1"/>
          <p:nvPr/>
        </p:nvSpPr>
        <p:spPr>
          <a:xfrm>
            <a:off x="3224213" y="0"/>
            <a:ext cx="5919788" cy="706438"/>
          </a:xfrm>
          <a:prstGeom prst="rect">
            <a:avLst/>
          </a:prstGeom>
          <a:noFill/>
          <a:ln w="9525">
            <a:noFill/>
          </a:ln>
        </p:spPr>
        <p:txBody>
          <a:bodyPr>
            <a:spAutoFit/>
          </a:bodyPr>
          <a:lstStyle/>
          <a:p>
            <a:pPr marR="0" algn="ctr" defTabSz="914400" eaLnBrk="1" hangingPunct="1">
              <a:buClrTx/>
              <a:buSzTx/>
              <a:buFontTx/>
              <a:buNone/>
              <a:defRPr/>
            </a:pPr>
            <a:r>
              <a:rPr kumimoji="0" lang="en-US" altLang="zh-CN" sz="4000" b="1" kern="1200" cap="none" spc="0" normalizeH="0" baseline="0" noProof="1">
                <a:solidFill>
                  <a:srgbClr val="0000FF"/>
                </a:solidFill>
                <a:latin typeface="Arial" panose="020B0604020202020204" pitchFamily="34" charset="0"/>
                <a:ea typeface="宋体" panose="02010600030101010101" pitchFamily="2" charset="-122"/>
                <a:cs typeface="+mn-cs"/>
                <a:sym typeface="宋体" panose="02010600030101010101" pitchFamily="2" charset="-122"/>
              </a:rPr>
              <a:t>4.2.2 </a:t>
            </a:r>
            <a:r>
              <a:rPr kumimoji="1" lang="en-US" altLang="zh-CN" sz="4000" b="1" kern="0" cap="none" spc="0" normalizeH="0" baseline="0" noProof="0" dirty="0">
                <a:solidFill>
                  <a:srgbClr val="0000CC"/>
                </a:solidFill>
                <a:effectLst>
                  <a:outerShdw blurRad="38100" dist="38100" dir="2700000" algn="tl">
                    <a:srgbClr val="C0C0C0"/>
                  </a:outerShdw>
                </a:effectLst>
                <a:latin typeface="黑体" panose="02010609060101010101" pitchFamily="49" charset="-122"/>
                <a:ea typeface="黑体" panose="02010609060101010101" pitchFamily="49" charset="-122"/>
                <a:cs typeface="Times New Roman" panose="02020603050405020304" pitchFamily="18" charset="0"/>
                <a:sym typeface="+mn-ea"/>
              </a:rPr>
              <a:t> </a:t>
            </a:r>
            <a:r>
              <a:rPr kumimoji="0" lang="en-US" altLang="zh-CN" sz="4000" b="1" kern="1200" cap="none" spc="0" normalizeH="0" baseline="0" noProof="1">
                <a:solidFill>
                  <a:srgbClr val="0000FF"/>
                </a:solidFill>
                <a:latin typeface="Arial" panose="020B0604020202020204" pitchFamily="34" charset="0"/>
                <a:ea typeface="宋体" panose="02010600030101010101" pitchFamily="2" charset="-122"/>
                <a:cs typeface="+mn-cs"/>
                <a:sym typeface="+mn-ea"/>
              </a:rPr>
              <a:t>模糊聚类</a:t>
            </a:r>
            <a:r>
              <a:rPr kumimoji="0" lang="en-US" altLang="zh-CN" sz="4000" b="1" kern="1200" cap="none" spc="0" normalizeH="0" baseline="0" noProof="1">
                <a:solidFill>
                  <a:srgbClr val="0000FF"/>
                </a:solidFill>
                <a:latin typeface="Arial" panose="020B0604020202020204" pitchFamily="34" charset="0"/>
                <a:ea typeface="宋体" panose="02010600030101010101" pitchFamily="2" charset="-122"/>
                <a:cs typeface="+mn-cs"/>
                <a:sym typeface="宋体" panose="02010600030101010101" pitchFamily="2" charset="-122"/>
              </a:rPr>
              <a:t>算法</a:t>
            </a:r>
            <a:endParaRPr kumimoji="0" lang="en-US" altLang="zh-CN" sz="4000" b="1" kern="1200" cap="none" spc="0" normalizeH="0" baseline="0" noProof="1">
              <a:solidFill>
                <a:srgbClr val="0000FF"/>
              </a:solidFill>
              <a:latin typeface="Arial" panose="020B0604020202020204" pitchFamily="34" charset="0"/>
              <a:ea typeface="宋体" panose="02010600030101010101" pitchFamily="2" charset="-122"/>
              <a:cs typeface="+mn-cs"/>
              <a:sym typeface="宋体" panose="02010600030101010101" pitchFamily="2" charset="-122"/>
            </a:endParaRPr>
          </a:p>
        </p:txBody>
      </p:sp>
    </p:spTree>
  </p:cSld>
  <p:clrMapOvr>
    <a:masterClrMapping/>
  </p:clrMapOvr>
  <p:transition/>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3186" name="Text Box 3"/>
          <p:cNvSpPr txBox="1"/>
          <p:nvPr/>
        </p:nvSpPr>
        <p:spPr>
          <a:xfrm>
            <a:off x="358775" y="1795463"/>
            <a:ext cx="8426450" cy="4040505"/>
          </a:xfrm>
          <a:prstGeom prst="rect">
            <a:avLst/>
          </a:prstGeom>
          <a:noFill/>
          <a:ln w="28575">
            <a:noFill/>
          </a:ln>
        </p:spPr>
        <p:txBody>
          <a:bodyPr>
            <a:spAutoFit/>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华文新魏" panose="02010800040101010101" pitchFamily="2" charset="-122"/>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ea typeface="+mn-ea"/>
                <a:cs typeface="华文新魏" panose="02010800040101010101" pitchFamily="2" charset="-122"/>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ea typeface="+mn-ea"/>
                <a:cs typeface="华文新魏" panose="02010800040101010101" pitchFamily="2" charset="-122"/>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ea typeface="+mn-ea"/>
                <a:cs typeface="华文新魏" panose="02010800040101010101" pitchFamily="2" charset="-122"/>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ea typeface="+mn-ea"/>
                <a:cs typeface="华文新魏" panose="02010800040101010101" pitchFamily="2" charset="-122"/>
              </a:defRPr>
            </a:lvl5pPr>
          </a:lstStyle>
          <a:p>
            <a:pPr marL="0" lvl="0" indent="611505" algn="just">
              <a:lnSpc>
                <a:spcPct val="120000"/>
              </a:lnSpc>
              <a:spcBef>
                <a:spcPct val="0"/>
              </a:spcBef>
              <a:buClrTx/>
              <a:buSzTx/>
              <a:buFontTx/>
              <a:buNone/>
            </a:pPr>
            <a:r>
              <a:rPr lang="zh-CN" altLang="en-US" sz="2400" b="1" dirty="0">
                <a:solidFill>
                  <a:srgbClr val="0000FF"/>
                </a:solidFill>
                <a:latin typeface="Times New Roman" panose="02020603050405020304" pitchFamily="18" charset="0"/>
              </a:rPr>
              <a:t>特征的模糊化</a:t>
            </a:r>
            <a:r>
              <a:rPr lang="zh-CN" altLang="en-US" sz="2400" b="1" dirty="0">
                <a:latin typeface="Times New Roman" panose="02020603050405020304" pitchFamily="18" charset="0"/>
              </a:rPr>
              <a:t>是指根据一定的模糊化规则把普通意义下的一个或几个特征变量变成</a:t>
            </a:r>
            <a:r>
              <a:rPr lang="zh-CN" altLang="en-US" sz="2400" b="1" dirty="0">
                <a:solidFill>
                  <a:srgbClr val="0000FF"/>
                </a:solidFill>
                <a:latin typeface="Times New Roman" panose="02020603050405020304" pitchFamily="18" charset="0"/>
              </a:rPr>
              <a:t>多个模糊变量</a:t>
            </a:r>
            <a:r>
              <a:rPr lang="en-US" altLang="zh-CN" sz="2400" b="1" dirty="0">
                <a:latin typeface="Times New Roman" panose="02020603050405020304" pitchFamily="18" charset="0"/>
              </a:rPr>
              <a:t>, </a:t>
            </a:r>
            <a:r>
              <a:rPr lang="zh-CN" altLang="en-US" sz="2400" b="1" dirty="0">
                <a:latin typeface="Times New Roman" panose="02020603050405020304" pitchFamily="18" charset="0"/>
              </a:rPr>
              <a:t>用来表达原始特征的某一局部特性。 比如，人的体重作为一个特征使用，可以分为</a:t>
            </a:r>
            <a:r>
              <a:rPr lang="zh-CN" altLang="en-US" sz="2400" b="1" dirty="0">
                <a:latin typeface="微软雅黑" panose="020B0503020204020204" pitchFamily="34" charset="-122"/>
                <a:ea typeface="微软雅黑" panose="020B0503020204020204" pitchFamily="34" charset="-122"/>
              </a:rPr>
              <a:t>偏轻、中等和偏重</a:t>
            </a:r>
            <a:r>
              <a:rPr lang="zh-CN" altLang="en-US" sz="2400" b="1" dirty="0">
                <a:latin typeface="Times New Roman" panose="02020603050405020304" pitchFamily="18" charset="0"/>
              </a:rPr>
              <a:t>三个模糊特征。</a:t>
            </a:r>
            <a:endParaRPr lang="en-US" altLang="zh-CN" sz="2400" b="1" dirty="0">
              <a:latin typeface="Times New Roman" panose="02020603050405020304" pitchFamily="18" charset="0"/>
            </a:endParaRPr>
          </a:p>
          <a:p>
            <a:pPr marL="0" lvl="0" indent="611505" algn="just">
              <a:lnSpc>
                <a:spcPct val="118000"/>
              </a:lnSpc>
              <a:spcBef>
                <a:spcPct val="0"/>
              </a:spcBef>
              <a:buClrTx/>
              <a:buSzTx/>
              <a:buFontTx/>
              <a:buNone/>
            </a:pPr>
            <a:r>
              <a:rPr lang="zh-CN" altLang="en-US" sz="2400" b="1" dirty="0">
                <a:latin typeface="Times New Roman" panose="02020603050405020304" pitchFamily="18" charset="0"/>
              </a:rPr>
              <a:t>特征模糊化的目的在于用一个特征参与分类，正确分类结果与这个特征之间可能是</a:t>
            </a:r>
            <a:r>
              <a:rPr lang="zh-CN" altLang="en-US" sz="2400" b="1" dirty="0">
                <a:latin typeface="微软雅黑" panose="020B0503020204020204" pitchFamily="34" charset="-122"/>
                <a:ea typeface="微软雅黑" panose="020B0503020204020204" pitchFamily="34" charset="-122"/>
              </a:rPr>
              <a:t>复杂的非线性关系</a:t>
            </a:r>
            <a:r>
              <a:rPr lang="zh-CN" altLang="en-US" sz="2400" b="1" dirty="0">
                <a:latin typeface="Times New Roman" panose="02020603050405020304" pitchFamily="18" charset="0"/>
              </a:rPr>
              <a:t>；而</a:t>
            </a:r>
            <a:r>
              <a:rPr lang="zh-CN" altLang="en-US" sz="2400" b="1" dirty="0">
                <a:solidFill>
                  <a:srgbClr val="FF0000"/>
                </a:solidFill>
                <a:latin typeface="Times New Roman" panose="02020603050405020304" pitchFamily="18" charset="0"/>
              </a:rPr>
              <a:t>根据先验知识提取一些模糊特征，虽然特征数目多了，可却可能使分类结果与特征之间的</a:t>
            </a:r>
            <a:r>
              <a:rPr lang="zh-CN" altLang="en-US" sz="2400" b="1" dirty="0">
                <a:solidFill>
                  <a:srgbClr val="FF0000"/>
                </a:solidFill>
                <a:latin typeface="微软雅黑" panose="020B0503020204020204" pitchFamily="34" charset="-122"/>
                <a:ea typeface="微软雅黑" panose="020B0503020204020204" pitchFamily="34" charset="-122"/>
              </a:rPr>
              <a:t>关系线性化</a:t>
            </a:r>
            <a:r>
              <a:rPr lang="zh-CN" altLang="en-US" sz="2400" b="1" dirty="0">
                <a:solidFill>
                  <a:srgbClr val="FF0000"/>
                </a:solidFill>
                <a:latin typeface="Times New Roman" panose="02020603050405020304" pitchFamily="18" charset="0"/>
              </a:rPr>
              <a:t>，简化了分类器的设计和提高了分类性能</a:t>
            </a:r>
            <a:r>
              <a:rPr lang="zh-CN" altLang="en-US" sz="2400" b="1" dirty="0">
                <a:latin typeface="Times New Roman" panose="02020603050405020304" pitchFamily="18" charset="0"/>
              </a:rPr>
              <a:t>。</a:t>
            </a:r>
            <a:endParaRPr lang="zh-CN" altLang="en-US" sz="2400" b="1" dirty="0">
              <a:latin typeface="Times New Roman" panose="02020603050405020304" pitchFamily="18" charset="0"/>
            </a:endParaRPr>
          </a:p>
        </p:txBody>
      </p:sp>
      <p:sp>
        <p:nvSpPr>
          <p:cNvPr id="93187" name="矩形 1"/>
          <p:cNvSpPr/>
          <p:nvPr/>
        </p:nvSpPr>
        <p:spPr>
          <a:xfrm>
            <a:off x="3321050" y="836613"/>
            <a:ext cx="2501900" cy="646112"/>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华文新魏" panose="02010800040101010101" pitchFamily="2" charset="-122"/>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ea typeface="+mn-ea"/>
                <a:cs typeface="华文新魏" panose="02010800040101010101" pitchFamily="2" charset="-122"/>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ea typeface="+mn-ea"/>
                <a:cs typeface="华文新魏" panose="02010800040101010101" pitchFamily="2" charset="-122"/>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ea typeface="+mn-ea"/>
                <a:cs typeface="华文新魏" panose="02010800040101010101" pitchFamily="2" charset="-122"/>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ea typeface="+mn-ea"/>
                <a:cs typeface="华文新魏" panose="02010800040101010101" pitchFamily="2" charset="-122"/>
              </a:defRPr>
            </a:lvl5pPr>
          </a:lstStyle>
          <a:p>
            <a:pPr marL="0" lvl="0" indent="0">
              <a:spcBef>
                <a:spcPct val="0"/>
              </a:spcBef>
              <a:buClrTx/>
              <a:buSzTx/>
              <a:buFontTx/>
              <a:buNone/>
            </a:pPr>
            <a:r>
              <a:rPr lang="zh-CN" altLang="en-US" sz="3600" b="1" dirty="0">
                <a:solidFill>
                  <a:srgbClr val="0000FF"/>
                </a:solidFill>
                <a:latin typeface="黑体" panose="02010609060101010101" pitchFamily="49" charset="-122"/>
                <a:ea typeface="黑体" panose="02010609060101010101" pitchFamily="49" charset="-122"/>
              </a:rPr>
              <a:t>模糊化特征</a:t>
            </a:r>
            <a:endParaRPr lang="zh-CN" altLang="en-US" sz="3600" dirty="0">
              <a:solidFill>
                <a:srgbClr val="0000FF"/>
              </a:solidFill>
              <a:latin typeface="黑体" panose="02010609060101010101" pitchFamily="49" charset="-122"/>
              <a:ea typeface="黑体" panose="02010609060101010101" pitchFamily="49" charset="-122"/>
            </a:endParaRPr>
          </a:p>
        </p:txBody>
      </p:sp>
      <p:sp>
        <p:nvSpPr>
          <p:cNvPr id="6" name="Text Box 5"/>
          <p:cNvSpPr txBox="1"/>
          <p:nvPr/>
        </p:nvSpPr>
        <p:spPr>
          <a:xfrm>
            <a:off x="3224213" y="0"/>
            <a:ext cx="5919788" cy="706438"/>
          </a:xfrm>
          <a:prstGeom prst="rect">
            <a:avLst/>
          </a:prstGeom>
          <a:noFill/>
          <a:ln w="9525">
            <a:noFill/>
          </a:ln>
        </p:spPr>
        <p:txBody>
          <a:bodyPr>
            <a:spAutoFit/>
          </a:bodyPr>
          <a:lstStyle/>
          <a:p>
            <a:pPr marR="0" algn="ctr" defTabSz="914400" eaLnBrk="1" hangingPunct="1">
              <a:buClrTx/>
              <a:buSzTx/>
              <a:buFontTx/>
              <a:buNone/>
              <a:defRPr/>
            </a:pPr>
            <a:r>
              <a:rPr kumimoji="0" lang="en-US" altLang="zh-CN" sz="4000" b="1" kern="1200" cap="none" spc="0" normalizeH="0" baseline="0" noProof="1">
                <a:solidFill>
                  <a:srgbClr val="0000FF"/>
                </a:solidFill>
                <a:latin typeface="Arial" panose="020B0604020202020204" pitchFamily="34" charset="0"/>
                <a:ea typeface="宋体" panose="02010600030101010101" pitchFamily="2" charset="-122"/>
                <a:cs typeface="+mn-cs"/>
                <a:sym typeface="宋体" panose="02010600030101010101" pitchFamily="2" charset="-122"/>
              </a:rPr>
              <a:t>4.2.2 </a:t>
            </a:r>
            <a:r>
              <a:rPr kumimoji="1" lang="en-US" altLang="zh-CN" sz="4000" b="1" kern="0" cap="none" spc="0" normalizeH="0" baseline="0" noProof="0" dirty="0">
                <a:solidFill>
                  <a:srgbClr val="0000CC"/>
                </a:solidFill>
                <a:effectLst>
                  <a:outerShdw blurRad="38100" dist="38100" dir="2700000" algn="tl">
                    <a:srgbClr val="C0C0C0"/>
                  </a:outerShdw>
                </a:effectLst>
                <a:latin typeface="黑体" panose="02010609060101010101" pitchFamily="49" charset="-122"/>
                <a:ea typeface="黑体" panose="02010609060101010101" pitchFamily="49" charset="-122"/>
                <a:cs typeface="Times New Roman" panose="02020603050405020304" pitchFamily="18" charset="0"/>
                <a:sym typeface="+mn-ea"/>
              </a:rPr>
              <a:t> </a:t>
            </a:r>
            <a:r>
              <a:rPr kumimoji="0" lang="en-US" altLang="zh-CN" sz="4000" b="1" kern="1200" cap="none" spc="0" normalizeH="0" baseline="0" noProof="1">
                <a:solidFill>
                  <a:srgbClr val="0000FF"/>
                </a:solidFill>
                <a:latin typeface="Arial" panose="020B0604020202020204" pitchFamily="34" charset="0"/>
                <a:ea typeface="宋体" panose="02010600030101010101" pitchFamily="2" charset="-122"/>
                <a:cs typeface="+mn-cs"/>
                <a:sym typeface="+mn-ea"/>
              </a:rPr>
              <a:t>模糊聚类</a:t>
            </a:r>
            <a:r>
              <a:rPr kumimoji="0" lang="en-US" altLang="zh-CN" sz="4000" b="1" kern="1200" cap="none" spc="0" normalizeH="0" baseline="0" noProof="1">
                <a:solidFill>
                  <a:srgbClr val="0000FF"/>
                </a:solidFill>
                <a:latin typeface="Arial" panose="020B0604020202020204" pitchFamily="34" charset="0"/>
                <a:ea typeface="宋体" panose="02010600030101010101" pitchFamily="2" charset="-122"/>
                <a:cs typeface="+mn-cs"/>
                <a:sym typeface="宋体" panose="02010600030101010101" pitchFamily="2" charset="-122"/>
              </a:rPr>
              <a:t>算法</a:t>
            </a:r>
            <a:endParaRPr kumimoji="0" lang="en-US" altLang="zh-CN" sz="4000" b="1" kern="1200" cap="none" spc="0" normalizeH="0" baseline="0" noProof="1">
              <a:solidFill>
                <a:srgbClr val="0000FF"/>
              </a:solidFill>
              <a:latin typeface="Arial" panose="020B0604020202020204" pitchFamily="34" charset="0"/>
              <a:ea typeface="宋体" panose="02010600030101010101" pitchFamily="2" charset="-122"/>
              <a:cs typeface="+mn-cs"/>
              <a:sym typeface="宋体" panose="02010600030101010101" pitchFamily="2" charset="-122"/>
            </a:endParaRPr>
          </a:p>
        </p:txBody>
      </p:sp>
    </p:spTree>
  </p:cSld>
  <p:clrMapOvr>
    <a:masterClrMapping/>
  </p:clrMapOvr>
  <p:transition/>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1746" name="Text Box 2"/>
          <p:cNvSpPr txBox="1">
            <a:spLocks noChangeArrowheads="1"/>
          </p:cNvSpPr>
          <p:nvPr/>
        </p:nvSpPr>
        <p:spPr bwMode="auto">
          <a:xfrm>
            <a:off x="395288" y="1506538"/>
            <a:ext cx="8139113" cy="1938338"/>
          </a:xfrm>
          <a:prstGeom prst="rect">
            <a:avLst/>
          </a:prstGeom>
          <a:noFill/>
          <a:ln w="9525">
            <a:noFill/>
            <a:miter lim="800000"/>
          </a:ln>
        </p:spPr>
        <p:txBody>
          <a:bodyPr>
            <a:spAutoFit/>
          </a:bodyPr>
          <a:lstStyle/>
          <a:p>
            <a:pPr marR="0" indent="457200" algn="just" defTabSz="914400">
              <a:buClrTx/>
              <a:buSzTx/>
              <a:buFontTx/>
              <a:buNone/>
              <a:defRPr/>
            </a:pPr>
            <a:r>
              <a:rPr kumimoji="1" lang="zh-CN" altLang="en-US" sz="2400" b="1" kern="1200" cap="none" spc="0" normalizeH="0" baseline="0" noProof="0" dirty="0">
                <a:latin typeface="+mj-ea"/>
                <a:ea typeface="+mj-ea"/>
                <a:cs typeface="+mn-cs"/>
              </a:rPr>
              <a:t> 在普通模式识别中</a:t>
            </a:r>
            <a:r>
              <a:rPr kumimoji="1" lang="en-US" altLang="zh-CN" sz="2400" b="1" kern="1200" cap="none" spc="0" normalizeH="0" baseline="0" noProof="0" dirty="0">
                <a:latin typeface="+mj-ea"/>
                <a:ea typeface="+mj-ea"/>
                <a:cs typeface="+mn-cs"/>
              </a:rPr>
              <a:t>, </a:t>
            </a:r>
            <a:r>
              <a:rPr kumimoji="1" lang="zh-CN" altLang="en-US" sz="2400" b="1" kern="1200" cap="none" spc="0" normalizeH="0" baseline="0" noProof="0" dirty="0">
                <a:latin typeface="+mj-ea"/>
                <a:ea typeface="+mj-ea"/>
                <a:cs typeface="+mn-cs"/>
              </a:rPr>
              <a:t>分类就是把样本空间</a:t>
            </a:r>
            <a:r>
              <a:rPr kumimoji="1" lang="en-US" altLang="zh-CN" sz="2400" b="1" kern="1200" cap="none" spc="0" normalizeH="0" baseline="0" noProof="0" dirty="0">
                <a:latin typeface="+mj-ea"/>
                <a:ea typeface="+mj-ea"/>
                <a:cs typeface="+mn-cs"/>
              </a:rPr>
              <a:t>(</a:t>
            </a:r>
            <a:r>
              <a:rPr kumimoji="1" lang="zh-CN" altLang="en-US" sz="2400" b="1" kern="1200" cap="none" spc="0" normalizeH="0" baseline="0" noProof="0" dirty="0">
                <a:latin typeface="+mj-ea"/>
                <a:ea typeface="+mj-ea"/>
                <a:cs typeface="+mn-cs"/>
              </a:rPr>
              <a:t>或样本集</a:t>
            </a:r>
            <a:r>
              <a:rPr kumimoji="1" lang="en-US" altLang="zh-CN" sz="2400" b="1" kern="1200" cap="none" spc="0" normalizeH="0" baseline="0" noProof="0" dirty="0">
                <a:latin typeface="+mj-ea"/>
                <a:ea typeface="+mj-ea"/>
                <a:cs typeface="+mn-cs"/>
              </a:rPr>
              <a:t>)</a:t>
            </a:r>
            <a:r>
              <a:rPr kumimoji="1" lang="zh-CN" altLang="en-US" sz="2400" b="1" kern="1200" cap="none" spc="0" normalizeH="0" baseline="0" noProof="0" dirty="0">
                <a:latin typeface="+mj-ea"/>
                <a:ea typeface="+mj-ea"/>
                <a:cs typeface="+mn-cs"/>
              </a:rPr>
              <a:t>分成若干个子集。 在模糊模式识别中</a:t>
            </a:r>
            <a:r>
              <a:rPr kumimoji="1" lang="en-US" altLang="zh-CN" sz="2400" b="1" kern="1200" cap="none" spc="0" normalizeH="0" baseline="0" noProof="0" dirty="0">
                <a:latin typeface="+mj-ea"/>
                <a:ea typeface="+mj-ea"/>
                <a:cs typeface="+mn-cs"/>
              </a:rPr>
              <a:t>, </a:t>
            </a:r>
            <a:r>
              <a:rPr kumimoji="1" lang="zh-CN" altLang="en-US" sz="2400" b="1" kern="1200" cap="none" spc="0" normalizeH="0" baseline="0" noProof="0" dirty="0">
                <a:latin typeface="+mj-ea"/>
                <a:ea typeface="+mj-ea"/>
                <a:cs typeface="+mn-cs"/>
              </a:rPr>
              <a:t>用模糊子集代替确定子集</a:t>
            </a:r>
            <a:r>
              <a:rPr kumimoji="1" lang="en-US" altLang="zh-CN" sz="2400" b="1" kern="1200" cap="none" spc="0" normalizeH="0" baseline="0" noProof="0" dirty="0">
                <a:latin typeface="+mj-ea"/>
                <a:ea typeface="+mj-ea"/>
                <a:cs typeface="+mn-cs"/>
              </a:rPr>
              <a:t>, </a:t>
            </a:r>
            <a:r>
              <a:rPr kumimoji="1" lang="zh-CN" altLang="en-US" sz="2400" b="1" kern="1200" cap="none" spc="0" normalizeH="0" baseline="0" noProof="0" dirty="0">
                <a:latin typeface="+mj-ea"/>
                <a:ea typeface="+mj-ea"/>
                <a:cs typeface="+mn-cs"/>
              </a:rPr>
              <a:t>从而得到模糊的分类结果</a:t>
            </a:r>
            <a:r>
              <a:rPr kumimoji="1" lang="en-US" altLang="zh-CN" sz="2400" b="1" kern="1200" cap="none" spc="0" normalizeH="0" baseline="0" noProof="0" dirty="0">
                <a:latin typeface="+mj-ea"/>
                <a:ea typeface="+mj-ea"/>
                <a:cs typeface="+mn-cs"/>
              </a:rPr>
              <a:t>, </a:t>
            </a:r>
            <a:r>
              <a:rPr kumimoji="1" lang="zh-CN" altLang="en-US" sz="2400" b="1" kern="1200" cap="none" spc="0" normalizeH="0" baseline="0" noProof="0" dirty="0">
                <a:latin typeface="+mj-ea"/>
                <a:ea typeface="+mj-ea"/>
                <a:cs typeface="+mn-cs"/>
              </a:rPr>
              <a:t>即</a:t>
            </a:r>
            <a:r>
              <a:rPr kumimoji="1" lang="zh-CN" altLang="en-US" sz="2400" b="1" kern="1200" cap="none" spc="0" normalizeH="0" baseline="0" noProof="0" dirty="0">
                <a:solidFill>
                  <a:srgbClr val="0000FF"/>
                </a:solidFill>
                <a:latin typeface="+mj-ea"/>
                <a:ea typeface="+mj-ea"/>
                <a:cs typeface="+mn-cs"/>
              </a:rPr>
              <a:t>分类结果的模糊化</a:t>
            </a:r>
            <a:r>
              <a:rPr kumimoji="1" lang="en-US" altLang="zh-CN" sz="2400" b="1" kern="1200" cap="none" spc="0" normalizeH="0" baseline="0" noProof="0" dirty="0">
                <a:solidFill>
                  <a:srgbClr val="0000FF"/>
                </a:solidFill>
                <a:latin typeface="+mj-ea"/>
                <a:ea typeface="+mj-ea"/>
                <a:cs typeface="+mn-cs"/>
              </a:rPr>
              <a:t>, </a:t>
            </a:r>
            <a:r>
              <a:rPr kumimoji="1" lang="zh-CN" altLang="en-US" sz="2400" b="1" kern="1200" cap="none" spc="0" normalizeH="0" baseline="0" noProof="0" dirty="0">
                <a:solidFill>
                  <a:srgbClr val="0000FF"/>
                </a:solidFill>
                <a:latin typeface="+mj-ea"/>
                <a:ea typeface="+mj-ea"/>
                <a:cs typeface="+mn-cs"/>
              </a:rPr>
              <a:t>其中</a:t>
            </a:r>
            <a:r>
              <a:rPr kumimoji="1" lang="en-US" altLang="zh-CN" sz="2400" b="1" kern="1200" cap="none" spc="0" normalizeH="0" baseline="0" noProof="0" dirty="0">
                <a:solidFill>
                  <a:srgbClr val="0000FF"/>
                </a:solidFill>
                <a:latin typeface="+mj-ea"/>
                <a:ea typeface="+mj-ea"/>
                <a:cs typeface="+mn-cs"/>
              </a:rPr>
              <a:t>, </a:t>
            </a:r>
            <a:r>
              <a:rPr kumimoji="1" lang="zh-CN" altLang="en-US" sz="2400" b="1" kern="1200" cap="none" spc="0" normalizeH="0" baseline="0" noProof="0" dirty="0">
                <a:solidFill>
                  <a:srgbClr val="0000FF"/>
                </a:solidFill>
                <a:latin typeface="微软雅黑" panose="020B0503020204020204" pitchFamily="34" charset="-122"/>
                <a:ea typeface="微软雅黑" panose="020B0503020204020204" pitchFamily="34" charset="-122"/>
                <a:cs typeface="+mn-cs"/>
              </a:rPr>
              <a:t>一个样本以不同的程度属于各个类别</a:t>
            </a:r>
            <a:r>
              <a:rPr kumimoji="1" lang="en-US" altLang="zh-CN" sz="2400" b="1" kern="1200" cap="none" spc="0" normalizeH="0" baseline="0" noProof="0" dirty="0">
                <a:solidFill>
                  <a:srgbClr val="0000FF"/>
                </a:solidFill>
                <a:latin typeface="微软雅黑" panose="020B0503020204020204" pitchFamily="34" charset="-122"/>
                <a:ea typeface="微软雅黑" panose="020B0503020204020204" pitchFamily="34" charset="-122"/>
                <a:cs typeface="+mn-cs"/>
              </a:rPr>
              <a:t>, </a:t>
            </a:r>
            <a:r>
              <a:rPr kumimoji="1" lang="zh-CN" altLang="en-US" sz="2400" b="1" kern="1200" cap="none" spc="0" normalizeH="0" baseline="0" noProof="0" dirty="0">
                <a:solidFill>
                  <a:srgbClr val="0000FF"/>
                </a:solidFill>
                <a:latin typeface="微软雅黑" panose="020B0503020204020204" pitchFamily="34" charset="-122"/>
                <a:ea typeface="微软雅黑" panose="020B0503020204020204" pitchFamily="34" charset="-122"/>
                <a:cs typeface="+mn-cs"/>
              </a:rPr>
              <a:t>而不再属于某个确定的类别</a:t>
            </a:r>
            <a:r>
              <a:rPr kumimoji="1" lang="zh-CN" altLang="en-US" sz="2400" b="1" kern="1200" cap="none" spc="0" normalizeH="0" baseline="0" noProof="0" dirty="0">
                <a:latin typeface="微软雅黑" panose="020B0503020204020204" pitchFamily="34" charset="-122"/>
                <a:ea typeface="微软雅黑" panose="020B0503020204020204" pitchFamily="34" charset="-122"/>
                <a:cs typeface="+mn-cs"/>
              </a:rPr>
              <a:t>。</a:t>
            </a:r>
            <a:endParaRPr kumimoji="1" lang="zh-CN" altLang="en-US" sz="2400" b="1" kern="1200" cap="none" spc="0" normalizeH="0" baseline="0" noProof="0" dirty="0">
              <a:latin typeface="微软雅黑" panose="020B0503020204020204" pitchFamily="34" charset="-122"/>
              <a:ea typeface="微软雅黑" panose="020B0503020204020204" pitchFamily="34" charset="-122"/>
              <a:cs typeface="+mn-cs"/>
            </a:endParaRPr>
          </a:p>
        </p:txBody>
      </p:sp>
      <p:sp>
        <p:nvSpPr>
          <p:cNvPr id="94211" name="矩形 1"/>
          <p:cNvSpPr/>
          <p:nvPr/>
        </p:nvSpPr>
        <p:spPr>
          <a:xfrm>
            <a:off x="3348038" y="765175"/>
            <a:ext cx="2038350" cy="646113"/>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华文新魏" panose="02010800040101010101" pitchFamily="2" charset="-122"/>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ea typeface="+mn-ea"/>
                <a:cs typeface="华文新魏" panose="02010800040101010101" pitchFamily="2" charset="-122"/>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ea typeface="+mn-ea"/>
                <a:cs typeface="华文新魏" panose="02010800040101010101" pitchFamily="2" charset="-122"/>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ea typeface="+mn-ea"/>
                <a:cs typeface="华文新魏" panose="02010800040101010101" pitchFamily="2" charset="-122"/>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ea typeface="+mn-ea"/>
                <a:cs typeface="华文新魏" panose="02010800040101010101" pitchFamily="2" charset="-122"/>
              </a:defRPr>
            </a:lvl5pPr>
          </a:lstStyle>
          <a:p>
            <a:pPr marL="0" lvl="0" indent="0">
              <a:spcBef>
                <a:spcPct val="0"/>
              </a:spcBef>
              <a:buClrTx/>
              <a:buSzTx/>
              <a:buFontTx/>
              <a:buNone/>
            </a:pPr>
            <a:r>
              <a:rPr lang="zh-CN" altLang="en-US" sz="3600" b="1" dirty="0">
                <a:solidFill>
                  <a:srgbClr val="0000FF"/>
                </a:solidFill>
                <a:latin typeface="黑体" panose="02010609060101010101" pitchFamily="49" charset="-122"/>
                <a:ea typeface="黑体" panose="02010609060101010101" pitchFamily="49" charset="-122"/>
              </a:rPr>
              <a:t>模糊分类</a:t>
            </a:r>
            <a:endParaRPr lang="zh-CN" altLang="en-US" sz="3600" dirty="0">
              <a:solidFill>
                <a:srgbClr val="0000FF"/>
              </a:solidFill>
              <a:latin typeface="黑体" panose="02010609060101010101" pitchFamily="49" charset="-122"/>
              <a:ea typeface="黑体" panose="02010609060101010101" pitchFamily="49" charset="-122"/>
            </a:endParaRPr>
          </a:p>
        </p:txBody>
      </p:sp>
      <p:sp>
        <p:nvSpPr>
          <p:cNvPr id="31748" name="Text Box 2"/>
          <p:cNvSpPr txBox="1">
            <a:spLocks noChangeArrowheads="1"/>
          </p:cNvSpPr>
          <p:nvPr/>
        </p:nvSpPr>
        <p:spPr bwMode="auto">
          <a:xfrm>
            <a:off x="404813" y="3540125"/>
            <a:ext cx="8334375" cy="2308225"/>
          </a:xfrm>
          <a:prstGeom prst="rect">
            <a:avLst/>
          </a:prstGeom>
          <a:noFill/>
          <a:ln w="9525">
            <a:noFill/>
            <a:miter lim="800000"/>
          </a:ln>
        </p:spPr>
        <p:txBody>
          <a:bodyPr>
            <a:spAutoFit/>
          </a:bodyPr>
          <a:lstStyle/>
          <a:p>
            <a:pPr marR="0" algn="just" defTabSz="914400">
              <a:buClrTx/>
              <a:buSzTx/>
              <a:buFontTx/>
              <a:buNone/>
              <a:defRPr/>
            </a:pPr>
            <a:r>
              <a:rPr kumimoji="1" lang="zh-CN" altLang="en-US" sz="2400" b="1" kern="1200" cap="none" spc="0" normalizeH="0" baseline="0" noProof="0" dirty="0">
                <a:latin typeface="+mj-ea"/>
                <a:ea typeface="+mj-ea"/>
                <a:cs typeface="+mn-cs"/>
              </a:rPr>
              <a:t>　　与确定的分类结果相比</a:t>
            </a:r>
            <a:r>
              <a:rPr kumimoji="1" lang="en-US" altLang="zh-CN" sz="2400" b="1" kern="1200" cap="none" spc="0" normalizeH="0" baseline="0" noProof="0" dirty="0">
                <a:latin typeface="+mj-ea"/>
                <a:ea typeface="+mj-ea"/>
                <a:cs typeface="+mn-cs"/>
              </a:rPr>
              <a:t>, </a:t>
            </a:r>
            <a:r>
              <a:rPr kumimoji="1" lang="zh-CN" altLang="en-US" sz="2400" b="1" kern="1200" cap="none" spc="0" normalizeH="0" baseline="0" noProof="0" dirty="0">
                <a:latin typeface="+mj-ea"/>
                <a:ea typeface="+mj-ea"/>
                <a:cs typeface="+mn-cs"/>
              </a:rPr>
              <a:t>模糊化的分类结果主要有两个显著的</a:t>
            </a:r>
            <a:r>
              <a:rPr kumimoji="1" lang="zh-CN" altLang="en-US" sz="2400" b="1" kern="1200" cap="none" spc="0" normalizeH="0" baseline="0" noProof="0" dirty="0">
                <a:solidFill>
                  <a:srgbClr val="0000FF"/>
                </a:solidFill>
                <a:latin typeface="+mj-ea"/>
                <a:ea typeface="+mj-ea"/>
                <a:cs typeface="+mn-cs"/>
              </a:rPr>
              <a:t>优点</a:t>
            </a:r>
            <a:r>
              <a:rPr kumimoji="1" lang="en-US" altLang="zh-CN" sz="2400" b="1" kern="1200" cap="none" spc="0" normalizeH="0" baseline="0" noProof="0" dirty="0">
                <a:latin typeface="+mj-ea"/>
                <a:ea typeface="+mj-ea"/>
                <a:cs typeface="+mn-cs"/>
              </a:rPr>
              <a:t>: </a:t>
            </a:r>
            <a:endParaRPr kumimoji="1" lang="en-US" altLang="zh-CN" sz="2400" b="1" kern="1200" cap="none" spc="0" normalizeH="0" baseline="0" noProof="0" dirty="0">
              <a:latin typeface="+mj-ea"/>
              <a:ea typeface="+mj-ea"/>
              <a:cs typeface="+mn-cs"/>
            </a:endParaRPr>
          </a:p>
          <a:p>
            <a:pPr marR="0" algn="just" defTabSz="914400">
              <a:buClr>
                <a:srgbClr val="FF0000"/>
              </a:buClr>
              <a:buSzTx/>
              <a:buFont typeface="Wingdings" panose="05000000000000000000" pitchFamily="2" charset="2"/>
              <a:buChar char="u"/>
              <a:defRPr/>
            </a:pPr>
            <a:r>
              <a:rPr kumimoji="1" lang="zh-CN" altLang="en-US" sz="2400" b="1" kern="1200" cap="none" spc="0" normalizeH="0" baseline="0" noProof="0" dirty="0">
                <a:latin typeface="+mj-ea"/>
                <a:ea typeface="+mj-ea"/>
                <a:cs typeface="+mn-cs"/>
              </a:rPr>
              <a:t>　　可以反映出分类过程中的不确定性</a:t>
            </a:r>
            <a:r>
              <a:rPr kumimoji="1" lang="en-US" altLang="zh-CN" sz="2400" b="1" kern="1200" cap="none" spc="0" normalizeH="0" baseline="0" noProof="0" dirty="0">
                <a:latin typeface="+mj-ea"/>
                <a:ea typeface="+mj-ea"/>
                <a:cs typeface="+mn-cs"/>
              </a:rPr>
              <a:t>, </a:t>
            </a:r>
            <a:r>
              <a:rPr kumimoji="1" lang="zh-CN" altLang="en-US" sz="2400" b="1" kern="1200" cap="none" spc="0" normalizeH="0" baseline="0" noProof="0" dirty="0">
                <a:latin typeface="+mj-ea"/>
                <a:ea typeface="+mj-ea"/>
                <a:cs typeface="+mn-cs"/>
              </a:rPr>
              <a:t>有利于用户</a:t>
            </a:r>
            <a:r>
              <a:rPr kumimoji="1" lang="zh-CN" altLang="en-US" sz="2400" b="1" kern="1200" cap="none" spc="0" normalizeH="0" baseline="0" noProof="0" dirty="0">
                <a:latin typeface="微软雅黑" panose="020B0503020204020204" pitchFamily="34" charset="-122"/>
                <a:ea typeface="微软雅黑" panose="020B0503020204020204" pitchFamily="34" charset="-122"/>
                <a:cs typeface="+mn-cs"/>
              </a:rPr>
              <a:t>根据结果进行决策</a:t>
            </a:r>
            <a:r>
              <a:rPr kumimoji="1" lang="zh-CN" altLang="en-US" sz="2400" b="1" kern="1200" cap="none" spc="0" normalizeH="0" baseline="0" noProof="0" dirty="0">
                <a:latin typeface="+mj-ea"/>
                <a:ea typeface="+mj-ea"/>
                <a:cs typeface="+mn-cs"/>
              </a:rPr>
              <a:t>。</a:t>
            </a:r>
            <a:endParaRPr kumimoji="1" lang="zh-CN" altLang="en-US" sz="2400" b="1" kern="1200" cap="none" spc="0" normalizeH="0" baseline="0" noProof="0" dirty="0">
              <a:latin typeface="+mj-ea"/>
              <a:ea typeface="+mj-ea"/>
              <a:cs typeface="+mn-cs"/>
            </a:endParaRPr>
          </a:p>
          <a:p>
            <a:pPr marR="0" algn="just" defTabSz="914400">
              <a:buClr>
                <a:srgbClr val="FF0000"/>
              </a:buClr>
              <a:buSzTx/>
              <a:buFont typeface="Wingdings" panose="05000000000000000000" pitchFamily="2" charset="2"/>
              <a:buChar char="u"/>
              <a:defRPr/>
            </a:pPr>
            <a:r>
              <a:rPr kumimoji="1" lang="zh-CN" altLang="en-US" sz="2400" b="1" kern="1200" cap="none" spc="0" normalizeH="0" baseline="0" noProof="0" dirty="0">
                <a:latin typeface="+mj-ea"/>
                <a:ea typeface="+mj-ea"/>
                <a:cs typeface="+mn-cs"/>
              </a:rPr>
              <a:t>　　模糊化的分类结果比明确的分类结果中包含</a:t>
            </a:r>
            <a:r>
              <a:rPr kumimoji="1" lang="zh-CN" altLang="en-US" sz="2400" b="1" kern="1200" cap="none" spc="0" normalizeH="0" baseline="0" noProof="0" dirty="0">
                <a:latin typeface="微软雅黑" panose="020B0503020204020204" pitchFamily="34" charset="-122"/>
                <a:ea typeface="微软雅黑" panose="020B0503020204020204" pitchFamily="34" charset="-122"/>
                <a:cs typeface="+mn-cs"/>
              </a:rPr>
              <a:t>更多的信息</a:t>
            </a:r>
            <a:r>
              <a:rPr kumimoji="1" lang="en-US" altLang="zh-CN" sz="2400" b="1" kern="1200" cap="none" spc="0" normalizeH="0" baseline="0" noProof="0" dirty="0">
                <a:latin typeface="微软雅黑" panose="020B0503020204020204" pitchFamily="34" charset="-122"/>
                <a:ea typeface="微软雅黑" panose="020B0503020204020204" pitchFamily="34" charset="-122"/>
                <a:cs typeface="+mn-cs"/>
              </a:rPr>
              <a:t>,</a:t>
            </a:r>
            <a:r>
              <a:rPr kumimoji="1" lang="en-US" altLang="zh-CN" sz="2400" b="1" kern="1200" cap="none" spc="0" normalizeH="0" baseline="0" noProof="0" dirty="0">
                <a:latin typeface="+mj-ea"/>
                <a:ea typeface="+mj-ea"/>
                <a:cs typeface="+mn-cs"/>
              </a:rPr>
              <a:t> </a:t>
            </a:r>
            <a:r>
              <a:rPr kumimoji="1" lang="zh-CN" altLang="en-US" sz="2400" b="1" kern="1200" cap="none" spc="0" normalizeH="0" baseline="0" noProof="0" dirty="0">
                <a:latin typeface="+mj-ea"/>
                <a:ea typeface="+mj-ea"/>
                <a:cs typeface="+mn-cs"/>
              </a:rPr>
              <a:t>有利于进一步决策。 </a:t>
            </a:r>
            <a:endParaRPr kumimoji="1" lang="zh-CN" altLang="en-US" sz="2400" b="1" kern="1200" cap="none" spc="0" normalizeH="0" baseline="0" noProof="0" dirty="0">
              <a:latin typeface="+mj-ea"/>
              <a:ea typeface="+mj-ea"/>
              <a:cs typeface="+mn-cs"/>
            </a:endParaRPr>
          </a:p>
        </p:txBody>
      </p:sp>
      <p:sp>
        <p:nvSpPr>
          <p:cNvPr id="7" name="Text Box 5"/>
          <p:cNvSpPr txBox="1"/>
          <p:nvPr/>
        </p:nvSpPr>
        <p:spPr>
          <a:xfrm>
            <a:off x="3224213" y="0"/>
            <a:ext cx="5919788" cy="706438"/>
          </a:xfrm>
          <a:prstGeom prst="rect">
            <a:avLst/>
          </a:prstGeom>
          <a:noFill/>
          <a:ln w="9525">
            <a:noFill/>
          </a:ln>
        </p:spPr>
        <p:txBody>
          <a:bodyPr>
            <a:spAutoFit/>
          </a:bodyPr>
          <a:lstStyle/>
          <a:p>
            <a:pPr marR="0" algn="ctr" defTabSz="914400" eaLnBrk="1" hangingPunct="1">
              <a:buClrTx/>
              <a:buSzTx/>
              <a:buFontTx/>
              <a:buNone/>
              <a:defRPr/>
            </a:pPr>
            <a:r>
              <a:rPr kumimoji="0" lang="en-US" altLang="zh-CN" sz="4000" b="1" kern="1200" cap="none" spc="0" normalizeH="0" baseline="0" noProof="1">
                <a:solidFill>
                  <a:srgbClr val="0000FF"/>
                </a:solidFill>
                <a:latin typeface="Arial" panose="020B0604020202020204" pitchFamily="34" charset="0"/>
                <a:ea typeface="宋体" panose="02010600030101010101" pitchFamily="2" charset="-122"/>
                <a:cs typeface="+mn-cs"/>
                <a:sym typeface="宋体" panose="02010600030101010101" pitchFamily="2" charset="-122"/>
              </a:rPr>
              <a:t>4.2.2 </a:t>
            </a:r>
            <a:r>
              <a:rPr kumimoji="1" lang="en-US" altLang="zh-CN" sz="4000" b="1" kern="0" cap="none" spc="0" normalizeH="0" baseline="0" noProof="0" dirty="0">
                <a:solidFill>
                  <a:srgbClr val="0000CC"/>
                </a:solidFill>
                <a:effectLst>
                  <a:outerShdw blurRad="38100" dist="38100" dir="2700000" algn="tl">
                    <a:srgbClr val="C0C0C0"/>
                  </a:outerShdw>
                </a:effectLst>
                <a:latin typeface="黑体" panose="02010609060101010101" pitchFamily="49" charset="-122"/>
                <a:ea typeface="黑体" panose="02010609060101010101" pitchFamily="49" charset="-122"/>
                <a:cs typeface="Times New Roman" panose="02020603050405020304" pitchFamily="18" charset="0"/>
                <a:sym typeface="+mn-ea"/>
              </a:rPr>
              <a:t> </a:t>
            </a:r>
            <a:r>
              <a:rPr kumimoji="0" lang="en-US" altLang="zh-CN" sz="4000" b="1" kern="1200" cap="none" spc="0" normalizeH="0" baseline="0" noProof="1">
                <a:solidFill>
                  <a:srgbClr val="0000FF"/>
                </a:solidFill>
                <a:latin typeface="Arial" panose="020B0604020202020204" pitchFamily="34" charset="0"/>
                <a:ea typeface="宋体" panose="02010600030101010101" pitchFamily="2" charset="-122"/>
                <a:cs typeface="+mn-cs"/>
                <a:sym typeface="+mn-ea"/>
              </a:rPr>
              <a:t>模糊聚类</a:t>
            </a:r>
            <a:r>
              <a:rPr kumimoji="0" lang="en-US" altLang="zh-CN" sz="4000" b="1" kern="1200" cap="none" spc="0" normalizeH="0" baseline="0" noProof="1">
                <a:solidFill>
                  <a:srgbClr val="0000FF"/>
                </a:solidFill>
                <a:latin typeface="Arial" panose="020B0604020202020204" pitchFamily="34" charset="0"/>
                <a:ea typeface="宋体" panose="02010600030101010101" pitchFamily="2" charset="-122"/>
                <a:cs typeface="+mn-cs"/>
                <a:sym typeface="宋体" panose="02010600030101010101" pitchFamily="2" charset="-122"/>
              </a:rPr>
              <a:t>算法</a:t>
            </a:r>
            <a:endParaRPr kumimoji="0" lang="en-US" altLang="zh-CN" sz="4000" b="1" kern="1200" cap="none" spc="0" normalizeH="0" baseline="0" noProof="1">
              <a:solidFill>
                <a:srgbClr val="0000FF"/>
              </a:solidFill>
              <a:latin typeface="Arial" panose="020B0604020202020204" pitchFamily="34" charset="0"/>
              <a:ea typeface="宋体" panose="02010600030101010101" pitchFamily="2" charset="-122"/>
              <a:cs typeface="+mn-cs"/>
              <a:sym typeface="宋体" panose="02010600030101010101" pitchFamily="2" charset="-122"/>
            </a:endParaRPr>
          </a:p>
        </p:txBody>
      </p:sp>
    </p:spTree>
  </p:cSld>
  <p:clrMapOvr>
    <a:masterClrMapping/>
  </p:clrMapOvr>
  <p:transition/>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 name="Rectangle 5"/>
          <p:cNvSpPr/>
          <p:nvPr/>
        </p:nvSpPr>
        <p:spPr>
          <a:xfrm>
            <a:off x="715963" y="827088"/>
            <a:ext cx="7970838" cy="5489575"/>
          </a:xfrm>
          <a:prstGeom prst="rect">
            <a:avLst/>
          </a:prstGeom>
          <a:noFill/>
          <a:ln w="9525">
            <a:noFill/>
          </a:ln>
        </p:spPr>
        <p:txBody>
          <a:bodyPr>
            <a:spAutoFit/>
          </a:bodyPr>
          <a:lstStyle/>
          <a:p>
            <a:pPr marL="457200" marR="0" lvl="0" indent="-457200" algn="just" defTabSz="914400" rtl="0" eaLnBrk="1" fontAlgn="base" latinLnBrk="0" hangingPunct="1">
              <a:lnSpc>
                <a:spcPct val="120000"/>
              </a:lnSpc>
              <a:spcBef>
                <a:spcPts val="575"/>
              </a:spcBef>
              <a:spcAft>
                <a:spcPct val="0"/>
              </a:spcAft>
              <a:buClr>
                <a:srgbClr val="D34817"/>
              </a:buClr>
              <a:buSzPct val="85000"/>
              <a:buFont typeface="Wingdings" panose="05000000000000000000" charset="0"/>
              <a:buChar char="l"/>
              <a:defRPr/>
            </a:pPr>
            <a:r>
              <a:rPr kumimoji="0" sz="2600" b="1" i="0" u="none" strike="noStrike" kern="0" cap="none" spc="0" normalizeH="0" baseline="0" noProof="1">
                <a:ln>
                  <a:noFill/>
                </a:ln>
                <a:solidFill>
                  <a:schemeClr val="tx1"/>
                </a:solidFill>
                <a:effectLst/>
                <a:uLnTx/>
                <a:uFillTx/>
                <a:latin typeface="Arial" panose="020B0604020202020204" pitchFamily="34" charset="0"/>
                <a:ea typeface="宋体" panose="02010600030101010101" pitchFamily="2" charset="-122"/>
                <a:cs typeface="+mn-cs"/>
              </a:rPr>
              <a:t>K-均值算法属于</a:t>
            </a:r>
            <a:r>
              <a:rPr kumimoji="0" sz="2600" b="1" i="0" u="none" strike="noStrike" kern="0" cap="none" spc="0" normalizeH="0" baseline="0" noProof="1">
                <a:ln>
                  <a:noFill/>
                </a:ln>
                <a:solidFill>
                  <a:srgbClr val="0000FF"/>
                </a:solidFill>
                <a:effectLst/>
                <a:uLnTx/>
                <a:uFillTx/>
                <a:latin typeface="Arial" panose="020B0604020202020204" pitchFamily="34" charset="0"/>
                <a:ea typeface="宋体" panose="02010600030101010101" pitchFamily="2" charset="-122"/>
                <a:cs typeface="+mn-cs"/>
              </a:rPr>
              <a:t>硬聚类算法</a:t>
            </a:r>
            <a:r>
              <a:rPr kumimoji="0" sz="2600" b="1" i="0" u="none" strike="noStrike" kern="0" cap="none" spc="0" normalizeH="0" baseline="0" noProof="1">
                <a:ln>
                  <a:noFill/>
                </a:ln>
                <a:solidFill>
                  <a:schemeClr val="tx1"/>
                </a:solidFill>
                <a:effectLst/>
                <a:uLnTx/>
                <a:uFillTx/>
                <a:latin typeface="Arial" panose="020B0604020202020204" pitchFamily="34" charset="0"/>
                <a:ea typeface="宋体" panose="02010600030101010101" pitchFamily="2" charset="-122"/>
                <a:cs typeface="+mn-cs"/>
              </a:rPr>
              <a:t>，它把数据点划分到确切的某一聚类中。</a:t>
            </a:r>
            <a:endParaRPr kumimoji="0" sz="2600" b="1" i="0" u="none" strike="noStrike" kern="0" cap="none" spc="0" normalizeH="0" baseline="0" noProof="1">
              <a:ln>
                <a:noFill/>
              </a:ln>
              <a:solidFill>
                <a:schemeClr val="tx1"/>
              </a:solidFill>
              <a:effectLst/>
              <a:uLnTx/>
              <a:uFillTx/>
              <a:latin typeface="Arial" panose="020B0604020202020204" pitchFamily="34" charset="0"/>
              <a:ea typeface="宋体" panose="02010600030101010101" pitchFamily="2" charset="-122"/>
              <a:cs typeface="+mn-cs"/>
            </a:endParaRPr>
          </a:p>
          <a:p>
            <a:pPr marL="457200" marR="0" lvl="0" indent="-457200" algn="just" defTabSz="914400" rtl="0" eaLnBrk="1" fontAlgn="base" latinLnBrk="0" hangingPunct="1">
              <a:lnSpc>
                <a:spcPct val="120000"/>
              </a:lnSpc>
              <a:spcBef>
                <a:spcPts val="575"/>
              </a:spcBef>
              <a:spcAft>
                <a:spcPct val="0"/>
              </a:spcAft>
              <a:buClr>
                <a:srgbClr val="D34817"/>
              </a:buClr>
              <a:buSzPct val="85000"/>
              <a:buFont typeface="Wingdings" panose="05000000000000000000" charset="0"/>
              <a:buChar char="l"/>
              <a:defRPr/>
            </a:pPr>
            <a:r>
              <a:rPr kumimoji="0" sz="2600" b="1" i="0" u="none" strike="noStrike" kern="0" cap="none" spc="0" normalizeH="0" baseline="0" noProof="1">
                <a:ln>
                  <a:noFill/>
                </a:ln>
                <a:solidFill>
                  <a:schemeClr val="tx1"/>
                </a:solidFill>
                <a:effectLst/>
                <a:uLnTx/>
                <a:uFillTx/>
                <a:latin typeface="Arial" panose="020B0604020202020204" pitchFamily="34" charset="0"/>
                <a:ea typeface="宋体" panose="02010600030101010101" pitchFamily="2" charset="-122"/>
                <a:cs typeface="+mn-cs"/>
              </a:rPr>
              <a:t>而在</a:t>
            </a:r>
            <a:r>
              <a:rPr kumimoji="0" sz="2600" b="1" i="0" u="none" strike="noStrike" kern="0" cap="none" spc="0" normalizeH="0" baseline="0" noProof="1">
                <a:ln>
                  <a:noFill/>
                </a:ln>
                <a:solidFill>
                  <a:srgbClr val="0000FF"/>
                </a:solidFill>
                <a:effectLst/>
                <a:uLnTx/>
                <a:uFillTx/>
                <a:latin typeface="Arial" panose="020B0604020202020204" pitchFamily="34" charset="0"/>
                <a:ea typeface="宋体" panose="02010600030101010101" pitchFamily="2" charset="-122"/>
                <a:cs typeface="+mn-cs"/>
              </a:rPr>
              <a:t>模糊聚类</a:t>
            </a:r>
            <a:r>
              <a:rPr kumimoji="0" sz="2600" b="1" i="0" u="none" strike="noStrike" kern="0" cap="none" spc="0" normalizeH="0" baseline="0" noProof="1">
                <a:ln>
                  <a:noFill/>
                </a:ln>
                <a:solidFill>
                  <a:schemeClr val="tx1"/>
                </a:solidFill>
                <a:effectLst/>
                <a:uLnTx/>
                <a:uFillTx/>
                <a:latin typeface="Arial" panose="020B0604020202020204" pitchFamily="34" charset="0"/>
                <a:ea typeface="宋体" panose="02010600030101010101" pitchFamily="2" charset="-122"/>
                <a:cs typeface="+mn-cs"/>
              </a:rPr>
              <a:t>（亦称软聚类）中，数据点则可能归属于</a:t>
            </a:r>
            <a:r>
              <a:rPr kumimoji="1" lang="en-US" altLang="zh-CN" sz="2600" b="1" i="0" u="none" strike="noStrike" kern="0" cap="none" spc="0" normalizeH="0" baseline="0" noProof="0" dirty="0">
                <a:ln>
                  <a:noFill/>
                </a:ln>
                <a:solidFill>
                  <a:srgbClr val="0000CC"/>
                </a:solidFill>
                <a:effectLst/>
                <a:uLnTx/>
                <a:uFillTx/>
                <a:latin typeface="宋体" panose="02010600030101010101" pitchFamily="2" charset="-122"/>
                <a:ea typeface="宋体" panose="02010600030101010101" pitchFamily="2" charset="-122"/>
                <a:cs typeface="Times New Roman" panose="02020603050405020304" pitchFamily="18" charset="0"/>
              </a:rPr>
              <a:t>不止一个聚类</a:t>
            </a:r>
            <a:r>
              <a:rPr kumimoji="0" sz="2600" b="1" i="0" u="none" strike="noStrike" kern="0" cap="none" spc="0" normalizeH="0" baseline="0" noProof="1">
                <a:ln>
                  <a:noFill/>
                </a:ln>
                <a:solidFill>
                  <a:schemeClr val="tx1"/>
                </a:solidFill>
                <a:effectLst/>
                <a:uLnTx/>
                <a:uFillTx/>
                <a:latin typeface="Arial" panose="020B0604020202020204" pitchFamily="34" charset="0"/>
                <a:ea typeface="宋体" panose="02010600030101010101" pitchFamily="2" charset="-122"/>
                <a:cs typeface="+mn-cs"/>
              </a:rPr>
              <a:t>中，并且这些聚类与数据点通过一个成员水平（实际上类似于模糊集合中隶属度的概念）联系起来。成员水平显示了数据点与某一聚类之间的联系有多强。模糊聚类就是计算这些成员水平，按照成员水平来决定数据点属于哪一个或哪些聚类的过程。</a:t>
            </a:r>
            <a:endParaRPr kumimoji="0" sz="2600" b="1" i="0" u="none" strike="noStrike" kern="0" cap="none" spc="0" normalizeH="0" baseline="0" noProof="1">
              <a:ln>
                <a:noFill/>
              </a:ln>
              <a:solidFill>
                <a:schemeClr val="tx1"/>
              </a:solidFill>
              <a:effectLst/>
              <a:uLnTx/>
              <a:uFillTx/>
              <a:latin typeface="Arial" panose="020B0604020202020204" pitchFamily="34" charset="0"/>
              <a:ea typeface="宋体" panose="02010600030101010101" pitchFamily="2" charset="-122"/>
              <a:cs typeface="+mn-cs"/>
            </a:endParaRPr>
          </a:p>
          <a:p>
            <a:pPr marL="457200" marR="0" lvl="0" indent="-457200" algn="just" defTabSz="914400" rtl="0" eaLnBrk="1" fontAlgn="base" latinLnBrk="0" hangingPunct="1">
              <a:lnSpc>
                <a:spcPct val="120000"/>
              </a:lnSpc>
              <a:spcBef>
                <a:spcPts val="575"/>
              </a:spcBef>
              <a:spcAft>
                <a:spcPct val="0"/>
              </a:spcAft>
              <a:buClr>
                <a:srgbClr val="D34817"/>
              </a:buClr>
              <a:buSzPct val="85000"/>
              <a:buFont typeface="Wingdings" panose="05000000000000000000" charset="0"/>
              <a:buChar char="l"/>
              <a:defRPr/>
            </a:pPr>
            <a:r>
              <a:rPr kumimoji="1" lang="en-US" altLang="zh-CN" sz="2600" b="1" i="0" u="none" strike="noStrike" kern="0" cap="none" spc="0" normalizeH="0" baseline="0" noProof="0" dirty="0">
                <a:ln>
                  <a:noFill/>
                </a:ln>
                <a:solidFill>
                  <a:srgbClr val="0000CC"/>
                </a:solidFill>
                <a:effectLst/>
                <a:uLnTx/>
                <a:uFillTx/>
                <a:latin typeface="宋体" panose="02010600030101010101" pitchFamily="2" charset="-122"/>
                <a:ea typeface="宋体" panose="02010600030101010101" pitchFamily="2" charset="-122"/>
                <a:cs typeface="Times New Roman" panose="02020603050405020304" pitchFamily="18" charset="0"/>
              </a:rPr>
              <a:t>模糊</a:t>
            </a:r>
            <a:r>
              <a:rPr kumimoji="1" lang="en-US" altLang="zh-CN" sz="2600" b="1" i="0" u="none" strike="noStrike" kern="0" cap="none" spc="0" normalizeH="0" baseline="0" noProof="0" dirty="0">
                <a:ln>
                  <a:noFill/>
                </a:ln>
                <a:solidFill>
                  <a:srgbClr val="0000CC"/>
                </a:solidFill>
                <a:effectLst/>
                <a:uLnTx/>
                <a:uFillTx/>
                <a:latin typeface="Times New Roman" panose="02020603050405020304" pitchFamily="18" charset="0"/>
                <a:ea typeface="宋体" panose="02010600030101010101" pitchFamily="2" charset="-122"/>
                <a:cs typeface="Times New Roman" panose="02020603050405020304" pitchFamily="18" charset="0"/>
              </a:rPr>
              <a:t>C</a:t>
            </a:r>
            <a:r>
              <a:rPr kumimoji="1" lang="en-US" altLang="zh-CN" sz="2600" b="1" i="0" u="none" strike="noStrike" kern="0" cap="none" spc="0" normalizeH="0" baseline="0" noProof="0" dirty="0">
                <a:ln>
                  <a:noFill/>
                </a:ln>
                <a:solidFill>
                  <a:srgbClr val="0000CC"/>
                </a:solidFill>
                <a:effectLst/>
                <a:uLnTx/>
                <a:uFillTx/>
                <a:latin typeface="宋体" panose="02010600030101010101" pitchFamily="2" charset="-122"/>
                <a:ea typeface="宋体" panose="02010600030101010101" pitchFamily="2" charset="-122"/>
                <a:cs typeface="Times New Roman" panose="02020603050405020304" pitchFamily="18" charset="0"/>
              </a:rPr>
              <a:t>均值算法</a:t>
            </a:r>
            <a:r>
              <a:rPr kumimoji="0" sz="2600" b="1" i="0" u="none" strike="noStrike" kern="0" cap="none" spc="0" normalizeH="0" baseline="0" noProof="1">
                <a:ln>
                  <a:noFill/>
                </a:ln>
                <a:solidFill>
                  <a:schemeClr val="tx1"/>
                </a:solidFill>
                <a:effectLst/>
                <a:uLnTx/>
                <a:uFillTx/>
                <a:latin typeface="Arial" panose="020B0604020202020204" pitchFamily="34" charset="0"/>
                <a:ea typeface="宋体" panose="02010600030101010101" pitchFamily="2" charset="-122"/>
                <a:cs typeface="+mn-cs"/>
              </a:rPr>
              <a:t>（</a:t>
            </a:r>
            <a:r>
              <a:rPr kumimoji="0" sz="2600" b="0" i="0" u="none" strike="noStrike" kern="0" cap="none" spc="0" normalizeH="0" baseline="0" noProof="1">
                <a:ln>
                  <a:noFill/>
                </a:ln>
                <a:solidFill>
                  <a:schemeClr val="tx1"/>
                </a:solidFill>
                <a:effectLst/>
                <a:uLnTx/>
                <a:uFillTx/>
                <a:latin typeface="Times New Roman" panose="02020603050405020304" pitchFamily="18" charset="0"/>
                <a:ea typeface="宋体" panose="02010600030101010101" pitchFamily="2" charset="-122"/>
                <a:cs typeface="Times New Roman" panose="02020603050405020304" pitchFamily="18" charset="0"/>
              </a:rPr>
              <a:t>Fuzzy c-Means，FCM</a:t>
            </a:r>
            <a:r>
              <a:rPr kumimoji="0" sz="2600" b="1" i="0" u="none" strike="noStrike" kern="0" cap="none" spc="0" normalizeH="0" baseline="0" noProof="1">
                <a:ln>
                  <a:noFill/>
                </a:ln>
                <a:solidFill>
                  <a:schemeClr val="tx1"/>
                </a:solidFill>
                <a:effectLst/>
                <a:uLnTx/>
                <a:uFillTx/>
                <a:latin typeface="Arial" panose="020B0604020202020204" pitchFamily="34" charset="0"/>
                <a:ea typeface="宋体" panose="02010600030101010101" pitchFamily="2" charset="-122"/>
                <a:cs typeface="+mn-cs"/>
              </a:rPr>
              <a:t>）是最广泛使用的模糊聚类算法之一。</a:t>
            </a:r>
            <a:r>
              <a:rPr kumimoji="0" lang="zh-CN" altLang="en-US" sz="2600" b="1" i="0" u="none" strike="noStrike" kern="1200" cap="none" spc="0" normalizeH="0" baseline="0" noProof="1">
                <a:ln>
                  <a:noFill/>
                </a:ln>
                <a:solidFill>
                  <a:srgbClr val="000000"/>
                </a:solidFill>
                <a:effectLst/>
                <a:uLnTx/>
                <a:uFillTx/>
                <a:latin typeface="Calibri" panose="020F0502020204030204" pitchFamily="34" charset="0"/>
                <a:ea typeface="宋体" panose="02010600030101010101" pitchFamily="2" charset="-122"/>
                <a:cs typeface="+mn-cs"/>
              </a:rPr>
              <a:t>         </a:t>
            </a:r>
            <a:r>
              <a:rPr kumimoji="0" lang="zh-CN" altLang="en-US" sz="2600" b="1" i="0" u="none" strike="noStrike" kern="1200" cap="none" spc="0" normalizeH="0" baseline="0" noProof="1">
                <a:ln>
                  <a:noFill/>
                </a:ln>
                <a:solidFill>
                  <a:srgbClr val="000000"/>
                </a:solidFill>
                <a:effectLst/>
                <a:uLnTx/>
                <a:uFillTx/>
                <a:latin typeface="Calibri" panose="020F0502020204030204" pitchFamily="34" charset="0"/>
                <a:ea typeface="宋体" panose="02010600030101010101" pitchFamily="2" charset="-122"/>
                <a:cs typeface="+mn-cs"/>
                <a:sym typeface="+mn-ea"/>
              </a:rPr>
              <a:t>   </a:t>
            </a:r>
            <a:endParaRPr kumimoji="0" lang="zh-CN" altLang="en-US" sz="2600" b="1" i="0" u="none" strike="noStrike" kern="1200" cap="none" spc="0" normalizeH="0" baseline="0" noProof="1">
              <a:ln>
                <a:noFill/>
              </a:ln>
              <a:solidFill>
                <a:srgbClr val="000000"/>
              </a:solidFill>
              <a:effectLst/>
              <a:uLnTx/>
              <a:uFillTx/>
              <a:latin typeface="Calibri" panose="020F0502020204030204" pitchFamily="34" charset="0"/>
              <a:ea typeface="宋体" panose="02010600030101010101" pitchFamily="2" charset="-122"/>
              <a:cs typeface="+mn-cs"/>
            </a:endParaRPr>
          </a:p>
        </p:txBody>
      </p:sp>
      <p:sp>
        <p:nvSpPr>
          <p:cNvPr id="95235" name="Rectangle 5"/>
          <p:cNvSpPr/>
          <p:nvPr/>
        </p:nvSpPr>
        <p:spPr>
          <a:xfrm>
            <a:off x="0" y="0"/>
            <a:ext cx="9144000" cy="0"/>
          </a:xfrm>
          <a:prstGeom prst="rect">
            <a:avLst/>
          </a:prstGeom>
          <a:noFill/>
          <a:ln w="9525">
            <a:noFill/>
          </a:ln>
        </p:spPr>
        <p:txBody>
          <a:bodyPr wrap="none" anchor="ctr" anchorCtr="0">
            <a:spAutoFit/>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华文新魏" panose="02010800040101010101" pitchFamily="2" charset="-122"/>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ea typeface="+mn-ea"/>
                <a:cs typeface="华文新魏" panose="02010800040101010101" pitchFamily="2" charset="-122"/>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ea typeface="+mn-ea"/>
                <a:cs typeface="华文新魏" panose="02010800040101010101" pitchFamily="2" charset="-122"/>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ea typeface="+mn-ea"/>
                <a:cs typeface="华文新魏" panose="02010800040101010101" pitchFamily="2" charset="-122"/>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ea typeface="+mn-ea"/>
                <a:cs typeface="华文新魏" panose="02010800040101010101" pitchFamily="2" charset="-122"/>
              </a:defRPr>
            </a:lvl5pPr>
          </a:lstStyle>
          <a:p>
            <a:pPr marL="0" lvl="0" indent="0" eaLnBrk="1" hangingPunct="1">
              <a:spcBef>
                <a:spcPct val="0"/>
              </a:spcBef>
              <a:buClrTx/>
              <a:buSzTx/>
              <a:buFontTx/>
              <a:buNone/>
            </a:pPr>
            <a:endParaRPr lang="zh-CN" altLang="en-US" sz="1800" dirty="0">
              <a:latin typeface="Arial" panose="020B0604020202020204" pitchFamily="34" charset="0"/>
            </a:endParaRPr>
          </a:p>
        </p:txBody>
      </p:sp>
      <p:sp>
        <p:nvSpPr>
          <p:cNvPr id="6" name="Text Box 5"/>
          <p:cNvSpPr txBox="1"/>
          <p:nvPr/>
        </p:nvSpPr>
        <p:spPr>
          <a:xfrm>
            <a:off x="3224213" y="0"/>
            <a:ext cx="5919788" cy="706438"/>
          </a:xfrm>
          <a:prstGeom prst="rect">
            <a:avLst/>
          </a:prstGeom>
          <a:noFill/>
          <a:ln w="9525">
            <a:noFill/>
          </a:ln>
        </p:spPr>
        <p:txBody>
          <a:bodyPr>
            <a:spAutoFit/>
          </a:bodyPr>
          <a:lstStyle/>
          <a:p>
            <a:pPr marR="0" algn="ctr" defTabSz="914400" eaLnBrk="1" hangingPunct="1">
              <a:buClrTx/>
              <a:buSzTx/>
              <a:buFontTx/>
              <a:buNone/>
              <a:defRPr/>
            </a:pPr>
            <a:r>
              <a:rPr kumimoji="0" lang="en-US" altLang="zh-CN" sz="4000" b="1" kern="1200" cap="none" spc="0" normalizeH="0" baseline="0" noProof="1">
                <a:solidFill>
                  <a:srgbClr val="0000FF"/>
                </a:solidFill>
                <a:latin typeface="Arial" panose="020B0604020202020204" pitchFamily="34" charset="0"/>
                <a:ea typeface="宋体" panose="02010600030101010101" pitchFamily="2" charset="-122"/>
                <a:cs typeface="+mn-cs"/>
                <a:sym typeface="宋体" panose="02010600030101010101" pitchFamily="2" charset="-122"/>
              </a:rPr>
              <a:t>4.2.2 </a:t>
            </a:r>
            <a:r>
              <a:rPr kumimoji="1" lang="en-US" altLang="zh-CN" sz="4000" b="1" kern="0" cap="none" spc="0" normalizeH="0" baseline="0" noProof="0" dirty="0">
                <a:solidFill>
                  <a:srgbClr val="0000CC"/>
                </a:solidFill>
                <a:effectLst>
                  <a:outerShdw blurRad="38100" dist="38100" dir="2700000" algn="tl">
                    <a:srgbClr val="C0C0C0"/>
                  </a:outerShdw>
                </a:effectLst>
                <a:latin typeface="黑体" panose="02010609060101010101" pitchFamily="49" charset="-122"/>
                <a:ea typeface="黑体" panose="02010609060101010101" pitchFamily="49" charset="-122"/>
                <a:cs typeface="Times New Roman" panose="02020603050405020304" pitchFamily="18" charset="0"/>
                <a:sym typeface="+mn-ea"/>
              </a:rPr>
              <a:t> </a:t>
            </a:r>
            <a:r>
              <a:rPr kumimoji="0" lang="en-US" altLang="zh-CN" sz="4000" b="1" kern="1200" cap="none" spc="0" normalizeH="0" baseline="0" noProof="1">
                <a:solidFill>
                  <a:srgbClr val="0000FF"/>
                </a:solidFill>
                <a:latin typeface="Arial" panose="020B0604020202020204" pitchFamily="34" charset="0"/>
                <a:ea typeface="宋体" panose="02010600030101010101" pitchFamily="2" charset="-122"/>
                <a:cs typeface="+mn-cs"/>
                <a:sym typeface="+mn-ea"/>
              </a:rPr>
              <a:t>模糊聚类</a:t>
            </a:r>
            <a:r>
              <a:rPr kumimoji="0" lang="en-US" altLang="zh-CN" sz="4000" b="1" kern="1200" cap="none" spc="0" normalizeH="0" baseline="0" noProof="1">
                <a:solidFill>
                  <a:srgbClr val="0000FF"/>
                </a:solidFill>
                <a:latin typeface="Arial" panose="020B0604020202020204" pitchFamily="34" charset="0"/>
                <a:ea typeface="宋体" panose="02010600030101010101" pitchFamily="2" charset="-122"/>
                <a:cs typeface="+mn-cs"/>
                <a:sym typeface="宋体" panose="02010600030101010101" pitchFamily="2" charset="-122"/>
              </a:rPr>
              <a:t>算法</a:t>
            </a:r>
            <a:endParaRPr kumimoji="0" lang="en-US" altLang="zh-CN" sz="4000" b="1" kern="1200" cap="none" spc="0" normalizeH="0" baseline="0" noProof="1">
              <a:solidFill>
                <a:srgbClr val="0000FF"/>
              </a:solidFill>
              <a:latin typeface="Arial" panose="020B0604020202020204" pitchFamily="34" charset="0"/>
              <a:ea typeface="宋体" panose="02010600030101010101" pitchFamily="2" charset="-122"/>
              <a:cs typeface="+mn-cs"/>
              <a:sym typeface="宋体" panose="02010600030101010101" pitchFamily="2" charset="-122"/>
            </a:endParaRPr>
          </a:p>
        </p:txBody>
      </p:sp>
    </p:spTree>
  </p:cSld>
  <p:clrMapOvr>
    <a:masterClrMapping/>
  </p:clrMapOvr>
  <p:transition/>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 name="圆角矩形 7"/>
          <p:cNvSpPr/>
          <p:nvPr/>
        </p:nvSpPr>
        <p:spPr bwMode="auto">
          <a:xfrm>
            <a:off x="3779838" y="5661025"/>
            <a:ext cx="1152525" cy="720725"/>
          </a:xfrm>
          <a:prstGeom prst="roundRect">
            <a:avLst/>
          </a:prstGeom>
          <a:solidFill>
            <a:schemeClr val="accent5">
              <a:lumMod val="75000"/>
            </a:schemeClr>
          </a:solidFill>
          <a:ln w="9525" cap="flat" cmpd="sng" algn="ctr">
            <a:solidFill>
              <a:schemeClr val="accent5">
                <a:lumMod val="50000"/>
              </a:schemeClr>
            </a:solidFill>
            <a:prstDash val="solid"/>
            <a:miter lim="800000"/>
            <a:headEnd type="none" w="med" len="med"/>
            <a:tailEnd type="none" w="med" len="med"/>
          </a:ln>
          <a:effectLst/>
        </p:spPr>
        <p:txBody>
          <a:bodyPr wrap="none"/>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schemeClr val="tx1"/>
              </a:solidFill>
              <a:effectLst/>
              <a:uLnTx/>
              <a:uFillTx/>
              <a:latin typeface="Times New Roman" panose="02020603050405020304" pitchFamily="18" charset="0"/>
              <a:ea typeface="楷体_GB2312" panose="02010609030101010101" pitchFamily="49" charset="-122"/>
              <a:cs typeface="+mn-cs"/>
            </a:endParaRPr>
          </a:p>
        </p:txBody>
      </p:sp>
      <p:sp>
        <p:nvSpPr>
          <p:cNvPr id="96259" name="Text Box 6"/>
          <p:cNvSpPr txBox="1"/>
          <p:nvPr/>
        </p:nvSpPr>
        <p:spPr>
          <a:xfrm>
            <a:off x="2346325" y="830263"/>
            <a:ext cx="4630738" cy="646112"/>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华文新魏" panose="02010800040101010101" pitchFamily="2" charset="-122"/>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ea typeface="+mn-ea"/>
                <a:cs typeface="华文新魏" panose="02010800040101010101" pitchFamily="2" charset="-122"/>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ea typeface="+mn-ea"/>
                <a:cs typeface="华文新魏" panose="02010800040101010101" pitchFamily="2" charset="-122"/>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ea typeface="+mn-ea"/>
                <a:cs typeface="华文新魏" panose="02010800040101010101" pitchFamily="2" charset="-122"/>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ea typeface="+mn-ea"/>
                <a:cs typeface="华文新魏" panose="02010800040101010101" pitchFamily="2" charset="-122"/>
              </a:defRPr>
            </a:lvl5pPr>
          </a:lstStyle>
          <a:p>
            <a:pPr marL="0" lvl="0" indent="0">
              <a:spcBef>
                <a:spcPct val="0"/>
              </a:spcBef>
              <a:buClrTx/>
              <a:buSzTx/>
              <a:buFontTx/>
              <a:buNone/>
            </a:pPr>
            <a:r>
              <a:rPr lang="zh-CN" altLang="en-US" sz="3600" b="1" dirty="0">
                <a:solidFill>
                  <a:srgbClr val="0000FF"/>
                </a:solidFill>
                <a:latin typeface="Times New Roman" panose="02020603050405020304" pitchFamily="18" charset="0"/>
                <a:ea typeface="黑体" panose="02010609060101010101" pitchFamily="49" charset="-122"/>
              </a:rPr>
              <a:t>模糊</a:t>
            </a:r>
            <a:r>
              <a:rPr lang="en-US" altLang="zh-CN" sz="3600" b="1" i="1" dirty="0">
                <a:solidFill>
                  <a:srgbClr val="0000FF"/>
                </a:solidFill>
                <a:latin typeface="Times New Roman" panose="02020603050405020304" pitchFamily="18" charset="0"/>
                <a:ea typeface="黑体" panose="02010609060101010101" pitchFamily="49" charset="-122"/>
              </a:rPr>
              <a:t>C</a:t>
            </a:r>
            <a:r>
              <a:rPr lang="zh-CN" altLang="en-US" sz="3600" b="1" dirty="0">
                <a:solidFill>
                  <a:srgbClr val="0000FF"/>
                </a:solidFill>
                <a:latin typeface="Times New Roman" panose="02020603050405020304" pitchFamily="18" charset="0"/>
                <a:ea typeface="黑体" panose="02010609060101010101" pitchFamily="49" charset="-122"/>
              </a:rPr>
              <a:t>均值</a:t>
            </a:r>
            <a:r>
              <a:rPr lang="en-US" altLang="zh-CN" sz="3600" b="1" dirty="0">
                <a:solidFill>
                  <a:srgbClr val="0000FF"/>
                </a:solidFill>
                <a:latin typeface="Times New Roman" panose="02020603050405020304" pitchFamily="18" charset="0"/>
                <a:ea typeface="黑体" panose="02010609060101010101" pitchFamily="49" charset="-122"/>
              </a:rPr>
              <a:t>(FCM)</a:t>
            </a:r>
            <a:r>
              <a:rPr lang="zh-CN" altLang="en-US" sz="3600" b="1" dirty="0">
                <a:solidFill>
                  <a:srgbClr val="0000FF"/>
                </a:solidFill>
                <a:latin typeface="Times New Roman" panose="02020603050405020304" pitchFamily="18" charset="0"/>
                <a:ea typeface="黑体" panose="02010609060101010101" pitchFamily="49" charset="-122"/>
              </a:rPr>
              <a:t>算法</a:t>
            </a:r>
            <a:endParaRPr lang="zh-CN" altLang="en-US" sz="3600" b="1" dirty="0">
              <a:solidFill>
                <a:srgbClr val="0000FF"/>
              </a:solidFill>
              <a:latin typeface="Times New Roman" panose="02020603050405020304" pitchFamily="18" charset="0"/>
              <a:ea typeface="黑体" panose="02010609060101010101" pitchFamily="49" charset="-122"/>
            </a:endParaRPr>
          </a:p>
        </p:txBody>
      </p:sp>
      <p:sp>
        <p:nvSpPr>
          <p:cNvPr id="96260" name="Text Box 2"/>
          <p:cNvSpPr txBox="1"/>
          <p:nvPr/>
        </p:nvSpPr>
        <p:spPr>
          <a:xfrm>
            <a:off x="503238" y="1557338"/>
            <a:ext cx="8316912" cy="1311275"/>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华文新魏" panose="02010800040101010101" pitchFamily="2" charset="-122"/>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ea typeface="+mn-ea"/>
                <a:cs typeface="华文新魏" panose="02010800040101010101" pitchFamily="2" charset="-122"/>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ea typeface="+mn-ea"/>
                <a:cs typeface="华文新魏" panose="02010800040101010101" pitchFamily="2" charset="-122"/>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ea typeface="+mn-ea"/>
                <a:cs typeface="华文新魏" panose="02010800040101010101" pitchFamily="2" charset="-122"/>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ea typeface="+mn-ea"/>
                <a:cs typeface="华文新魏" panose="02010800040101010101" pitchFamily="2" charset="-122"/>
              </a:defRPr>
            </a:lvl5pPr>
          </a:lstStyle>
          <a:p>
            <a:pPr marL="0" lvl="0" indent="457200" algn="just">
              <a:lnSpc>
                <a:spcPct val="110000"/>
              </a:lnSpc>
              <a:spcBef>
                <a:spcPct val="0"/>
              </a:spcBef>
              <a:buClrTx/>
              <a:buSzTx/>
              <a:buFontTx/>
              <a:buNone/>
            </a:pPr>
            <a:r>
              <a:rPr lang="en-US" altLang="zh-CN" sz="2400" b="1" i="1" dirty="0">
                <a:solidFill>
                  <a:srgbClr val="0000FF"/>
                </a:solidFill>
                <a:latin typeface="Times New Roman" panose="02020603050405020304" pitchFamily="18" charset="0"/>
              </a:rPr>
              <a:t>C </a:t>
            </a:r>
            <a:r>
              <a:rPr lang="zh-CN" altLang="en-US" sz="2400" b="1" dirty="0">
                <a:solidFill>
                  <a:srgbClr val="0000FF"/>
                </a:solidFill>
                <a:latin typeface="Times New Roman" panose="02020603050405020304" pitchFamily="18" charset="0"/>
              </a:rPr>
              <a:t>均值：</a:t>
            </a:r>
            <a:r>
              <a:rPr lang="en-US" altLang="zh-CN" sz="2400" b="1" dirty="0">
                <a:latin typeface="Times New Roman" panose="02020603050405020304" pitchFamily="18" charset="0"/>
              </a:rPr>
              <a:t> </a:t>
            </a:r>
            <a:r>
              <a:rPr lang="zh-CN" altLang="en-US" sz="2400" b="1" dirty="0">
                <a:latin typeface="Times New Roman" panose="02020603050405020304" pitchFamily="18" charset="0"/>
              </a:rPr>
              <a:t>把</a:t>
            </a:r>
            <a:r>
              <a:rPr lang="en-US" altLang="zh-CN" sz="2400" b="1" i="1" dirty="0">
                <a:latin typeface="Times New Roman" panose="02020603050405020304" pitchFamily="18" charset="0"/>
              </a:rPr>
              <a:t>N</a:t>
            </a:r>
            <a:r>
              <a:rPr lang="zh-CN" altLang="en-US" sz="2400" b="1" dirty="0">
                <a:latin typeface="Times New Roman" panose="02020603050405020304" pitchFamily="18" charset="0"/>
              </a:rPr>
              <a:t>个样本</a:t>
            </a:r>
            <a:r>
              <a:rPr lang="en-US" altLang="zh-CN" sz="2400" b="1" dirty="0">
                <a:latin typeface="Times New Roman" panose="02020603050405020304" pitchFamily="18" charset="0"/>
              </a:rPr>
              <a:t>{</a:t>
            </a:r>
            <a:r>
              <a:rPr lang="en-US" altLang="zh-CN" sz="2400" b="1" i="1" dirty="0">
                <a:latin typeface="Times New Roman" panose="02020603050405020304" pitchFamily="18" charset="0"/>
              </a:rPr>
              <a:t>x</a:t>
            </a:r>
            <a:r>
              <a:rPr lang="en-US" altLang="zh-CN" sz="2400" b="1" baseline="-25000" dirty="0">
                <a:latin typeface="Times New Roman" panose="02020603050405020304" pitchFamily="18" charset="0"/>
              </a:rPr>
              <a:t>1</a:t>
            </a:r>
            <a:r>
              <a:rPr lang="en-US" altLang="zh-CN" sz="2400" b="1" dirty="0">
                <a:latin typeface="Times New Roman" panose="02020603050405020304" pitchFamily="18" charset="0"/>
              </a:rPr>
              <a:t>,</a:t>
            </a:r>
            <a:r>
              <a:rPr lang="en-US" altLang="zh-CN" sz="2400" b="1" i="1" dirty="0">
                <a:latin typeface="Times New Roman" panose="02020603050405020304" pitchFamily="18" charset="0"/>
              </a:rPr>
              <a:t> x</a:t>
            </a:r>
            <a:r>
              <a:rPr lang="en-US" altLang="zh-CN" sz="2400" b="1" baseline="-25000" dirty="0">
                <a:latin typeface="Times New Roman" panose="02020603050405020304" pitchFamily="18" charset="0"/>
              </a:rPr>
              <a:t>2</a:t>
            </a:r>
            <a:r>
              <a:rPr lang="en-US" altLang="zh-CN" sz="2400" b="1" dirty="0">
                <a:latin typeface="Times New Roman" panose="02020603050405020304" pitchFamily="18" charset="0"/>
              </a:rPr>
              <a:t>, …, </a:t>
            </a:r>
            <a:r>
              <a:rPr lang="en-US" altLang="zh-CN" sz="2400" b="1" i="1" dirty="0">
                <a:latin typeface="Times New Roman" panose="02020603050405020304" pitchFamily="18" charset="0"/>
              </a:rPr>
              <a:t>x</a:t>
            </a:r>
            <a:r>
              <a:rPr lang="en-US" altLang="zh-CN" sz="2400" b="1" i="1" baseline="-25000" dirty="0">
                <a:latin typeface="Times New Roman" panose="02020603050405020304" pitchFamily="18" charset="0"/>
              </a:rPr>
              <a:t>N</a:t>
            </a:r>
            <a:r>
              <a:rPr lang="en-US" altLang="zh-CN" sz="2400" b="1" dirty="0">
                <a:latin typeface="Times New Roman" panose="02020603050405020304" pitchFamily="18" charset="0"/>
              </a:rPr>
              <a:t>}</a:t>
            </a:r>
            <a:r>
              <a:rPr lang="zh-CN" altLang="en-US" sz="2400" b="1" dirty="0">
                <a:latin typeface="Times New Roman" panose="02020603050405020304" pitchFamily="18" charset="0"/>
              </a:rPr>
              <a:t>划分成</a:t>
            </a:r>
            <a:r>
              <a:rPr lang="en-US" altLang="zh-CN" sz="2400" b="1" i="1" dirty="0">
                <a:latin typeface="Times New Roman" panose="02020603050405020304" pitchFamily="18" charset="0"/>
              </a:rPr>
              <a:t>C</a:t>
            </a:r>
            <a:r>
              <a:rPr lang="zh-CN" altLang="en-US" sz="2400" b="1" dirty="0">
                <a:latin typeface="Times New Roman" panose="02020603050405020304" pitchFamily="18" charset="0"/>
              </a:rPr>
              <a:t>个子类</a:t>
            </a:r>
            <a:r>
              <a:rPr lang="en-US" altLang="zh-CN" sz="2400" b="1" i="1" dirty="0">
                <a:latin typeface="Times New Roman" panose="02020603050405020304" pitchFamily="18" charset="0"/>
              </a:rPr>
              <a:t>G</a:t>
            </a:r>
            <a:r>
              <a:rPr lang="en-US" altLang="zh-CN" sz="2400" b="1" baseline="-25000" dirty="0">
                <a:latin typeface="Times New Roman" panose="02020603050405020304" pitchFamily="18" charset="0"/>
              </a:rPr>
              <a:t>1</a:t>
            </a:r>
            <a:r>
              <a:rPr lang="en-US" altLang="zh-CN" sz="2400" b="1" dirty="0">
                <a:latin typeface="Times New Roman" panose="02020603050405020304" pitchFamily="18" charset="0"/>
              </a:rPr>
              <a:t>, </a:t>
            </a:r>
            <a:r>
              <a:rPr lang="en-US" altLang="zh-CN" sz="2400" b="1" i="1" dirty="0">
                <a:latin typeface="Times New Roman" panose="02020603050405020304" pitchFamily="18" charset="0"/>
              </a:rPr>
              <a:t>G</a:t>
            </a:r>
            <a:r>
              <a:rPr lang="en-US" altLang="zh-CN" sz="2400" b="1" baseline="-25000" dirty="0">
                <a:latin typeface="Times New Roman" panose="02020603050405020304" pitchFamily="18" charset="0"/>
              </a:rPr>
              <a:t>2</a:t>
            </a:r>
            <a:r>
              <a:rPr lang="en-US" altLang="zh-CN" sz="2400" b="1" dirty="0">
                <a:latin typeface="Times New Roman" panose="02020603050405020304" pitchFamily="18" charset="0"/>
              </a:rPr>
              <a:t>, …, </a:t>
            </a:r>
            <a:r>
              <a:rPr lang="en-US" altLang="zh-CN" sz="2400" b="1" i="1" dirty="0">
                <a:latin typeface="Times New Roman" panose="02020603050405020304" pitchFamily="18" charset="0"/>
              </a:rPr>
              <a:t>G</a:t>
            </a:r>
            <a:r>
              <a:rPr lang="en-US" altLang="zh-CN" sz="2400" b="1" i="1" baseline="-25000" dirty="0">
                <a:latin typeface="Times New Roman" panose="02020603050405020304" pitchFamily="18" charset="0"/>
              </a:rPr>
              <a:t>C</a:t>
            </a:r>
            <a:r>
              <a:rPr lang="en-US" altLang="zh-CN" sz="2400" b="1" dirty="0">
                <a:latin typeface="Times New Roman" panose="02020603050405020304" pitchFamily="18" charset="0"/>
              </a:rPr>
              <a:t>, </a:t>
            </a:r>
            <a:r>
              <a:rPr lang="zh-CN" altLang="en-US" sz="2400" b="1" dirty="0">
                <a:latin typeface="Times New Roman" panose="02020603050405020304" pitchFamily="18" charset="0"/>
              </a:rPr>
              <a:t>使得所有样本到聚类中心的距离平方和最小</a:t>
            </a:r>
            <a:r>
              <a:rPr lang="en-US" altLang="zh-CN" sz="2400" b="1" dirty="0">
                <a:latin typeface="Times New Roman" panose="02020603050405020304" pitchFamily="18" charset="0"/>
              </a:rPr>
              <a:t>, </a:t>
            </a:r>
            <a:r>
              <a:rPr lang="zh-CN" altLang="en-US" sz="2400" b="1" dirty="0">
                <a:latin typeface="Times New Roman" panose="02020603050405020304" pitchFamily="18" charset="0"/>
              </a:rPr>
              <a:t>也就是使下式的</a:t>
            </a:r>
            <a:r>
              <a:rPr lang="zh-CN" altLang="en-US" sz="2400" b="1" dirty="0">
                <a:solidFill>
                  <a:srgbClr val="0000FF"/>
                </a:solidFill>
                <a:latin typeface="Times New Roman" panose="02020603050405020304" pitchFamily="18" charset="0"/>
              </a:rPr>
              <a:t>准则函数</a:t>
            </a:r>
            <a:r>
              <a:rPr lang="zh-CN" altLang="en-US" sz="2400" b="1" dirty="0">
                <a:latin typeface="Times New Roman" panose="02020603050405020304" pitchFamily="18" charset="0"/>
              </a:rPr>
              <a:t>达到最小。</a:t>
            </a:r>
            <a:endParaRPr lang="zh-CN" altLang="en-US" sz="2400" b="1" dirty="0">
              <a:latin typeface="Times New Roman" panose="02020603050405020304" pitchFamily="18" charset="0"/>
            </a:endParaRPr>
          </a:p>
        </p:txBody>
      </p:sp>
      <p:graphicFrame>
        <p:nvGraphicFramePr>
          <p:cNvPr id="96261" name="Object 4"/>
          <p:cNvGraphicFramePr>
            <a:graphicFrameLocks noChangeAspect="1"/>
          </p:cNvGraphicFramePr>
          <p:nvPr/>
        </p:nvGraphicFramePr>
        <p:xfrm>
          <a:off x="3017838" y="2781300"/>
          <a:ext cx="2592387" cy="908050"/>
        </p:xfrm>
        <a:graphic>
          <a:graphicData uri="http://schemas.openxmlformats.org/presentationml/2006/ole">
            <mc:AlternateContent xmlns:mc="http://schemas.openxmlformats.org/markup-compatibility/2006">
              <mc:Choice xmlns:v="urn:schemas-microsoft-com:vml" Requires="v">
                <p:oleObj spid="_x0000_s3172" name="" r:id="rId1" imgW="1333500" imgH="469900" progId="Equation.DSMT4">
                  <p:embed/>
                </p:oleObj>
              </mc:Choice>
              <mc:Fallback>
                <p:oleObj name="" r:id="rId1" imgW="1333500" imgH="469900" progId="Equation.DSMT4">
                  <p:embed/>
                  <p:pic>
                    <p:nvPicPr>
                      <p:cNvPr id="0" name="图片 3171"/>
                      <p:cNvPicPr/>
                      <p:nvPr/>
                    </p:nvPicPr>
                    <p:blipFill>
                      <a:blip r:embed="rId2"/>
                      <a:stretch>
                        <a:fillRect/>
                      </a:stretch>
                    </p:blipFill>
                    <p:spPr>
                      <a:xfrm>
                        <a:off x="3017838" y="2781300"/>
                        <a:ext cx="2592387" cy="908050"/>
                      </a:xfrm>
                      <a:prstGeom prst="rect">
                        <a:avLst/>
                      </a:prstGeom>
                      <a:noFill/>
                      <a:ln w="38100">
                        <a:noFill/>
                        <a:miter/>
                      </a:ln>
                    </p:spPr>
                  </p:pic>
                </p:oleObj>
              </mc:Fallback>
            </mc:AlternateContent>
          </a:graphicData>
        </a:graphic>
      </p:graphicFrame>
      <p:sp>
        <p:nvSpPr>
          <p:cNvPr id="96262" name="Text Box 2"/>
          <p:cNvSpPr txBox="1"/>
          <p:nvPr/>
        </p:nvSpPr>
        <p:spPr>
          <a:xfrm>
            <a:off x="566738" y="3644900"/>
            <a:ext cx="8351837" cy="2124075"/>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华文新魏" panose="02010800040101010101" pitchFamily="2" charset="-122"/>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ea typeface="+mn-ea"/>
                <a:cs typeface="华文新魏" panose="02010800040101010101" pitchFamily="2" charset="-122"/>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ea typeface="+mn-ea"/>
                <a:cs typeface="华文新魏" panose="02010800040101010101" pitchFamily="2" charset="-122"/>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ea typeface="+mn-ea"/>
                <a:cs typeface="华文新魏" panose="02010800040101010101" pitchFamily="2" charset="-122"/>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ea typeface="+mn-ea"/>
                <a:cs typeface="华文新魏" panose="02010800040101010101" pitchFamily="2" charset="-122"/>
              </a:defRPr>
            </a:lvl5pPr>
          </a:lstStyle>
          <a:p>
            <a:pPr marL="0" lvl="0" indent="0" algn="just">
              <a:lnSpc>
                <a:spcPct val="110000"/>
              </a:lnSpc>
              <a:spcBef>
                <a:spcPct val="0"/>
              </a:spcBef>
              <a:buClrTx/>
              <a:buSzTx/>
              <a:buFontTx/>
              <a:buNone/>
            </a:pPr>
            <a:r>
              <a:rPr lang="en-US" altLang="zh-CN" sz="2400" b="1" i="1" dirty="0">
                <a:latin typeface="Times New Roman" panose="02020603050405020304" pitchFamily="18" charset="0"/>
              </a:rPr>
              <a:t>m</a:t>
            </a:r>
            <a:r>
              <a:rPr lang="en-US" altLang="zh-CN" sz="2400" b="1" i="1" baseline="-25000" dirty="0">
                <a:latin typeface="Times New Roman" panose="02020603050405020304" pitchFamily="18" charset="0"/>
              </a:rPr>
              <a:t>j</a:t>
            </a:r>
            <a:r>
              <a:rPr lang="zh-CN" altLang="en-US" sz="2400" b="1" dirty="0">
                <a:latin typeface="Times New Roman" panose="02020603050405020304" pitchFamily="18" charset="0"/>
              </a:rPr>
              <a:t>为第</a:t>
            </a:r>
            <a:r>
              <a:rPr lang="en-US" altLang="zh-CN" sz="2400" b="1" i="1" dirty="0">
                <a:latin typeface="Times New Roman" panose="02020603050405020304" pitchFamily="18" charset="0"/>
              </a:rPr>
              <a:t>j</a:t>
            </a:r>
            <a:r>
              <a:rPr lang="zh-CN" altLang="en-US" sz="2400" b="1" dirty="0">
                <a:latin typeface="Times New Roman" panose="02020603050405020304" pitchFamily="18" charset="0"/>
              </a:rPr>
              <a:t>个子类</a:t>
            </a:r>
            <a:r>
              <a:rPr lang="en-US" altLang="zh-CN" sz="2400" b="1" i="1" dirty="0">
                <a:latin typeface="Times New Roman" panose="02020603050405020304" pitchFamily="18" charset="0"/>
              </a:rPr>
              <a:t>G</a:t>
            </a:r>
            <a:r>
              <a:rPr lang="en-US" altLang="zh-CN" sz="2400" b="1" i="1" baseline="-25000" dirty="0">
                <a:latin typeface="Times New Roman" panose="02020603050405020304" pitchFamily="18" charset="0"/>
              </a:rPr>
              <a:t>j</a:t>
            </a:r>
            <a:r>
              <a:rPr lang="zh-CN" altLang="en-US" sz="2400" b="1" dirty="0">
                <a:latin typeface="Times New Roman" panose="02020603050405020304" pitchFamily="18" charset="0"/>
              </a:rPr>
              <a:t>的聚类中心</a:t>
            </a:r>
            <a:r>
              <a:rPr lang="en-US" altLang="zh-CN" sz="2400" b="1" dirty="0">
                <a:latin typeface="Times New Roman" panose="02020603050405020304" pitchFamily="18" charset="0"/>
              </a:rPr>
              <a:t>; </a:t>
            </a:r>
            <a:r>
              <a:rPr lang="en-US" altLang="zh-CN" sz="2400" b="1" i="1" dirty="0">
                <a:latin typeface="Times New Roman" panose="02020603050405020304" pitchFamily="18" charset="0"/>
              </a:rPr>
              <a:t> x</a:t>
            </a:r>
            <a:r>
              <a:rPr lang="en-US" altLang="zh-CN" sz="2400" b="1" i="1" baseline="-25000" dirty="0">
                <a:latin typeface="Times New Roman" panose="02020603050405020304" pitchFamily="18" charset="0"/>
              </a:rPr>
              <a:t>i</a:t>
            </a:r>
            <a:r>
              <a:rPr lang="zh-CN" altLang="en-US" sz="2400" b="1" dirty="0">
                <a:latin typeface="Times New Roman" panose="02020603050405020304" pitchFamily="18" charset="0"/>
              </a:rPr>
              <a:t>表示分到</a:t>
            </a:r>
            <a:r>
              <a:rPr lang="en-US" altLang="zh-CN" sz="2400" b="1" i="1" dirty="0">
                <a:latin typeface="Times New Roman" panose="02020603050405020304" pitchFamily="18" charset="0"/>
              </a:rPr>
              <a:t>G</a:t>
            </a:r>
            <a:r>
              <a:rPr lang="en-US" altLang="zh-CN" sz="2400" b="1" i="1" baseline="-25000" dirty="0">
                <a:latin typeface="Times New Roman" panose="02020603050405020304" pitchFamily="18" charset="0"/>
              </a:rPr>
              <a:t>j</a:t>
            </a:r>
            <a:r>
              <a:rPr lang="zh-CN" altLang="en-US" sz="2400" b="1" dirty="0">
                <a:latin typeface="Times New Roman" panose="02020603050405020304" pitchFamily="18" charset="0"/>
              </a:rPr>
              <a:t>的所有样本</a:t>
            </a:r>
            <a:r>
              <a:rPr lang="en-US" altLang="zh-CN" sz="2400" b="1" dirty="0">
                <a:latin typeface="Times New Roman" panose="02020603050405020304" pitchFamily="18" charset="0"/>
              </a:rPr>
              <a:t>,</a:t>
            </a:r>
            <a:r>
              <a:rPr lang="en-US" altLang="zh-CN" sz="2400" b="1" i="1" dirty="0">
                <a:latin typeface="Times New Roman" panose="02020603050405020304" pitchFamily="18" charset="0"/>
              </a:rPr>
              <a:t>j</a:t>
            </a:r>
            <a:r>
              <a:rPr lang="en-US" altLang="zh-CN" sz="2400" b="1" dirty="0">
                <a:latin typeface="Times New Roman" panose="02020603050405020304" pitchFamily="18" charset="0"/>
              </a:rPr>
              <a:t>=1,2,…,</a:t>
            </a:r>
            <a:r>
              <a:rPr lang="en-US" altLang="zh-CN" sz="2400" b="1" i="1" dirty="0">
                <a:latin typeface="Times New Roman" panose="02020603050405020304" pitchFamily="18" charset="0"/>
              </a:rPr>
              <a:t>C</a:t>
            </a:r>
            <a:r>
              <a:rPr lang="zh-CN" altLang="en-US" sz="2400" b="1" dirty="0">
                <a:latin typeface="Times New Roman" panose="02020603050405020304" pitchFamily="18" charset="0"/>
              </a:rPr>
              <a:t>。  </a:t>
            </a:r>
            <a:endParaRPr lang="en-US" altLang="zh-CN" sz="2400" b="1" dirty="0">
              <a:latin typeface="Times New Roman" panose="02020603050405020304" pitchFamily="18" charset="0"/>
            </a:endParaRPr>
          </a:p>
          <a:p>
            <a:pPr marL="0" lvl="0" indent="0" algn="just">
              <a:lnSpc>
                <a:spcPct val="110000"/>
              </a:lnSpc>
              <a:spcBef>
                <a:spcPct val="0"/>
              </a:spcBef>
              <a:buClrTx/>
              <a:buSzTx/>
              <a:buFontTx/>
              <a:buNone/>
            </a:pPr>
            <a:r>
              <a:rPr lang="zh-CN" altLang="en-US" sz="2400" b="1" dirty="0">
                <a:solidFill>
                  <a:srgbClr val="0000FF"/>
                </a:solidFill>
                <a:latin typeface="Times New Roman" panose="02020603050405020304" pitchFamily="18" charset="0"/>
              </a:rPr>
              <a:t>模糊</a:t>
            </a:r>
            <a:r>
              <a:rPr lang="en-US" altLang="zh-CN" sz="2400" b="1" i="1" dirty="0">
                <a:solidFill>
                  <a:srgbClr val="0000FF"/>
                </a:solidFill>
                <a:latin typeface="Times New Roman" panose="02020603050405020304" pitchFamily="18" charset="0"/>
              </a:rPr>
              <a:t>C</a:t>
            </a:r>
            <a:r>
              <a:rPr lang="zh-CN" altLang="en-US" sz="2400" b="1" dirty="0">
                <a:solidFill>
                  <a:srgbClr val="0000FF"/>
                </a:solidFill>
                <a:latin typeface="Times New Roman" panose="02020603050405020304" pitchFamily="18" charset="0"/>
              </a:rPr>
              <a:t>均值：</a:t>
            </a:r>
            <a:r>
              <a:rPr lang="zh-CN" altLang="en-US" sz="2400" b="1" dirty="0">
                <a:solidFill>
                  <a:srgbClr val="FF0000"/>
                </a:solidFill>
                <a:latin typeface="Times New Roman" panose="02020603050405020304" pitchFamily="18" charset="0"/>
              </a:rPr>
              <a:t>在</a:t>
            </a:r>
            <a:r>
              <a:rPr lang="en-US" altLang="zh-CN" sz="2400" b="1" i="1" dirty="0">
                <a:solidFill>
                  <a:srgbClr val="FF0000"/>
                </a:solidFill>
                <a:latin typeface="Times New Roman" panose="02020603050405020304" pitchFamily="18" charset="0"/>
              </a:rPr>
              <a:t>C</a:t>
            </a:r>
            <a:r>
              <a:rPr lang="zh-CN" altLang="en-US" sz="2400" b="1" dirty="0">
                <a:solidFill>
                  <a:srgbClr val="FF0000"/>
                </a:solidFill>
                <a:latin typeface="Times New Roman" panose="02020603050405020304" pitchFamily="18" charset="0"/>
              </a:rPr>
              <a:t>均值算法中</a:t>
            </a:r>
            <a:r>
              <a:rPr lang="en-US" altLang="zh-CN" sz="2400" b="1" dirty="0">
                <a:solidFill>
                  <a:srgbClr val="FF0000"/>
                </a:solidFill>
                <a:latin typeface="Times New Roman" panose="02020603050405020304" pitchFamily="18" charset="0"/>
              </a:rPr>
              <a:t>, </a:t>
            </a:r>
            <a:r>
              <a:rPr lang="zh-CN" altLang="en-US" sz="2400" b="1" dirty="0">
                <a:solidFill>
                  <a:srgbClr val="FF0000"/>
                </a:solidFill>
                <a:latin typeface="Times New Roman" panose="02020603050405020304" pitchFamily="18" charset="0"/>
              </a:rPr>
              <a:t>把硬分类变为模糊划分。 </a:t>
            </a:r>
            <a:endParaRPr lang="zh-CN" altLang="en-US" sz="2400" b="1" dirty="0">
              <a:solidFill>
                <a:srgbClr val="FF0000"/>
              </a:solidFill>
              <a:latin typeface="Times New Roman" panose="02020603050405020304" pitchFamily="18" charset="0"/>
            </a:endParaRPr>
          </a:p>
          <a:p>
            <a:pPr marL="0" lvl="0" indent="0" algn="just">
              <a:lnSpc>
                <a:spcPct val="110000"/>
              </a:lnSpc>
              <a:spcBef>
                <a:spcPct val="0"/>
              </a:spcBef>
              <a:buClrTx/>
              <a:buSzTx/>
              <a:buFontTx/>
              <a:buNone/>
            </a:pPr>
            <a:r>
              <a:rPr lang="zh-CN" altLang="en-US" sz="2400" b="1" dirty="0">
                <a:latin typeface="Times New Roman" panose="02020603050405020304" pitchFamily="18" charset="0"/>
              </a:rPr>
              <a:t>设</a:t>
            </a:r>
            <a:r>
              <a:rPr lang="en-US" altLang="zh-CN" sz="2400" b="1" i="1" dirty="0">
                <a:latin typeface="Times New Roman" panose="02020603050405020304" pitchFamily="18" charset="0"/>
              </a:rPr>
              <a:t>μ</a:t>
            </a:r>
            <a:r>
              <a:rPr lang="en-US" altLang="zh-CN" sz="2400" b="1" i="1" baseline="-25000" dirty="0">
                <a:latin typeface="Times New Roman" panose="02020603050405020304" pitchFamily="18" charset="0"/>
              </a:rPr>
              <a:t>j</a:t>
            </a:r>
            <a:r>
              <a:rPr lang="en-US" altLang="zh-CN" sz="2400" b="1" dirty="0">
                <a:latin typeface="Times New Roman" panose="02020603050405020304" pitchFamily="18" charset="0"/>
              </a:rPr>
              <a:t>(</a:t>
            </a:r>
            <a:r>
              <a:rPr lang="en-US" altLang="zh-CN" sz="2400" b="1" i="1" dirty="0">
                <a:latin typeface="Times New Roman" panose="02020603050405020304" pitchFamily="18" charset="0"/>
              </a:rPr>
              <a:t>x</a:t>
            </a:r>
            <a:r>
              <a:rPr lang="en-US" altLang="zh-CN" sz="2400" b="1" i="1" baseline="-25000" dirty="0">
                <a:latin typeface="Times New Roman" panose="02020603050405020304" pitchFamily="18" charset="0"/>
              </a:rPr>
              <a:t>i</a:t>
            </a:r>
            <a:r>
              <a:rPr lang="en-US" altLang="zh-CN" sz="2400" b="1" dirty="0">
                <a:latin typeface="Times New Roman" panose="02020603050405020304" pitchFamily="18" charset="0"/>
              </a:rPr>
              <a:t>)</a:t>
            </a:r>
            <a:r>
              <a:rPr lang="zh-CN" altLang="en-US" sz="2400" b="1" dirty="0">
                <a:latin typeface="Times New Roman" panose="02020603050405020304" pitchFamily="18" charset="0"/>
              </a:rPr>
              <a:t>是第</a:t>
            </a:r>
            <a:r>
              <a:rPr lang="en-US" altLang="zh-CN" sz="2400" b="1" i="1" dirty="0">
                <a:latin typeface="Times New Roman" panose="02020603050405020304" pitchFamily="18" charset="0"/>
              </a:rPr>
              <a:t>i</a:t>
            </a:r>
            <a:r>
              <a:rPr lang="zh-CN" altLang="en-US" sz="2400" b="1" dirty="0">
                <a:latin typeface="Times New Roman" panose="02020603050405020304" pitchFamily="18" charset="0"/>
              </a:rPr>
              <a:t>个样本</a:t>
            </a:r>
            <a:r>
              <a:rPr lang="en-US" altLang="zh-CN" sz="2400" b="1" i="1" dirty="0">
                <a:latin typeface="Times New Roman" panose="02020603050405020304" pitchFamily="18" charset="0"/>
              </a:rPr>
              <a:t>x</a:t>
            </a:r>
            <a:r>
              <a:rPr lang="en-US" altLang="zh-CN" sz="2400" b="1" i="1" baseline="-25000" dirty="0">
                <a:latin typeface="Times New Roman" panose="02020603050405020304" pitchFamily="18" charset="0"/>
              </a:rPr>
              <a:t>i</a:t>
            </a:r>
            <a:r>
              <a:rPr lang="zh-CN" altLang="en-US" sz="2400" b="1" dirty="0">
                <a:latin typeface="Times New Roman" panose="02020603050405020304" pitchFamily="18" charset="0"/>
              </a:rPr>
              <a:t>属于第</a:t>
            </a:r>
            <a:r>
              <a:rPr lang="en-US" altLang="zh-CN" sz="2400" b="1" i="1" dirty="0">
                <a:latin typeface="Times New Roman" panose="02020603050405020304" pitchFamily="18" charset="0"/>
              </a:rPr>
              <a:t>j</a:t>
            </a:r>
            <a:r>
              <a:rPr lang="zh-CN" altLang="en-US" sz="2400" b="1" dirty="0">
                <a:latin typeface="Times New Roman" panose="02020603050405020304" pitchFamily="18" charset="0"/>
              </a:rPr>
              <a:t>类</a:t>
            </a:r>
            <a:r>
              <a:rPr lang="en-US" altLang="zh-CN" sz="2400" b="1" i="1" dirty="0">
                <a:latin typeface="Times New Roman" panose="02020603050405020304" pitchFamily="18" charset="0"/>
              </a:rPr>
              <a:t>G</a:t>
            </a:r>
            <a:r>
              <a:rPr lang="en-US" altLang="zh-CN" sz="2400" b="1" i="1" baseline="-25000" dirty="0">
                <a:latin typeface="Times New Roman" panose="02020603050405020304" pitchFamily="18" charset="0"/>
              </a:rPr>
              <a:t>j</a:t>
            </a:r>
            <a:r>
              <a:rPr lang="zh-CN" altLang="en-US" sz="2400" b="1" dirty="0">
                <a:latin typeface="Times New Roman" panose="02020603050405020304" pitchFamily="18" charset="0"/>
              </a:rPr>
              <a:t>的隶属度</a:t>
            </a:r>
            <a:r>
              <a:rPr lang="en-US" altLang="zh-CN" sz="2400" b="1" dirty="0">
                <a:latin typeface="Times New Roman" panose="02020603050405020304" pitchFamily="18" charset="0"/>
              </a:rPr>
              <a:t>, </a:t>
            </a:r>
            <a:r>
              <a:rPr lang="zh-CN" altLang="en-US" sz="2400" b="1" dirty="0">
                <a:latin typeface="Times New Roman" panose="02020603050405020304" pitchFamily="18" charset="0"/>
              </a:rPr>
              <a:t>利用隶属度定义的聚类</a:t>
            </a:r>
            <a:r>
              <a:rPr lang="zh-CN" altLang="en-US" sz="2400" b="1" dirty="0">
                <a:solidFill>
                  <a:srgbClr val="0000FF"/>
                </a:solidFill>
                <a:latin typeface="Times New Roman" panose="02020603050405020304" pitchFamily="18" charset="0"/>
              </a:rPr>
              <a:t>准则函数</a:t>
            </a:r>
            <a:r>
              <a:rPr lang="zh-CN" altLang="en-US" sz="2400" b="1" dirty="0">
                <a:latin typeface="Times New Roman" panose="02020603050405020304" pitchFamily="18" charset="0"/>
              </a:rPr>
              <a:t>为： </a:t>
            </a:r>
            <a:endParaRPr lang="zh-CN" altLang="en-US" sz="2400" b="1" dirty="0">
              <a:latin typeface="Times New Roman" panose="02020603050405020304" pitchFamily="18" charset="0"/>
            </a:endParaRPr>
          </a:p>
        </p:txBody>
      </p:sp>
      <p:graphicFrame>
        <p:nvGraphicFramePr>
          <p:cNvPr id="96263" name="Object 3"/>
          <p:cNvGraphicFramePr>
            <a:graphicFrameLocks noChangeAspect="1"/>
          </p:cNvGraphicFramePr>
          <p:nvPr/>
        </p:nvGraphicFramePr>
        <p:xfrm>
          <a:off x="2555875" y="5640388"/>
          <a:ext cx="3529013" cy="812800"/>
        </p:xfrm>
        <a:graphic>
          <a:graphicData uri="http://schemas.openxmlformats.org/presentationml/2006/ole">
            <mc:AlternateContent xmlns:mc="http://schemas.openxmlformats.org/markup-compatibility/2006">
              <mc:Choice xmlns:v="urn:schemas-microsoft-com:vml" Requires="v">
                <p:oleObj spid="_x0000_s3169" name="" r:id="rId3" imgW="1943100" imgH="444500" progId="Equation.DSMT4">
                  <p:embed/>
                </p:oleObj>
              </mc:Choice>
              <mc:Fallback>
                <p:oleObj name="" r:id="rId3" imgW="1943100" imgH="444500" progId="Equation.DSMT4">
                  <p:embed/>
                  <p:pic>
                    <p:nvPicPr>
                      <p:cNvPr id="0" name="图片 3168"/>
                      <p:cNvPicPr/>
                      <p:nvPr/>
                    </p:nvPicPr>
                    <p:blipFill>
                      <a:blip r:embed="rId4"/>
                      <a:stretch>
                        <a:fillRect/>
                      </a:stretch>
                    </p:blipFill>
                    <p:spPr>
                      <a:xfrm>
                        <a:off x="2555875" y="5640388"/>
                        <a:ext cx="3529013" cy="812800"/>
                      </a:xfrm>
                      <a:prstGeom prst="rect">
                        <a:avLst/>
                      </a:prstGeom>
                      <a:noFill/>
                      <a:ln w="38100">
                        <a:noFill/>
                        <a:miter/>
                      </a:ln>
                    </p:spPr>
                  </p:pic>
                </p:oleObj>
              </mc:Fallback>
            </mc:AlternateContent>
          </a:graphicData>
        </a:graphic>
      </p:graphicFrame>
      <p:sp>
        <p:nvSpPr>
          <p:cNvPr id="96264" name="Text Box 5"/>
          <p:cNvSpPr txBox="1"/>
          <p:nvPr/>
        </p:nvSpPr>
        <p:spPr>
          <a:xfrm>
            <a:off x="6156325" y="5805488"/>
            <a:ext cx="1512888" cy="457200"/>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华文新魏" panose="02010800040101010101" pitchFamily="2" charset="-122"/>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ea typeface="+mn-ea"/>
                <a:cs typeface="华文新魏" panose="02010800040101010101" pitchFamily="2" charset="-122"/>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ea typeface="+mn-ea"/>
                <a:cs typeface="华文新魏" panose="02010800040101010101" pitchFamily="2" charset="-122"/>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ea typeface="+mn-ea"/>
                <a:cs typeface="华文新魏" panose="02010800040101010101" pitchFamily="2" charset="-122"/>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ea typeface="+mn-ea"/>
                <a:cs typeface="华文新魏" panose="02010800040101010101" pitchFamily="2" charset="-122"/>
              </a:defRPr>
            </a:lvl5pPr>
          </a:lstStyle>
          <a:p>
            <a:pPr marL="0" lvl="0" indent="0" algn="r">
              <a:spcBef>
                <a:spcPct val="50000"/>
              </a:spcBef>
              <a:buClrTx/>
              <a:buSzTx/>
              <a:buFontTx/>
              <a:buNone/>
            </a:pPr>
            <a:r>
              <a:rPr lang="en-US" altLang="zh-CN" sz="2400" dirty="0">
                <a:latin typeface="Times New Roman" panose="02020603050405020304" pitchFamily="18" charset="0"/>
                <a:ea typeface="华文新魏" panose="02010800040101010101" pitchFamily="2" charset="-122"/>
              </a:rPr>
              <a:t>(1)</a:t>
            </a:r>
            <a:endParaRPr lang="en-US" altLang="zh-CN" sz="2400" dirty="0">
              <a:latin typeface="Times New Roman" panose="02020603050405020304" pitchFamily="18" charset="0"/>
              <a:ea typeface="华文新魏" panose="02010800040101010101" pitchFamily="2" charset="-122"/>
            </a:endParaRPr>
          </a:p>
        </p:txBody>
      </p:sp>
      <p:sp>
        <p:nvSpPr>
          <p:cNvPr id="10" name="Text Box 5"/>
          <p:cNvSpPr txBox="1"/>
          <p:nvPr/>
        </p:nvSpPr>
        <p:spPr>
          <a:xfrm>
            <a:off x="3224213" y="0"/>
            <a:ext cx="5919788" cy="706438"/>
          </a:xfrm>
          <a:prstGeom prst="rect">
            <a:avLst/>
          </a:prstGeom>
          <a:noFill/>
          <a:ln w="9525">
            <a:noFill/>
          </a:ln>
        </p:spPr>
        <p:txBody>
          <a:bodyPr>
            <a:spAutoFit/>
          </a:bodyPr>
          <a:lstStyle/>
          <a:p>
            <a:pPr marR="0" algn="ctr" defTabSz="914400" eaLnBrk="1" hangingPunct="1">
              <a:buClrTx/>
              <a:buSzTx/>
              <a:buFontTx/>
              <a:buNone/>
              <a:defRPr/>
            </a:pPr>
            <a:r>
              <a:rPr kumimoji="0" lang="en-US" altLang="zh-CN" sz="4000" b="1" kern="1200" cap="none" spc="0" normalizeH="0" baseline="0" noProof="1">
                <a:solidFill>
                  <a:srgbClr val="0000FF"/>
                </a:solidFill>
                <a:latin typeface="Arial" panose="020B0604020202020204" pitchFamily="34" charset="0"/>
                <a:ea typeface="宋体" panose="02010600030101010101" pitchFamily="2" charset="-122"/>
                <a:cs typeface="+mn-cs"/>
                <a:sym typeface="宋体" panose="02010600030101010101" pitchFamily="2" charset="-122"/>
              </a:rPr>
              <a:t>4.2.2 </a:t>
            </a:r>
            <a:r>
              <a:rPr kumimoji="1" lang="en-US" altLang="zh-CN" sz="4000" b="1" kern="0" cap="none" spc="0" normalizeH="0" baseline="0" noProof="0" dirty="0">
                <a:solidFill>
                  <a:srgbClr val="0000CC"/>
                </a:solidFill>
                <a:effectLst>
                  <a:outerShdw blurRad="38100" dist="38100" dir="2700000" algn="tl">
                    <a:srgbClr val="C0C0C0"/>
                  </a:outerShdw>
                </a:effectLst>
                <a:latin typeface="黑体" panose="02010609060101010101" pitchFamily="49" charset="-122"/>
                <a:ea typeface="黑体" panose="02010609060101010101" pitchFamily="49" charset="-122"/>
                <a:cs typeface="Times New Roman" panose="02020603050405020304" pitchFamily="18" charset="0"/>
                <a:sym typeface="+mn-ea"/>
              </a:rPr>
              <a:t> </a:t>
            </a:r>
            <a:r>
              <a:rPr kumimoji="0" lang="en-US" altLang="zh-CN" sz="4000" b="1" kern="1200" cap="none" spc="0" normalizeH="0" baseline="0" noProof="1">
                <a:solidFill>
                  <a:srgbClr val="0000FF"/>
                </a:solidFill>
                <a:latin typeface="Arial" panose="020B0604020202020204" pitchFamily="34" charset="0"/>
                <a:ea typeface="宋体" panose="02010600030101010101" pitchFamily="2" charset="-122"/>
                <a:cs typeface="+mn-cs"/>
                <a:sym typeface="+mn-ea"/>
              </a:rPr>
              <a:t>模糊聚类</a:t>
            </a:r>
            <a:r>
              <a:rPr kumimoji="0" lang="en-US" altLang="zh-CN" sz="4000" b="1" kern="1200" cap="none" spc="0" normalizeH="0" baseline="0" noProof="1">
                <a:solidFill>
                  <a:srgbClr val="0000FF"/>
                </a:solidFill>
                <a:latin typeface="Arial" panose="020B0604020202020204" pitchFamily="34" charset="0"/>
                <a:ea typeface="宋体" panose="02010600030101010101" pitchFamily="2" charset="-122"/>
                <a:cs typeface="+mn-cs"/>
                <a:sym typeface="宋体" panose="02010600030101010101" pitchFamily="2" charset="-122"/>
              </a:rPr>
              <a:t>算法</a:t>
            </a:r>
            <a:endParaRPr kumimoji="0" lang="en-US" altLang="zh-CN" sz="4000" b="1" kern="1200" cap="none" spc="0" normalizeH="0" baseline="0" noProof="1">
              <a:solidFill>
                <a:srgbClr val="0000FF"/>
              </a:solidFill>
              <a:latin typeface="Arial" panose="020B0604020202020204" pitchFamily="34" charset="0"/>
              <a:ea typeface="宋体" panose="02010600030101010101" pitchFamily="2" charset="-122"/>
              <a:cs typeface="+mn-cs"/>
              <a:sym typeface="宋体" panose="02010600030101010101" pitchFamily="2" charset="-122"/>
            </a:endParaRPr>
          </a:p>
        </p:txBody>
      </p:sp>
    </p:spTree>
  </p:cSld>
  <p:clrMapOvr>
    <a:masterClrMapping/>
  </p:clrMapOvr>
  <p:transition/>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7282" name="Text Box 2"/>
          <p:cNvSpPr txBox="1"/>
          <p:nvPr/>
        </p:nvSpPr>
        <p:spPr>
          <a:xfrm>
            <a:off x="539750" y="2022475"/>
            <a:ext cx="7921625" cy="830263"/>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华文新魏" panose="02010800040101010101" pitchFamily="2" charset="-122"/>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ea typeface="+mn-ea"/>
                <a:cs typeface="华文新魏" panose="02010800040101010101" pitchFamily="2" charset="-122"/>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ea typeface="+mn-ea"/>
                <a:cs typeface="华文新魏" panose="02010800040101010101" pitchFamily="2" charset="-122"/>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ea typeface="+mn-ea"/>
                <a:cs typeface="华文新魏" panose="02010800040101010101" pitchFamily="2" charset="-122"/>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ea typeface="+mn-ea"/>
                <a:cs typeface="华文新魏" panose="02010800040101010101" pitchFamily="2" charset="-122"/>
              </a:defRPr>
            </a:lvl5pPr>
          </a:lstStyle>
          <a:p>
            <a:pPr marL="0" lvl="0" indent="0" algn="just">
              <a:spcBef>
                <a:spcPct val="50000"/>
              </a:spcBef>
              <a:buClrTx/>
              <a:buSzTx/>
              <a:buFontTx/>
              <a:buNone/>
            </a:pPr>
            <a:r>
              <a:rPr lang="zh-CN" altLang="en-US" sz="2400" b="1" dirty="0">
                <a:latin typeface="Times New Roman" panose="02020603050405020304" pitchFamily="18" charset="0"/>
              </a:rPr>
              <a:t>其中</a:t>
            </a:r>
            <a:r>
              <a:rPr lang="en-US" altLang="zh-CN" sz="2400" b="1" dirty="0">
                <a:latin typeface="Times New Roman" panose="02020603050405020304" pitchFamily="18" charset="0"/>
              </a:rPr>
              <a:t>, </a:t>
            </a:r>
            <a:r>
              <a:rPr lang="en-US" altLang="zh-CN" sz="2400" b="1" i="1" dirty="0">
                <a:latin typeface="Times New Roman" panose="02020603050405020304" pitchFamily="18" charset="0"/>
              </a:rPr>
              <a:t>b</a:t>
            </a:r>
            <a:r>
              <a:rPr lang="en-US" altLang="zh-CN" sz="2400" b="1" dirty="0">
                <a:latin typeface="Times New Roman" panose="02020603050405020304" pitchFamily="18" charset="0"/>
              </a:rPr>
              <a:t>&gt;1</a:t>
            </a:r>
            <a:r>
              <a:rPr lang="zh-CN" altLang="en-US" sz="2400" b="1" dirty="0">
                <a:latin typeface="Times New Roman" panose="02020603050405020304" pitchFamily="18" charset="0"/>
              </a:rPr>
              <a:t>是一个可以控制聚类结果的</a:t>
            </a:r>
            <a:r>
              <a:rPr lang="zh-CN" altLang="en-US" sz="2400" b="1" dirty="0">
                <a:solidFill>
                  <a:srgbClr val="0000FF"/>
                </a:solidFill>
                <a:latin typeface="Times New Roman" panose="02020603050405020304" pitchFamily="18" charset="0"/>
              </a:rPr>
              <a:t>模糊程度的常数</a:t>
            </a:r>
            <a:r>
              <a:rPr lang="zh-CN" altLang="en-US" sz="2400" b="1" dirty="0">
                <a:latin typeface="Times New Roman" panose="02020603050405020304" pitchFamily="18" charset="0"/>
              </a:rPr>
              <a:t>。 约束条件为一个样本属于各个聚类的隶属度之和为</a:t>
            </a:r>
            <a:r>
              <a:rPr lang="en-US" altLang="zh-CN" sz="2400" b="1" dirty="0">
                <a:latin typeface="Times New Roman" panose="02020603050405020304" pitchFamily="18" charset="0"/>
              </a:rPr>
              <a:t>1, </a:t>
            </a:r>
            <a:r>
              <a:rPr lang="zh-CN" altLang="en-US" sz="2400" b="1" dirty="0">
                <a:latin typeface="Times New Roman" panose="02020603050405020304" pitchFamily="18" charset="0"/>
              </a:rPr>
              <a:t>即</a:t>
            </a:r>
            <a:endParaRPr lang="zh-CN" altLang="en-US" sz="2400" b="1" dirty="0">
              <a:latin typeface="Times New Roman" panose="02020603050405020304" pitchFamily="18" charset="0"/>
            </a:endParaRPr>
          </a:p>
        </p:txBody>
      </p:sp>
      <p:graphicFrame>
        <p:nvGraphicFramePr>
          <p:cNvPr id="97283" name="Object 4"/>
          <p:cNvGraphicFramePr>
            <a:graphicFrameLocks noChangeAspect="1"/>
          </p:cNvGraphicFramePr>
          <p:nvPr/>
        </p:nvGraphicFramePr>
        <p:xfrm>
          <a:off x="2484438" y="2997200"/>
          <a:ext cx="3311525" cy="752475"/>
        </p:xfrm>
        <a:graphic>
          <a:graphicData uri="http://schemas.openxmlformats.org/presentationml/2006/ole">
            <mc:AlternateContent xmlns:mc="http://schemas.openxmlformats.org/markup-compatibility/2006">
              <mc:Choice xmlns:v="urn:schemas-microsoft-com:vml" Requires="v">
                <p:oleObj spid="_x0000_s3171" name="" r:id="rId1" imgW="1968500" imgH="444500" progId="Equation.DSMT4">
                  <p:embed/>
                </p:oleObj>
              </mc:Choice>
              <mc:Fallback>
                <p:oleObj name="" r:id="rId1" imgW="1968500" imgH="444500" progId="Equation.DSMT4">
                  <p:embed/>
                  <p:pic>
                    <p:nvPicPr>
                      <p:cNvPr id="0" name="图片 3170"/>
                      <p:cNvPicPr/>
                      <p:nvPr/>
                    </p:nvPicPr>
                    <p:blipFill>
                      <a:blip r:embed="rId2"/>
                      <a:stretch>
                        <a:fillRect/>
                      </a:stretch>
                    </p:blipFill>
                    <p:spPr>
                      <a:xfrm>
                        <a:off x="2484438" y="2997200"/>
                        <a:ext cx="3311525" cy="752475"/>
                      </a:xfrm>
                      <a:prstGeom prst="rect">
                        <a:avLst/>
                      </a:prstGeom>
                      <a:noFill/>
                      <a:ln w="38100">
                        <a:noFill/>
                        <a:miter/>
                      </a:ln>
                    </p:spPr>
                  </p:pic>
                </p:oleObj>
              </mc:Fallback>
            </mc:AlternateContent>
          </a:graphicData>
        </a:graphic>
      </p:graphicFrame>
      <p:sp>
        <p:nvSpPr>
          <p:cNvPr id="97284" name="Text Box 5"/>
          <p:cNvSpPr txBox="1"/>
          <p:nvPr/>
        </p:nvSpPr>
        <p:spPr>
          <a:xfrm>
            <a:off x="5867400" y="3116263"/>
            <a:ext cx="1512888" cy="457200"/>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华文新魏" panose="02010800040101010101" pitchFamily="2" charset="-122"/>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ea typeface="+mn-ea"/>
                <a:cs typeface="华文新魏" panose="02010800040101010101" pitchFamily="2" charset="-122"/>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ea typeface="+mn-ea"/>
                <a:cs typeface="华文新魏" panose="02010800040101010101" pitchFamily="2" charset="-122"/>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ea typeface="+mn-ea"/>
                <a:cs typeface="华文新魏" panose="02010800040101010101" pitchFamily="2" charset="-122"/>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ea typeface="+mn-ea"/>
                <a:cs typeface="华文新魏" panose="02010800040101010101" pitchFamily="2" charset="-122"/>
              </a:defRPr>
            </a:lvl5pPr>
          </a:lstStyle>
          <a:p>
            <a:pPr marL="0" lvl="0" indent="0" algn="r">
              <a:spcBef>
                <a:spcPct val="50000"/>
              </a:spcBef>
              <a:buClrTx/>
              <a:buSzTx/>
              <a:buFontTx/>
              <a:buNone/>
            </a:pPr>
            <a:r>
              <a:rPr lang="en-US" altLang="zh-CN" sz="2400" dirty="0">
                <a:latin typeface="Times New Roman" panose="02020603050405020304" pitchFamily="18" charset="0"/>
                <a:ea typeface="华文新魏" panose="02010800040101010101" pitchFamily="2" charset="-122"/>
              </a:rPr>
              <a:t>(2)</a:t>
            </a:r>
            <a:endParaRPr lang="en-US" altLang="zh-CN" sz="2400" dirty="0">
              <a:latin typeface="Times New Roman" panose="02020603050405020304" pitchFamily="18" charset="0"/>
              <a:ea typeface="华文新魏" panose="02010800040101010101" pitchFamily="2" charset="-122"/>
            </a:endParaRPr>
          </a:p>
        </p:txBody>
      </p:sp>
      <p:sp>
        <p:nvSpPr>
          <p:cNvPr id="97285" name="Text Box 6"/>
          <p:cNvSpPr txBox="1"/>
          <p:nvPr/>
        </p:nvSpPr>
        <p:spPr>
          <a:xfrm>
            <a:off x="512763" y="3884613"/>
            <a:ext cx="8118475" cy="1200150"/>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华文新魏" panose="02010800040101010101" pitchFamily="2" charset="-122"/>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ea typeface="+mn-ea"/>
                <a:cs typeface="华文新魏" panose="02010800040101010101" pitchFamily="2" charset="-122"/>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ea typeface="+mn-ea"/>
                <a:cs typeface="华文新魏" panose="02010800040101010101" pitchFamily="2" charset="-122"/>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ea typeface="+mn-ea"/>
                <a:cs typeface="华文新魏" panose="02010800040101010101" pitchFamily="2" charset="-122"/>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ea typeface="+mn-ea"/>
                <a:cs typeface="华文新魏" panose="02010800040101010101" pitchFamily="2" charset="-122"/>
              </a:defRPr>
            </a:lvl5pPr>
          </a:lstStyle>
          <a:p>
            <a:pPr marL="0" lvl="0" indent="0">
              <a:spcBef>
                <a:spcPct val="0"/>
              </a:spcBef>
              <a:buClrTx/>
              <a:buSzTx/>
              <a:buFontTx/>
              <a:buNone/>
            </a:pPr>
            <a:r>
              <a:rPr lang="zh-CN" altLang="en-US" sz="2400" b="1" dirty="0">
                <a:latin typeface="Times New Roman" panose="02020603050405020304" pitchFamily="18" charset="0"/>
              </a:rPr>
              <a:t>　　利用</a:t>
            </a:r>
            <a:r>
              <a:rPr lang="zh-CN" altLang="en-US" sz="2400" b="1" dirty="0">
                <a:solidFill>
                  <a:srgbClr val="0000FF"/>
                </a:solidFill>
                <a:latin typeface="Times New Roman" panose="02020603050405020304" pitchFamily="18" charset="0"/>
              </a:rPr>
              <a:t>拉格朗日乘数法</a:t>
            </a:r>
            <a:r>
              <a:rPr lang="zh-CN" altLang="en-US" sz="2400" b="1" dirty="0">
                <a:latin typeface="Times New Roman" panose="02020603050405020304" pitchFamily="18" charset="0"/>
              </a:rPr>
              <a:t>来求解在</a:t>
            </a:r>
            <a:r>
              <a:rPr lang="zh-CN" altLang="en-US" sz="2400" b="1" dirty="0">
                <a:solidFill>
                  <a:srgbClr val="FF0000"/>
                </a:solidFill>
                <a:latin typeface="Times New Roman" panose="02020603050405020304" pitchFamily="18" charset="0"/>
              </a:rPr>
              <a:t>条件式</a:t>
            </a:r>
            <a:r>
              <a:rPr lang="en-US" altLang="zh-CN" sz="2400" b="1" dirty="0">
                <a:solidFill>
                  <a:srgbClr val="FF0000"/>
                </a:solidFill>
                <a:latin typeface="Times New Roman" panose="02020603050405020304" pitchFamily="18" charset="0"/>
              </a:rPr>
              <a:t>(2)</a:t>
            </a:r>
            <a:r>
              <a:rPr lang="zh-CN" altLang="en-US" sz="2400" b="1" dirty="0">
                <a:solidFill>
                  <a:srgbClr val="FF0000"/>
                </a:solidFill>
                <a:latin typeface="Times New Roman" panose="02020603050405020304" pitchFamily="18" charset="0"/>
              </a:rPr>
              <a:t>约束下式</a:t>
            </a:r>
            <a:r>
              <a:rPr lang="en-US" altLang="zh-CN" sz="2400" b="1" dirty="0">
                <a:solidFill>
                  <a:srgbClr val="FF0000"/>
                </a:solidFill>
                <a:latin typeface="Times New Roman" panose="02020603050405020304" pitchFamily="18" charset="0"/>
              </a:rPr>
              <a:t>(1)</a:t>
            </a:r>
            <a:r>
              <a:rPr lang="zh-CN" altLang="en-US" sz="2400" b="1" dirty="0">
                <a:latin typeface="Times New Roman" panose="02020603050405020304" pitchFamily="18" charset="0"/>
              </a:rPr>
              <a:t>的极小值。</a:t>
            </a:r>
            <a:endParaRPr lang="zh-CN" altLang="en-US" sz="2400" b="1" dirty="0">
              <a:latin typeface="Times New Roman" panose="02020603050405020304" pitchFamily="18" charset="0"/>
            </a:endParaRPr>
          </a:p>
          <a:p>
            <a:pPr marL="0" lvl="0" indent="0">
              <a:spcBef>
                <a:spcPct val="0"/>
              </a:spcBef>
              <a:buClrTx/>
              <a:buSzTx/>
              <a:buFontTx/>
              <a:buNone/>
            </a:pPr>
            <a:r>
              <a:rPr lang="zh-CN" altLang="en-US" sz="2400" b="1" dirty="0">
                <a:latin typeface="Times New Roman" panose="02020603050405020304" pitchFamily="18" charset="0"/>
              </a:rPr>
              <a:t>　　令优化的目标函数为 </a:t>
            </a:r>
            <a:endParaRPr lang="zh-CN" altLang="en-US" sz="2400" b="1" dirty="0">
              <a:latin typeface="Times New Roman" panose="02020603050405020304" pitchFamily="18" charset="0"/>
            </a:endParaRPr>
          </a:p>
        </p:txBody>
      </p:sp>
      <p:graphicFrame>
        <p:nvGraphicFramePr>
          <p:cNvPr id="97286" name="Object 3"/>
          <p:cNvGraphicFramePr>
            <a:graphicFrameLocks noChangeAspect="1"/>
          </p:cNvGraphicFramePr>
          <p:nvPr/>
        </p:nvGraphicFramePr>
        <p:xfrm>
          <a:off x="1331913" y="5214938"/>
          <a:ext cx="5327650" cy="806450"/>
        </p:xfrm>
        <a:graphic>
          <a:graphicData uri="http://schemas.openxmlformats.org/presentationml/2006/ole">
            <mc:AlternateContent xmlns:mc="http://schemas.openxmlformats.org/markup-compatibility/2006">
              <mc:Choice xmlns:v="urn:schemas-microsoft-com:vml" Requires="v">
                <p:oleObj spid="_x0000_s3170" name="" r:id="rId3" imgW="3213100" imgH="482600" progId="Equation.DSMT4">
                  <p:embed/>
                </p:oleObj>
              </mc:Choice>
              <mc:Fallback>
                <p:oleObj name="" r:id="rId3" imgW="3213100" imgH="482600" progId="Equation.DSMT4">
                  <p:embed/>
                  <p:pic>
                    <p:nvPicPr>
                      <p:cNvPr id="0" name="图片 3169"/>
                      <p:cNvPicPr/>
                      <p:nvPr/>
                    </p:nvPicPr>
                    <p:blipFill>
                      <a:blip r:embed="rId4"/>
                      <a:stretch>
                        <a:fillRect/>
                      </a:stretch>
                    </p:blipFill>
                    <p:spPr>
                      <a:xfrm>
                        <a:off x="1331913" y="5214938"/>
                        <a:ext cx="5327650" cy="806450"/>
                      </a:xfrm>
                      <a:prstGeom prst="rect">
                        <a:avLst/>
                      </a:prstGeom>
                      <a:noFill/>
                      <a:ln w="38100">
                        <a:noFill/>
                        <a:miter/>
                      </a:ln>
                    </p:spPr>
                  </p:pic>
                </p:oleObj>
              </mc:Fallback>
            </mc:AlternateContent>
          </a:graphicData>
        </a:graphic>
      </p:graphicFrame>
      <p:sp>
        <p:nvSpPr>
          <p:cNvPr id="97287" name="Text Box 4"/>
          <p:cNvSpPr txBox="1"/>
          <p:nvPr/>
        </p:nvSpPr>
        <p:spPr>
          <a:xfrm>
            <a:off x="6372225" y="5373688"/>
            <a:ext cx="1025525" cy="457200"/>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华文新魏" panose="02010800040101010101" pitchFamily="2" charset="-122"/>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ea typeface="+mn-ea"/>
                <a:cs typeface="华文新魏" panose="02010800040101010101" pitchFamily="2" charset="-122"/>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ea typeface="+mn-ea"/>
                <a:cs typeface="华文新魏" panose="02010800040101010101" pitchFamily="2" charset="-122"/>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ea typeface="+mn-ea"/>
                <a:cs typeface="华文新魏" panose="02010800040101010101" pitchFamily="2" charset="-122"/>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ea typeface="+mn-ea"/>
                <a:cs typeface="华文新魏" panose="02010800040101010101" pitchFamily="2" charset="-122"/>
              </a:defRPr>
            </a:lvl5pPr>
          </a:lstStyle>
          <a:p>
            <a:pPr marL="0" lvl="0" indent="0" algn="r">
              <a:spcBef>
                <a:spcPct val="50000"/>
              </a:spcBef>
              <a:buClrTx/>
              <a:buSzTx/>
              <a:buFontTx/>
              <a:buNone/>
            </a:pPr>
            <a:r>
              <a:rPr lang="en-US" altLang="zh-CN" sz="2400" dirty="0">
                <a:latin typeface="Times New Roman" panose="02020603050405020304" pitchFamily="18" charset="0"/>
                <a:ea typeface="华文新魏" panose="02010800040101010101" pitchFamily="2" charset="-122"/>
              </a:rPr>
              <a:t>(3)</a:t>
            </a:r>
            <a:endParaRPr lang="en-US" altLang="zh-CN" sz="2400" dirty="0">
              <a:latin typeface="Times New Roman" panose="02020603050405020304" pitchFamily="18" charset="0"/>
              <a:ea typeface="华文新魏" panose="02010800040101010101" pitchFamily="2" charset="-122"/>
            </a:endParaRPr>
          </a:p>
        </p:txBody>
      </p:sp>
      <p:graphicFrame>
        <p:nvGraphicFramePr>
          <p:cNvPr id="97288" name="Object 9"/>
          <p:cNvGraphicFramePr>
            <a:graphicFrameLocks noChangeAspect="1"/>
          </p:cNvGraphicFramePr>
          <p:nvPr/>
        </p:nvGraphicFramePr>
        <p:xfrm>
          <a:off x="2411413" y="981075"/>
          <a:ext cx="3529012" cy="812800"/>
        </p:xfrm>
        <a:graphic>
          <a:graphicData uri="http://schemas.openxmlformats.org/presentationml/2006/ole">
            <mc:AlternateContent xmlns:mc="http://schemas.openxmlformats.org/markup-compatibility/2006">
              <mc:Choice xmlns:v="urn:schemas-microsoft-com:vml" Requires="v">
                <p:oleObj spid="_x0000_s3173" name="" r:id="rId5" imgW="1943100" imgH="444500" progId="Equation.DSMT4">
                  <p:embed/>
                </p:oleObj>
              </mc:Choice>
              <mc:Fallback>
                <p:oleObj name="" r:id="rId5" imgW="1943100" imgH="444500" progId="Equation.DSMT4">
                  <p:embed/>
                  <p:pic>
                    <p:nvPicPr>
                      <p:cNvPr id="0" name="图片 3172"/>
                      <p:cNvPicPr/>
                      <p:nvPr/>
                    </p:nvPicPr>
                    <p:blipFill>
                      <a:blip r:embed="rId6"/>
                      <a:stretch>
                        <a:fillRect/>
                      </a:stretch>
                    </p:blipFill>
                    <p:spPr>
                      <a:xfrm>
                        <a:off x="2411413" y="981075"/>
                        <a:ext cx="3529012" cy="812800"/>
                      </a:xfrm>
                      <a:prstGeom prst="rect">
                        <a:avLst/>
                      </a:prstGeom>
                      <a:noFill/>
                      <a:ln w="38100">
                        <a:noFill/>
                        <a:miter/>
                      </a:ln>
                    </p:spPr>
                  </p:pic>
                </p:oleObj>
              </mc:Fallback>
            </mc:AlternateContent>
          </a:graphicData>
        </a:graphic>
      </p:graphicFrame>
      <p:sp>
        <p:nvSpPr>
          <p:cNvPr id="97289" name="矩形 11"/>
          <p:cNvSpPr/>
          <p:nvPr/>
        </p:nvSpPr>
        <p:spPr>
          <a:xfrm>
            <a:off x="6786563" y="1125538"/>
            <a:ext cx="542925" cy="460375"/>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华文新魏" panose="02010800040101010101" pitchFamily="2" charset="-122"/>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ea typeface="+mn-ea"/>
                <a:cs typeface="华文新魏" panose="02010800040101010101" pitchFamily="2" charset="-122"/>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ea typeface="+mn-ea"/>
                <a:cs typeface="华文新魏" panose="02010800040101010101" pitchFamily="2" charset="-122"/>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ea typeface="+mn-ea"/>
                <a:cs typeface="华文新魏" panose="02010800040101010101" pitchFamily="2" charset="-122"/>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ea typeface="+mn-ea"/>
                <a:cs typeface="华文新魏" panose="02010800040101010101" pitchFamily="2" charset="-122"/>
              </a:defRPr>
            </a:lvl5pPr>
          </a:lstStyle>
          <a:p>
            <a:pPr marL="0" lvl="0" indent="0" algn="r">
              <a:spcBef>
                <a:spcPct val="50000"/>
              </a:spcBef>
              <a:buClrTx/>
              <a:buSzTx/>
              <a:buFontTx/>
              <a:buNone/>
            </a:pPr>
            <a:r>
              <a:rPr lang="en-US" altLang="zh-CN" sz="2400" dirty="0">
                <a:latin typeface="Times New Roman" panose="02020603050405020304" pitchFamily="18" charset="0"/>
                <a:ea typeface="华文新魏" panose="02010800040101010101" pitchFamily="2" charset="-122"/>
              </a:rPr>
              <a:t>(1)</a:t>
            </a:r>
            <a:endParaRPr lang="en-US" altLang="zh-CN" sz="2400" dirty="0">
              <a:latin typeface="Times New Roman" panose="02020603050405020304" pitchFamily="18" charset="0"/>
              <a:ea typeface="华文新魏" panose="02010800040101010101" pitchFamily="2" charset="-122"/>
            </a:endParaRPr>
          </a:p>
        </p:txBody>
      </p:sp>
      <p:sp>
        <p:nvSpPr>
          <p:cNvPr id="11" name="Text Box 5"/>
          <p:cNvSpPr txBox="1"/>
          <p:nvPr/>
        </p:nvSpPr>
        <p:spPr>
          <a:xfrm>
            <a:off x="3224213" y="0"/>
            <a:ext cx="5919788" cy="706438"/>
          </a:xfrm>
          <a:prstGeom prst="rect">
            <a:avLst/>
          </a:prstGeom>
          <a:noFill/>
          <a:ln w="9525">
            <a:noFill/>
          </a:ln>
        </p:spPr>
        <p:txBody>
          <a:bodyPr>
            <a:spAutoFit/>
          </a:bodyPr>
          <a:lstStyle/>
          <a:p>
            <a:pPr marR="0" algn="ctr" defTabSz="914400" eaLnBrk="1" hangingPunct="1">
              <a:buClrTx/>
              <a:buSzTx/>
              <a:buFontTx/>
              <a:buNone/>
              <a:defRPr/>
            </a:pPr>
            <a:r>
              <a:rPr kumimoji="0" lang="en-US" altLang="zh-CN" sz="4000" b="1" kern="1200" cap="none" spc="0" normalizeH="0" baseline="0" noProof="1">
                <a:solidFill>
                  <a:srgbClr val="0000FF"/>
                </a:solidFill>
                <a:latin typeface="Arial" panose="020B0604020202020204" pitchFamily="34" charset="0"/>
                <a:ea typeface="宋体" panose="02010600030101010101" pitchFamily="2" charset="-122"/>
                <a:cs typeface="+mn-cs"/>
                <a:sym typeface="宋体" panose="02010600030101010101" pitchFamily="2" charset="-122"/>
              </a:rPr>
              <a:t>4.2.2 </a:t>
            </a:r>
            <a:r>
              <a:rPr kumimoji="1" lang="en-US" altLang="zh-CN" sz="4000" b="1" kern="0" cap="none" spc="0" normalizeH="0" baseline="0" noProof="0" dirty="0">
                <a:solidFill>
                  <a:srgbClr val="0000CC"/>
                </a:solidFill>
                <a:effectLst>
                  <a:outerShdw blurRad="38100" dist="38100" dir="2700000" algn="tl">
                    <a:srgbClr val="C0C0C0"/>
                  </a:outerShdw>
                </a:effectLst>
                <a:latin typeface="黑体" panose="02010609060101010101" pitchFamily="49" charset="-122"/>
                <a:ea typeface="黑体" panose="02010609060101010101" pitchFamily="49" charset="-122"/>
                <a:cs typeface="Times New Roman" panose="02020603050405020304" pitchFamily="18" charset="0"/>
                <a:sym typeface="+mn-ea"/>
              </a:rPr>
              <a:t> </a:t>
            </a:r>
            <a:r>
              <a:rPr kumimoji="0" lang="en-US" altLang="zh-CN" sz="4000" b="1" kern="1200" cap="none" spc="0" normalizeH="0" baseline="0" noProof="1">
                <a:solidFill>
                  <a:srgbClr val="0000FF"/>
                </a:solidFill>
                <a:latin typeface="Arial" panose="020B0604020202020204" pitchFamily="34" charset="0"/>
                <a:ea typeface="宋体" panose="02010600030101010101" pitchFamily="2" charset="-122"/>
                <a:cs typeface="+mn-cs"/>
                <a:sym typeface="+mn-ea"/>
              </a:rPr>
              <a:t>模糊聚类</a:t>
            </a:r>
            <a:r>
              <a:rPr kumimoji="0" lang="en-US" altLang="zh-CN" sz="4000" b="1" kern="1200" cap="none" spc="0" normalizeH="0" baseline="0" noProof="1">
                <a:solidFill>
                  <a:srgbClr val="0000FF"/>
                </a:solidFill>
                <a:latin typeface="Arial" panose="020B0604020202020204" pitchFamily="34" charset="0"/>
                <a:ea typeface="宋体" panose="02010600030101010101" pitchFamily="2" charset="-122"/>
                <a:cs typeface="+mn-cs"/>
                <a:sym typeface="宋体" panose="02010600030101010101" pitchFamily="2" charset="-122"/>
              </a:rPr>
              <a:t>算法</a:t>
            </a:r>
            <a:endParaRPr kumimoji="0" lang="en-US" altLang="zh-CN" sz="4000" b="1" kern="1200" cap="none" spc="0" normalizeH="0" baseline="0" noProof="1">
              <a:solidFill>
                <a:srgbClr val="0000FF"/>
              </a:solidFill>
              <a:latin typeface="Arial" panose="020B0604020202020204" pitchFamily="34" charset="0"/>
              <a:ea typeface="宋体" panose="02010600030101010101" pitchFamily="2" charset="-122"/>
              <a:cs typeface="+mn-cs"/>
              <a:sym typeface="宋体" panose="02010600030101010101" pitchFamily="2" charset="-122"/>
            </a:endParaRPr>
          </a:p>
        </p:txBody>
      </p:sp>
    </p:spTree>
  </p:cSld>
  <p:clrMapOvr>
    <a:masterClrMapping/>
  </p:clrMapOvr>
  <p:transition/>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8306" name="Rectangle 2"/>
          <p:cNvSpPr/>
          <p:nvPr/>
        </p:nvSpPr>
        <p:spPr>
          <a:xfrm>
            <a:off x="0" y="3186113"/>
            <a:ext cx="9144000" cy="0"/>
          </a:xfrm>
          <a:prstGeom prst="rect">
            <a:avLst/>
          </a:prstGeom>
          <a:noFill/>
          <a:ln w="9525">
            <a:noFill/>
          </a:ln>
        </p:spPr>
        <p:txBody>
          <a:bodyPr wrap="none" anchor="ctr" anchorCtr="0">
            <a:spAutoFit/>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华文新魏" panose="02010800040101010101" pitchFamily="2" charset="-122"/>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ea typeface="+mn-ea"/>
                <a:cs typeface="华文新魏" panose="02010800040101010101" pitchFamily="2" charset="-122"/>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ea typeface="+mn-ea"/>
                <a:cs typeface="华文新魏" panose="02010800040101010101" pitchFamily="2" charset="-122"/>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ea typeface="+mn-ea"/>
                <a:cs typeface="华文新魏" panose="02010800040101010101" pitchFamily="2" charset="-122"/>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ea typeface="+mn-ea"/>
                <a:cs typeface="华文新魏" panose="02010800040101010101" pitchFamily="2" charset="-122"/>
              </a:defRPr>
            </a:lvl5pPr>
          </a:lstStyle>
          <a:p>
            <a:pPr marL="0" lvl="0" indent="0">
              <a:spcBef>
                <a:spcPct val="0"/>
              </a:spcBef>
              <a:buClrTx/>
              <a:buSzTx/>
              <a:buFontTx/>
              <a:buNone/>
            </a:pPr>
            <a:endParaRPr lang="zh-CN" altLang="en-US" sz="1800" dirty="0">
              <a:latin typeface="Arial" panose="020B0604020202020204" pitchFamily="34" charset="0"/>
              <a:ea typeface="华文新魏" panose="02010800040101010101" pitchFamily="2" charset="-122"/>
            </a:endParaRPr>
          </a:p>
        </p:txBody>
      </p:sp>
      <p:sp>
        <p:nvSpPr>
          <p:cNvPr id="98307" name="Rectangle 6"/>
          <p:cNvSpPr/>
          <p:nvPr/>
        </p:nvSpPr>
        <p:spPr>
          <a:xfrm>
            <a:off x="0" y="3009900"/>
            <a:ext cx="9144000" cy="0"/>
          </a:xfrm>
          <a:prstGeom prst="rect">
            <a:avLst/>
          </a:prstGeom>
          <a:noFill/>
          <a:ln w="9525">
            <a:noFill/>
          </a:ln>
        </p:spPr>
        <p:txBody>
          <a:bodyPr wrap="none" anchor="ctr" anchorCtr="0">
            <a:spAutoFit/>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华文新魏" panose="02010800040101010101" pitchFamily="2" charset="-122"/>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ea typeface="+mn-ea"/>
                <a:cs typeface="华文新魏" panose="02010800040101010101" pitchFamily="2" charset="-122"/>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ea typeface="+mn-ea"/>
                <a:cs typeface="华文新魏" panose="02010800040101010101" pitchFamily="2" charset="-122"/>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ea typeface="+mn-ea"/>
                <a:cs typeface="华文新魏" panose="02010800040101010101" pitchFamily="2" charset="-122"/>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ea typeface="+mn-ea"/>
                <a:cs typeface="华文新魏" panose="02010800040101010101" pitchFamily="2" charset="-122"/>
              </a:defRPr>
            </a:lvl5pPr>
          </a:lstStyle>
          <a:p>
            <a:pPr marL="0" lvl="0" indent="0">
              <a:spcBef>
                <a:spcPct val="0"/>
              </a:spcBef>
              <a:buClrTx/>
              <a:buSzTx/>
              <a:buFontTx/>
              <a:buNone/>
            </a:pPr>
            <a:endParaRPr lang="zh-CN" altLang="en-US" sz="1800" dirty="0">
              <a:latin typeface="Arial" panose="020B0604020202020204" pitchFamily="34" charset="0"/>
              <a:ea typeface="华文新魏" panose="02010800040101010101" pitchFamily="2" charset="-122"/>
            </a:endParaRPr>
          </a:p>
        </p:txBody>
      </p:sp>
      <p:graphicFrame>
        <p:nvGraphicFramePr>
          <p:cNvPr id="98308" name="Object 7"/>
          <p:cNvGraphicFramePr>
            <a:graphicFrameLocks noChangeAspect="1"/>
          </p:cNvGraphicFramePr>
          <p:nvPr/>
        </p:nvGraphicFramePr>
        <p:xfrm>
          <a:off x="1042988" y="2430463"/>
          <a:ext cx="4511675" cy="1512887"/>
        </p:xfrm>
        <a:graphic>
          <a:graphicData uri="http://schemas.openxmlformats.org/presentationml/2006/ole">
            <mc:AlternateContent xmlns:mc="http://schemas.openxmlformats.org/markup-compatibility/2006">
              <mc:Choice xmlns:v="urn:schemas-microsoft-com:vml" Requires="v">
                <p:oleObj spid="_x0000_s3176" name="" r:id="rId1" imgW="2501900" imgH="838200" progId="Equation.DSMT4">
                  <p:embed/>
                </p:oleObj>
              </mc:Choice>
              <mc:Fallback>
                <p:oleObj name="" r:id="rId1" imgW="2501900" imgH="838200" progId="Equation.DSMT4">
                  <p:embed/>
                  <p:pic>
                    <p:nvPicPr>
                      <p:cNvPr id="0" name="图片 3175"/>
                      <p:cNvPicPr/>
                      <p:nvPr/>
                    </p:nvPicPr>
                    <p:blipFill>
                      <a:blip r:embed="rId2"/>
                      <a:stretch>
                        <a:fillRect/>
                      </a:stretch>
                    </p:blipFill>
                    <p:spPr>
                      <a:xfrm>
                        <a:off x="1042988" y="2430463"/>
                        <a:ext cx="4511675" cy="1512887"/>
                      </a:xfrm>
                      <a:prstGeom prst="rect">
                        <a:avLst/>
                      </a:prstGeom>
                      <a:noFill/>
                      <a:ln w="38100">
                        <a:noFill/>
                        <a:miter/>
                      </a:ln>
                    </p:spPr>
                  </p:pic>
                </p:oleObj>
              </mc:Fallback>
            </mc:AlternateContent>
          </a:graphicData>
        </a:graphic>
      </p:graphicFrame>
      <p:sp>
        <p:nvSpPr>
          <p:cNvPr id="98309" name="Text Box 8"/>
          <p:cNvSpPr txBox="1"/>
          <p:nvPr/>
        </p:nvSpPr>
        <p:spPr>
          <a:xfrm>
            <a:off x="6877050" y="2894013"/>
            <a:ext cx="1511300" cy="457200"/>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华文新魏" panose="02010800040101010101" pitchFamily="2" charset="-122"/>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ea typeface="+mn-ea"/>
                <a:cs typeface="华文新魏" panose="02010800040101010101" pitchFamily="2" charset="-122"/>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ea typeface="+mn-ea"/>
                <a:cs typeface="华文新魏" panose="02010800040101010101" pitchFamily="2" charset="-122"/>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ea typeface="+mn-ea"/>
                <a:cs typeface="华文新魏" panose="02010800040101010101" pitchFamily="2" charset="-122"/>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ea typeface="+mn-ea"/>
                <a:cs typeface="华文新魏" panose="02010800040101010101" pitchFamily="2" charset="-122"/>
              </a:defRPr>
            </a:lvl5pPr>
          </a:lstStyle>
          <a:p>
            <a:pPr marL="0" lvl="0" indent="0" algn="r">
              <a:spcBef>
                <a:spcPct val="50000"/>
              </a:spcBef>
              <a:buClrTx/>
              <a:buSzTx/>
              <a:buFontTx/>
              <a:buNone/>
            </a:pPr>
            <a:r>
              <a:rPr lang="en-US" altLang="zh-CN" sz="2400" dirty="0">
                <a:latin typeface="Times New Roman" panose="02020603050405020304" pitchFamily="18" charset="0"/>
                <a:ea typeface="华文新魏" panose="02010800040101010101" pitchFamily="2" charset="-122"/>
              </a:rPr>
              <a:t>(4)</a:t>
            </a:r>
            <a:endParaRPr lang="en-US" altLang="zh-CN" sz="2400" dirty="0">
              <a:latin typeface="Times New Roman" panose="02020603050405020304" pitchFamily="18" charset="0"/>
              <a:ea typeface="华文新魏" panose="02010800040101010101" pitchFamily="2" charset="-122"/>
            </a:endParaRPr>
          </a:p>
        </p:txBody>
      </p:sp>
      <p:sp>
        <p:nvSpPr>
          <p:cNvPr id="98310" name="矩形 8"/>
          <p:cNvSpPr/>
          <p:nvPr/>
        </p:nvSpPr>
        <p:spPr>
          <a:xfrm>
            <a:off x="827088" y="1196975"/>
            <a:ext cx="7489825" cy="954088"/>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华文新魏" panose="02010800040101010101" pitchFamily="2" charset="-122"/>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ea typeface="+mn-ea"/>
                <a:cs typeface="华文新魏" panose="02010800040101010101" pitchFamily="2" charset="-122"/>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ea typeface="+mn-ea"/>
                <a:cs typeface="华文新魏" panose="02010800040101010101" pitchFamily="2" charset="-122"/>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ea typeface="+mn-ea"/>
                <a:cs typeface="华文新魏" panose="02010800040101010101" pitchFamily="2" charset="-122"/>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ea typeface="+mn-ea"/>
                <a:cs typeface="华文新魏" panose="02010800040101010101" pitchFamily="2" charset="-122"/>
              </a:defRPr>
            </a:lvl5pPr>
          </a:lstStyle>
          <a:p>
            <a:pPr marL="0" lvl="0" indent="0" algn="just">
              <a:spcBef>
                <a:spcPct val="50000"/>
              </a:spcBef>
              <a:buClrTx/>
              <a:buSzTx/>
              <a:buFontTx/>
              <a:buNone/>
            </a:pPr>
            <a:r>
              <a:rPr lang="zh-CN" altLang="en-US" sz="2800" b="1" dirty="0">
                <a:latin typeface="Times New Roman" panose="02020603050405020304" pitchFamily="18" charset="0"/>
              </a:rPr>
              <a:t>分别求</a:t>
            </a:r>
            <a:r>
              <a:rPr lang="en-US" altLang="zh-CN" sz="2800" b="1" i="1" dirty="0">
                <a:latin typeface="Times New Roman" panose="02020603050405020304" pitchFamily="18" charset="0"/>
              </a:rPr>
              <a:t>L</a:t>
            </a:r>
            <a:r>
              <a:rPr lang="zh-CN" altLang="en-US" sz="2800" b="1" dirty="0">
                <a:latin typeface="Times New Roman" panose="02020603050405020304" pitchFamily="18" charset="0"/>
              </a:rPr>
              <a:t>对</a:t>
            </a:r>
            <a:r>
              <a:rPr lang="en-US" altLang="zh-CN" sz="2800" b="1" i="1" dirty="0">
                <a:latin typeface="Times New Roman" panose="02020603050405020304" pitchFamily="18" charset="0"/>
              </a:rPr>
              <a:t>m</a:t>
            </a:r>
            <a:r>
              <a:rPr lang="en-US" altLang="zh-CN" sz="2800" b="1" i="1" baseline="-25000" dirty="0">
                <a:latin typeface="Times New Roman" panose="02020603050405020304" pitchFamily="18" charset="0"/>
              </a:rPr>
              <a:t>i</a:t>
            </a:r>
            <a:r>
              <a:rPr lang="zh-CN" altLang="en-US" sz="2800" b="1" i="1" dirty="0">
                <a:latin typeface="Times New Roman" panose="02020603050405020304" pitchFamily="18" charset="0"/>
              </a:rPr>
              <a:t>、</a:t>
            </a:r>
            <a:r>
              <a:rPr lang="en-US" altLang="zh-CN" sz="2800" b="1" i="1" dirty="0">
                <a:latin typeface="Times New Roman" panose="02020603050405020304" pitchFamily="18" charset="0"/>
              </a:rPr>
              <a:t>λ</a:t>
            </a:r>
            <a:r>
              <a:rPr lang="en-US" altLang="zh-CN" sz="2800" b="1" i="1" baseline="-25000" dirty="0">
                <a:latin typeface="Times New Roman" panose="02020603050405020304" pitchFamily="18" charset="0"/>
              </a:rPr>
              <a:t>i</a:t>
            </a:r>
            <a:r>
              <a:rPr lang="zh-CN" altLang="en-US" sz="2800" b="1" dirty="0">
                <a:latin typeface="Times New Roman" panose="02020603050405020304" pitchFamily="18" charset="0"/>
              </a:rPr>
              <a:t>和</a:t>
            </a:r>
            <a:r>
              <a:rPr lang="en-US" altLang="zh-CN" sz="2800" b="1" i="1" dirty="0">
                <a:latin typeface="Times New Roman" panose="02020603050405020304" pitchFamily="18" charset="0"/>
              </a:rPr>
              <a:t>μ</a:t>
            </a:r>
            <a:r>
              <a:rPr lang="en-US" altLang="zh-CN" sz="2800" b="1" i="1" baseline="-25000" dirty="0">
                <a:latin typeface="Times New Roman" panose="02020603050405020304" pitchFamily="18" charset="0"/>
              </a:rPr>
              <a:t>j</a:t>
            </a:r>
            <a:r>
              <a:rPr lang="en-US" altLang="zh-CN" sz="2800" b="1" dirty="0">
                <a:latin typeface="Times New Roman" panose="02020603050405020304" pitchFamily="18" charset="0"/>
              </a:rPr>
              <a:t>(</a:t>
            </a:r>
            <a:r>
              <a:rPr lang="en-US" altLang="zh-CN" sz="2800" b="1" i="1" dirty="0">
                <a:latin typeface="Times New Roman" panose="02020603050405020304" pitchFamily="18" charset="0"/>
              </a:rPr>
              <a:t>x</a:t>
            </a:r>
            <a:r>
              <a:rPr lang="en-US" altLang="zh-CN" sz="2800" b="1" i="1" baseline="-25000" dirty="0">
                <a:latin typeface="Times New Roman" panose="02020603050405020304" pitchFamily="18" charset="0"/>
              </a:rPr>
              <a:t>i</a:t>
            </a:r>
            <a:r>
              <a:rPr lang="en-US" altLang="zh-CN" sz="2800" b="1" dirty="0">
                <a:latin typeface="Times New Roman" panose="02020603050405020304" pitchFamily="18" charset="0"/>
              </a:rPr>
              <a:t>)</a:t>
            </a:r>
            <a:r>
              <a:rPr lang="zh-CN" altLang="en-US" sz="2800" b="1" dirty="0">
                <a:latin typeface="Times New Roman" panose="02020603050405020304" pitchFamily="18" charset="0"/>
              </a:rPr>
              <a:t>的梯度</a:t>
            </a:r>
            <a:r>
              <a:rPr lang="en-US" altLang="zh-CN" sz="2800" b="1" dirty="0">
                <a:latin typeface="Times New Roman" panose="02020603050405020304" pitchFamily="18" charset="0"/>
              </a:rPr>
              <a:t>(</a:t>
            </a:r>
            <a:r>
              <a:rPr lang="zh-CN" altLang="en-US" sz="2800" b="1" dirty="0">
                <a:latin typeface="Times New Roman" panose="02020603050405020304" pitchFamily="18" charset="0"/>
              </a:rPr>
              <a:t>或偏导</a:t>
            </a:r>
            <a:r>
              <a:rPr lang="en-US" altLang="zh-CN" sz="2800" b="1" dirty="0">
                <a:latin typeface="Times New Roman" panose="02020603050405020304" pitchFamily="18" charset="0"/>
              </a:rPr>
              <a:t>), </a:t>
            </a:r>
            <a:r>
              <a:rPr lang="zh-CN" altLang="en-US" sz="2800" b="1" dirty="0">
                <a:latin typeface="Times New Roman" panose="02020603050405020304" pitchFamily="18" charset="0"/>
              </a:rPr>
              <a:t>并置为</a:t>
            </a:r>
            <a:r>
              <a:rPr lang="en-US" altLang="zh-CN" sz="2800" b="1" dirty="0">
                <a:latin typeface="Times New Roman" panose="02020603050405020304" pitchFamily="18" charset="0"/>
              </a:rPr>
              <a:t>0, </a:t>
            </a:r>
            <a:r>
              <a:rPr lang="zh-CN" altLang="en-US" sz="2800" b="1" dirty="0">
                <a:latin typeface="Times New Roman" panose="02020603050405020304" pitchFamily="18" charset="0"/>
              </a:rPr>
              <a:t>可得必要条件</a:t>
            </a:r>
            <a:r>
              <a:rPr lang="en-US" altLang="zh-CN" sz="2800" b="1" dirty="0">
                <a:latin typeface="Times New Roman" panose="02020603050405020304" pitchFamily="18" charset="0"/>
              </a:rPr>
              <a:t>: </a:t>
            </a:r>
            <a:endParaRPr lang="en-US" altLang="zh-CN" sz="2800" b="1" dirty="0">
              <a:latin typeface="Times New Roman" panose="02020603050405020304" pitchFamily="18" charset="0"/>
            </a:endParaRPr>
          </a:p>
        </p:txBody>
      </p:sp>
      <p:graphicFrame>
        <p:nvGraphicFramePr>
          <p:cNvPr id="98311" name="Object 3"/>
          <p:cNvGraphicFramePr>
            <a:graphicFrameLocks noChangeAspect="1"/>
          </p:cNvGraphicFramePr>
          <p:nvPr/>
        </p:nvGraphicFramePr>
        <p:xfrm>
          <a:off x="973138" y="4051300"/>
          <a:ext cx="6388100" cy="1277938"/>
        </p:xfrm>
        <a:graphic>
          <a:graphicData uri="http://schemas.openxmlformats.org/presentationml/2006/ole">
            <mc:AlternateContent xmlns:mc="http://schemas.openxmlformats.org/markup-compatibility/2006">
              <mc:Choice xmlns:v="urn:schemas-microsoft-com:vml" Requires="v">
                <p:oleObj spid="_x0000_s3178" name="" r:id="rId3" imgW="4000500" imgH="800100" progId="Equation.DSMT4">
                  <p:embed/>
                </p:oleObj>
              </mc:Choice>
              <mc:Fallback>
                <p:oleObj name="" r:id="rId3" imgW="4000500" imgH="800100" progId="Equation.DSMT4">
                  <p:embed/>
                  <p:pic>
                    <p:nvPicPr>
                      <p:cNvPr id="0" name="图片 3177"/>
                      <p:cNvPicPr/>
                      <p:nvPr/>
                    </p:nvPicPr>
                    <p:blipFill>
                      <a:blip r:embed="rId4"/>
                      <a:stretch>
                        <a:fillRect/>
                      </a:stretch>
                    </p:blipFill>
                    <p:spPr>
                      <a:xfrm>
                        <a:off x="973138" y="4051300"/>
                        <a:ext cx="6388100" cy="1277938"/>
                      </a:xfrm>
                      <a:prstGeom prst="rect">
                        <a:avLst/>
                      </a:prstGeom>
                      <a:noFill/>
                      <a:ln w="38100">
                        <a:noFill/>
                        <a:miter/>
                      </a:ln>
                    </p:spPr>
                  </p:pic>
                </p:oleObj>
              </mc:Fallback>
            </mc:AlternateContent>
          </a:graphicData>
        </a:graphic>
      </p:graphicFrame>
      <p:sp>
        <p:nvSpPr>
          <p:cNvPr id="98312" name="Text Box 8"/>
          <p:cNvSpPr txBox="1"/>
          <p:nvPr/>
        </p:nvSpPr>
        <p:spPr>
          <a:xfrm>
            <a:off x="6904038" y="4371975"/>
            <a:ext cx="1511300" cy="457200"/>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华文新魏" panose="02010800040101010101" pitchFamily="2" charset="-122"/>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ea typeface="+mn-ea"/>
                <a:cs typeface="华文新魏" panose="02010800040101010101" pitchFamily="2" charset="-122"/>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ea typeface="+mn-ea"/>
                <a:cs typeface="华文新魏" panose="02010800040101010101" pitchFamily="2" charset="-122"/>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ea typeface="+mn-ea"/>
                <a:cs typeface="华文新魏" panose="02010800040101010101" pitchFamily="2" charset="-122"/>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ea typeface="+mn-ea"/>
                <a:cs typeface="华文新魏" panose="02010800040101010101" pitchFamily="2" charset="-122"/>
              </a:defRPr>
            </a:lvl5pPr>
          </a:lstStyle>
          <a:p>
            <a:pPr marL="0" lvl="0" indent="0" algn="r">
              <a:spcBef>
                <a:spcPct val="50000"/>
              </a:spcBef>
              <a:buClrTx/>
              <a:buSzTx/>
              <a:buFontTx/>
              <a:buNone/>
            </a:pPr>
            <a:r>
              <a:rPr lang="en-US" altLang="zh-CN" sz="2400" dirty="0">
                <a:latin typeface="Times New Roman" panose="02020603050405020304" pitchFamily="18" charset="0"/>
                <a:ea typeface="华文新魏" panose="02010800040101010101" pitchFamily="2" charset="-122"/>
              </a:rPr>
              <a:t>(5)</a:t>
            </a:r>
            <a:endParaRPr lang="en-US" altLang="zh-CN" sz="2400" dirty="0">
              <a:latin typeface="Times New Roman" panose="02020603050405020304" pitchFamily="18" charset="0"/>
              <a:ea typeface="华文新魏" panose="02010800040101010101" pitchFamily="2" charset="-122"/>
            </a:endParaRPr>
          </a:p>
        </p:txBody>
      </p:sp>
      <p:sp>
        <p:nvSpPr>
          <p:cNvPr id="10" name="Text Box 5"/>
          <p:cNvSpPr txBox="1"/>
          <p:nvPr/>
        </p:nvSpPr>
        <p:spPr>
          <a:xfrm>
            <a:off x="3224213" y="0"/>
            <a:ext cx="5919788" cy="706438"/>
          </a:xfrm>
          <a:prstGeom prst="rect">
            <a:avLst/>
          </a:prstGeom>
          <a:noFill/>
          <a:ln w="9525">
            <a:noFill/>
          </a:ln>
        </p:spPr>
        <p:txBody>
          <a:bodyPr>
            <a:spAutoFit/>
          </a:bodyPr>
          <a:lstStyle/>
          <a:p>
            <a:pPr marR="0" algn="ctr" defTabSz="914400" eaLnBrk="1" hangingPunct="1">
              <a:buClrTx/>
              <a:buSzTx/>
              <a:buFontTx/>
              <a:buNone/>
              <a:defRPr/>
            </a:pPr>
            <a:r>
              <a:rPr kumimoji="0" lang="en-US" altLang="zh-CN" sz="4000" b="1" kern="1200" cap="none" spc="0" normalizeH="0" baseline="0" noProof="1">
                <a:solidFill>
                  <a:srgbClr val="0000FF"/>
                </a:solidFill>
                <a:latin typeface="Arial" panose="020B0604020202020204" pitchFamily="34" charset="0"/>
                <a:ea typeface="宋体" panose="02010600030101010101" pitchFamily="2" charset="-122"/>
                <a:cs typeface="+mn-cs"/>
                <a:sym typeface="宋体" panose="02010600030101010101" pitchFamily="2" charset="-122"/>
              </a:rPr>
              <a:t>4.2.2 </a:t>
            </a:r>
            <a:r>
              <a:rPr kumimoji="1" lang="en-US" altLang="zh-CN" sz="4000" b="1" kern="0" cap="none" spc="0" normalizeH="0" baseline="0" noProof="0" dirty="0">
                <a:solidFill>
                  <a:srgbClr val="0000CC"/>
                </a:solidFill>
                <a:effectLst>
                  <a:outerShdw blurRad="38100" dist="38100" dir="2700000" algn="tl">
                    <a:srgbClr val="C0C0C0"/>
                  </a:outerShdw>
                </a:effectLst>
                <a:latin typeface="黑体" panose="02010609060101010101" pitchFamily="49" charset="-122"/>
                <a:ea typeface="黑体" panose="02010609060101010101" pitchFamily="49" charset="-122"/>
                <a:cs typeface="Times New Roman" panose="02020603050405020304" pitchFamily="18" charset="0"/>
                <a:sym typeface="+mn-ea"/>
              </a:rPr>
              <a:t> </a:t>
            </a:r>
            <a:r>
              <a:rPr kumimoji="0" lang="en-US" altLang="zh-CN" sz="4000" b="1" kern="1200" cap="none" spc="0" normalizeH="0" baseline="0" noProof="1">
                <a:solidFill>
                  <a:srgbClr val="0000FF"/>
                </a:solidFill>
                <a:latin typeface="Arial" panose="020B0604020202020204" pitchFamily="34" charset="0"/>
                <a:ea typeface="宋体" panose="02010600030101010101" pitchFamily="2" charset="-122"/>
                <a:cs typeface="+mn-cs"/>
                <a:sym typeface="+mn-ea"/>
              </a:rPr>
              <a:t>模糊聚类</a:t>
            </a:r>
            <a:r>
              <a:rPr kumimoji="0" lang="en-US" altLang="zh-CN" sz="4000" b="1" kern="1200" cap="none" spc="0" normalizeH="0" baseline="0" noProof="1">
                <a:solidFill>
                  <a:srgbClr val="0000FF"/>
                </a:solidFill>
                <a:latin typeface="Arial" panose="020B0604020202020204" pitchFamily="34" charset="0"/>
                <a:ea typeface="宋体" panose="02010600030101010101" pitchFamily="2" charset="-122"/>
                <a:cs typeface="+mn-cs"/>
                <a:sym typeface="宋体" panose="02010600030101010101" pitchFamily="2" charset="-122"/>
              </a:rPr>
              <a:t>算法</a:t>
            </a:r>
            <a:endParaRPr kumimoji="0" lang="en-US" altLang="zh-CN" sz="4000" b="1" kern="1200" cap="none" spc="0" normalizeH="0" baseline="0" noProof="1">
              <a:solidFill>
                <a:srgbClr val="0000FF"/>
              </a:solidFill>
              <a:latin typeface="Arial" panose="020B0604020202020204" pitchFamily="34" charset="0"/>
              <a:ea typeface="宋体" panose="02010600030101010101" pitchFamily="2" charset="-122"/>
              <a:cs typeface="+mn-cs"/>
              <a:sym typeface="宋体" panose="02010600030101010101" pitchFamily="2" charset="-122"/>
            </a:endParaRPr>
          </a:p>
        </p:txBody>
      </p:sp>
    </p:spTree>
  </p:cSld>
  <p:clrMapOvr>
    <a:masterClrMapping/>
  </p:clrMapOvr>
  <p:transition/>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9330" name="Text Box 6"/>
          <p:cNvSpPr txBox="1"/>
          <p:nvPr/>
        </p:nvSpPr>
        <p:spPr>
          <a:xfrm>
            <a:off x="1908175" y="836613"/>
            <a:ext cx="5557838" cy="646112"/>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华文新魏" panose="02010800040101010101" pitchFamily="2" charset="-122"/>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ea typeface="+mn-ea"/>
                <a:cs typeface="华文新魏" panose="02010800040101010101" pitchFamily="2" charset="-122"/>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ea typeface="+mn-ea"/>
                <a:cs typeface="华文新魏" panose="02010800040101010101" pitchFamily="2" charset="-122"/>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ea typeface="+mn-ea"/>
                <a:cs typeface="华文新魏" panose="02010800040101010101" pitchFamily="2" charset="-122"/>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ea typeface="+mn-ea"/>
                <a:cs typeface="华文新魏" panose="02010800040101010101" pitchFamily="2" charset="-122"/>
              </a:defRPr>
            </a:lvl5pPr>
          </a:lstStyle>
          <a:p>
            <a:pPr marL="0" lvl="0" indent="0">
              <a:spcBef>
                <a:spcPct val="0"/>
              </a:spcBef>
              <a:buClrTx/>
              <a:buSzTx/>
              <a:buFontTx/>
              <a:buNone/>
            </a:pPr>
            <a:r>
              <a:rPr lang="zh-CN" altLang="en-US" sz="3600" b="1" dirty="0">
                <a:solidFill>
                  <a:srgbClr val="0000FF"/>
                </a:solidFill>
                <a:latin typeface="Times New Roman" panose="02020603050405020304" pitchFamily="18" charset="0"/>
                <a:ea typeface="黑体" panose="02010609060101010101" pitchFamily="49" charset="-122"/>
              </a:rPr>
              <a:t>模糊</a:t>
            </a:r>
            <a:r>
              <a:rPr lang="en-US" altLang="zh-CN" sz="3600" b="1" i="1" dirty="0">
                <a:solidFill>
                  <a:srgbClr val="0000FF"/>
                </a:solidFill>
                <a:latin typeface="Times New Roman" panose="02020603050405020304" pitchFamily="18" charset="0"/>
                <a:ea typeface="黑体" panose="02010609060101010101" pitchFamily="49" charset="-122"/>
              </a:rPr>
              <a:t>C</a:t>
            </a:r>
            <a:r>
              <a:rPr lang="zh-CN" altLang="en-US" sz="3600" b="1" dirty="0">
                <a:solidFill>
                  <a:srgbClr val="0000FF"/>
                </a:solidFill>
                <a:latin typeface="Times New Roman" panose="02020603050405020304" pitchFamily="18" charset="0"/>
                <a:ea typeface="黑体" panose="02010609060101010101" pitchFamily="49" charset="-122"/>
              </a:rPr>
              <a:t>均值</a:t>
            </a:r>
            <a:r>
              <a:rPr lang="en-US" altLang="zh-CN" sz="3600" b="1" dirty="0">
                <a:solidFill>
                  <a:srgbClr val="0000FF"/>
                </a:solidFill>
                <a:latin typeface="Times New Roman" panose="02020603050405020304" pitchFamily="18" charset="0"/>
                <a:ea typeface="黑体" panose="02010609060101010101" pitchFamily="49" charset="-122"/>
              </a:rPr>
              <a:t>(FCM)</a:t>
            </a:r>
            <a:r>
              <a:rPr lang="zh-CN" altLang="en-US" sz="3600" b="1" dirty="0">
                <a:solidFill>
                  <a:srgbClr val="0000FF"/>
                </a:solidFill>
                <a:latin typeface="Times New Roman" panose="02020603050405020304" pitchFamily="18" charset="0"/>
                <a:ea typeface="黑体" panose="02010609060101010101" pitchFamily="49" charset="-122"/>
              </a:rPr>
              <a:t>算法步骤</a:t>
            </a:r>
            <a:endParaRPr lang="zh-CN" altLang="en-US" sz="3600" b="1" dirty="0">
              <a:solidFill>
                <a:srgbClr val="0000FF"/>
              </a:solidFill>
              <a:latin typeface="Times New Roman" panose="02020603050405020304" pitchFamily="18" charset="0"/>
              <a:ea typeface="黑体" panose="02010609060101010101" pitchFamily="49" charset="-122"/>
            </a:endParaRPr>
          </a:p>
        </p:txBody>
      </p:sp>
      <p:sp>
        <p:nvSpPr>
          <p:cNvPr id="4" name="矩形 3"/>
          <p:cNvSpPr/>
          <p:nvPr/>
        </p:nvSpPr>
        <p:spPr>
          <a:xfrm>
            <a:off x="827088" y="1628775"/>
            <a:ext cx="7561263" cy="4933950"/>
          </a:xfrm>
          <a:prstGeom prst="rect">
            <a:avLst/>
          </a:prstGeom>
        </p:spPr>
        <p:txBody>
          <a:bodyPr>
            <a:spAutoFit/>
          </a:bodyPr>
          <a:lstStyle/>
          <a:p>
            <a:pPr marL="1151890" marR="0" lvl="0" indent="-1800225" algn="just" defTabSz="914400" rtl="0" eaLnBrk="0" fontAlgn="base" latinLnBrk="0" hangingPunct="0">
              <a:lnSpc>
                <a:spcPct val="110000"/>
              </a:lnSpc>
              <a:spcBef>
                <a:spcPct val="0"/>
              </a:spcBef>
              <a:spcAft>
                <a:spcPct val="0"/>
              </a:spcAft>
              <a:buClrTx/>
              <a:buSzTx/>
              <a:buFontTx/>
              <a:buNone/>
              <a:defRPr/>
            </a:pPr>
            <a:r>
              <a:rPr kumimoji="1" lang="en-US" altLang="zh-CN" sz="2600" b="1" i="0" u="none" strike="noStrike" kern="1200" cap="none" spc="0" normalizeH="0" baseline="0" noProof="0" dirty="0">
                <a:ln>
                  <a:noFill/>
                </a:ln>
                <a:solidFill>
                  <a:srgbClr val="0000FF"/>
                </a:solidFill>
                <a:effectLst/>
                <a:uLnTx/>
                <a:uFillTx/>
                <a:latin typeface="Times New Roman" panose="02020603050405020304" pitchFamily="18" charset="0"/>
                <a:ea typeface="宋体" panose="02010600030101010101" pitchFamily="2" charset="-122"/>
                <a:cs typeface="+mn-cs"/>
              </a:rPr>
              <a:t>Step1</a:t>
            </a:r>
            <a:r>
              <a:rPr kumimoji="1" lang="zh-CN" altLang="en-US" sz="2600" b="1"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rPr>
              <a:t>：设定聚类数目</a:t>
            </a:r>
            <a:r>
              <a:rPr kumimoji="1" lang="en-US" altLang="zh-CN" sz="2600" b="1" i="1"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rPr>
              <a:t>C</a:t>
            </a:r>
            <a:r>
              <a:rPr kumimoji="1" lang="zh-CN" altLang="en-US" sz="2600" b="1" i="1"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rPr>
              <a:t>、</a:t>
            </a:r>
            <a:r>
              <a:rPr kumimoji="1" lang="zh-CN" altLang="en-US" sz="2600" b="1"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rPr>
              <a:t>参数</a:t>
            </a:r>
            <a:r>
              <a:rPr kumimoji="1" lang="en-US" altLang="zh-CN" sz="2600" b="1" i="1"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rPr>
              <a:t>b</a:t>
            </a:r>
            <a:r>
              <a:rPr kumimoji="1" lang="zh-CN" altLang="en-US" sz="2600" b="1"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rPr>
              <a:t>和一个适当的小数</a:t>
            </a:r>
            <a:r>
              <a:rPr kumimoji="1" lang="en-US" altLang="zh-CN" sz="2600" b="1" i="1"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rPr>
              <a:t>ε</a:t>
            </a:r>
            <a:r>
              <a:rPr kumimoji="1" lang="en-US" altLang="zh-CN" sz="2600" b="1"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rPr>
              <a:t>&gt;0, </a:t>
            </a:r>
            <a:r>
              <a:rPr kumimoji="1" lang="zh-CN" altLang="en-US" sz="2600" b="1"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rPr>
              <a:t>通常取</a:t>
            </a:r>
            <a:r>
              <a:rPr kumimoji="1" lang="en-US" altLang="zh-CN" sz="2600" b="1"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rPr>
              <a:t>1&lt;</a:t>
            </a:r>
            <a:r>
              <a:rPr kumimoji="1" lang="en-US" altLang="zh-CN" sz="2600" b="1" i="1"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rPr>
              <a:t>b</a:t>
            </a:r>
            <a:r>
              <a:rPr kumimoji="1" lang="en-US" altLang="zh-CN" sz="2600" b="1"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rPr>
              <a:t>≤5</a:t>
            </a:r>
            <a:r>
              <a:rPr kumimoji="1" lang="zh-CN" altLang="en-US" sz="2600" b="1"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rPr>
              <a:t>。</a:t>
            </a:r>
            <a:endParaRPr kumimoji="1" lang="en-US" altLang="zh-CN" sz="2600" b="1"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endParaRPr>
          </a:p>
          <a:p>
            <a:pPr marL="1151890" marR="0" lvl="0" indent="-1800225" algn="just" defTabSz="914400" rtl="0" eaLnBrk="0" fontAlgn="base" latinLnBrk="0" hangingPunct="0">
              <a:lnSpc>
                <a:spcPct val="110000"/>
              </a:lnSpc>
              <a:spcBef>
                <a:spcPct val="0"/>
              </a:spcBef>
              <a:spcAft>
                <a:spcPct val="0"/>
              </a:spcAft>
              <a:buClrTx/>
              <a:buSzTx/>
              <a:buFontTx/>
              <a:buNone/>
              <a:defRPr/>
            </a:pPr>
            <a:r>
              <a:rPr kumimoji="1" lang="en-US" altLang="zh-CN" sz="2600" b="1" i="0" u="none" strike="noStrike" kern="1200" cap="none" spc="0" normalizeH="0" baseline="0" noProof="0" dirty="0">
                <a:ln>
                  <a:noFill/>
                </a:ln>
                <a:solidFill>
                  <a:srgbClr val="0000FF"/>
                </a:solidFill>
                <a:effectLst/>
                <a:uLnTx/>
                <a:uFillTx/>
                <a:latin typeface="Times New Roman" panose="02020603050405020304" pitchFamily="18" charset="0"/>
                <a:ea typeface="宋体" panose="02010600030101010101" pitchFamily="2" charset="-122"/>
                <a:cs typeface="+mn-cs"/>
              </a:rPr>
              <a:t>Step2</a:t>
            </a:r>
            <a:r>
              <a:rPr kumimoji="1" lang="zh-CN" altLang="en-US" sz="2600" b="1"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rPr>
              <a:t>：</a:t>
            </a:r>
            <a:r>
              <a:rPr kumimoji="1" lang="zh-CN" altLang="en-US" sz="2600" b="1" i="0" u="none" strike="noStrike" kern="120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cs typeface="+mn-cs"/>
              </a:rPr>
              <a:t>初始化</a:t>
            </a:r>
            <a:r>
              <a:rPr kumimoji="1" lang="zh-CN" altLang="en-US" sz="2600" b="1"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rPr>
              <a:t>各个聚类中心 </a:t>
            </a:r>
            <a:r>
              <a:rPr kumimoji="1" lang="en-US" altLang="zh-CN" sz="2600" b="1" i="1"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rPr>
              <a:t>m</a:t>
            </a:r>
            <a:r>
              <a:rPr kumimoji="1" lang="en-US" altLang="zh-CN" sz="2600" b="1" i="1" u="none" strike="noStrike" kern="1200" cap="none" spc="0" normalizeH="0" baseline="30000" noProof="0" dirty="0">
                <a:ln>
                  <a:noFill/>
                </a:ln>
                <a:solidFill>
                  <a:schemeClr val="tx1"/>
                </a:solidFill>
                <a:effectLst/>
                <a:uLnTx/>
                <a:uFillTx/>
                <a:latin typeface="Times New Roman" panose="02020603050405020304" pitchFamily="18" charset="0"/>
                <a:ea typeface="宋体" panose="02010600030101010101" pitchFamily="2" charset="-122"/>
                <a:cs typeface="+mn-cs"/>
              </a:rPr>
              <a:t>(s)</a:t>
            </a:r>
            <a:r>
              <a:rPr kumimoji="1" lang="en-US" altLang="zh-CN" sz="2600" b="1" i="1" u="none" strike="noStrike" kern="1200" cap="none" spc="0" normalizeH="0" baseline="-25000" noProof="0" dirty="0">
                <a:ln>
                  <a:noFill/>
                </a:ln>
                <a:solidFill>
                  <a:schemeClr val="tx1"/>
                </a:solidFill>
                <a:effectLst/>
                <a:uLnTx/>
                <a:uFillTx/>
                <a:latin typeface="Times New Roman" panose="02020603050405020304" pitchFamily="18" charset="0"/>
                <a:ea typeface="宋体" panose="02010600030101010101" pitchFamily="2" charset="-122"/>
                <a:cs typeface="+mn-cs"/>
              </a:rPr>
              <a:t> </a:t>
            </a:r>
            <a:r>
              <a:rPr kumimoji="1" lang="zh-CN" altLang="en-US" sz="2600" b="1"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rPr>
              <a:t>，迭代次数</a:t>
            </a:r>
            <a:r>
              <a:rPr kumimoji="1" lang="en-US" altLang="zh-CN" sz="2600" b="1" i="1"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rPr>
              <a:t>s</a:t>
            </a:r>
            <a:r>
              <a:rPr kumimoji="1" lang="en-US" altLang="zh-CN" sz="2600" b="1"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rPr>
              <a:t>=0</a:t>
            </a:r>
            <a:r>
              <a:rPr kumimoji="1" lang="zh-CN" altLang="en-US" sz="2600" b="1"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rPr>
              <a:t>。</a:t>
            </a:r>
            <a:endParaRPr kumimoji="1" lang="en-US" altLang="zh-CN" sz="2600" b="1"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endParaRPr>
          </a:p>
          <a:p>
            <a:pPr marL="1151890" marR="0" lvl="0" indent="-1800225" algn="just" defTabSz="914400" rtl="0" eaLnBrk="0" fontAlgn="base" latinLnBrk="0" hangingPunct="0">
              <a:lnSpc>
                <a:spcPct val="110000"/>
              </a:lnSpc>
              <a:spcBef>
                <a:spcPct val="0"/>
              </a:spcBef>
              <a:spcAft>
                <a:spcPct val="0"/>
              </a:spcAft>
              <a:buClrTx/>
              <a:buSzTx/>
              <a:buFontTx/>
              <a:buNone/>
              <a:defRPr/>
            </a:pPr>
            <a:r>
              <a:rPr kumimoji="1" lang="en-US" altLang="zh-CN" sz="2600" b="1" i="0" u="none" strike="noStrike" kern="1200" cap="none" spc="0" normalizeH="0" baseline="0" noProof="0" dirty="0">
                <a:ln>
                  <a:noFill/>
                </a:ln>
                <a:solidFill>
                  <a:srgbClr val="0000FF"/>
                </a:solidFill>
                <a:effectLst/>
                <a:uLnTx/>
                <a:uFillTx/>
                <a:latin typeface="Times New Roman" panose="02020603050405020304" pitchFamily="18" charset="0"/>
                <a:ea typeface="宋体" panose="02010600030101010101" pitchFamily="2" charset="-122"/>
                <a:cs typeface="+mn-cs"/>
              </a:rPr>
              <a:t>Step3</a:t>
            </a:r>
            <a:r>
              <a:rPr kumimoji="1" lang="zh-CN" altLang="en-US" sz="2600" b="1"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rPr>
              <a:t>：根据式</a:t>
            </a:r>
            <a:r>
              <a:rPr kumimoji="1" lang="en-US" altLang="zh-CN" sz="2600" b="1"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rPr>
              <a:t>(5)</a:t>
            </a:r>
            <a:r>
              <a:rPr kumimoji="1" lang="zh-CN" altLang="en-US" sz="2600" b="1" i="0" u="none" strike="noStrike" kern="120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cs typeface="+mn-cs"/>
              </a:rPr>
              <a:t>更新隶属度函数</a:t>
            </a:r>
            <a:r>
              <a:rPr kumimoji="1" lang="zh-CN" altLang="en-US" sz="2600" b="1"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rPr>
              <a:t>；</a:t>
            </a:r>
            <a:endParaRPr kumimoji="1" lang="en-US" altLang="zh-CN" sz="2600" b="1"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endParaRPr>
          </a:p>
          <a:p>
            <a:pPr marL="1151890" marR="0" lvl="0" indent="-1800225" algn="just" defTabSz="914400" rtl="0" eaLnBrk="0" fontAlgn="base" latinLnBrk="0" hangingPunct="0">
              <a:lnSpc>
                <a:spcPct val="110000"/>
              </a:lnSpc>
              <a:spcBef>
                <a:spcPct val="0"/>
              </a:spcBef>
              <a:spcAft>
                <a:spcPct val="0"/>
              </a:spcAft>
              <a:buClrTx/>
              <a:buSzTx/>
              <a:buFontTx/>
              <a:buNone/>
              <a:defRPr/>
            </a:pPr>
            <a:endParaRPr kumimoji="1" lang="en-US" altLang="zh-CN" sz="2600" b="1"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endParaRPr>
          </a:p>
          <a:p>
            <a:pPr marL="1151890" marR="0" lvl="0" indent="-1800225" algn="just" defTabSz="914400" rtl="0" eaLnBrk="0" fontAlgn="base" latinLnBrk="0" hangingPunct="0">
              <a:lnSpc>
                <a:spcPct val="110000"/>
              </a:lnSpc>
              <a:spcBef>
                <a:spcPct val="0"/>
              </a:spcBef>
              <a:spcAft>
                <a:spcPct val="0"/>
              </a:spcAft>
              <a:buClrTx/>
              <a:buSzTx/>
              <a:buFontTx/>
              <a:buNone/>
              <a:defRPr/>
            </a:pPr>
            <a:endParaRPr kumimoji="1" lang="en-US" altLang="zh-CN" sz="2600" b="1"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endParaRPr>
          </a:p>
          <a:p>
            <a:pPr marL="1151890" marR="0" lvl="0" indent="-1800225" algn="just" defTabSz="914400" rtl="0" eaLnBrk="0" fontAlgn="base" latinLnBrk="0" hangingPunct="0">
              <a:lnSpc>
                <a:spcPct val="110000"/>
              </a:lnSpc>
              <a:spcBef>
                <a:spcPct val="0"/>
              </a:spcBef>
              <a:spcAft>
                <a:spcPct val="0"/>
              </a:spcAft>
              <a:buClrTx/>
              <a:buSzTx/>
              <a:buFontTx/>
              <a:buNone/>
              <a:defRPr/>
            </a:pPr>
            <a:endParaRPr kumimoji="1" lang="en-US" altLang="zh-CN" sz="2600" b="1"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endParaRPr>
          </a:p>
          <a:p>
            <a:pPr marL="1151890" marR="0" lvl="0" indent="-1800225" algn="just" defTabSz="914400" rtl="0" eaLnBrk="0" fontAlgn="base" latinLnBrk="0" hangingPunct="0">
              <a:lnSpc>
                <a:spcPct val="110000"/>
              </a:lnSpc>
              <a:spcBef>
                <a:spcPct val="0"/>
              </a:spcBef>
              <a:spcAft>
                <a:spcPct val="0"/>
              </a:spcAft>
              <a:buClrTx/>
              <a:buSzTx/>
              <a:buFontTx/>
              <a:buNone/>
              <a:defRPr/>
            </a:pPr>
            <a:r>
              <a:rPr kumimoji="1" lang="en-US" altLang="zh-CN" sz="2600" b="1" i="0" u="none" strike="noStrike" kern="1200" cap="none" spc="0" normalizeH="0" baseline="0" noProof="0" dirty="0">
                <a:ln>
                  <a:noFill/>
                </a:ln>
                <a:solidFill>
                  <a:srgbClr val="0000FF"/>
                </a:solidFill>
                <a:effectLst/>
                <a:uLnTx/>
                <a:uFillTx/>
                <a:latin typeface="Times New Roman" panose="02020603050405020304" pitchFamily="18" charset="0"/>
                <a:ea typeface="宋体" panose="02010600030101010101" pitchFamily="2" charset="-122"/>
                <a:cs typeface="+mn-cs"/>
              </a:rPr>
              <a:t>Step4</a:t>
            </a:r>
            <a:r>
              <a:rPr kumimoji="1" lang="zh-CN" altLang="en-US" sz="2600" b="1"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rPr>
              <a:t>：根据式</a:t>
            </a:r>
            <a:r>
              <a:rPr kumimoji="1" lang="en-US" altLang="zh-CN" sz="2600" b="1"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rPr>
              <a:t>(4)</a:t>
            </a:r>
            <a:r>
              <a:rPr kumimoji="1" lang="zh-CN" altLang="en-US" sz="2600" b="1" i="0" u="none" strike="noStrike" kern="120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cs typeface="+mn-cs"/>
              </a:rPr>
              <a:t>更新聚类中心</a:t>
            </a:r>
            <a:r>
              <a:rPr kumimoji="1" lang="en-US" altLang="zh-CN" sz="2600" b="1" i="1"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rPr>
              <a:t>m</a:t>
            </a:r>
            <a:r>
              <a:rPr kumimoji="1" lang="en-US" altLang="zh-CN" sz="2600" b="1" i="1" u="none" strike="noStrike" kern="1200" cap="none" spc="0" normalizeH="0" baseline="30000" noProof="0" dirty="0">
                <a:ln>
                  <a:noFill/>
                </a:ln>
                <a:solidFill>
                  <a:schemeClr val="tx1"/>
                </a:solidFill>
                <a:effectLst/>
                <a:uLnTx/>
                <a:uFillTx/>
                <a:latin typeface="Times New Roman" panose="02020603050405020304" pitchFamily="18" charset="0"/>
                <a:ea typeface="宋体" panose="02010600030101010101" pitchFamily="2" charset="-122"/>
                <a:cs typeface="+mn-cs"/>
              </a:rPr>
              <a:t>(s+1) </a:t>
            </a:r>
            <a:r>
              <a:rPr kumimoji="1" lang="zh-CN" altLang="en-US" sz="2600" b="1"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rPr>
              <a:t>；</a:t>
            </a:r>
            <a:endParaRPr kumimoji="1" lang="en-US" altLang="zh-CN" sz="2600" b="1"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endParaRPr>
          </a:p>
          <a:p>
            <a:pPr marL="1259840" marR="0" lvl="0" indent="-1800225" algn="just" defTabSz="914400" rtl="0" eaLnBrk="0" fontAlgn="base" latinLnBrk="0" hangingPunct="0">
              <a:lnSpc>
                <a:spcPct val="110000"/>
              </a:lnSpc>
              <a:spcBef>
                <a:spcPct val="0"/>
              </a:spcBef>
              <a:spcAft>
                <a:spcPct val="0"/>
              </a:spcAft>
              <a:buClrTx/>
              <a:buSzTx/>
              <a:buFontTx/>
              <a:buNone/>
              <a:defRPr/>
            </a:pPr>
            <a:endParaRPr kumimoji="1" lang="en-US" altLang="zh-CN" sz="2600" b="1"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endParaRPr>
          </a:p>
          <a:p>
            <a:pPr marL="1259840" marR="0" lvl="0" indent="-1800225" algn="just" defTabSz="914400" rtl="0" eaLnBrk="0" fontAlgn="base" latinLnBrk="0" hangingPunct="0">
              <a:lnSpc>
                <a:spcPct val="110000"/>
              </a:lnSpc>
              <a:spcBef>
                <a:spcPct val="0"/>
              </a:spcBef>
              <a:spcAft>
                <a:spcPct val="0"/>
              </a:spcAft>
              <a:buClrTx/>
              <a:buSzTx/>
              <a:buFontTx/>
              <a:buNone/>
              <a:defRPr/>
            </a:pPr>
            <a:r>
              <a:rPr kumimoji="1" lang="en-US" altLang="zh-CN" sz="2600" b="1"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rPr>
              <a:t></a:t>
            </a:r>
            <a:endParaRPr kumimoji="1" lang="en-US" altLang="zh-CN" sz="2600" b="1"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endParaRPr>
          </a:p>
          <a:p>
            <a:pPr marL="1259840" marR="0" lvl="0" indent="-1800225" algn="just" defTabSz="914400" rtl="0" eaLnBrk="0" fontAlgn="base" latinLnBrk="0" hangingPunct="0">
              <a:lnSpc>
                <a:spcPct val="110000"/>
              </a:lnSpc>
              <a:spcBef>
                <a:spcPct val="0"/>
              </a:spcBef>
              <a:spcAft>
                <a:spcPct val="0"/>
              </a:spcAft>
              <a:buClrTx/>
              <a:buSzTx/>
              <a:buFontTx/>
              <a:buNone/>
              <a:defRPr/>
            </a:pPr>
            <a:r>
              <a:rPr kumimoji="1" lang="zh-CN" altLang="en-US" sz="2600" b="1"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rPr>
              <a:t> </a:t>
            </a:r>
            <a:endParaRPr kumimoji="1" lang="zh-CN" altLang="en-US" sz="2600" b="1"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graphicFrame>
        <p:nvGraphicFramePr>
          <p:cNvPr id="99332" name="Object 3"/>
          <p:cNvGraphicFramePr>
            <a:graphicFrameLocks noChangeAspect="1"/>
          </p:cNvGraphicFramePr>
          <p:nvPr/>
        </p:nvGraphicFramePr>
        <p:xfrm>
          <a:off x="2051050" y="3429000"/>
          <a:ext cx="4238625" cy="1277938"/>
        </p:xfrm>
        <a:graphic>
          <a:graphicData uri="http://schemas.openxmlformats.org/presentationml/2006/ole">
            <mc:AlternateContent xmlns:mc="http://schemas.openxmlformats.org/markup-compatibility/2006">
              <mc:Choice xmlns:v="urn:schemas-microsoft-com:vml" Requires="v">
                <p:oleObj spid="_x0000_s3174" name="" r:id="rId1" imgW="2654300" imgH="800100" progId="Equation.DSMT4">
                  <p:embed/>
                </p:oleObj>
              </mc:Choice>
              <mc:Fallback>
                <p:oleObj name="" r:id="rId1" imgW="2654300" imgH="800100" progId="Equation.DSMT4">
                  <p:embed/>
                  <p:pic>
                    <p:nvPicPr>
                      <p:cNvPr id="0" name="图片 3173"/>
                      <p:cNvPicPr/>
                      <p:nvPr/>
                    </p:nvPicPr>
                    <p:blipFill>
                      <a:blip r:embed="rId2"/>
                      <a:stretch>
                        <a:fillRect/>
                      </a:stretch>
                    </p:blipFill>
                    <p:spPr>
                      <a:xfrm>
                        <a:off x="2051050" y="3429000"/>
                        <a:ext cx="4238625" cy="1277938"/>
                      </a:xfrm>
                      <a:prstGeom prst="rect">
                        <a:avLst/>
                      </a:prstGeom>
                      <a:noFill/>
                      <a:ln w="38100">
                        <a:noFill/>
                        <a:miter/>
                      </a:ln>
                    </p:spPr>
                  </p:pic>
                </p:oleObj>
              </mc:Fallback>
            </mc:AlternateContent>
          </a:graphicData>
        </a:graphic>
      </p:graphicFrame>
      <p:sp>
        <p:nvSpPr>
          <p:cNvPr id="99333" name="Text Box 8"/>
          <p:cNvSpPr txBox="1"/>
          <p:nvPr/>
        </p:nvSpPr>
        <p:spPr>
          <a:xfrm>
            <a:off x="6948488" y="3933825"/>
            <a:ext cx="1511300" cy="457200"/>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华文新魏" panose="02010800040101010101" pitchFamily="2" charset="-122"/>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ea typeface="+mn-ea"/>
                <a:cs typeface="华文新魏" panose="02010800040101010101" pitchFamily="2" charset="-122"/>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ea typeface="+mn-ea"/>
                <a:cs typeface="华文新魏" panose="02010800040101010101" pitchFamily="2" charset="-122"/>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ea typeface="+mn-ea"/>
                <a:cs typeface="华文新魏" panose="02010800040101010101" pitchFamily="2" charset="-122"/>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ea typeface="+mn-ea"/>
                <a:cs typeface="华文新魏" panose="02010800040101010101" pitchFamily="2" charset="-122"/>
              </a:defRPr>
            </a:lvl5pPr>
          </a:lstStyle>
          <a:p>
            <a:pPr marL="0" lvl="0" indent="0" algn="r">
              <a:spcBef>
                <a:spcPct val="50000"/>
              </a:spcBef>
              <a:buClrTx/>
              <a:buSzTx/>
              <a:buFontTx/>
              <a:buNone/>
            </a:pPr>
            <a:r>
              <a:rPr lang="en-US" altLang="zh-CN" sz="2400" dirty="0">
                <a:latin typeface="Times New Roman" panose="02020603050405020304" pitchFamily="18" charset="0"/>
                <a:ea typeface="华文新魏" panose="02010800040101010101" pitchFamily="2" charset="-122"/>
              </a:rPr>
              <a:t>(5)</a:t>
            </a:r>
            <a:endParaRPr lang="en-US" altLang="zh-CN" sz="2400" dirty="0">
              <a:latin typeface="Times New Roman" panose="02020603050405020304" pitchFamily="18" charset="0"/>
              <a:ea typeface="华文新魏" panose="02010800040101010101" pitchFamily="2" charset="-122"/>
            </a:endParaRPr>
          </a:p>
        </p:txBody>
      </p:sp>
      <p:graphicFrame>
        <p:nvGraphicFramePr>
          <p:cNvPr id="99334" name="Object 3"/>
          <p:cNvGraphicFramePr>
            <a:graphicFrameLocks noChangeAspect="1"/>
          </p:cNvGraphicFramePr>
          <p:nvPr/>
        </p:nvGraphicFramePr>
        <p:xfrm>
          <a:off x="5867400" y="2987675"/>
          <a:ext cx="1368425" cy="441325"/>
        </p:xfrm>
        <a:graphic>
          <a:graphicData uri="http://schemas.openxmlformats.org/presentationml/2006/ole">
            <mc:AlternateContent xmlns:mc="http://schemas.openxmlformats.org/markup-compatibility/2006">
              <mc:Choice xmlns:v="urn:schemas-microsoft-com:vml" Requires="v">
                <p:oleObj spid="_x0000_s3177" name="" r:id="rId3" imgW="786765" imgH="254000" progId="Equation.DSMT4">
                  <p:embed/>
                </p:oleObj>
              </mc:Choice>
              <mc:Fallback>
                <p:oleObj name="" r:id="rId3" imgW="786765" imgH="254000" progId="Equation.DSMT4">
                  <p:embed/>
                  <p:pic>
                    <p:nvPicPr>
                      <p:cNvPr id="0" name="图片 3176"/>
                      <p:cNvPicPr/>
                      <p:nvPr/>
                    </p:nvPicPr>
                    <p:blipFill>
                      <a:blip r:embed="rId4"/>
                      <a:stretch>
                        <a:fillRect/>
                      </a:stretch>
                    </p:blipFill>
                    <p:spPr>
                      <a:xfrm>
                        <a:off x="5867400" y="2987675"/>
                        <a:ext cx="1368425" cy="441325"/>
                      </a:xfrm>
                      <a:prstGeom prst="rect">
                        <a:avLst/>
                      </a:prstGeom>
                      <a:noFill/>
                      <a:ln w="38100">
                        <a:noFill/>
                        <a:miter/>
                      </a:ln>
                    </p:spPr>
                  </p:pic>
                </p:oleObj>
              </mc:Fallback>
            </mc:AlternateContent>
          </a:graphicData>
        </a:graphic>
      </p:graphicFrame>
      <p:graphicFrame>
        <p:nvGraphicFramePr>
          <p:cNvPr id="99335" name="Object 7"/>
          <p:cNvGraphicFramePr>
            <a:graphicFrameLocks noChangeAspect="1"/>
          </p:cNvGraphicFramePr>
          <p:nvPr/>
        </p:nvGraphicFramePr>
        <p:xfrm>
          <a:off x="2124075" y="5157788"/>
          <a:ext cx="2679700" cy="1512887"/>
        </p:xfrm>
        <a:graphic>
          <a:graphicData uri="http://schemas.openxmlformats.org/presentationml/2006/ole">
            <mc:AlternateContent xmlns:mc="http://schemas.openxmlformats.org/markup-compatibility/2006">
              <mc:Choice xmlns:v="urn:schemas-microsoft-com:vml" Requires="v">
                <p:oleObj spid="_x0000_s3175" name="" r:id="rId5" imgW="1485900" imgH="838200" progId="Equation.DSMT4">
                  <p:embed/>
                </p:oleObj>
              </mc:Choice>
              <mc:Fallback>
                <p:oleObj name="" r:id="rId5" imgW="1485900" imgH="838200" progId="Equation.DSMT4">
                  <p:embed/>
                  <p:pic>
                    <p:nvPicPr>
                      <p:cNvPr id="0" name="图片 3174"/>
                      <p:cNvPicPr/>
                      <p:nvPr/>
                    </p:nvPicPr>
                    <p:blipFill>
                      <a:blip r:embed="rId6"/>
                      <a:stretch>
                        <a:fillRect/>
                      </a:stretch>
                    </p:blipFill>
                    <p:spPr>
                      <a:xfrm>
                        <a:off x="2124075" y="5157788"/>
                        <a:ext cx="2679700" cy="1512887"/>
                      </a:xfrm>
                      <a:prstGeom prst="rect">
                        <a:avLst/>
                      </a:prstGeom>
                      <a:noFill/>
                      <a:ln w="38100">
                        <a:noFill/>
                        <a:miter/>
                      </a:ln>
                    </p:spPr>
                  </p:pic>
                </p:oleObj>
              </mc:Fallback>
            </mc:AlternateContent>
          </a:graphicData>
        </a:graphic>
      </p:graphicFrame>
      <p:sp>
        <p:nvSpPr>
          <p:cNvPr id="99336" name="Text Box 8"/>
          <p:cNvSpPr txBox="1"/>
          <p:nvPr/>
        </p:nvSpPr>
        <p:spPr>
          <a:xfrm>
            <a:off x="6948488" y="5805488"/>
            <a:ext cx="1511300" cy="457200"/>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华文新魏" panose="02010800040101010101" pitchFamily="2" charset="-122"/>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ea typeface="+mn-ea"/>
                <a:cs typeface="华文新魏" panose="02010800040101010101" pitchFamily="2" charset="-122"/>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ea typeface="+mn-ea"/>
                <a:cs typeface="华文新魏" panose="02010800040101010101" pitchFamily="2" charset="-122"/>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ea typeface="+mn-ea"/>
                <a:cs typeface="华文新魏" panose="02010800040101010101" pitchFamily="2" charset="-122"/>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ea typeface="+mn-ea"/>
                <a:cs typeface="华文新魏" panose="02010800040101010101" pitchFamily="2" charset="-122"/>
              </a:defRPr>
            </a:lvl5pPr>
          </a:lstStyle>
          <a:p>
            <a:pPr marL="0" lvl="0" indent="0" algn="r">
              <a:spcBef>
                <a:spcPct val="50000"/>
              </a:spcBef>
              <a:buClrTx/>
              <a:buSzTx/>
              <a:buFontTx/>
              <a:buNone/>
            </a:pPr>
            <a:r>
              <a:rPr lang="en-US" altLang="zh-CN" sz="2400" dirty="0">
                <a:latin typeface="Times New Roman" panose="02020603050405020304" pitchFamily="18" charset="0"/>
                <a:ea typeface="华文新魏" panose="02010800040101010101" pitchFamily="2" charset="-122"/>
              </a:rPr>
              <a:t>(4)</a:t>
            </a:r>
            <a:endParaRPr lang="en-US" altLang="zh-CN" sz="2400" dirty="0">
              <a:latin typeface="Times New Roman" panose="02020603050405020304" pitchFamily="18" charset="0"/>
              <a:ea typeface="华文新魏" panose="02010800040101010101" pitchFamily="2" charset="-122"/>
            </a:endParaRPr>
          </a:p>
        </p:txBody>
      </p:sp>
      <p:sp>
        <p:nvSpPr>
          <p:cNvPr id="10" name="Text Box 5"/>
          <p:cNvSpPr txBox="1"/>
          <p:nvPr/>
        </p:nvSpPr>
        <p:spPr>
          <a:xfrm>
            <a:off x="3224213" y="0"/>
            <a:ext cx="5919788" cy="706438"/>
          </a:xfrm>
          <a:prstGeom prst="rect">
            <a:avLst/>
          </a:prstGeom>
          <a:noFill/>
          <a:ln w="9525">
            <a:noFill/>
          </a:ln>
        </p:spPr>
        <p:txBody>
          <a:bodyPr>
            <a:spAutoFit/>
          </a:bodyPr>
          <a:lstStyle/>
          <a:p>
            <a:pPr marR="0" algn="ctr" defTabSz="914400" eaLnBrk="1" hangingPunct="1">
              <a:buClrTx/>
              <a:buSzTx/>
              <a:buFontTx/>
              <a:buNone/>
              <a:defRPr/>
            </a:pPr>
            <a:r>
              <a:rPr kumimoji="0" lang="en-US" altLang="zh-CN" sz="4000" b="1" kern="1200" cap="none" spc="0" normalizeH="0" baseline="0" noProof="1">
                <a:solidFill>
                  <a:srgbClr val="0000FF"/>
                </a:solidFill>
                <a:latin typeface="Arial" panose="020B0604020202020204" pitchFamily="34" charset="0"/>
                <a:ea typeface="宋体" panose="02010600030101010101" pitchFamily="2" charset="-122"/>
                <a:cs typeface="+mn-cs"/>
                <a:sym typeface="宋体" panose="02010600030101010101" pitchFamily="2" charset="-122"/>
              </a:rPr>
              <a:t>4.2.2 </a:t>
            </a:r>
            <a:r>
              <a:rPr kumimoji="1" lang="en-US" altLang="zh-CN" sz="4000" b="1" kern="0" cap="none" spc="0" normalizeH="0" baseline="0" noProof="0" dirty="0">
                <a:solidFill>
                  <a:srgbClr val="0000CC"/>
                </a:solidFill>
                <a:effectLst>
                  <a:outerShdw blurRad="38100" dist="38100" dir="2700000" algn="tl">
                    <a:srgbClr val="C0C0C0"/>
                  </a:outerShdw>
                </a:effectLst>
                <a:latin typeface="黑体" panose="02010609060101010101" pitchFamily="49" charset="-122"/>
                <a:ea typeface="黑体" panose="02010609060101010101" pitchFamily="49" charset="-122"/>
                <a:cs typeface="Times New Roman" panose="02020603050405020304" pitchFamily="18" charset="0"/>
                <a:sym typeface="+mn-ea"/>
              </a:rPr>
              <a:t> </a:t>
            </a:r>
            <a:r>
              <a:rPr kumimoji="0" lang="en-US" altLang="zh-CN" sz="4000" b="1" kern="1200" cap="none" spc="0" normalizeH="0" baseline="0" noProof="1">
                <a:solidFill>
                  <a:srgbClr val="0000FF"/>
                </a:solidFill>
                <a:latin typeface="Arial" panose="020B0604020202020204" pitchFamily="34" charset="0"/>
                <a:ea typeface="宋体" panose="02010600030101010101" pitchFamily="2" charset="-122"/>
                <a:cs typeface="+mn-cs"/>
                <a:sym typeface="+mn-ea"/>
              </a:rPr>
              <a:t>模糊聚类</a:t>
            </a:r>
            <a:r>
              <a:rPr kumimoji="0" lang="en-US" altLang="zh-CN" sz="4000" b="1" kern="1200" cap="none" spc="0" normalizeH="0" baseline="0" noProof="1">
                <a:solidFill>
                  <a:srgbClr val="0000FF"/>
                </a:solidFill>
                <a:latin typeface="Arial" panose="020B0604020202020204" pitchFamily="34" charset="0"/>
                <a:ea typeface="宋体" panose="02010600030101010101" pitchFamily="2" charset="-122"/>
                <a:cs typeface="+mn-cs"/>
                <a:sym typeface="宋体" panose="02010600030101010101" pitchFamily="2" charset="-122"/>
              </a:rPr>
              <a:t>算法</a:t>
            </a:r>
            <a:endParaRPr kumimoji="0" lang="en-US" altLang="zh-CN" sz="4000" b="1" kern="1200" cap="none" spc="0" normalizeH="0" baseline="0" noProof="1">
              <a:solidFill>
                <a:srgbClr val="0000FF"/>
              </a:solidFill>
              <a:latin typeface="Arial" panose="020B0604020202020204" pitchFamily="34" charset="0"/>
              <a:ea typeface="宋体" panose="02010600030101010101" pitchFamily="2" charset="-122"/>
              <a:cs typeface="+mn-cs"/>
              <a:sym typeface="宋体" panose="02010600030101010101" pitchFamily="2" charset="-122"/>
            </a:endParaRPr>
          </a:p>
        </p:txBody>
      </p:sp>
    </p:spTree>
  </p:cSld>
  <p:clrMapOvr>
    <a:masterClrMapping/>
  </p:clrMapOvr>
  <p:transition/>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0354" name="矩形 1"/>
          <p:cNvSpPr/>
          <p:nvPr/>
        </p:nvSpPr>
        <p:spPr>
          <a:xfrm>
            <a:off x="827088" y="1949450"/>
            <a:ext cx="7561262" cy="3208338"/>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华文新魏" panose="02010800040101010101" pitchFamily="2" charset="-122"/>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ea typeface="+mn-ea"/>
                <a:cs typeface="华文新魏" panose="02010800040101010101" pitchFamily="2" charset="-122"/>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ea typeface="+mn-ea"/>
                <a:cs typeface="华文新魏" panose="02010800040101010101" pitchFamily="2" charset="-122"/>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ea typeface="+mn-ea"/>
                <a:cs typeface="华文新魏" panose="02010800040101010101" pitchFamily="2" charset="-122"/>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ea typeface="+mn-ea"/>
                <a:cs typeface="华文新魏" panose="02010800040101010101" pitchFamily="2" charset="-122"/>
              </a:defRPr>
            </a:lvl5pPr>
          </a:lstStyle>
          <a:p>
            <a:pPr marL="1151255" lvl="0" indent="-1798955" algn="just">
              <a:lnSpc>
                <a:spcPct val="110000"/>
              </a:lnSpc>
              <a:spcBef>
                <a:spcPct val="0"/>
              </a:spcBef>
              <a:buClrTx/>
              <a:buSzTx/>
              <a:buFontTx/>
              <a:buNone/>
            </a:pPr>
            <a:r>
              <a:rPr lang="en-US" altLang="zh-CN" sz="2600" b="1" dirty="0">
                <a:solidFill>
                  <a:srgbClr val="0000FF"/>
                </a:solidFill>
                <a:latin typeface="Times New Roman" panose="02020603050405020304" pitchFamily="18" charset="0"/>
              </a:rPr>
              <a:t>Step5</a:t>
            </a:r>
            <a:r>
              <a:rPr lang="zh-CN" altLang="en-US" sz="2600" b="1" dirty="0">
                <a:latin typeface="Times New Roman" panose="02020603050405020304" pitchFamily="18" charset="0"/>
              </a:rPr>
              <a:t>：如果</a:t>
            </a:r>
            <a:r>
              <a:rPr lang="en-US" altLang="zh-CN" sz="2600" b="1" dirty="0">
                <a:latin typeface="Times New Roman" panose="02020603050405020304" pitchFamily="18" charset="0"/>
              </a:rPr>
              <a:t>‖</a:t>
            </a:r>
            <a:r>
              <a:rPr lang="en-US" altLang="zh-CN" sz="2600" b="1" i="1" dirty="0">
                <a:latin typeface="Times New Roman" panose="02020603050405020304" pitchFamily="18" charset="0"/>
              </a:rPr>
              <a:t>m</a:t>
            </a:r>
            <a:r>
              <a:rPr lang="en-US" altLang="zh-CN" sz="2600" b="1" baseline="30000" dirty="0">
                <a:latin typeface="Times New Roman" panose="02020603050405020304" pitchFamily="18" charset="0"/>
              </a:rPr>
              <a:t>(</a:t>
            </a:r>
            <a:r>
              <a:rPr lang="en-US" altLang="zh-CN" sz="2600" b="1" i="1" baseline="30000" dirty="0">
                <a:latin typeface="Times New Roman" panose="02020603050405020304" pitchFamily="18" charset="0"/>
              </a:rPr>
              <a:t>s</a:t>
            </a:r>
            <a:r>
              <a:rPr lang="en-US" altLang="zh-CN" sz="2600" b="1" baseline="30000" dirty="0">
                <a:latin typeface="Times New Roman" panose="02020603050405020304" pitchFamily="18" charset="0"/>
              </a:rPr>
              <a:t>)</a:t>
            </a:r>
            <a:r>
              <a:rPr lang="zh-CN" altLang="en-US" sz="2600" b="1" dirty="0">
                <a:latin typeface="Times New Roman" panose="02020603050405020304" pitchFamily="18" charset="0"/>
              </a:rPr>
              <a:t>－</a:t>
            </a:r>
            <a:r>
              <a:rPr lang="en-US" altLang="zh-CN" sz="2600" b="1" i="1" dirty="0">
                <a:latin typeface="Times New Roman" panose="02020603050405020304" pitchFamily="18" charset="0"/>
              </a:rPr>
              <a:t>m</a:t>
            </a:r>
            <a:r>
              <a:rPr lang="en-US" altLang="zh-CN" sz="2600" b="1" baseline="30000" dirty="0">
                <a:latin typeface="Times New Roman" panose="02020603050405020304" pitchFamily="18" charset="0"/>
              </a:rPr>
              <a:t>(</a:t>
            </a:r>
            <a:r>
              <a:rPr lang="en-US" altLang="zh-CN" sz="2600" b="1" i="1" baseline="30000" dirty="0">
                <a:latin typeface="Times New Roman" panose="02020603050405020304" pitchFamily="18" charset="0"/>
              </a:rPr>
              <a:t>s</a:t>
            </a:r>
            <a:r>
              <a:rPr lang="en-US" altLang="zh-CN" sz="2600" b="1" baseline="30000" dirty="0">
                <a:latin typeface="Times New Roman" panose="02020603050405020304" pitchFamily="18" charset="0"/>
              </a:rPr>
              <a:t>+1)</a:t>
            </a:r>
            <a:r>
              <a:rPr lang="en-US" altLang="zh-CN" sz="2600" b="1" dirty="0">
                <a:latin typeface="Times New Roman" panose="02020603050405020304" pitchFamily="18" charset="0"/>
              </a:rPr>
              <a:t>‖&lt;</a:t>
            </a:r>
            <a:r>
              <a:rPr lang="en-US" altLang="zh-CN" sz="2600" b="1" i="1" dirty="0">
                <a:latin typeface="Times New Roman" panose="02020603050405020304" pitchFamily="18" charset="0"/>
              </a:rPr>
              <a:t>ε</a:t>
            </a:r>
            <a:r>
              <a:rPr lang="zh-CN" altLang="en-US" sz="2600" b="1" dirty="0">
                <a:latin typeface="Times New Roman" panose="02020603050405020304" pitchFamily="18" charset="0"/>
              </a:rPr>
              <a:t>，则停止迭代，输出聚类中心和隶属度函数，否则</a:t>
            </a:r>
            <a:r>
              <a:rPr lang="en-US" altLang="zh-CN" sz="2600" b="1" i="1" dirty="0">
                <a:latin typeface="Times New Roman" panose="02020603050405020304" pitchFamily="18" charset="0"/>
              </a:rPr>
              <a:t>s</a:t>
            </a:r>
            <a:r>
              <a:rPr lang="en-US" altLang="zh-CN" sz="2600" b="1" dirty="0">
                <a:latin typeface="Times New Roman" panose="02020603050405020304" pitchFamily="18" charset="0"/>
              </a:rPr>
              <a:t>=</a:t>
            </a:r>
            <a:r>
              <a:rPr lang="en-US" altLang="zh-CN" sz="2600" b="1" i="1" dirty="0">
                <a:latin typeface="Times New Roman" panose="02020603050405020304" pitchFamily="18" charset="0"/>
              </a:rPr>
              <a:t>s</a:t>
            </a:r>
            <a:r>
              <a:rPr lang="en-US" altLang="zh-CN" sz="2600" b="1" dirty="0">
                <a:latin typeface="Times New Roman" panose="02020603050405020304" pitchFamily="18" charset="0"/>
              </a:rPr>
              <a:t>+1, </a:t>
            </a:r>
            <a:r>
              <a:rPr lang="zh-CN" altLang="en-US" sz="2600" b="1" dirty="0">
                <a:latin typeface="Times New Roman" panose="02020603050405020304" pitchFamily="18" charset="0"/>
              </a:rPr>
              <a:t>返回步骤</a:t>
            </a:r>
            <a:r>
              <a:rPr lang="en-US" altLang="zh-CN" sz="2600" b="1" dirty="0">
                <a:latin typeface="Times New Roman" panose="02020603050405020304" pitchFamily="18" charset="0"/>
              </a:rPr>
              <a:t>(3)</a:t>
            </a:r>
            <a:r>
              <a:rPr lang="zh-CN" altLang="en-US" sz="2600" b="1" dirty="0">
                <a:latin typeface="Times New Roman" panose="02020603050405020304" pitchFamily="18" charset="0"/>
              </a:rPr>
              <a:t>。 </a:t>
            </a:r>
            <a:r>
              <a:rPr lang="zh-CN" altLang="en-US" sz="2800" dirty="0">
                <a:latin typeface="Times New Roman" panose="02020603050405020304" pitchFamily="18" charset="0"/>
              </a:rPr>
              <a:t> </a:t>
            </a:r>
            <a:r>
              <a:rPr lang="zh-CN" altLang="en-US" sz="2600" b="1" dirty="0">
                <a:latin typeface="Times New Roman" panose="02020603050405020304" pitchFamily="18" charset="0"/>
              </a:rPr>
              <a:t></a:t>
            </a:r>
            <a:endParaRPr lang="en-US" altLang="zh-CN" sz="2600" b="1" dirty="0">
              <a:latin typeface="Times New Roman" panose="02020603050405020304" pitchFamily="18" charset="0"/>
            </a:endParaRPr>
          </a:p>
          <a:p>
            <a:pPr marL="1151255" lvl="0" indent="-1798955" algn="just">
              <a:lnSpc>
                <a:spcPct val="110000"/>
              </a:lnSpc>
              <a:spcBef>
                <a:spcPct val="0"/>
              </a:spcBef>
              <a:buClrTx/>
              <a:buSzTx/>
              <a:buFontTx/>
              <a:buNone/>
            </a:pPr>
            <a:r>
              <a:rPr lang="zh-CN" altLang="en-US" sz="2600" b="1" dirty="0">
                <a:solidFill>
                  <a:srgbClr val="0000FF"/>
                </a:solidFill>
                <a:latin typeface="Times New Roman" panose="02020603050405020304" pitchFamily="18" charset="0"/>
              </a:rPr>
              <a:t>输出</a:t>
            </a:r>
            <a:r>
              <a:rPr lang="zh-CN" altLang="en-US" sz="2600" b="1" dirty="0">
                <a:latin typeface="Times New Roman" panose="02020603050405020304" pitchFamily="18" charset="0"/>
              </a:rPr>
              <a:t>：将样本点划分为隶属度最大的那一类。</a:t>
            </a:r>
            <a:endParaRPr lang="en-US" altLang="zh-CN" sz="2600" b="1" dirty="0">
              <a:latin typeface="Times New Roman" panose="02020603050405020304" pitchFamily="18" charset="0"/>
            </a:endParaRPr>
          </a:p>
          <a:p>
            <a:pPr marL="1151255" lvl="0" indent="-1798955" algn="just">
              <a:lnSpc>
                <a:spcPct val="110000"/>
              </a:lnSpc>
              <a:spcBef>
                <a:spcPct val="0"/>
              </a:spcBef>
              <a:buClrTx/>
              <a:buSzTx/>
              <a:buFontTx/>
              <a:buNone/>
            </a:pPr>
            <a:endParaRPr lang="en-US" altLang="zh-CN" sz="2600" b="1" dirty="0">
              <a:latin typeface="Times New Roman" panose="02020603050405020304" pitchFamily="18" charset="0"/>
            </a:endParaRPr>
          </a:p>
          <a:p>
            <a:pPr marL="1151255" lvl="0" indent="-1798955" algn="just">
              <a:lnSpc>
                <a:spcPct val="110000"/>
              </a:lnSpc>
              <a:spcBef>
                <a:spcPct val="0"/>
              </a:spcBef>
              <a:buClrTx/>
              <a:buSzTx/>
              <a:buFontTx/>
              <a:buNone/>
            </a:pPr>
            <a:r>
              <a:rPr lang="en-US" altLang="zh-CN" sz="2600" b="1" dirty="0">
                <a:latin typeface="Times New Roman" panose="02020603050405020304" pitchFamily="18" charset="0"/>
              </a:rPr>
              <a:t></a:t>
            </a:r>
            <a:endParaRPr lang="en-US" altLang="zh-CN" sz="2600" b="1" dirty="0">
              <a:latin typeface="Times New Roman" panose="02020603050405020304" pitchFamily="18" charset="0"/>
            </a:endParaRPr>
          </a:p>
          <a:p>
            <a:pPr marL="1151255" lvl="0" indent="-1798955" algn="just">
              <a:lnSpc>
                <a:spcPct val="110000"/>
              </a:lnSpc>
              <a:spcBef>
                <a:spcPct val="0"/>
              </a:spcBef>
              <a:buClrTx/>
              <a:buSzTx/>
              <a:buFontTx/>
              <a:buNone/>
            </a:pPr>
            <a:r>
              <a:rPr lang="zh-CN" altLang="en-US" sz="2600" b="1" dirty="0">
                <a:latin typeface="Times New Roman" panose="02020603050405020304" pitchFamily="18" charset="0"/>
              </a:rPr>
              <a:t> </a:t>
            </a:r>
            <a:endParaRPr lang="zh-CN" altLang="en-US" sz="2600" b="1" dirty="0">
              <a:latin typeface="Times New Roman" panose="02020603050405020304" pitchFamily="18" charset="0"/>
            </a:endParaRPr>
          </a:p>
        </p:txBody>
      </p:sp>
      <p:sp>
        <p:nvSpPr>
          <p:cNvPr id="100355" name="Text Box 6"/>
          <p:cNvSpPr txBox="1"/>
          <p:nvPr/>
        </p:nvSpPr>
        <p:spPr>
          <a:xfrm>
            <a:off x="1908175" y="836613"/>
            <a:ext cx="5557838" cy="646112"/>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华文新魏" panose="02010800040101010101" pitchFamily="2" charset="-122"/>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ea typeface="+mn-ea"/>
                <a:cs typeface="华文新魏" panose="02010800040101010101" pitchFamily="2" charset="-122"/>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ea typeface="+mn-ea"/>
                <a:cs typeface="华文新魏" panose="02010800040101010101" pitchFamily="2" charset="-122"/>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ea typeface="+mn-ea"/>
                <a:cs typeface="华文新魏" panose="02010800040101010101" pitchFamily="2" charset="-122"/>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ea typeface="+mn-ea"/>
                <a:cs typeface="华文新魏" panose="02010800040101010101" pitchFamily="2" charset="-122"/>
              </a:defRPr>
            </a:lvl5pPr>
          </a:lstStyle>
          <a:p>
            <a:pPr marL="0" lvl="0" indent="0">
              <a:spcBef>
                <a:spcPct val="0"/>
              </a:spcBef>
              <a:buClrTx/>
              <a:buSzTx/>
              <a:buFontTx/>
              <a:buNone/>
            </a:pPr>
            <a:r>
              <a:rPr lang="zh-CN" altLang="en-US" sz="3600" b="1" dirty="0">
                <a:solidFill>
                  <a:srgbClr val="0000FF"/>
                </a:solidFill>
                <a:latin typeface="Times New Roman" panose="02020603050405020304" pitchFamily="18" charset="0"/>
                <a:ea typeface="黑体" panose="02010609060101010101" pitchFamily="49" charset="-122"/>
              </a:rPr>
              <a:t>模糊</a:t>
            </a:r>
            <a:r>
              <a:rPr lang="en-US" altLang="zh-CN" sz="3600" b="1" i="1" dirty="0">
                <a:solidFill>
                  <a:srgbClr val="0000FF"/>
                </a:solidFill>
                <a:latin typeface="Times New Roman" panose="02020603050405020304" pitchFamily="18" charset="0"/>
                <a:ea typeface="黑体" panose="02010609060101010101" pitchFamily="49" charset="-122"/>
              </a:rPr>
              <a:t>C</a:t>
            </a:r>
            <a:r>
              <a:rPr lang="zh-CN" altLang="en-US" sz="3600" b="1" dirty="0">
                <a:solidFill>
                  <a:srgbClr val="0000FF"/>
                </a:solidFill>
                <a:latin typeface="Times New Roman" panose="02020603050405020304" pitchFamily="18" charset="0"/>
                <a:ea typeface="黑体" panose="02010609060101010101" pitchFamily="49" charset="-122"/>
              </a:rPr>
              <a:t>均值</a:t>
            </a:r>
            <a:r>
              <a:rPr lang="en-US" altLang="zh-CN" sz="3600" b="1" dirty="0">
                <a:solidFill>
                  <a:srgbClr val="0000FF"/>
                </a:solidFill>
                <a:latin typeface="Times New Roman" panose="02020603050405020304" pitchFamily="18" charset="0"/>
                <a:ea typeface="黑体" panose="02010609060101010101" pitchFamily="49" charset="-122"/>
              </a:rPr>
              <a:t>(FCM)</a:t>
            </a:r>
            <a:r>
              <a:rPr lang="zh-CN" altLang="en-US" sz="3600" b="1" dirty="0">
                <a:solidFill>
                  <a:srgbClr val="0000FF"/>
                </a:solidFill>
                <a:latin typeface="Times New Roman" panose="02020603050405020304" pitchFamily="18" charset="0"/>
                <a:ea typeface="黑体" panose="02010609060101010101" pitchFamily="49" charset="-122"/>
              </a:rPr>
              <a:t>算法步骤</a:t>
            </a:r>
            <a:endParaRPr lang="zh-CN" altLang="en-US" sz="3600" b="1" dirty="0">
              <a:solidFill>
                <a:srgbClr val="0000FF"/>
              </a:solidFill>
              <a:latin typeface="Times New Roman" panose="02020603050405020304" pitchFamily="18" charset="0"/>
              <a:ea typeface="黑体" panose="02010609060101010101" pitchFamily="49" charset="-122"/>
            </a:endParaRPr>
          </a:p>
        </p:txBody>
      </p:sp>
      <p:sp>
        <p:nvSpPr>
          <p:cNvPr id="5" name="Text Box 5"/>
          <p:cNvSpPr txBox="1"/>
          <p:nvPr/>
        </p:nvSpPr>
        <p:spPr>
          <a:xfrm>
            <a:off x="3224213" y="0"/>
            <a:ext cx="5919788" cy="706438"/>
          </a:xfrm>
          <a:prstGeom prst="rect">
            <a:avLst/>
          </a:prstGeom>
          <a:noFill/>
          <a:ln w="9525">
            <a:noFill/>
          </a:ln>
        </p:spPr>
        <p:txBody>
          <a:bodyPr>
            <a:spAutoFit/>
          </a:bodyPr>
          <a:lstStyle/>
          <a:p>
            <a:pPr marR="0" algn="ctr" defTabSz="914400" eaLnBrk="1" hangingPunct="1">
              <a:buClrTx/>
              <a:buSzTx/>
              <a:buFontTx/>
              <a:buNone/>
              <a:defRPr/>
            </a:pPr>
            <a:r>
              <a:rPr kumimoji="0" lang="en-US" altLang="zh-CN" sz="4000" b="1" kern="1200" cap="none" spc="0" normalizeH="0" baseline="0" noProof="1">
                <a:solidFill>
                  <a:srgbClr val="0000FF"/>
                </a:solidFill>
                <a:latin typeface="Arial" panose="020B0604020202020204" pitchFamily="34" charset="0"/>
                <a:ea typeface="宋体" panose="02010600030101010101" pitchFamily="2" charset="-122"/>
                <a:cs typeface="+mn-cs"/>
                <a:sym typeface="宋体" panose="02010600030101010101" pitchFamily="2" charset="-122"/>
              </a:rPr>
              <a:t>4.2.2 </a:t>
            </a:r>
            <a:r>
              <a:rPr kumimoji="1" lang="en-US" altLang="zh-CN" sz="4000" b="1" kern="0" cap="none" spc="0" normalizeH="0" baseline="0" noProof="0" dirty="0">
                <a:solidFill>
                  <a:srgbClr val="0000CC"/>
                </a:solidFill>
                <a:effectLst>
                  <a:outerShdw blurRad="38100" dist="38100" dir="2700000" algn="tl">
                    <a:srgbClr val="C0C0C0"/>
                  </a:outerShdw>
                </a:effectLst>
                <a:latin typeface="黑体" panose="02010609060101010101" pitchFamily="49" charset="-122"/>
                <a:ea typeface="黑体" panose="02010609060101010101" pitchFamily="49" charset="-122"/>
                <a:cs typeface="Times New Roman" panose="02020603050405020304" pitchFamily="18" charset="0"/>
                <a:sym typeface="+mn-ea"/>
              </a:rPr>
              <a:t> </a:t>
            </a:r>
            <a:r>
              <a:rPr kumimoji="0" lang="en-US" altLang="zh-CN" sz="4000" b="1" kern="1200" cap="none" spc="0" normalizeH="0" baseline="0" noProof="1">
                <a:solidFill>
                  <a:srgbClr val="0000FF"/>
                </a:solidFill>
                <a:latin typeface="Arial" panose="020B0604020202020204" pitchFamily="34" charset="0"/>
                <a:ea typeface="宋体" panose="02010600030101010101" pitchFamily="2" charset="-122"/>
                <a:cs typeface="+mn-cs"/>
                <a:sym typeface="+mn-ea"/>
              </a:rPr>
              <a:t>模糊聚类</a:t>
            </a:r>
            <a:r>
              <a:rPr kumimoji="0" lang="en-US" altLang="zh-CN" sz="4000" b="1" kern="1200" cap="none" spc="0" normalizeH="0" baseline="0" noProof="1">
                <a:solidFill>
                  <a:srgbClr val="0000FF"/>
                </a:solidFill>
                <a:latin typeface="Arial" panose="020B0604020202020204" pitchFamily="34" charset="0"/>
                <a:ea typeface="宋体" panose="02010600030101010101" pitchFamily="2" charset="-122"/>
                <a:cs typeface="+mn-cs"/>
                <a:sym typeface="宋体" panose="02010600030101010101" pitchFamily="2" charset="-122"/>
              </a:rPr>
              <a:t>算法</a:t>
            </a:r>
            <a:endParaRPr kumimoji="0" lang="en-US" altLang="zh-CN" sz="4000" b="1" kern="1200" cap="none" spc="0" normalizeH="0" baseline="0" noProof="1">
              <a:solidFill>
                <a:srgbClr val="0000FF"/>
              </a:solidFill>
              <a:latin typeface="Arial" panose="020B0604020202020204" pitchFamily="34" charset="0"/>
              <a:ea typeface="宋体" panose="02010600030101010101" pitchFamily="2" charset="-122"/>
              <a:cs typeface="+mn-cs"/>
              <a:sym typeface="宋体" panose="02010600030101010101" pitchFamily="2" charset="-122"/>
            </a:endParaRPr>
          </a:p>
        </p:txBody>
      </p:sp>
    </p:spTree>
  </p:cSld>
  <p:clrMapOvr>
    <a:masterClrMapping/>
  </p:clrMapOvr>
  <p:transition/>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1378" name="Rectangle 5"/>
          <p:cNvSpPr/>
          <p:nvPr/>
        </p:nvSpPr>
        <p:spPr>
          <a:xfrm>
            <a:off x="703263" y="1192213"/>
            <a:ext cx="7970837" cy="4473575"/>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华文新魏" panose="02010800040101010101" pitchFamily="2" charset="-122"/>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ea typeface="+mn-ea"/>
                <a:cs typeface="华文新魏" panose="02010800040101010101" pitchFamily="2" charset="-122"/>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ea typeface="+mn-ea"/>
                <a:cs typeface="华文新魏" panose="02010800040101010101" pitchFamily="2" charset="-122"/>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ea typeface="+mn-ea"/>
                <a:cs typeface="华文新魏" panose="02010800040101010101" pitchFamily="2" charset="-122"/>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ea typeface="+mn-ea"/>
                <a:cs typeface="华文新魏" panose="02010800040101010101" pitchFamily="2" charset="-122"/>
              </a:defRPr>
            </a:lvl5pPr>
          </a:lstStyle>
          <a:p>
            <a:pPr marL="0" lvl="0" indent="0" algn="just" eaLnBrk="1" hangingPunct="1">
              <a:spcBef>
                <a:spcPts val="575"/>
              </a:spcBef>
              <a:buClr>
                <a:srgbClr val="D34817"/>
              </a:buClr>
              <a:buSzPct val="85000"/>
              <a:buNone/>
            </a:pPr>
            <a:r>
              <a:rPr lang="en-US" altLang="zh-CN" sz="2800" b="1" dirty="0">
                <a:latin typeface="Times New Roman" panose="02020603050405020304" pitchFamily="18" charset="0"/>
              </a:rPr>
              <a:t>         </a:t>
            </a:r>
            <a:r>
              <a:rPr lang="zh-CN" altLang="zh-CN" sz="2800" b="1" dirty="0">
                <a:latin typeface="Times New Roman" panose="02020603050405020304" pitchFamily="18" charset="0"/>
                <a:sym typeface="宋体" panose="02010600030101010101" pitchFamily="2" charset="-122"/>
              </a:rPr>
              <a:t>FCM</a:t>
            </a:r>
            <a:r>
              <a:rPr lang="zh-CN" altLang="en-US" sz="2800" b="1" dirty="0">
                <a:solidFill>
                  <a:srgbClr val="000000"/>
                </a:solidFill>
              </a:rPr>
              <a:t>算法的输出是</a:t>
            </a:r>
            <a:r>
              <a:rPr lang="zh-CN" altLang="en-US" sz="2800" b="1" dirty="0">
                <a:solidFill>
                  <a:srgbClr val="000000"/>
                </a:solidFill>
                <a:latin typeface="Times New Roman" panose="02020603050405020304" pitchFamily="18" charset="0"/>
              </a:rPr>
              <a:t>C</a:t>
            </a:r>
            <a:r>
              <a:rPr lang="zh-CN" altLang="en-US" sz="2800" b="1" dirty="0">
                <a:solidFill>
                  <a:srgbClr val="000000"/>
                </a:solidFill>
              </a:rPr>
              <a:t>个簇的</a:t>
            </a:r>
            <a:r>
              <a:rPr lang="zh-CN" altLang="en-US" sz="2800" b="1" dirty="0">
                <a:solidFill>
                  <a:srgbClr val="000000"/>
                </a:solidFill>
                <a:latin typeface="微软雅黑" panose="020B0503020204020204" pitchFamily="34" charset="-122"/>
                <a:ea typeface="微软雅黑" panose="020B0503020204020204" pitchFamily="34" charset="-122"/>
              </a:rPr>
              <a:t>中心点矢量和模糊矩阵</a:t>
            </a:r>
            <a:r>
              <a:rPr lang="zh-CN" altLang="en-US" sz="2800" b="1" dirty="0">
                <a:solidFill>
                  <a:srgbClr val="000000"/>
                </a:solidFill>
              </a:rPr>
              <a:t>，这个矩阵表示的是每个样本点属于每个类的隶属度。根据该模糊矩阵，按照模糊集中哪个类别的隶属度最大，就将该样本划分到哪个类别的原则对所有样本点进行划分。聚类簇的中心代表了每个簇的平均特征，因此聚类中心可以视为此聚类簇的一个代表点。</a:t>
            </a:r>
            <a:endParaRPr lang="zh-CN" altLang="en-US" sz="2800" b="1" dirty="0">
              <a:solidFill>
                <a:srgbClr val="000000"/>
              </a:solidFill>
            </a:endParaRPr>
          </a:p>
          <a:p>
            <a:pPr marL="0" lvl="0" indent="0" algn="just" eaLnBrk="1" hangingPunct="1">
              <a:spcBef>
                <a:spcPts val="575"/>
              </a:spcBef>
              <a:buClr>
                <a:srgbClr val="D34817"/>
              </a:buClr>
              <a:buSzPct val="85000"/>
              <a:buNone/>
            </a:pPr>
            <a:r>
              <a:rPr lang="zh-CN" altLang="zh-CN" sz="2800" b="1" dirty="0">
                <a:latin typeface="Times New Roman" panose="02020603050405020304" pitchFamily="18" charset="0"/>
                <a:sym typeface="宋体" panose="02010600030101010101" pitchFamily="2" charset="-122"/>
              </a:rPr>
              <a:t>         FCM</a:t>
            </a:r>
            <a:r>
              <a:rPr lang="zh-CN" altLang="en-US" sz="2800" b="1" dirty="0">
                <a:solidFill>
                  <a:srgbClr val="000000"/>
                </a:solidFill>
              </a:rPr>
              <a:t>算法对于满足</a:t>
            </a:r>
            <a:r>
              <a:rPr lang="en-US" altLang="zh-CN" sz="2800" b="1" dirty="0">
                <a:solidFill>
                  <a:srgbClr val="0000CC"/>
                </a:solidFill>
                <a:latin typeface="Times New Roman" panose="02020603050405020304" pitchFamily="18" charset="0"/>
              </a:rPr>
              <a:t>正态分布的数据</a:t>
            </a:r>
            <a:r>
              <a:rPr lang="zh-CN" altLang="en-US" sz="2800" b="1" dirty="0">
                <a:solidFill>
                  <a:srgbClr val="000000"/>
                </a:solidFill>
              </a:rPr>
              <a:t>聚类效果会很好。此外，类似于</a:t>
            </a:r>
            <a:r>
              <a:rPr lang="zh-CN" altLang="en-US" sz="2800" b="1" dirty="0">
                <a:solidFill>
                  <a:srgbClr val="000000"/>
                </a:solidFill>
                <a:latin typeface="Times New Roman" panose="02020603050405020304" pitchFamily="18" charset="0"/>
              </a:rPr>
              <a:t>K-</a:t>
            </a:r>
            <a:r>
              <a:rPr lang="zh-CN" altLang="en-US" sz="2800" b="1" dirty="0">
                <a:solidFill>
                  <a:srgbClr val="000000"/>
                </a:solidFill>
              </a:rPr>
              <a:t>均值中的情况，算法对孤立点是敏感的。</a:t>
            </a:r>
            <a:endParaRPr lang="zh-CN" altLang="en-US" sz="2800" b="1" dirty="0">
              <a:solidFill>
                <a:srgbClr val="000000"/>
              </a:solidFill>
            </a:endParaRPr>
          </a:p>
        </p:txBody>
      </p:sp>
      <p:sp>
        <p:nvSpPr>
          <p:cNvPr id="101379" name="Rectangle 5"/>
          <p:cNvSpPr/>
          <p:nvPr/>
        </p:nvSpPr>
        <p:spPr>
          <a:xfrm>
            <a:off x="0" y="0"/>
            <a:ext cx="9144000" cy="0"/>
          </a:xfrm>
          <a:prstGeom prst="rect">
            <a:avLst/>
          </a:prstGeom>
          <a:noFill/>
          <a:ln w="9525">
            <a:noFill/>
          </a:ln>
        </p:spPr>
        <p:txBody>
          <a:bodyPr wrap="none" anchor="ctr" anchorCtr="0">
            <a:spAutoFit/>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华文新魏" panose="02010800040101010101" pitchFamily="2" charset="-122"/>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ea typeface="+mn-ea"/>
                <a:cs typeface="华文新魏" panose="02010800040101010101" pitchFamily="2" charset="-122"/>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ea typeface="+mn-ea"/>
                <a:cs typeface="华文新魏" panose="02010800040101010101" pitchFamily="2" charset="-122"/>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ea typeface="+mn-ea"/>
                <a:cs typeface="华文新魏" panose="02010800040101010101" pitchFamily="2" charset="-122"/>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ea typeface="+mn-ea"/>
                <a:cs typeface="华文新魏" panose="02010800040101010101" pitchFamily="2" charset="-122"/>
              </a:defRPr>
            </a:lvl5pPr>
          </a:lstStyle>
          <a:p>
            <a:pPr marL="0" lvl="0" indent="0" eaLnBrk="1" hangingPunct="1">
              <a:spcBef>
                <a:spcPct val="0"/>
              </a:spcBef>
              <a:buClrTx/>
              <a:buSzTx/>
              <a:buFontTx/>
              <a:buNone/>
            </a:pPr>
            <a:endParaRPr lang="zh-CN" altLang="en-US" sz="1800" dirty="0">
              <a:latin typeface="Arial" panose="020B0604020202020204" pitchFamily="34" charset="0"/>
            </a:endParaRPr>
          </a:p>
        </p:txBody>
      </p:sp>
      <p:sp>
        <p:nvSpPr>
          <p:cNvPr id="2" name="Text Box 5"/>
          <p:cNvSpPr txBox="1"/>
          <p:nvPr/>
        </p:nvSpPr>
        <p:spPr>
          <a:xfrm>
            <a:off x="3224213" y="0"/>
            <a:ext cx="5919788" cy="706438"/>
          </a:xfrm>
          <a:prstGeom prst="rect">
            <a:avLst/>
          </a:prstGeom>
          <a:noFill/>
          <a:ln w="9525">
            <a:noFill/>
          </a:ln>
        </p:spPr>
        <p:txBody>
          <a:bodyPr>
            <a:spAutoFit/>
          </a:bodyPr>
          <a:lstStyle/>
          <a:p>
            <a:pPr marR="0" algn="ctr" defTabSz="914400" eaLnBrk="1" hangingPunct="1">
              <a:buClrTx/>
              <a:buSzTx/>
              <a:buFontTx/>
              <a:buNone/>
              <a:defRPr/>
            </a:pPr>
            <a:r>
              <a:rPr kumimoji="0" lang="en-US" altLang="zh-CN" sz="4000" b="1" kern="1200" cap="none" spc="0" normalizeH="0" baseline="0" noProof="1">
                <a:solidFill>
                  <a:srgbClr val="0000FF"/>
                </a:solidFill>
                <a:latin typeface="Arial" panose="020B0604020202020204" pitchFamily="34" charset="0"/>
                <a:ea typeface="宋体" panose="02010600030101010101" pitchFamily="2" charset="-122"/>
                <a:cs typeface="+mn-cs"/>
                <a:sym typeface="宋体" panose="02010600030101010101" pitchFamily="2" charset="-122"/>
              </a:rPr>
              <a:t>4.2.2 </a:t>
            </a:r>
            <a:r>
              <a:rPr kumimoji="1" lang="en-US" altLang="zh-CN" sz="4000" b="1" kern="0" cap="none" spc="0" normalizeH="0" baseline="0" noProof="0" dirty="0">
                <a:solidFill>
                  <a:srgbClr val="0000CC"/>
                </a:solidFill>
                <a:effectLst>
                  <a:outerShdw blurRad="38100" dist="38100" dir="2700000" algn="tl">
                    <a:srgbClr val="C0C0C0"/>
                  </a:outerShdw>
                </a:effectLst>
                <a:latin typeface="黑体" panose="02010609060101010101" pitchFamily="49" charset="-122"/>
                <a:ea typeface="黑体" panose="02010609060101010101" pitchFamily="49" charset="-122"/>
                <a:cs typeface="Times New Roman" panose="02020603050405020304" pitchFamily="18" charset="0"/>
                <a:sym typeface="+mn-ea"/>
              </a:rPr>
              <a:t> </a:t>
            </a:r>
            <a:r>
              <a:rPr kumimoji="0" lang="en-US" altLang="zh-CN" sz="4000" b="1" kern="1200" cap="none" spc="0" normalizeH="0" baseline="0" noProof="1">
                <a:solidFill>
                  <a:srgbClr val="0000FF"/>
                </a:solidFill>
                <a:latin typeface="Arial" panose="020B0604020202020204" pitchFamily="34" charset="0"/>
                <a:ea typeface="宋体" panose="02010600030101010101" pitchFamily="2" charset="-122"/>
                <a:cs typeface="+mn-cs"/>
                <a:sym typeface="+mn-ea"/>
              </a:rPr>
              <a:t>模糊聚类</a:t>
            </a:r>
            <a:r>
              <a:rPr kumimoji="0" lang="en-US" altLang="zh-CN" sz="4000" b="1" kern="1200" cap="none" spc="0" normalizeH="0" baseline="0" noProof="1">
                <a:solidFill>
                  <a:srgbClr val="0000FF"/>
                </a:solidFill>
                <a:latin typeface="Arial" panose="020B0604020202020204" pitchFamily="34" charset="0"/>
                <a:ea typeface="宋体" panose="02010600030101010101" pitchFamily="2" charset="-122"/>
                <a:cs typeface="+mn-cs"/>
                <a:sym typeface="宋体" panose="02010600030101010101" pitchFamily="2" charset="-122"/>
              </a:rPr>
              <a:t>算法</a:t>
            </a:r>
            <a:endParaRPr kumimoji="0" lang="en-US" altLang="zh-CN" sz="4000" b="1" kern="1200" cap="none" spc="0" normalizeH="0" baseline="0" noProof="1">
              <a:solidFill>
                <a:srgbClr val="0000FF"/>
              </a:solidFill>
              <a:latin typeface="Arial" panose="020B0604020202020204" pitchFamily="34" charset="0"/>
              <a:ea typeface="宋体" panose="02010600030101010101" pitchFamily="2" charset="-122"/>
              <a:cs typeface="+mn-cs"/>
              <a:sym typeface="宋体" panose="02010600030101010101" pitchFamily="2" charset="-122"/>
            </a:endParaRPr>
          </a:p>
        </p:txBody>
      </p:sp>
    </p:spTree>
  </p:cSld>
  <p:clrMapOvr>
    <a:masterClrMapping/>
  </p:clrMapOvr>
  <p:transition/>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3426" name="Rectangle 2"/>
          <p:cNvSpPr>
            <a:spLocks noGrp="1" noChangeArrowheads="1"/>
          </p:cNvSpPr>
          <p:nvPr>
            <p:ph type="title"/>
          </p:nvPr>
        </p:nvSpPr>
        <p:spPr>
          <a:xfrm>
            <a:off x="1071563" y="1071563"/>
            <a:ext cx="7143750" cy="609600"/>
          </a:xfrm>
        </p:spPr>
        <p:txBody>
          <a:bodyPr vert="horz" wrap="square" lIns="91440" tIns="45720" rIns="91440" bIns="45720" numCol="1" anchor="b" anchorCtr="0" compatLnSpc="1">
            <a:noAutofit/>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3600" b="1" i="0" u="none" strike="noStrike" kern="1200" cap="none" spc="0" normalizeH="0" baseline="0" noProof="0" dirty="0">
                <a:ln>
                  <a:noFill/>
                </a:ln>
                <a:solidFill>
                  <a:srgbClr val="0000FF"/>
                </a:solidFill>
                <a:effectLst/>
                <a:uLnTx/>
                <a:uFillTx/>
                <a:latin typeface="Times New Roman" panose="02020603050405020304" pitchFamily="18" charset="0"/>
                <a:ea typeface="黑体" panose="02010609060101010101" pitchFamily="49" charset="-122"/>
                <a:cs typeface="Times New Roman" panose="02020603050405020304" pitchFamily="18" charset="0"/>
              </a:rPr>
              <a:t>算法实例</a:t>
            </a:r>
            <a:endParaRPr kumimoji="0" lang="en-US" altLang="zh-CN" sz="3600" b="1" i="0" u="none" strike="noStrike" kern="1200" cap="none" spc="0" normalizeH="0" baseline="0" noProof="0" dirty="0">
              <a:ln>
                <a:noFill/>
              </a:ln>
              <a:solidFill>
                <a:srgbClr val="0000FF"/>
              </a:solidFill>
              <a:effectLst/>
              <a:uLnTx/>
              <a:uFillTx/>
              <a:latin typeface="Times New Roman" panose="02020603050405020304" pitchFamily="18" charset="0"/>
              <a:ea typeface="黑体" panose="02010609060101010101" pitchFamily="49" charset="-122"/>
              <a:cs typeface="Times New Roman" panose="02020603050405020304" pitchFamily="18" charset="0"/>
            </a:endParaRPr>
          </a:p>
        </p:txBody>
      </p:sp>
      <p:sp>
        <p:nvSpPr>
          <p:cNvPr id="5" name="Rectangle 5"/>
          <p:cNvSpPr>
            <a:spLocks noChangeArrowheads="1"/>
          </p:cNvSpPr>
          <p:nvPr/>
        </p:nvSpPr>
        <p:spPr bwMode="auto">
          <a:xfrm>
            <a:off x="1143000" y="1841500"/>
            <a:ext cx="7678738" cy="1266825"/>
          </a:xfrm>
          <a:prstGeom prst="rect">
            <a:avLst/>
          </a:prstGeom>
          <a:noFill/>
          <a:ln w="9525">
            <a:noFill/>
            <a:miter lim="800000"/>
          </a:ln>
          <a:effectLst/>
        </p:spPr>
        <p:txBody>
          <a:bodyPr>
            <a:spAutoFit/>
          </a:bodyPr>
          <a:lstStyle/>
          <a:p>
            <a:pPr marL="273050" marR="0" lvl="0" indent="-273050" algn="l" defTabSz="914400" rtl="0" eaLnBrk="1" fontAlgn="base" latinLnBrk="0" hangingPunct="1">
              <a:lnSpc>
                <a:spcPct val="100000"/>
              </a:lnSpc>
              <a:spcBef>
                <a:spcPts val="575"/>
              </a:spcBef>
              <a:spcAft>
                <a:spcPct val="0"/>
              </a:spcAft>
              <a:buClr>
                <a:srgbClr val="D34817"/>
              </a:buClr>
              <a:buSzTx/>
              <a:buFont typeface="Wingdings" panose="05000000000000000000" pitchFamily="2" charset="2"/>
              <a:buChar char="n"/>
              <a:defRPr/>
            </a:pPr>
            <a:r>
              <a:rPr kumimoji="0" lang="zh-CN" altLang="en-US" sz="2600" b="1" i="0" u="none" strike="noStrike" kern="1200" cap="none" spc="0" normalizeH="0" baseline="0" noProof="0" dirty="0">
                <a:ln>
                  <a:noFill/>
                </a:ln>
                <a:solidFill>
                  <a:srgbClr val="0070C0"/>
                </a:solidFill>
                <a:effectLst/>
                <a:uLnTx/>
                <a:uFillTx/>
                <a:latin typeface="华文中宋" panose="02010600040101010101" pitchFamily="2" charset="-122"/>
                <a:ea typeface="华文中宋" panose="02010600040101010101" pitchFamily="2" charset="-122"/>
                <a:cs typeface="+mn-cs"/>
              </a:rPr>
              <a:t>例：</a:t>
            </a:r>
            <a:endParaRPr kumimoji="0" lang="en-US" altLang="zh-CN" sz="2600" b="1" i="0" u="none" strike="noStrike" kern="1200" cap="none" spc="0" normalizeH="0" baseline="0" noProof="0" dirty="0">
              <a:ln>
                <a:noFill/>
              </a:ln>
              <a:solidFill>
                <a:srgbClr val="0070C0"/>
              </a:solidFill>
              <a:effectLst/>
              <a:uLnTx/>
              <a:uFillTx/>
              <a:latin typeface="华文中宋" panose="02010600040101010101" pitchFamily="2" charset="-122"/>
              <a:ea typeface="华文中宋" panose="02010600040101010101" pitchFamily="2" charset="-122"/>
              <a:cs typeface="+mn-cs"/>
            </a:endParaRPr>
          </a:p>
          <a:p>
            <a:pPr marL="548005" marR="0" lvl="1" indent="-228600" algn="l" defTabSz="914400" rtl="0" eaLnBrk="1" fontAlgn="base" latinLnBrk="0" hangingPunct="1">
              <a:lnSpc>
                <a:spcPct val="100000"/>
              </a:lnSpc>
              <a:spcBef>
                <a:spcPts val="375"/>
              </a:spcBef>
              <a:spcAft>
                <a:spcPct val="0"/>
              </a:spcAft>
              <a:buClr>
                <a:srgbClr val="9B2D1F"/>
              </a:buClr>
              <a:buSzTx/>
              <a:buFont typeface="Wingdings" panose="05000000000000000000" pitchFamily="2" charset="2"/>
              <a:buNone/>
              <a:defRPr/>
            </a:pPr>
            <a:r>
              <a:rPr kumimoji="0" lang="zh-CN" altLang="en-US" sz="2400" b="1" i="0" u="none" strike="noStrike" kern="120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rPr>
              <a:t>已知有</a:t>
            </a:r>
            <a:r>
              <a:rPr kumimoji="0" lang="en-US" altLang="zh-CN" sz="2400" b="1" i="0" u="none" strike="noStrike" kern="120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rPr>
              <a:t>20</a:t>
            </a:r>
            <a:r>
              <a:rPr kumimoji="0" lang="zh-CN" altLang="en-US" sz="2400" b="1" i="0" u="none" strike="noStrike" kern="120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rPr>
              <a:t>个样本，每个样本有</a:t>
            </a:r>
            <a:r>
              <a:rPr kumimoji="0" lang="en-US" altLang="zh-CN" sz="2400" b="1" i="0" u="none" strike="noStrike" kern="120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rPr>
              <a:t>2</a:t>
            </a:r>
            <a:r>
              <a:rPr kumimoji="0" lang="zh-CN" altLang="en-US" sz="2400" b="1" i="0" u="none" strike="noStrike" kern="120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rPr>
              <a:t>个特征，如下表：</a:t>
            </a:r>
            <a:endParaRPr kumimoji="0" lang="en-US" altLang="zh-CN" sz="2400" b="1" i="0" u="none" strike="noStrike" kern="1200" cap="none" spc="0" normalizeH="0" baseline="0" noProof="0" dirty="0">
              <a:ln>
                <a:noFill/>
              </a:ln>
              <a:solidFill>
                <a:schemeClr val="tx1"/>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endParaRPr>
          </a:p>
          <a:p>
            <a:pPr marL="273050" marR="0" lvl="0" indent="-273050" algn="l" defTabSz="914400" rtl="0" eaLnBrk="1" fontAlgn="base" latinLnBrk="0" hangingPunct="1">
              <a:lnSpc>
                <a:spcPct val="100000"/>
              </a:lnSpc>
              <a:spcBef>
                <a:spcPct val="0"/>
              </a:spcBef>
              <a:spcAft>
                <a:spcPct val="0"/>
              </a:spcAft>
              <a:buClrTx/>
              <a:buSzTx/>
              <a:buFont typeface="Wingdings" panose="05000000000000000000" pitchFamily="2" charset="2"/>
              <a:buNone/>
              <a:defRPr/>
            </a:pPr>
            <a:endParaRPr kumimoji="0" lang="zh-CN" altLang="en-US" sz="2400" b="1" i="0" u="none" strike="noStrike" kern="1200" cap="none" spc="0" normalizeH="0" baseline="0" noProof="0" dirty="0">
              <a:ln>
                <a:noFill/>
              </a:ln>
              <a:solidFill>
                <a:schemeClr val="tx1"/>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endParaRPr>
          </a:p>
        </p:txBody>
      </p:sp>
      <p:graphicFrame>
        <p:nvGraphicFramePr>
          <p:cNvPr id="7" name="Group 106"/>
          <p:cNvGraphicFramePr>
            <a:graphicFrameLocks noGrp="1"/>
          </p:cNvGraphicFramePr>
          <p:nvPr/>
        </p:nvGraphicFramePr>
        <p:xfrm>
          <a:off x="1643063" y="2857500"/>
          <a:ext cx="6335713" cy="1463675"/>
        </p:xfrm>
        <a:graphic>
          <a:graphicData uri="http://schemas.openxmlformats.org/drawingml/2006/table">
            <a:tbl>
              <a:tblPr/>
              <a:tblGrid>
                <a:gridCol w="1544637"/>
                <a:gridCol w="512763"/>
                <a:gridCol w="457200"/>
                <a:gridCol w="457200"/>
                <a:gridCol w="457200"/>
                <a:gridCol w="457200"/>
                <a:gridCol w="457200"/>
                <a:gridCol w="457200"/>
                <a:gridCol w="457200"/>
                <a:gridCol w="457200"/>
                <a:gridCol w="620712"/>
              </a:tblGrid>
              <a:tr h="457200">
                <a:tc>
                  <a:txBody>
                    <a:bodyPr/>
                    <a:lstStyle>
                      <a:lvl1pPr>
                        <a:spcBef>
                          <a:spcPct val="20000"/>
                        </a:spcBef>
                        <a:buClr>
                          <a:schemeClr val="folHlink"/>
                        </a:buClr>
                        <a:buSzPct val="60000"/>
                        <a:buFont typeface="Wingdings" panose="05000000000000000000" pitchFamily="2" charset="2"/>
                        <a:defRPr kumimoji="1" sz="2800">
                          <a:solidFill>
                            <a:schemeClr val="tx1"/>
                          </a:solidFill>
                          <a:latin typeface="Calibri" panose="020F0502020204030204" pitchFamily="34" charset="0"/>
                          <a:ea typeface="宋体" panose="02010600030101010101" pitchFamily="2" charset="-122"/>
                          <a:cs typeface="华文新魏" panose="02010800040101010101" pitchFamily="2" charset="-122"/>
                        </a:defRPr>
                      </a:lvl1pPr>
                      <a:lvl2pPr marL="742950" indent="-285750">
                        <a:spcBef>
                          <a:spcPct val="20000"/>
                        </a:spcBef>
                        <a:buClr>
                          <a:schemeClr val="hlink"/>
                        </a:buClr>
                        <a:buSzPct val="55000"/>
                        <a:buFont typeface="Wingdings" panose="05000000000000000000" pitchFamily="2" charset="2"/>
                        <a:defRPr kumimoji="1" sz="2400">
                          <a:solidFill>
                            <a:schemeClr val="tx1"/>
                          </a:solidFill>
                          <a:latin typeface="Calibri" panose="020F0502020204030204" pitchFamily="34" charset="0"/>
                          <a:ea typeface="宋体" panose="02010600030101010101" pitchFamily="2" charset="-122"/>
                          <a:cs typeface="华文新魏" panose="02010800040101010101" pitchFamily="2" charset="-122"/>
                        </a:defRPr>
                      </a:lvl2pPr>
                      <a:lvl3pPr marL="1143000" indent="-228600">
                        <a:spcBef>
                          <a:spcPct val="20000"/>
                        </a:spcBef>
                        <a:buClr>
                          <a:schemeClr val="folHlink"/>
                        </a:buClr>
                        <a:buSzPct val="50000"/>
                        <a:buFont typeface="Wingdings" panose="05000000000000000000" pitchFamily="2" charset="2"/>
                        <a:defRPr kumimoji="1" sz="2000">
                          <a:solidFill>
                            <a:schemeClr val="tx1"/>
                          </a:solidFill>
                          <a:latin typeface="Calibri" panose="020F0502020204030204" pitchFamily="34" charset="0"/>
                          <a:ea typeface="宋体" panose="02010600030101010101" pitchFamily="2" charset="-122"/>
                          <a:cs typeface="华文新魏" panose="02010800040101010101" pitchFamily="2" charset="-122"/>
                        </a:defRPr>
                      </a:lvl3pPr>
                      <a:lvl4pPr marL="1600200" indent="-228600">
                        <a:spcBef>
                          <a:spcPct val="20000"/>
                        </a:spcBef>
                        <a:buClr>
                          <a:schemeClr val="accent2"/>
                        </a:buClr>
                        <a:buSzPct val="55000"/>
                        <a:buFont typeface="Wingdings" panose="05000000000000000000" pitchFamily="2" charset="2"/>
                        <a:defRPr kumimoji="1">
                          <a:solidFill>
                            <a:schemeClr val="tx1"/>
                          </a:solidFill>
                          <a:latin typeface="Calibri" panose="020F0502020204030204" pitchFamily="34" charset="0"/>
                          <a:ea typeface="宋体" panose="02010600030101010101" pitchFamily="2" charset="-122"/>
                          <a:cs typeface="华文新魏" panose="02010800040101010101" pitchFamily="2" charset="-122"/>
                        </a:defRPr>
                      </a:lvl4pPr>
                      <a:lvl5pPr marL="2057400" indent="-228600">
                        <a:spcBef>
                          <a:spcPct val="20000"/>
                        </a:spcBef>
                        <a:buClr>
                          <a:schemeClr val="accent1"/>
                        </a:buClr>
                        <a:buSzPct val="50000"/>
                        <a:buFont typeface="Wingdings" panose="05000000000000000000" pitchFamily="2" charset="2"/>
                        <a:defRPr kumimoji="1">
                          <a:solidFill>
                            <a:schemeClr val="tx1"/>
                          </a:solidFill>
                          <a:latin typeface="Calibri" panose="020F0502020204030204" pitchFamily="34" charset="0"/>
                          <a:ea typeface="宋体" panose="02010600030101010101" pitchFamily="2" charset="-122"/>
                          <a:cs typeface="华文新魏" panose="0201080004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kumimoji="1">
                          <a:solidFill>
                            <a:schemeClr val="tx1"/>
                          </a:solidFill>
                          <a:latin typeface="Calibri" panose="020F0502020204030204" pitchFamily="34" charset="0"/>
                          <a:ea typeface="宋体" panose="02010600030101010101" pitchFamily="2" charset="-122"/>
                          <a:cs typeface="华文新魏" panose="0201080004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kumimoji="1">
                          <a:solidFill>
                            <a:schemeClr val="tx1"/>
                          </a:solidFill>
                          <a:latin typeface="Calibri" panose="020F0502020204030204" pitchFamily="34" charset="0"/>
                          <a:ea typeface="宋体" panose="02010600030101010101" pitchFamily="2" charset="-122"/>
                          <a:cs typeface="华文新魏" panose="0201080004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kumimoji="1">
                          <a:solidFill>
                            <a:schemeClr val="tx1"/>
                          </a:solidFill>
                          <a:latin typeface="Calibri" panose="020F0502020204030204" pitchFamily="34" charset="0"/>
                          <a:ea typeface="宋体" panose="02010600030101010101" pitchFamily="2" charset="-122"/>
                          <a:cs typeface="华文新魏" panose="0201080004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kumimoji="1">
                          <a:solidFill>
                            <a:schemeClr val="tx1"/>
                          </a:solidFill>
                          <a:latin typeface="Calibri" panose="020F0502020204030204" pitchFamily="34" charset="0"/>
                          <a:ea typeface="宋体" panose="02010600030101010101" pitchFamily="2" charset="-122"/>
                          <a:cs typeface="华文新魏" panose="0201080004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0" lang="zh-CN" altLang="en-US" sz="1900" b="1" i="0" u="none" strike="noStrike" cap="none" normalizeH="0" baseline="0">
                          <a:ln>
                            <a:noFill/>
                          </a:ln>
                          <a:solidFill>
                            <a:schemeClr val="tx1"/>
                          </a:solidFill>
                          <a:effectLst/>
                          <a:latin typeface="楷体_GB2312" panose="02010609030101010101" pitchFamily="49" charset="-122"/>
                          <a:ea typeface="楷体_GB2312" panose="02010609030101010101" pitchFamily="49" charset="-122"/>
                          <a:cs typeface="华文新魏" panose="02010800040101010101" pitchFamily="2" charset="-122"/>
                        </a:rPr>
                        <a:t>样本序号</a:t>
                      </a:r>
                      <a:endParaRPr kumimoji="0" lang="zh-CN" altLang="en-US" sz="1900" b="1" i="0" u="none" strike="noStrike" cap="none" normalizeH="0" baseline="0">
                        <a:ln>
                          <a:noFill/>
                        </a:ln>
                        <a:solidFill>
                          <a:schemeClr val="tx1"/>
                        </a:solidFill>
                        <a:effectLst/>
                        <a:latin typeface="楷体_GB2312" panose="02010609030101010101" pitchFamily="49" charset="-122"/>
                        <a:ea typeface="楷体_GB2312" panose="02010609030101010101" pitchFamily="49" charset="-122"/>
                        <a:cs typeface="华文新魏" panose="0201080004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kumimoji="1" sz="2800">
                          <a:solidFill>
                            <a:schemeClr val="tx1"/>
                          </a:solidFill>
                          <a:latin typeface="Calibri" panose="020F0502020204030204" pitchFamily="34" charset="0"/>
                          <a:ea typeface="宋体" panose="02010600030101010101" pitchFamily="2" charset="-122"/>
                          <a:cs typeface="华文新魏" panose="02010800040101010101" pitchFamily="2" charset="-122"/>
                        </a:defRPr>
                      </a:lvl1pPr>
                      <a:lvl2pPr marL="742950" indent="-285750">
                        <a:spcBef>
                          <a:spcPct val="20000"/>
                        </a:spcBef>
                        <a:buClr>
                          <a:schemeClr val="hlink"/>
                        </a:buClr>
                        <a:buSzPct val="55000"/>
                        <a:buFont typeface="Wingdings" panose="05000000000000000000" pitchFamily="2" charset="2"/>
                        <a:defRPr kumimoji="1" sz="2400">
                          <a:solidFill>
                            <a:schemeClr val="tx1"/>
                          </a:solidFill>
                          <a:latin typeface="Calibri" panose="020F0502020204030204" pitchFamily="34" charset="0"/>
                          <a:ea typeface="宋体" panose="02010600030101010101" pitchFamily="2" charset="-122"/>
                          <a:cs typeface="华文新魏" panose="02010800040101010101" pitchFamily="2" charset="-122"/>
                        </a:defRPr>
                      </a:lvl2pPr>
                      <a:lvl3pPr marL="1143000" indent="-228600">
                        <a:spcBef>
                          <a:spcPct val="20000"/>
                        </a:spcBef>
                        <a:buClr>
                          <a:schemeClr val="folHlink"/>
                        </a:buClr>
                        <a:buSzPct val="50000"/>
                        <a:buFont typeface="Wingdings" panose="05000000000000000000" pitchFamily="2" charset="2"/>
                        <a:defRPr kumimoji="1" sz="2000">
                          <a:solidFill>
                            <a:schemeClr val="tx1"/>
                          </a:solidFill>
                          <a:latin typeface="Calibri" panose="020F0502020204030204" pitchFamily="34" charset="0"/>
                          <a:ea typeface="宋体" panose="02010600030101010101" pitchFamily="2" charset="-122"/>
                          <a:cs typeface="华文新魏" panose="02010800040101010101" pitchFamily="2" charset="-122"/>
                        </a:defRPr>
                      </a:lvl3pPr>
                      <a:lvl4pPr marL="1600200" indent="-228600">
                        <a:spcBef>
                          <a:spcPct val="20000"/>
                        </a:spcBef>
                        <a:buClr>
                          <a:schemeClr val="accent2"/>
                        </a:buClr>
                        <a:buSzPct val="55000"/>
                        <a:buFont typeface="Wingdings" panose="05000000000000000000" pitchFamily="2" charset="2"/>
                        <a:defRPr kumimoji="1">
                          <a:solidFill>
                            <a:schemeClr val="tx1"/>
                          </a:solidFill>
                          <a:latin typeface="Calibri" panose="020F0502020204030204" pitchFamily="34" charset="0"/>
                          <a:ea typeface="宋体" panose="02010600030101010101" pitchFamily="2" charset="-122"/>
                          <a:cs typeface="华文新魏" panose="02010800040101010101" pitchFamily="2" charset="-122"/>
                        </a:defRPr>
                      </a:lvl4pPr>
                      <a:lvl5pPr marL="2057400" indent="-228600">
                        <a:spcBef>
                          <a:spcPct val="20000"/>
                        </a:spcBef>
                        <a:buClr>
                          <a:schemeClr val="accent1"/>
                        </a:buClr>
                        <a:buSzPct val="50000"/>
                        <a:buFont typeface="Wingdings" panose="05000000000000000000" pitchFamily="2" charset="2"/>
                        <a:defRPr kumimoji="1">
                          <a:solidFill>
                            <a:schemeClr val="tx1"/>
                          </a:solidFill>
                          <a:latin typeface="Calibri" panose="020F0502020204030204" pitchFamily="34" charset="0"/>
                          <a:ea typeface="宋体" panose="02010600030101010101" pitchFamily="2" charset="-122"/>
                          <a:cs typeface="华文新魏" panose="0201080004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kumimoji="1">
                          <a:solidFill>
                            <a:schemeClr val="tx1"/>
                          </a:solidFill>
                          <a:latin typeface="Calibri" panose="020F0502020204030204" pitchFamily="34" charset="0"/>
                          <a:ea typeface="宋体" panose="02010600030101010101" pitchFamily="2" charset="-122"/>
                          <a:cs typeface="华文新魏" panose="0201080004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kumimoji="1">
                          <a:solidFill>
                            <a:schemeClr val="tx1"/>
                          </a:solidFill>
                          <a:latin typeface="Calibri" panose="020F0502020204030204" pitchFamily="34" charset="0"/>
                          <a:ea typeface="宋体" panose="02010600030101010101" pitchFamily="2" charset="-122"/>
                          <a:cs typeface="华文新魏" panose="0201080004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kumimoji="1">
                          <a:solidFill>
                            <a:schemeClr val="tx1"/>
                          </a:solidFill>
                          <a:latin typeface="Calibri" panose="020F0502020204030204" pitchFamily="34" charset="0"/>
                          <a:ea typeface="宋体" panose="02010600030101010101" pitchFamily="2" charset="-122"/>
                          <a:cs typeface="华文新魏" panose="0201080004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kumimoji="1">
                          <a:solidFill>
                            <a:schemeClr val="tx1"/>
                          </a:solidFill>
                          <a:latin typeface="Calibri" panose="020F0502020204030204" pitchFamily="34" charset="0"/>
                          <a:ea typeface="宋体" panose="02010600030101010101" pitchFamily="2" charset="-122"/>
                          <a:cs typeface="华文新魏" panose="0201080004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0" lang="en-US" altLang="zh-CN" sz="1900" b="1" i="1" u="none" strike="noStrike" cap="none" normalizeH="0" baseline="0">
                          <a:ln>
                            <a:noFill/>
                          </a:ln>
                          <a:solidFill>
                            <a:schemeClr val="tx1"/>
                          </a:solidFill>
                          <a:effectLst/>
                          <a:latin typeface="Times New Roman" panose="02020603050405020304" pitchFamily="18" charset="0"/>
                          <a:ea typeface="楷体_GB2312" panose="02010609030101010101" pitchFamily="49" charset="-122"/>
                          <a:cs typeface="Times New Roman" panose="02020603050405020304" pitchFamily="18" charset="0"/>
                        </a:rPr>
                        <a:t>x</a:t>
                      </a:r>
                      <a:r>
                        <a:rPr kumimoji="0" lang="en-US" altLang="zh-CN" sz="1900" b="1" i="0" u="none" strike="noStrike" cap="none" normalizeH="0" baseline="-25000">
                          <a:ln>
                            <a:noFill/>
                          </a:ln>
                          <a:solidFill>
                            <a:schemeClr val="tx1"/>
                          </a:solidFill>
                          <a:effectLst/>
                          <a:latin typeface="Times New Roman" panose="02020603050405020304" pitchFamily="18" charset="0"/>
                          <a:ea typeface="楷体_GB2312" panose="02010609030101010101" pitchFamily="49" charset="-122"/>
                          <a:cs typeface="Times New Roman" panose="02020603050405020304" pitchFamily="18" charset="0"/>
                        </a:rPr>
                        <a:t>1</a:t>
                      </a:r>
                      <a:endParaRPr kumimoji="0" lang="en-US" altLang="zh-CN" sz="1900" b="1" i="0" u="none" strike="noStrike" cap="none" normalizeH="0" baseline="-25000">
                        <a:ln>
                          <a:noFill/>
                        </a:ln>
                        <a:solidFill>
                          <a:schemeClr val="tx1"/>
                        </a:solidFill>
                        <a:effectLst/>
                        <a:latin typeface="Times New Roman" panose="02020603050405020304" pitchFamily="18" charset="0"/>
                        <a:ea typeface="楷体_GB2312" panose="02010609030101010101" pitchFamily="49" charset="-122"/>
                        <a:cs typeface="Times New Roman" panose="02020603050405020304"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kumimoji="1" sz="2800">
                          <a:solidFill>
                            <a:schemeClr val="tx1"/>
                          </a:solidFill>
                          <a:latin typeface="Calibri" panose="020F0502020204030204" pitchFamily="34" charset="0"/>
                          <a:ea typeface="宋体" panose="02010600030101010101" pitchFamily="2" charset="-122"/>
                          <a:cs typeface="华文新魏" panose="02010800040101010101" pitchFamily="2" charset="-122"/>
                        </a:defRPr>
                      </a:lvl1pPr>
                      <a:lvl2pPr marL="742950" indent="-285750">
                        <a:spcBef>
                          <a:spcPct val="20000"/>
                        </a:spcBef>
                        <a:buClr>
                          <a:schemeClr val="hlink"/>
                        </a:buClr>
                        <a:buSzPct val="55000"/>
                        <a:buFont typeface="Wingdings" panose="05000000000000000000" pitchFamily="2" charset="2"/>
                        <a:defRPr kumimoji="1" sz="2400">
                          <a:solidFill>
                            <a:schemeClr val="tx1"/>
                          </a:solidFill>
                          <a:latin typeface="Calibri" panose="020F0502020204030204" pitchFamily="34" charset="0"/>
                          <a:ea typeface="宋体" panose="02010600030101010101" pitchFamily="2" charset="-122"/>
                          <a:cs typeface="华文新魏" panose="02010800040101010101" pitchFamily="2" charset="-122"/>
                        </a:defRPr>
                      </a:lvl2pPr>
                      <a:lvl3pPr marL="1143000" indent="-228600">
                        <a:spcBef>
                          <a:spcPct val="20000"/>
                        </a:spcBef>
                        <a:buClr>
                          <a:schemeClr val="folHlink"/>
                        </a:buClr>
                        <a:buSzPct val="50000"/>
                        <a:buFont typeface="Wingdings" panose="05000000000000000000" pitchFamily="2" charset="2"/>
                        <a:defRPr kumimoji="1" sz="2000">
                          <a:solidFill>
                            <a:schemeClr val="tx1"/>
                          </a:solidFill>
                          <a:latin typeface="Calibri" panose="020F0502020204030204" pitchFamily="34" charset="0"/>
                          <a:ea typeface="宋体" panose="02010600030101010101" pitchFamily="2" charset="-122"/>
                          <a:cs typeface="华文新魏" panose="02010800040101010101" pitchFamily="2" charset="-122"/>
                        </a:defRPr>
                      </a:lvl3pPr>
                      <a:lvl4pPr marL="1600200" indent="-228600">
                        <a:spcBef>
                          <a:spcPct val="20000"/>
                        </a:spcBef>
                        <a:buClr>
                          <a:schemeClr val="accent2"/>
                        </a:buClr>
                        <a:buSzPct val="55000"/>
                        <a:buFont typeface="Wingdings" panose="05000000000000000000" pitchFamily="2" charset="2"/>
                        <a:defRPr kumimoji="1">
                          <a:solidFill>
                            <a:schemeClr val="tx1"/>
                          </a:solidFill>
                          <a:latin typeface="Calibri" panose="020F0502020204030204" pitchFamily="34" charset="0"/>
                          <a:ea typeface="宋体" panose="02010600030101010101" pitchFamily="2" charset="-122"/>
                          <a:cs typeface="华文新魏" panose="02010800040101010101" pitchFamily="2" charset="-122"/>
                        </a:defRPr>
                      </a:lvl4pPr>
                      <a:lvl5pPr marL="2057400" indent="-228600">
                        <a:spcBef>
                          <a:spcPct val="20000"/>
                        </a:spcBef>
                        <a:buClr>
                          <a:schemeClr val="accent1"/>
                        </a:buClr>
                        <a:buSzPct val="50000"/>
                        <a:buFont typeface="Wingdings" panose="05000000000000000000" pitchFamily="2" charset="2"/>
                        <a:defRPr kumimoji="1">
                          <a:solidFill>
                            <a:schemeClr val="tx1"/>
                          </a:solidFill>
                          <a:latin typeface="Calibri" panose="020F0502020204030204" pitchFamily="34" charset="0"/>
                          <a:ea typeface="宋体" panose="02010600030101010101" pitchFamily="2" charset="-122"/>
                          <a:cs typeface="华文新魏" panose="0201080004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kumimoji="1">
                          <a:solidFill>
                            <a:schemeClr val="tx1"/>
                          </a:solidFill>
                          <a:latin typeface="Calibri" panose="020F0502020204030204" pitchFamily="34" charset="0"/>
                          <a:ea typeface="宋体" panose="02010600030101010101" pitchFamily="2" charset="-122"/>
                          <a:cs typeface="华文新魏" panose="0201080004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kumimoji="1">
                          <a:solidFill>
                            <a:schemeClr val="tx1"/>
                          </a:solidFill>
                          <a:latin typeface="Calibri" panose="020F0502020204030204" pitchFamily="34" charset="0"/>
                          <a:ea typeface="宋体" panose="02010600030101010101" pitchFamily="2" charset="-122"/>
                          <a:cs typeface="华文新魏" panose="0201080004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kumimoji="1">
                          <a:solidFill>
                            <a:schemeClr val="tx1"/>
                          </a:solidFill>
                          <a:latin typeface="Calibri" panose="020F0502020204030204" pitchFamily="34" charset="0"/>
                          <a:ea typeface="宋体" panose="02010600030101010101" pitchFamily="2" charset="-122"/>
                          <a:cs typeface="华文新魏" panose="0201080004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kumimoji="1">
                          <a:solidFill>
                            <a:schemeClr val="tx1"/>
                          </a:solidFill>
                          <a:latin typeface="Calibri" panose="020F0502020204030204" pitchFamily="34" charset="0"/>
                          <a:ea typeface="宋体" panose="02010600030101010101" pitchFamily="2" charset="-122"/>
                          <a:cs typeface="华文新魏" panose="0201080004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0" lang="en-US" altLang="zh-CN" sz="1900" b="1" i="1" u="none" strike="noStrike" cap="none" normalizeH="0" baseline="0">
                          <a:ln>
                            <a:noFill/>
                          </a:ln>
                          <a:solidFill>
                            <a:schemeClr val="tx1"/>
                          </a:solidFill>
                          <a:effectLst/>
                          <a:latin typeface="Times New Roman" panose="02020603050405020304" pitchFamily="18" charset="0"/>
                          <a:ea typeface="楷体_GB2312" panose="02010609030101010101" pitchFamily="49" charset="-122"/>
                          <a:cs typeface="Times New Roman" panose="02020603050405020304" pitchFamily="18" charset="0"/>
                        </a:rPr>
                        <a:t>x</a:t>
                      </a:r>
                      <a:r>
                        <a:rPr kumimoji="0" lang="en-US" altLang="zh-CN" sz="1900" b="1" i="0" u="none" strike="noStrike" cap="none" normalizeH="0" baseline="-25000">
                          <a:ln>
                            <a:noFill/>
                          </a:ln>
                          <a:solidFill>
                            <a:schemeClr val="tx1"/>
                          </a:solidFill>
                          <a:effectLst/>
                          <a:latin typeface="Times New Roman" panose="02020603050405020304" pitchFamily="18" charset="0"/>
                          <a:ea typeface="楷体_GB2312" panose="02010609030101010101" pitchFamily="49" charset="-122"/>
                          <a:cs typeface="Times New Roman" panose="02020603050405020304" pitchFamily="18" charset="0"/>
                        </a:rPr>
                        <a:t>2</a:t>
                      </a:r>
                      <a:endParaRPr kumimoji="0" lang="en-US" altLang="zh-CN" sz="1900" b="1" i="0" u="none" strike="noStrike" cap="none" normalizeH="0" baseline="-25000">
                        <a:ln>
                          <a:noFill/>
                        </a:ln>
                        <a:solidFill>
                          <a:schemeClr val="tx1"/>
                        </a:solidFill>
                        <a:effectLst/>
                        <a:latin typeface="Times New Roman" panose="02020603050405020304" pitchFamily="18" charset="0"/>
                        <a:ea typeface="楷体_GB2312" panose="02010609030101010101" pitchFamily="49" charset="-122"/>
                        <a:cs typeface="Times New Roman" panose="02020603050405020304"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kumimoji="1" sz="2800">
                          <a:solidFill>
                            <a:schemeClr val="tx1"/>
                          </a:solidFill>
                          <a:latin typeface="Calibri" panose="020F0502020204030204" pitchFamily="34" charset="0"/>
                          <a:ea typeface="宋体" panose="02010600030101010101" pitchFamily="2" charset="-122"/>
                          <a:cs typeface="华文新魏" panose="02010800040101010101" pitchFamily="2" charset="-122"/>
                        </a:defRPr>
                      </a:lvl1pPr>
                      <a:lvl2pPr marL="742950" indent="-285750">
                        <a:spcBef>
                          <a:spcPct val="20000"/>
                        </a:spcBef>
                        <a:buClr>
                          <a:schemeClr val="hlink"/>
                        </a:buClr>
                        <a:buSzPct val="55000"/>
                        <a:buFont typeface="Wingdings" panose="05000000000000000000" pitchFamily="2" charset="2"/>
                        <a:defRPr kumimoji="1" sz="2400">
                          <a:solidFill>
                            <a:schemeClr val="tx1"/>
                          </a:solidFill>
                          <a:latin typeface="Calibri" panose="020F0502020204030204" pitchFamily="34" charset="0"/>
                          <a:ea typeface="宋体" panose="02010600030101010101" pitchFamily="2" charset="-122"/>
                          <a:cs typeface="华文新魏" panose="02010800040101010101" pitchFamily="2" charset="-122"/>
                        </a:defRPr>
                      </a:lvl2pPr>
                      <a:lvl3pPr marL="1143000" indent="-228600">
                        <a:spcBef>
                          <a:spcPct val="20000"/>
                        </a:spcBef>
                        <a:buClr>
                          <a:schemeClr val="folHlink"/>
                        </a:buClr>
                        <a:buSzPct val="50000"/>
                        <a:buFont typeface="Wingdings" panose="05000000000000000000" pitchFamily="2" charset="2"/>
                        <a:defRPr kumimoji="1" sz="2000">
                          <a:solidFill>
                            <a:schemeClr val="tx1"/>
                          </a:solidFill>
                          <a:latin typeface="Calibri" panose="020F0502020204030204" pitchFamily="34" charset="0"/>
                          <a:ea typeface="宋体" panose="02010600030101010101" pitchFamily="2" charset="-122"/>
                          <a:cs typeface="华文新魏" panose="02010800040101010101" pitchFamily="2" charset="-122"/>
                        </a:defRPr>
                      </a:lvl3pPr>
                      <a:lvl4pPr marL="1600200" indent="-228600">
                        <a:spcBef>
                          <a:spcPct val="20000"/>
                        </a:spcBef>
                        <a:buClr>
                          <a:schemeClr val="accent2"/>
                        </a:buClr>
                        <a:buSzPct val="55000"/>
                        <a:buFont typeface="Wingdings" panose="05000000000000000000" pitchFamily="2" charset="2"/>
                        <a:defRPr kumimoji="1">
                          <a:solidFill>
                            <a:schemeClr val="tx1"/>
                          </a:solidFill>
                          <a:latin typeface="Calibri" panose="020F0502020204030204" pitchFamily="34" charset="0"/>
                          <a:ea typeface="宋体" panose="02010600030101010101" pitchFamily="2" charset="-122"/>
                          <a:cs typeface="华文新魏" panose="02010800040101010101" pitchFamily="2" charset="-122"/>
                        </a:defRPr>
                      </a:lvl4pPr>
                      <a:lvl5pPr marL="2057400" indent="-228600">
                        <a:spcBef>
                          <a:spcPct val="20000"/>
                        </a:spcBef>
                        <a:buClr>
                          <a:schemeClr val="accent1"/>
                        </a:buClr>
                        <a:buSzPct val="50000"/>
                        <a:buFont typeface="Wingdings" panose="05000000000000000000" pitchFamily="2" charset="2"/>
                        <a:defRPr kumimoji="1">
                          <a:solidFill>
                            <a:schemeClr val="tx1"/>
                          </a:solidFill>
                          <a:latin typeface="Calibri" panose="020F0502020204030204" pitchFamily="34" charset="0"/>
                          <a:ea typeface="宋体" panose="02010600030101010101" pitchFamily="2" charset="-122"/>
                          <a:cs typeface="华文新魏" panose="0201080004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kumimoji="1">
                          <a:solidFill>
                            <a:schemeClr val="tx1"/>
                          </a:solidFill>
                          <a:latin typeface="Calibri" panose="020F0502020204030204" pitchFamily="34" charset="0"/>
                          <a:ea typeface="宋体" panose="02010600030101010101" pitchFamily="2" charset="-122"/>
                          <a:cs typeface="华文新魏" panose="0201080004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kumimoji="1">
                          <a:solidFill>
                            <a:schemeClr val="tx1"/>
                          </a:solidFill>
                          <a:latin typeface="Calibri" panose="020F0502020204030204" pitchFamily="34" charset="0"/>
                          <a:ea typeface="宋体" panose="02010600030101010101" pitchFamily="2" charset="-122"/>
                          <a:cs typeface="华文新魏" panose="0201080004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kumimoji="1">
                          <a:solidFill>
                            <a:schemeClr val="tx1"/>
                          </a:solidFill>
                          <a:latin typeface="Calibri" panose="020F0502020204030204" pitchFamily="34" charset="0"/>
                          <a:ea typeface="宋体" panose="02010600030101010101" pitchFamily="2" charset="-122"/>
                          <a:cs typeface="华文新魏" panose="0201080004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kumimoji="1">
                          <a:solidFill>
                            <a:schemeClr val="tx1"/>
                          </a:solidFill>
                          <a:latin typeface="Calibri" panose="020F0502020204030204" pitchFamily="34" charset="0"/>
                          <a:ea typeface="宋体" panose="02010600030101010101" pitchFamily="2" charset="-122"/>
                          <a:cs typeface="华文新魏" panose="0201080004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0" lang="en-US" altLang="zh-CN" sz="1900" b="1" i="1" u="none" strike="noStrike" cap="none" normalizeH="0" baseline="0">
                          <a:ln>
                            <a:noFill/>
                          </a:ln>
                          <a:solidFill>
                            <a:schemeClr val="tx1"/>
                          </a:solidFill>
                          <a:effectLst/>
                          <a:latin typeface="Times New Roman" panose="02020603050405020304" pitchFamily="18" charset="0"/>
                          <a:ea typeface="楷体_GB2312" panose="02010609030101010101" pitchFamily="49" charset="-122"/>
                          <a:cs typeface="Times New Roman" panose="02020603050405020304" pitchFamily="18" charset="0"/>
                        </a:rPr>
                        <a:t>x</a:t>
                      </a:r>
                      <a:r>
                        <a:rPr kumimoji="0" lang="en-US" altLang="zh-CN" sz="1900" b="1" i="0" u="none" strike="noStrike" cap="none" normalizeH="0" baseline="-25000">
                          <a:ln>
                            <a:noFill/>
                          </a:ln>
                          <a:solidFill>
                            <a:schemeClr val="tx1"/>
                          </a:solidFill>
                          <a:effectLst/>
                          <a:latin typeface="Times New Roman" panose="02020603050405020304" pitchFamily="18" charset="0"/>
                          <a:ea typeface="楷体_GB2312" panose="02010609030101010101" pitchFamily="49" charset="-122"/>
                          <a:cs typeface="Times New Roman" panose="02020603050405020304" pitchFamily="18" charset="0"/>
                        </a:rPr>
                        <a:t>3</a:t>
                      </a:r>
                      <a:endParaRPr kumimoji="0" lang="en-US" altLang="zh-CN" sz="1900" b="1" i="0" u="none" strike="noStrike" cap="none" normalizeH="0" baseline="-25000">
                        <a:ln>
                          <a:noFill/>
                        </a:ln>
                        <a:solidFill>
                          <a:schemeClr val="tx1"/>
                        </a:solidFill>
                        <a:effectLst/>
                        <a:latin typeface="Times New Roman" panose="02020603050405020304" pitchFamily="18" charset="0"/>
                        <a:ea typeface="楷体_GB2312" panose="02010609030101010101" pitchFamily="49" charset="-122"/>
                        <a:cs typeface="Times New Roman" panose="02020603050405020304"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kumimoji="1" sz="2800">
                          <a:solidFill>
                            <a:schemeClr val="tx1"/>
                          </a:solidFill>
                          <a:latin typeface="Calibri" panose="020F0502020204030204" pitchFamily="34" charset="0"/>
                          <a:ea typeface="宋体" panose="02010600030101010101" pitchFamily="2" charset="-122"/>
                          <a:cs typeface="华文新魏" panose="02010800040101010101" pitchFamily="2" charset="-122"/>
                        </a:defRPr>
                      </a:lvl1pPr>
                      <a:lvl2pPr marL="742950" indent="-285750">
                        <a:spcBef>
                          <a:spcPct val="20000"/>
                        </a:spcBef>
                        <a:buClr>
                          <a:schemeClr val="hlink"/>
                        </a:buClr>
                        <a:buSzPct val="55000"/>
                        <a:buFont typeface="Wingdings" panose="05000000000000000000" pitchFamily="2" charset="2"/>
                        <a:defRPr kumimoji="1" sz="2400">
                          <a:solidFill>
                            <a:schemeClr val="tx1"/>
                          </a:solidFill>
                          <a:latin typeface="Calibri" panose="020F0502020204030204" pitchFamily="34" charset="0"/>
                          <a:ea typeface="宋体" panose="02010600030101010101" pitchFamily="2" charset="-122"/>
                          <a:cs typeface="华文新魏" panose="02010800040101010101" pitchFamily="2" charset="-122"/>
                        </a:defRPr>
                      </a:lvl2pPr>
                      <a:lvl3pPr marL="1143000" indent="-228600">
                        <a:spcBef>
                          <a:spcPct val="20000"/>
                        </a:spcBef>
                        <a:buClr>
                          <a:schemeClr val="folHlink"/>
                        </a:buClr>
                        <a:buSzPct val="50000"/>
                        <a:buFont typeface="Wingdings" panose="05000000000000000000" pitchFamily="2" charset="2"/>
                        <a:defRPr kumimoji="1" sz="2000">
                          <a:solidFill>
                            <a:schemeClr val="tx1"/>
                          </a:solidFill>
                          <a:latin typeface="Calibri" panose="020F0502020204030204" pitchFamily="34" charset="0"/>
                          <a:ea typeface="宋体" panose="02010600030101010101" pitchFamily="2" charset="-122"/>
                          <a:cs typeface="华文新魏" panose="02010800040101010101" pitchFamily="2" charset="-122"/>
                        </a:defRPr>
                      </a:lvl3pPr>
                      <a:lvl4pPr marL="1600200" indent="-228600">
                        <a:spcBef>
                          <a:spcPct val="20000"/>
                        </a:spcBef>
                        <a:buClr>
                          <a:schemeClr val="accent2"/>
                        </a:buClr>
                        <a:buSzPct val="55000"/>
                        <a:buFont typeface="Wingdings" panose="05000000000000000000" pitchFamily="2" charset="2"/>
                        <a:defRPr kumimoji="1">
                          <a:solidFill>
                            <a:schemeClr val="tx1"/>
                          </a:solidFill>
                          <a:latin typeface="Calibri" panose="020F0502020204030204" pitchFamily="34" charset="0"/>
                          <a:ea typeface="宋体" panose="02010600030101010101" pitchFamily="2" charset="-122"/>
                          <a:cs typeface="华文新魏" panose="02010800040101010101" pitchFamily="2" charset="-122"/>
                        </a:defRPr>
                      </a:lvl4pPr>
                      <a:lvl5pPr marL="2057400" indent="-228600">
                        <a:spcBef>
                          <a:spcPct val="20000"/>
                        </a:spcBef>
                        <a:buClr>
                          <a:schemeClr val="accent1"/>
                        </a:buClr>
                        <a:buSzPct val="50000"/>
                        <a:buFont typeface="Wingdings" panose="05000000000000000000" pitchFamily="2" charset="2"/>
                        <a:defRPr kumimoji="1">
                          <a:solidFill>
                            <a:schemeClr val="tx1"/>
                          </a:solidFill>
                          <a:latin typeface="Calibri" panose="020F0502020204030204" pitchFamily="34" charset="0"/>
                          <a:ea typeface="宋体" panose="02010600030101010101" pitchFamily="2" charset="-122"/>
                          <a:cs typeface="华文新魏" panose="0201080004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kumimoji="1">
                          <a:solidFill>
                            <a:schemeClr val="tx1"/>
                          </a:solidFill>
                          <a:latin typeface="Calibri" panose="020F0502020204030204" pitchFamily="34" charset="0"/>
                          <a:ea typeface="宋体" panose="02010600030101010101" pitchFamily="2" charset="-122"/>
                          <a:cs typeface="华文新魏" panose="0201080004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kumimoji="1">
                          <a:solidFill>
                            <a:schemeClr val="tx1"/>
                          </a:solidFill>
                          <a:latin typeface="Calibri" panose="020F0502020204030204" pitchFamily="34" charset="0"/>
                          <a:ea typeface="宋体" panose="02010600030101010101" pitchFamily="2" charset="-122"/>
                          <a:cs typeface="华文新魏" panose="0201080004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kumimoji="1">
                          <a:solidFill>
                            <a:schemeClr val="tx1"/>
                          </a:solidFill>
                          <a:latin typeface="Calibri" panose="020F0502020204030204" pitchFamily="34" charset="0"/>
                          <a:ea typeface="宋体" panose="02010600030101010101" pitchFamily="2" charset="-122"/>
                          <a:cs typeface="华文新魏" panose="0201080004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kumimoji="1">
                          <a:solidFill>
                            <a:schemeClr val="tx1"/>
                          </a:solidFill>
                          <a:latin typeface="Calibri" panose="020F0502020204030204" pitchFamily="34" charset="0"/>
                          <a:ea typeface="宋体" panose="02010600030101010101" pitchFamily="2" charset="-122"/>
                          <a:cs typeface="华文新魏" panose="0201080004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0" lang="en-US" altLang="zh-CN" sz="1900" b="1" i="1" u="none" strike="noStrike" cap="none" normalizeH="0" baseline="0">
                          <a:ln>
                            <a:noFill/>
                          </a:ln>
                          <a:solidFill>
                            <a:schemeClr val="tx1"/>
                          </a:solidFill>
                          <a:effectLst/>
                          <a:latin typeface="Times New Roman" panose="02020603050405020304" pitchFamily="18" charset="0"/>
                          <a:ea typeface="楷体_GB2312" panose="02010609030101010101" pitchFamily="49" charset="-122"/>
                          <a:cs typeface="Times New Roman" panose="02020603050405020304" pitchFamily="18" charset="0"/>
                        </a:rPr>
                        <a:t>x</a:t>
                      </a:r>
                      <a:r>
                        <a:rPr kumimoji="0" lang="en-US" altLang="zh-CN" sz="1900" b="1" i="0" u="none" strike="noStrike" cap="none" normalizeH="0" baseline="-25000">
                          <a:ln>
                            <a:noFill/>
                          </a:ln>
                          <a:solidFill>
                            <a:schemeClr val="tx1"/>
                          </a:solidFill>
                          <a:effectLst/>
                          <a:latin typeface="Times New Roman" panose="02020603050405020304" pitchFamily="18" charset="0"/>
                          <a:ea typeface="楷体_GB2312" panose="02010609030101010101" pitchFamily="49" charset="-122"/>
                          <a:cs typeface="Times New Roman" panose="02020603050405020304" pitchFamily="18" charset="0"/>
                        </a:rPr>
                        <a:t>4</a:t>
                      </a:r>
                      <a:endParaRPr kumimoji="0" lang="en-US" altLang="zh-CN" sz="1900" b="1" i="0" u="none" strike="noStrike" cap="none" normalizeH="0" baseline="-25000">
                        <a:ln>
                          <a:noFill/>
                        </a:ln>
                        <a:solidFill>
                          <a:schemeClr val="tx1"/>
                        </a:solidFill>
                        <a:effectLst/>
                        <a:latin typeface="Times New Roman" panose="02020603050405020304" pitchFamily="18" charset="0"/>
                        <a:ea typeface="楷体_GB2312" panose="02010609030101010101" pitchFamily="49" charset="-122"/>
                        <a:cs typeface="Times New Roman" panose="02020603050405020304"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kumimoji="1" sz="2800">
                          <a:solidFill>
                            <a:schemeClr val="tx1"/>
                          </a:solidFill>
                          <a:latin typeface="Calibri" panose="020F0502020204030204" pitchFamily="34" charset="0"/>
                          <a:ea typeface="宋体" panose="02010600030101010101" pitchFamily="2" charset="-122"/>
                          <a:cs typeface="华文新魏" panose="02010800040101010101" pitchFamily="2" charset="-122"/>
                        </a:defRPr>
                      </a:lvl1pPr>
                      <a:lvl2pPr marL="742950" indent="-285750">
                        <a:spcBef>
                          <a:spcPct val="20000"/>
                        </a:spcBef>
                        <a:buClr>
                          <a:schemeClr val="hlink"/>
                        </a:buClr>
                        <a:buSzPct val="55000"/>
                        <a:buFont typeface="Wingdings" panose="05000000000000000000" pitchFamily="2" charset="2"/>
                        <a:defRPr kumimoji="1" sz="2400">
                          <a:solidFill>
                            <a:schemeClr val="tx1"/>
                          </a:solidFill>
                          <a:latin typeface="Calibri" panose="020F0502020204030204" pitchFamily="34" charset="0"/>
                          <a:ea typeface="宋体" panose="02010600030101010101" pitchFamily="2" charset="-122"/>
                          <a:cs typeface="华文新魏" panose="02010800040101010101" pitchFamily="2" charset="-122"/>
                        </a:defRPr>
                      </a:lvl2pPr>
                      <a:lvl3pPr marL="1143000" indent="-228600">
                        <a:spcBef>
                          <a:spcPct val="20000"/>
                        </a:spcBef>
                        <a:buClr>
                          <a:schemeClr val="folHlink"/>
                        </a:buClr>
                        <a:buSzPct val="50000"/>
                        <a:buFont typeface="Wingdings" panose="05000000000000000000" pitchFamily="2" charset="2"/>
                        <a:defRPr kumimoji="1" sz="2000">
                          <a:solidFill>
                            <a:schemeClr val="tx1"/>
                          </a:solidFill>
                          <a:latin typeface="Calibri" panose="020F0502020204030204" pitchFamily="34" charset="0"/>
                          <a:ea typeface="宋体" panose="02010600030101010101" pitchFamily="2" charset="-122"/>
                          <a:cs typeface="华文新魏" panose="02010800040101010101" pitchFamily="2" charset="-122"/>
                        </a:defRPr>
                      </a:lvl3pPr>
                      <a:lvl4pPr marL="1600200" indent="-228600">
                        <a:spcBef>
                          <a:spcPct val="20000"/>
                        </a:spcBef>
                        <a:buClr>
                          <a:schemeClr val="accent2"/>
                        </a:buClr>
                        <a:buSzPct val="55000"/>
                        <a:buFont typeface="Wingdings" panose="05000000000000000000" pitchFamily="2" charset="2"/>
                        <a:defRPr kumimoji="1">
                          <a:solidFill>
                            <a:schemeClr val="tx1"/>
                          </a:solidFill>
                          <a:latin typeface="Calibri" panose="020F0502020204030204" pitchFamily="34" charset="0"/>
                          <a:ea typeface="宋体" panose="02010600030101010101" pitchFamily="2" charset="-122"/>
                          <a:cs typeface="华文新魏" panose="02010800040101010101" pitchFamily="2" charset="-122"/>
                        </a:defRPr>
                      </a:lvl4pPr>
                      <a:lvl5pPr marL="2057400" indent="-228600">
                        <a:spcBef>
                          <a:spcPct val="20000"/>
                        </a:spcBef>
                        <a:buClr>
                          <a:schemeClr val="accent1"/>
                        </a:buClr>
                        <a:buSzPct val="50000"/>
                        <a:buFont typeface="Wingdings" panose="05000000000000000000" pitchFamily="2" charset="2"/>
                        <a:defRPr kumimoji="1">
                          <a:solidFill>
                            <a:schemeClr val="tx1"/>
                          </a:solidFill>
                          <a:latin typeface="Calibri" panose="020F0502020204030204" pitchFamily="34" charset="0"/>
                          <a:ea typeface="宋体" panose="02010600030101010101" pitchFamily="2" charset="-122"/>
                          <a:cs typeface="华文新魏" panose="0201080004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kumimoji="1">
                          <a:solidFill>
                            <a:schemeClr val="tx1"/>
                          </a:solidFill>
                          <a:latin typeface="Calibri" panose="020F0502020204030204" pitchFamily="34" charset="0"/>
                          <a:ea typeface="宋体" panose="02010600030101010101" pitchFamily="2" charset="-122"/>
                          <a:cs typeface="华文新魏" panose="0201080004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kumimoji="1">
                          <a:solidFill>
                            <a:schemeClr val="tx1"/>
                          </a:solidFill>
                          <a:latin typeface="Calibri" panose="020F0502020204030204" pitchFamily="34" charset="0"/>
                          <a:ea typeface="宋体" panose="02010600030101010101" pitchFamily="2" charset="-122"/>
                          <a:cs typeface="华文新魏" panose="0201080004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kumimoji="1">
                          <a:solidFill>
                            <a:schemeClr val="tx1"/>
                          </a:solidFill>
                          <a:latin typeface="Calibri" panose="020F0502020204030204" pitchFamily="34" charset="0"/>
                          <a:ea typeface="宋体" panose="02010600030101010101" pitchFamily="2" charset="-122"/>
                          <a:cs typeface="华文新魏" panose="0201080004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kumimoji="1">
                          <a:solidFill>
                            <a:schemeClr val="tx1"/>
                          </a:solidFill>
                          <a:latin typeface="Calibri" panose="020F0502020204030204" pitchFamily="34" charset="0"/>
                          <a:ea typeface="宋体" panose="02010600030101010101" pitchFamily="2" charset="-122"/>
                          <a:cs typeface="华文新魏" panose="0201080004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0" lang="en-US" altLang="zh-CN" sz="1900" b="1" i="1" u="none" strike="noStrike" cap="none" normalizeH="0" baseline="0">
                          <a:ln>
                            <a:noFill/>
                          </a:ln>
                          <a:solidFill>
                            <a:schemeClr val="tx1"/>
                          </a:solidFill>
                          <a:effectLst/>
                          <a:latin typeface="Times New Roman" panose="02020603050405020304" pitchFamily="18" charset="0"/>
                          <a:ea typeface="楷体_GB2312" panose="02010609030101010101" pitchFamily="49" charset="-122"/>
                          <a:cs typeface="Times New Roman" panose="02020603050405020304" pitchFamily="18" charset="0"/>
                        </a:rPr>
                        <a:t>x</a:t>
                      </a:r>
                      <a:r>
                        <a:rPr kumimoji="0" lang="en-US" altLang="zh-CN" sz="1900" b="1" i="0" u="none" strike="noStrike" cap="none" normalizeH="0" baseline="-25000">
                          <a:ln>
                            <a:noFill/>
                          </a:ln>
                          <a:solidFill>
                            <a:schemeClr val="tx1"/>
                          </a:solidFill>
                          <a:effectLst/>
                          <a:latin typeface="Times New Roman" panose="02020603050405020304" pitchFamily="18" charset="0"/>
                          <a:ea typeface="楷体_GB2312" panose="02010609030101010101" pitchFamily="49" charset="-122"/>
                          <a:cs typeface="Times New Roman" panose="02020603050405020304" pitchFamily="18" charset="0"/>
                        </a:rPr>
                        <a:t>5</a:t>
                      </a:r>
                      <a:endParaRPr kumimoji="0" lang="en-US" altLang="zh-CN" sz="1900" b="1" i="0" u="none" strike="noStrike" cap="none" normalizeH="0" baseline="-25000">
                        <a:ln>
                          <a:noFill/>
                        </a:ln>
                        <a:solidFill>
                          <a:schemeClr val="tx1"/>
                        </a:solidFill>
                        <a:effectLst/>
                        <a:latin typeface="Times New Roman" panose="02020603050405020304" pitchFamily="18" charset="0"/>
                        <a:ea typeface="楷体_GB2312" panose="02010609030101010101" pitchFamily="49" charset="-122"/>
                        <a:cs typeface="Times New Roman" panose="02020603050405020304"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kumimoji="1" sz="2800">
                          <a:solidFill>
                            <a:schemeClr val="tx1"/>
                          </a:solidFill>
                          <a:latin typeface="Calibri" panose="020F0502020204030204" pitchFamily="34" charset="0"/>
                          <a:ea typeface="宋体" panose="02010600030101010101" pitchFamily="2" charset="-122"/>
                          <a:cs typeface="华文新魏" panose="02010800040101010101" pitchFamily="2" charset="-122"/>
                        </a:defRPr>
                      </a:lvl1pPr>
                      <a:lvl2pPr marL="742950" indent="-285750">
                        <a:spcBef>
                          <a:spcPct val="20000"/>
                        </a:spcBef>
                        <a:buClr>
                          <a:schemeClr val="hlink"/>
                        </a:buClr>
                        <a:buSzPct val="55000"/>
                        <a:buFont typeface="Wingdings" panose="05000000000000000000" pitchFamily="2" charset="2"/>
                        <a:defRPr kumimoji="1" sz="2400">
                          <a:solidFill>
                            <a:schemeClr val="tx1"/>
                          </a:solidFill>
                          <a:latin typeface="Calibri" panose="020F0502020204030204" pitchFamily="34" charset="0"/>
                          <a:ea typeface="宋体" panose="02010600030101010101" pitchFamily="2" charset="-122"/>
                          <a:cs typeface="华文新魏" panose="02010800040101010101" pitchFamily="2" charset="-122"/>
                        </a:defRPr>
                      </a:lvl2pPr>
                      <a:lvl3pPr marL="1143000" indent="-228600">
                        <a:spcBef>
                          <a:spcPct val="20000"/>
                        </a:spcBef>
                        <a:buClr>
                          <a:schemeClr val="folHlink"/>
                        </a:buClr>
                        <a:buSzPct val="50000"/>
                        <a:buFont typeface="Wingdings" panose="05000000000000000000" pitchFamily="2" charset="2"/>
                        <a:defRPr kumimoji="1" sz="2000">
                          <a:solidFill>
                            <a:schemeClr val="tx1"/>
                          </a:solidFill>
                          <a:latin typeface="Calibri" panose="020F0502020204030204" pitchFamily="34" charset="0"/>
                          <a:ea typeface="宋体" panose="02010600030101010101" pitchFamily="2" charset="-122"/>
                          <a:cs typeface="华文新魏" panose="02010800040101010101" pitchFamily="2" charset="-122"/>
                        </a:defRPr>
                      </a:lvl3pPr>
                      <a:lvl4pPr marL="1600200" indent="-228600">
                        <a:spcBef>
                          <a:spcPct val="20000"/>
                        </a:spcBef>
                        <a:buClr>
                          <a:schemeClr val="accent2"/>
                        </a:buClr>
                        <a:buSzPct val="55000"/>
                        <a:buFont typeface="Wingdings" panose="05000000000000000000" pitchFamily="2" charset="2"/>
                        <a:defRPr kumimoji="1">
                          <a:solidFill>
                            <a:schemeClr val="tx1"/>
                          </a:solidFill>
                          <a:latin typeface="Calibri" panose="020F0502020204030204" pitchFamily="34" charset="0"/>
                          <a:ea typeface="宋体" panose="02010600030101010101" pitchFamily="2" charset="-122"/>
                          <a:cs typeface="华文新魏" panose="02010800040101010101" pitchFamily="2" charset="-122"/>
                        </a:defRPr>
                      </a:lvl4pPr>
                      <a:lvl5pPr marL="2057400" indent="-228600">
                        <a:spcBef>
                          <a:spcPct val="20000"/>
                        </a:spcBef>
                        <a:buClr>
                          <a:schemeClr val="accent1"/>
                        </a:buClr>
                        <a:buSzPct val="50000"/>
                        <a:buFont typeface="Wingdings" panose="05000000000000000000" pitchFamily="2" charset="2"/>
                        <a:defRPr kumimoji="1">
                          <a:solidFill>
                            <a:schemeClr val="tx1"/>
                          </a:solidFill>
                          <a:latin typeface="Calibri" panose="020F0502020204030204" pitchFamily="34" charset="0"/>
                          <a:ea typeface="宋体" panose="02010600030101010101" pitchFamily="2" charset="-122"/>
                          <a:cs typeface="华文新魏" panose="0201080004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kumimoji="1">
                          <a:solidFill>
                            <a:schemeClr val="tx1"/>
                          </a:solidFill>
                          <a:latin typeface="Calibri" panose="020F0502020204030204" pitchFamily="34" charset="0"/>
                          <a:ea typeface="宋体" panose="02010600030101010101" pitchFamily="2" charset="-122"/>
                          <a:cs typeface="华文新魏" panose="0201080004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kumimoji="1">
                          <a:solidFill>
                            <a:schemeClr val="tx1"/>
                          </a:solidFill>
                          <a:latin typeface="Calibri" panose="020F0502020204030204" pitchFamily="34" charset="0"/>
                          <a:ea typeface="宋体" panose="02010600030101010101" pitchFamily="2" charset="-122"/>
                          <a:cs typeface="华文新魏" panose="0201080004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kumimoji="1">
                          <a:solidFill>
                            <a:schemeClr val="tx1"/>
                          </a:solidFill>
                          <a:latin typeface="Calibri" panose="020F0502020204030204" pitchFamily="34" charset="0"/>
                          <a:ea typeface="宋体" panose="02010600030101010101" pitchFamily="2" charset="-122"/>
                          <a:cs typeface="华文新魏" panose="0201080004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kumimoji="1">
                          <a:solidFill>
                            <a:schemeClr val="tx1"/>
                          </a:solidFill>
                          <a:latin typeface="Calibri" panose="020F0502020204030204" pitchFamily="34" charset="0"/>
                          <a:ea typeface="宋体" panose="02010600030101010101" pitchFamily="2" charset="-122"/>
                          <a:cs typeface="华文新魏" panose="0201080004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0" lang="en-US" altLang="zh-CN" sz="1900" b="1" i="1" u="none" strike="noStrike" cap="none" normalizeH="0" baseline="0">
                          <a:ln>
                            <a:noFill/>
                          </a:ln>
                          <a:solidFill>
                            <a:schemeClr val="tx1"/>
                          </a:solidFill>
                          <a:effectLst/>
                          <a:latin typeface="Times New Roman" panose="02020603050405020304" pitchFamily="18" charset="0"/>
                          <a:ea typeface="楷体_GB2312" panose="02010609030101010101" pitchFamily="49" charset="-122"/>
                          <a:cs typeface="Times New Roman" panose="02020603050405020304" pitchFamily="18" charset="0"/>
                        </a:rPr>
                        <a:t>x</a:t>
                      </a:r>
                      <a:r>
                        <a:rPr kumimoji="0" lang="en-US" altLang="zh-CN" sz="1900" b="1" i="0" u="none" strike="noStrike" cap="none" normalizeH="0" baseline="-25000">
                          <a:ln>
                            <a:noFill/>
                          </a:ln>
                          <a:solidFill>
                            <a:schemeClr val="tx1"/>
                          </a:solidFill>
                          <a:effectLst/>
                          <a:latin typeface="Times New Roman" panose="02020603050405020304" pitchFamily="18" charset="0"/>
                          <a:ea typeface="楷体_GB2312" panose="02010609030101010101" pitchFamily="49" charset="-122"/>
                          <a:cs typeface="Times New Roman" panose="02020603050405020304" pitchFamily="18" charset="0"/>
                        </a:rPr>
                        <a:t>6</a:t>
                      </a:r>
                      <a:endParaRPr kumimoji="0" lang="en-US" altLang="zh-CN" sz="1900" b="1" i="0" u="none" strike="noStrike" cap="none" normalizeH="0" baseline="-25000">
                        <a:ln>
                          <a:noFill/>
                        </a:ln>
                        <a:solidFill>
                          <a:schemeClr val="tx1"/>
                        </a:solidFill>
                        <a:effectLst/>
                        <a:latin typeface="Times New Roman" panose="02020603050405020304" pitchFamily="18" charset="0"/>
                        <a:ea typeface="楷体_GB2312" panose="02010609030101010101" pitchFamily="49" charset="-122"/>
                        <a:cs typeface="Times New Roman" panose="02020603050405020304"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kumimoji="1" sz="2800">
                          <a:solidFill>
                            <a:schemeClr val="tx1"/>
                          </a:solidFill>
                          <a:latin typeface="Calibri" panose="020F0502020204030204" pitchFamily="34" charset="0"/>
                          <a:ea typeface="宋体" panose="02010600030101010101" pitchFamily="2" charset="-122"/>
                          <a:cs typeface="华文新魏" panose="02010800040101010101" pitchFamily="2" charset="-122"/>
                        </a:defRPr>
                      </a:lvl1pPr>
                      <a:lvl2pPr marL="742950" indent="-285750">
                        <a:spcBef>
                          <a:spcPct val="20000"/>
                        </a:spcBef>
                        <a:buClr>
                          <a:schemeClr val="hlink"/>
                        </a:buClr>
                        <a:buSzPct val="55000"/>
                        <a:buFont typeface="Wingdings" panose="05000000000000000000" pitchFamily="2" charset="2"/>
                        <a:defRPr kumimoji="1" sz="2400">
                          <a:solidFill>
                            <a:schemeClr val="tx1"/>
                          </a:solidFill>
                          <a:latin typeface="Calibri" panose="020F0502020204030204" pitchFamily="34" charset="0"/>
                          <a:ea typeface="宋体" panose="02010600030101010101" pitchFamily="2" charset="-122"/>
                          <a:cs typeface="华文新魏" panose="02010800040101010101" pitchFamily="2" charset="-122"/>
                        </a:defRPr>
                      </a:lvl2pPr>
                      <a:lvl3pPr marL="1143000" indent="-228600">
                        <a:spcBef>
                          <a:spcPct val="20000"/>
                        </a:spcBef>
                        <a:buClr>
                          <a:schemeClr val="folHlink"/>
                        </a:buClr>
                        <a:buSzPct val="50000"/>
                        <a:buFont typeface="Wingdings" panose="05000000000000000000" pitchFamily="2" charset="2"/>
                        <a:defRPr kumimoji="1" sz="2000">
                          <a:solidFill>
                            <a:schemeClr val="tx1"/>
                          </a:solidFill>
                          <a:latin typeface="Calibri" panose="020F0502020204030204" pitchFamily="34" charset="0"/>
                          <a:ea typeface="宋体" panose="02010600030101010101" pitchFamily="2" charset="-122"/>
                          <a:cs typeface="华文新魏" panose="02010800040101010101" pitchFamily="2" charset="-122"/>
                        </a:defRPr>
                      </a:lvl3pPr>
                      <a:lvl4pPr marL="1600200" indent="-228600">
                        <a:spcBef>
                          <a:spcPct val="20000"/>
                        </a:spcBef>
                        <a:buClr>
                          <a:schemeClr val="accent2"/>
                        </a:buClr>
                        <a:buSzPct val="55000"/>
                        <a:buFont typeface="Wingdings" panose="05000000000000000000" pitchFamily="2" charset="2"/>
                        <a:defRPr kumimoji="1">
                          <a:solidFill>
                            <a:schemeClr val="tx1"/>
                          </a:solidFill>
                          <a:latin typeface="Calibri" panose="020F0502020204030204" pitchFamily="34" charset="0"/>
                          <a:ea typeface="宋体" panose="02010600030101010101" pitchFamily="2" charset="-122"/>
                          <a:cs typeface="华文新魏" panose="02010800040101010101" pitchFamily="2" charset="-122"/>
                        </a:defRPr>
                      </a:lvl4pPr>
                      <a:lvl5pPr marL="2057400" indent="-228600">
                        <a:spcBef>
                          <a:spcPct val="20000"/>
                        </a:spcBef>
                        <a:buClr>
                          <a:schemeClr val="accent1"/>
                        </a:buClr>
                        <a:buSzPct val="50000"/>
                        <a:buFont typeface="Wingdings" panose="05000000000000000000" pitchFamily="2" charset="2"/>
                        <a:defRPr kumimoji="1">
                          <a:solidFill>
                            <a:schemeClr val="tx1"/>
                          </a:solidFill>
                          <a:latin typeface="Calibri" panose="020F0502020204030204" pitchFamily="34" charset="0"/>
                          <a:ea typeface="宋体" panose="02010600030101010101" pitchFamily="2" charset="-122"/>
                          <a:cs typeface="华文新魏" panose="0201080004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kumimoji="1">
                          <a:solidFill>
                            <a:schemeClr val="tx1"/>
                          </a:solidFill>
                          <a:latin typeface="Calibri" panose="020F0502020204030204" pitchFamily="34" charset="0"/>
                          <a:ea typeface="宋体" panose="02010600030101010101" pitchFamily="2" charset="-122"/>
                          <a:cs typeface="华文新魏" panose="0201080004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kumimoji="1">
                          <a:solidFill>
                            <a:schemeClr val="tx1"/>
                          </a:solidFill>
                          <a:latin typeface="Calibri" panose="020F0502020204030204" pitchFamily="34" charset="0"/>
                          <a:ea typeface="宋体" panose="02010600030101010101" pitchFamily="2" charset="-122"/>
                          <a:cs typeface="华文新魏" panose="0201080004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kumimoji="1">
                          <a:solidFill>
                            <a:schemeClr val="tx1"/>
                          </a:solidFill>
                          <a:latin typeface="Calibri" panose="020F0502020204030204" pitchFamily="34" charset="0"/>
                          <a:ea typeface="宋体" panose="02010600030101010101" pitchFamily="2" charset="-122"/>
                          <a:cs typeface="华文新魏" panose="0201080004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kumimoji="1">
                          <a:solidFill>
                            <a:schemeClr val="tx1"/>
                          </a:solidFill>
                          <a:latin typeface="Calibri" panose="020F0502020204030204" pitchFamily="34" charset="0"/>
                          <a:ea typeface="宋体" panose="02010600030101010101" pitchFamily="2" charset="-122"/>
                          <a:cs typeface="华文新魏" panose="0201080004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0" lang="en-US" altLang="zh-CN" sz="1900" b="1" i="1" u="none" strike="noStrike" cap="none" normalizeH="0" baseline="0">
                          <a:ln>
                            <a:noFill/>
                          </a:ln>
                          <a:solidFill>
                            <a:schemeClr val="tx1"/>
                          </a:solidFill>
                          <a:effectLst/>
                          <a:latin typeface="Times New Roman" panose="02020603050405020304" pitchFamily="18" charset="0"/>
                          <a:ea typeface="楷体_GB2312" panose="02010609030101010101" pitchFamily="49" charset="-122"/>
                          <a:cs typeface="Times New Roman" panose="02020603050405020304" pitchFamily="18" charset="0"/>
                        </a:rPr>
                        <a:t>x</a:t>
                      </a:r>
                      <a:r>
                        <a:rPr kumimoji="0" lang="en-US" altLang="zh-CN" sz="1900" b="1" i="0" u="none" strike="noStrike" cap="none" normalizeH="0" baseline="-25000">
                          <a:ln>
                            <a:noFill/>
                          </a:ln>
                          <a:solidFill>
                            <a:schemeClr val="tx1"/>
                          </a:solidFill>
                          <a:effectLst/>
                          <a:latin typeface="Times New Roman" panose="02020603050405020304" pitchFamily="18" charset="0"/>
                          <a:ea typeface="楷体_GB2312" panose="02010609030101010101" pitchFamily="49" charset="-122"/>
                          <a:cs typeface="Times New Roman" panose="02020603050405020304" pitchFamily="18" charset="0"/>
                        </a:rPr>
                        <a:t>7</a:t>
                      </a:r>
                      <a:endParaRPr kumimoji="0" lang="en-US" altLang="zh-CN" sz="1900" b="1" i="0" u="none" strike="noStrike" cap="none" normalizeH="0" baseline="-25000">
                        <a:ln>
                          <a:noFill/>
                        </a:ln>
                        <a:solidFill>
                          <a:schemeClr val="tx1"/>
                        </a:solidFill>
                        <a:effectLst/>
                        <a:latin typeface="Times New Roman" panose="02020603050405020304" pitchFamily="18" charset="0"/>
                        <a:ea typeface="楷体_GB2312" panose="02010609030101010101" pitchFamily="49" charset="-122"/>
                        <a:cs typeface="Times New Roman" panose="02020603050405020304"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kumimoji="1" sz="2800">
                          <a:solidFill>
                            <a:schemeClr val="tx1"/>
                          </a:solidFill>
                          <a:latin typeface="Calibri" panose="020F0502020204030204" pitchFamily="34" charset="0"/>
                          <a:ea typeface="宋体" panose="02010600030101010101" pitchFamily="2" charset="-122"/>
                          <a:cs typeface="华文新魏" panose="02010800040101010101" pitchFamily="2" charset="-122"/>
                        </a:defRPr>
                      </a:lvl1pPr>
                      <a:lvl2pPr marL="742950" indent="-285750">
                        <a:spcBef>
                          <a:spcPct val="20000"/>
                        </a:spcBef>
                        <a:buClr>
                          <a:schemeClr val="hlink"/>
                        </a:buClr>
                        <a:buSzPct val="55000"/>
                        <a:buFont typeface="Wingdings" panose="05000000000000000000" pitchFamily="2" charset="2"/>
                        <a:defRPr kumimoji="1" sz="2400">
                          <a:solidFill>
                            <a:schemeClr val="tx1"/>
                          </a:solidFill>
                          <a:latin typeface="Calibri" panose="020F0502020204030204" pitchFamily="34" charset="0"/>
                          <a:ea typeface="宋体" panose="02010600030101010101" pitchFamily="2" charset="-122"/>
                          <a:cs typeface="华文新魏" panose="02010800040101010101" pitchFamily="2" charset="-122"/>
                        </a:defRPr>
                      </a:lvl2pPr>
                      <a:lvl3pPr marL="1143000" indent="-228600">
                        <a:spcBef>
                          <a:spcPct val="20000"/>
                        </a:spcBef>
                        <a:buClr>
                          <a:schemeClr val="folHlink"/>
                        </a:buClr>
                        <a:buSzPct val="50000"/>
                        <a:buFont typeface="Wingdings" panose="05000000000000000000" pitchFamily="2" charset="2"/>
                        <a:defRPr kumimoji="1" sz="2000">
                          <a:solidFill>
                            <a:schemeClr val="tx1"/>
                          </a:solidFill>
                          <a:latin typeface="Calibri" panose="020F0502020204030204" pitchFamily="34" charset="0"/>
                          <a:ea typeface="宋体" panose="02010600030101010101" pitchFamily="2" charset="-122"/>
                          <a:cs typeface="华文新魏" panose="02010800040101010101" pitchFamily="2" charset="-122"/>
                        </a:defRPr>
                      </a:lvl3pPr>
                      <a:lvl4pPr marL="1600200" indent="-228600">
                        <a:spcBef>
                          <a:spcPct val="20000"/>
                        </a:spcBef>
                        <a:buClr>
                          <a:schemeClr val="accent2"/>
                        </a:buClr>
                        <a:buSzPct val="55000"/>
                        <a:buFont typeface="Wingdings" panose="05000000000000000000" pitchFamily="2" charset="2"/>
                        <a:defRPr kumimoji="1">
                          <a:solidFill>
                            <a:schemeClr val="tx1"/>
                          </a:solidFill>
                          <a:latin typeface="Calibri" panose="020F0502020204030204" pitchFamily="34" charset="0"/>
                          <a:ea typeface="宋体" panose="02010600030101010101" pitchFamily="2" charset="-122"/>
                          <a:cs typeface="华文新魏" panose="02010800040101010101" pitchFamily="2" charset="-122"/>
                        </a:defRPr>
                      </a:lvl4pPr>
                      <a:lvl5pPr marL="2057400" indent="-228600">
                        <a:spcBef>
                          <a:spcPct val="20000"/>
                        </a:spcBef>
                        <a:buClr>
                          <a:schemeClr val="accent1"/>
                        </a:buClr>
                        <a:buSzPct val="50000"/>
                        <a:buFont typeface="Wingdings" panose="05000000000000000000" pitchFamily="2" charset="2"/>
                        <a:defRPr kumimoji="1">
                          <a:solidFill>
                            <a:schemeClr val="tx1"/>
                          </a:solidFill>
                          <a:latin typeface="Calibri" panose="020F0502020204030204" pitchFamily="34" charset="0"/>
                          <a:ea typeface="宋体" panose="02010600030101010101" pitchFamily="2" charset="-122"/>
                          <a:cs typeface="华文新魏" panose="0201080004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kumimoji="1">
                          <a:solidFill>
                            <a:schemeClr val="tx1"/>
                          </a:solidFill>
                          <a:latin typeface="Calibri" panose="020F0502020204030204" pitchFamily="34" charset="0"/>
                          <a:ea typeface="宋体" panose="02010600030101010101" pitchFamily="2" charset="-122"/>
                          <a:cs typeface="华文新魏" panose="0201080004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kumimoji="1">
                          <a:solidFill>
                            <a:schemeClr val="tx1"/>
                          </a:solidFill>
                          <a:latin typeface="Calibri" panose="020F0502020204030204" pitchFamily="34" charset="0"/>
                          <a:ea typeface="宋体" panose="02010600030101010101" pitchFamily="2" charset="-122"/>
                          <a:cs typeface="华文新魏" panose="0201080004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kumimoji="1">
                          <a:solidFill>
                            <a:schemeClr val="tx1"/>
                          </a:solidFill>
                          <a:latin typeface="Calibri" panose="020F0502020204030204" pitchFamily="34" charset="0"/>
                          <a:ea typeface="宋体" panose="02010600030101010101" pitchFamily="2" charset="-122"/>
                          <a:cs typeface="华文新魏" panose="0201080004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kumimoji="1">
                          <a:solidFill>
                            <a:schemeClr val="tx1"/>
                          </a:solidFill>
                          <a:latin typeface="Calibri" panose="020F0502020204030204" pitchFamily="34" charset="0"/>
                          <a:ea typeface="宋体" panose="02010600030101010101" pitchFamily="2" charset="-122"/>
                          <a:cs typeface="华文新魏" panose="0201080004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0" lang="en-US" altLang="zh-CN" sz="1900" b="1" i="1" u="none" strike="noStrike" cap="none" normalizeH="0" baseline="0">
                          <a:ln>
                            <a:noFill/>
                          </a:ln>
                          <a:solidFill>
                            <a:schemeClr val="tx1"/>
                          </a:solidFill>
                          <a:effectLst/>
                          <a:latin typeface="Times New Roman" panose="02020603050405020304" pitchFamily="18" charset="0"/>
                          <a:ea typeface="楷体_GB2312" panose="02010609030101010101" pitchFamily="49" charset="-122"/>
                          <a:cs typeface="Times New Roman" panose="02020603050405020304" pitchFamily="18" charset="0"/>
                        </a:rPr>
                        <a:t>x</a:t>
                      </a:r>
                      <a:r>
                        <a:rPr kumimoji="0" lang="en-US" altLang="zh-CN" sz="1900" b="1" i="0" u="none" strike="noStrike" cap="none" normalizeH="0" baseline="-25000">
                          <a:ln>
                            <a:noFill/>
                          </a:ln>
                          <a:solidFill>
                            <a:schemeClr val="tx1"/>
                          </a:solidFill>
                          <a:effectLst/>
                          <a:latin typeface="Times New Roman" panose="02020603050405020304" pitchFamily="18" charset="0"/>
                          <a:ea typeface="楷体_GB2312" panose="02010609030101010101" pitchFamily="49" charset="-122"/>
                          <a:cs typeface="Times New Roman" panose="02020603050405020304" pitchFamily="18" charset="0"/>
                        </a:rPr>
                        <a:t>8</a:t>
                      </a:r>
                      <a:endParaRPr kumimoji="0" lang="en-US" altLang="zh-CN" sz="1900" b="1" i="0" u="none" strike="noStrike" cap="none" normalizeH="0" baseline="-25000">
                        <a:ln>
                          <a:noFill/>
                        </a:ln>
                        <a:solidFill>
                          <a:schemeClr val="tx1"/>
                        </a:solidFill>
                        <a:effectLst/>
                        <a:latin typeface="Times New Roman" panose="02020603050405020304" pitchFamily="18" charset="0"/>
                        <a:ea typeface="楷体_GB2312" panose="02010609030101010101" pitchFamily="49" charset="-122"/>
                        <a:cs typeface="Times New Roman" panose="02020603050405020304"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kumimoji="1" sz="2800">
                          <a:solidFill>
                            <a:schemeClr val="tx1"/>
                          </a:solidFill>
                          <a:latin typeface="Calibri" panose="020F0502020204030204" pitchFamily="34" charset="0"/>
                          <a:ea typeface="宋体" panose="02010600030101010101" pitchFamily="2" charset="-122"/>
                          <a:cs typeface="华文新魏" panose="02010800040101010101" pitchFamily="2" charset="-122"/>
                        </a:defRPr>
                      </a:lvl1pPr>
                      <a:lvl2pPr marL="742950" indent="-285750">
                        <a:spcBef>
                          <a:spcPct val="20000"/>
                        </a:spcBef>
                        <a:buClr>
                          <a:schemeClr val="hlink"/>
                        </a:buClr>
                        <a:buSzPct val="55000"/>
                        <a:buFont typeface="Wingdings" panose="05000000000000000000" pitchFamily="2" charset="2"/>
                        <a:defRPr kumimoji="1" sz="2400">
                          <a:solidFill>
                            <a:schemeClr val="tx1"/>
                          </a:solidFill>
                          <a:latin typeface="Calibri" panose="020F0502020204030204" pitchFamily="34" charset="0"/>
                          <a:ea typeface="宋体" panose="02010600030101010101" pitchFamily="2" charset="-122"/>
                          <a:cs typeface="华文新魏" panose="02010800040101010101" pitchFamily="2" charset="-122"/>
                        </a:defRPr>
                      </a:lvl2pPr>
                      <a:lvl3pPr marL="1143000" indent="-228600">
                        <a:spcBef>
                          <a:spcPct val="20000"/>
                        </a:spcBef>
                        <a:buClr>
                          <a:schemeClr val="folHlink"/>
                        </a:buClr>
                        <a:buSzPct val="50000"/>
                        <a:buFont typeface="Wingdings" panose="05000000000000000000" pitchFamily="2" charset="2"/>
                        <a:defRPr kumimoji="1" sz="2000">
                          <a:solidFill>
                            <a:schemeClr val="tx1"/>
                          </a:solidFill>
                          <a:latin typeface="Calibri" panose="020F0502020204030204" pitchFamily="34" charset="0"/>
                          <a:ea typeface="宋体" panose="02010600030101010101" pitchFamily="2" charset="-122"/>
                          <a:cs typeface="华文新魏" panose="02010800040101010101" pitchFamily="2" charset="-122"/>
                        </a:defRPr>
                      </a:lvl3pPr>
                      <a:lvl4pPr marL="1600200" indent="-228600">
                        <a:spcBef>
                          <a:spcPct val="20000"/>
                        </a:spcBef>
                        <a:buClr>
                          <a:schemeClr val="accent2"/>
                        </a:buClr>
                        <a:buSzPct val="55000"/>
                        <a:buFont typeface="Wingdings" panose="05000000000000000000" pitchFamily="2" charset="2"/>
                        <a:defRPr kumimoji="1">
                          <a:solidFill>
                            <a:schemeClr val="tx1"/>
                          </a:solidFill>
                          <a:latin typeface="Calibri" panose="020F0502020204030204" pitchFamily="34" charset="0"/>
                          <a:ea typeface="宋体" panose="02010600030101010101" pitchFamily="2" charset="-122"/>
                          <a:cs typeface="华文新魏" panose="02010800040101010101" pitchFamily="2" charset="-122"/>
                        </a:defRPr>
                      </a:lvl4pPr>
                      <a:lvl5pPr marL="2057400" indent="-228600">
                        <a:spcBef>
                          <a:spcPct val="20000"/>
                        </a:spcBef>
                        <a:buClr>
                          <a:schemeClr val="accent1"/>
                        </a:buClr>
                        <a:buSzPct val="50000"/>
                        <a:buFont typeface="Wingdings" panose="05000000000000000000" pitchFamily="2" charset="2"/>
                        <a:defRPr kumimoji="1">
                          <a:solidFill>
                            <a:schemeClr val="tx1"/>
                          </a:solidFill>
                          <a:latin typeface="Calibri" panose="020F0502020204030204" pitchFamily="34" charset="0"/>
                          <a:ea typeface="宋体" panose="02010600030101010101" pitchFamily="2" charset="-122"/>
                          <a:cs typeface="华文新魏" panose="0201080004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kumimoji="1">
                          <a:solidFill>
                            <a:schemeClr val="tx1"/>
                          </a:solidFill>
                          <a:latin typeface="Calibri" panose="020F0502020204030204" pitchFamily="34" charset="0"/>
                          <a:ea typeface="宋体" panose="02010600030101010101" pitchFamily="2" charset="-122"/>
                          <a:cs typeface="华文新魏" panose="0201080004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kumimoji="1">
                          <a:solidFill>
                            <a:schemeClr val="tx1"/>
                          </a:solidFill>
                          <a:latin typeface="Calibri" panose="020F0502020204030204" pitchFamily="34" charset="0"/>
                          <a:ea typeface="宋体" panose="02010600030101010101" pitchFamily="2" charset="-122"/>
                          <a:cs typeface="华文新魏" panose="0201080004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kumimoji="1">
                          <a:solidFill>
                            <a:schemeClr val="tx1"/>
                          </a:solidFill>
                          <a:latin typeface="Calibri" panose="020F0502020204030204" pitchFamily="34" charset="0"/>
                          <a:ea typeface="宋体" panose="02010600030101010101" pitchFamily="2" charset="-122"/>
                          <a:cs typeface="华文新魏" panose="0201080004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kumimoji="1">
                          <a:solidFill>
                            <a:schemeClr val="tx1"/>
                          </a:solidFill>
                          <a:latin typeface="Calibri" panose="020F0502020204030204" pitchFamily="34" charset="0"/>
                          <a:ea typeface="宋体" panose="02010600030101010101" pitchFamily="2" charset="-122"/>
                          <a:cs typeface="华文新魏" panose="0201080004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0" lang="en-US" altLang="zh-CN" sz="1900" b="1" i="1" u="none" strike="noStrike" cap="none" normalizeH="0" baseline="0">
                          <a:ln>
                            <a:noFill/>
                          </a:ln>
                          <a:solidFill>
                            <a:schemeClr val="tx1"/>
                          </a:solidFill>
                          <a:effectLst/>
                          <a:latin typeface="Times New Roman" panose="02020603050405020304" pitchFamily="18" charset="0"/>
                          <a:ea typeface="楷体_GB2312" panose="02010609030101010101" pitchFamily="49" charset="-122"/>
                          <a:cs typeface="Times New Roman" panose="02020603050405020304" pitchFamily="18" charset="0"/>
                        </a:rPr>
                        <a:t>x</a:t>
                      </a:r>
                      <a:r>
                        <a:rPr kumimoji="0" lang="en-US" altLang="zh-CN" sz="1900" b="1" i="0" u="none" strike="noStrike" cap="none" normalizeH="0" baseline="-25000">
                          <a:ln>
                            <a:noFill/>
                          </a:ln>
                          <a:solidFill>
                            <a:schemeClr val="tx1"/>
                          </a:solidFill>
                          <a:effectLst/>
                          <a:latin typeface="Times New Roman" panose="02020603050405020304" pitchFamily="18" charset="0"/>
                          <a:ea typeface="楷体_GB2312" panose="02010609030101010101" pitchFamily="49" charset="-122"/>
                          <a:cs typeface="Times New Roman" panose="02020603050405020304" pitchFamily="18" charset="0"/>
                        </a:rPr>
                        <a:t>9</a:t>
                      </a:r>
                      <a:endParaRPr kumimoji="0" lang="en-US" altLang="zh-CN" sz="1900" b="1" i="0" u="none" strike="noStrike" cap="none" normalizeH="0" baseline="-25000">
                        <a:ln>
                          <a:noFill/>
                        </a:ln>
                        <a:solidFill>
                          <a:schemeClr val="tx1"/>
                        </a:solidFill>
                        <a:effectLst/>
                        <a:latin typeface="Times New Roman" panose="02020603050405020304" pitchFamily="18" charset="0"/>
                        <a:ea typeface="楷体_GB2312" panose="02010609030101010101" pitchFamily="49" charset="-122"/>
                        <a:cs typeface="Times New Roman" panose="02020603050405020304"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kumimoji="1" sz="2800">
                          <a:solidFill>
                            <a:schemeClr val="tx1"/>
                          </a:solidFill>
                          <a:latin typeface="Calibri" panose="020F0502020204030204" pitchFamily="34" charset="0"/>
                          <a:ea typeface="宋体" panose="02010600030101010101" pitchFamily="2" charset="-122"/>
                          <a:cs typeface="华文新魏" panose="02010800040101010101" pitchFamily="2" charset="-122"/>
                        </a:defRPr>
                      </a:lvl1pPr>
                      <a:lvl2pPr marL="742950" indent="-285750">
                        <a:spcBef>
                          <a:spcPct val="20000"/>
                        </a:spcBef>
                        <a:buClr>
                          <a:schemeClr val="hlink"/>
                        </a:buClr>
                        <a:buSzPct val="55000"/>
                        <a:buFont typeface="Wingdings" panose="05000000000000000000" pitchFamily="2" charset="2"/>
                        <a:defRPr kumimoji="1" sz="2400">
                          <a:solidFill>
                            <a:schemeClr val="tx1"/>
                          </a:solidFill>
                          <a:latin typeface="Calibri" panose="020F0502020204030204" pitchFamily="34" charset="0"/>
                          <a:ea typeface="宋体" panose="02010600030101010101" pitchFamily="2" charset="-122"/>
                          <a:cs typeface="华文新魏" panose="02010800040101010101" pitchFamily="2" charset="-122"/>
                        </a:defRPr>
                      </a:lvl2pPr>
                      <a:lvl3pPr marL="1143000" indent="-228600">
                        <a:spcBef>
                          <a:spcPct val="20000"/>
                        </a:spcBef>
                        <a:buClr>
                          <a:schemeClr val="folHlink"/>
                        </a:buClr>
                        <a:buSzPct val="50000"/>
                        <a:buFont typeface="Wingdings" panose="05000000000000000000" pitchFamily="2" charset="2"/>
                        <a:defRPr kumimoji="1" sz="2000">
                          <a:solidFill>
                            <a:schemeClr val="tx1"/>
                          </a:solidFill>
                          <a:latin typeface="Calibri" panose="020F0502020204030204" pitchFamily="34" charset="0"/>
                          <a:ea typeface="宋体" panose="02010600030101010101" pitchFamily="2" charset="-122"/>
                          <a:cs typeface="华文新魏" panose="02010800040101010101" pitchFamily="2" charset="-122"/>
                        </a:defRPr>
                      </a:lvl3pPr>
                      <a:lvl4pPr marL="1600200" indent="-228600">
                        <a:spcBef>
                          <a:spcPct val="20000"/>
                        </a:spcBef>
                        <a:buClr>
                          <a:schemeClr val="accent2"/>
                        </a:buClr>
                        <a:buSzPct val="55000"/>
                        <a:buFont typeface="Wingdings" panose="05000000000000000000" pitchFamily="2" charset="2"/>
                        <a:defRPr kumimoji="1">
                          <a:solidFill>
                            <a:schemeClr val="tx1"/>
                          </a:solidFill>
                          <a:latin typeface="Calibri" panose="020F0502020204030204" pitchFamily="34" charset="0"/>
                          <a:ea typeface="宋体" panose="02010600030101010101" pitchFamily="2" charset="-122"/>
                          <a:cs typeface="华文新魏" panose="02010800040101010101" pitchFamily="2" charset="-122"/>
                        </a:defRPr>
                      </a:lvl4pPr>
                      <a:lvl5pPr marL="2057400" indent="-228600">
                        <a:spcBef>
                          <a:spcPct val="20000"/>
                        </a:spcBef>
                        <a:buClr>
                          <a:schemeClr val="accent1"/>
                        </a:buClr>
                        <a:buSzPct val="50000"/>
                        <a:buFont typeface="Wingdings" panose="05000000000000000000" pitchFamily="2" charset="2"/>
                        <a:defRPr kumimoji="1">
                          <a:solidFill>
                            <a:schemeClr val="tx1"/>
                          </a:solidFill>
                          <a:latin typeface="Calibri" panose="020F0502020204030204" pitchFamily="34" charset="0"/>
                          <a:ea typeface="宋体" panose="02010600030101010101" pitchFamily="2" charset="-122"/>
                          <a:cs typeface="华文新魏" panose="0201080004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kumimoji="1">
                          <a:solidFill>
                            <a:schemeClr val="tx1"/>
                          </a:solidFill>
                          <a:latin typeface="Calibri" panose="020F0502020204030204" pitchFamily="34" charset="0"/>
                          <a:ea typeface="宋体" panose="02010600030101010101" pitchFamily="2" charset="-122"/>
                          <a:cs typeface="华文新魏" panose="0201080004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kumimoji="1">
                          <a:solidFill>
                            <a:schemeClr val="tx1"/>
                          </a:solidFill>
                          <a:latin typeface="Calibri" panose="020F0502020204030204" pitchFamily="34" charset="0"/>
                          <a:ea typeface="宋体" panose="02010600030101010101" pitchFamily="2" charset="-122"/>
                          <a:cs typeface="华文新魏" panose="0201080004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kumimoji="1">
                          <a:solidFill>
                            <a:schemeClr val="tx1"/>
                          </a:solidFill>
                          <a:latin typeface="Calibri" panose="020F0502020204030204" pitchFamily="34" charset="0"/>
                          <a:ea typeface="宋体" panose="02010600030101010101" pitchFamily="2" charset="-122"/>
                          <a:cs typeface="华文新魏" panose="0201080004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kumimoji="1">
                          <a:solidFill>
                            <a:schemeClr val="tx1"/>
                          </a:solidFill>
                          <a:latin typeface="Calibri" panose="020F0502020204030204" pitchFamily="34" charset="0"/>
                          <a:ea typeface="宋体" panose="02010600030101010101" pitchFamily="2" charset="-122"/>
                          <a:cs typeface="华文新魏" panose="0201080004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0" lang="en-US" altLang="zh-CN" sz="1900" b="1" i="1" u="none" strike="noStrike" cap="none" normalizeH="0" baseline="0">
                          <a:ln>
                            <a:noFill/>
                          </a:ln>
                          <a:solidFill>
                            <a:schemeClr val="tx1"/>
                          </a:solidFill>
                          <a:effectLst/>
                          <a:latin typeface="Times New Roman" panose="02020603050405020304" pitchFamily="18" charset="0"/>
                          <a:ea typeface="楷体_GB2312" panose="02010609030101010101" pitchFamily="49" charset="-122"/>
                          <a:cs typeface="Times New Roman" panose="02020603050405020304" pitchFamily="18" charset="0"/>
                        </a:rPr>
                        <a:t>x</a:t>
                      </a:r>
                      <a:r>
                        <a:rPr kumimoji="0" lang="en-US" altLang="zh-CN" sz="1900" b="1" i="0" u="none" strike="noStrike" cap="none" normalizeH="0" baseline="-25000">
                          <a:ln>
                            <a:noFill/>
                          </a:ln>
                          <a:solidFill>
                            <a:schemeClr val="tx1"/>
                          </a:solidFill>
                          <a:effectLst/>
                          <a:latin typeface="Times New Roman" panose="02020603050405020304" pitchFamily="18" charset="0"/>
                          <a:ea typeface="楷体_GB2312" panose="02010609030101010101" pitchFamily="49" charset="-122"/>
                          <a:cs typeface="Times New Roman" panose="02020603050405020304" pitchFamily="18" charset="0"/>
                        </a:rPr>
                        <a:t>10</a:t>
                      </a:r>
                      <a:endParaRPr kumimoji="0" lang="en-US" altLang="zh-CN" sz="1900" b="1" i="0" u="none" strike="noStrike" cap="none" normalizeH="0" baseline="-25000">
                        <a:ln>
                          <a:noFill/>
                        </a:ln>
                        <a:solidFill>
                          <a:schemeClr val="tx1"/>
                        </a:solidFill>
                        <a:effectLst/>
                        <a:latin typeface="Times New Roman" panose="02020603050405020304" pitchFamily="18" charset="0"/>
                        <a:ea typeface="楷体_GB2312" panose="02010609030101010101" pitchFamily="49" charset="-122"/>
                        <a:cs typeface="Times New Roman" panose="02020603050405020304" pitchFamily="18"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549275">
                <a:tc>
                  <a:txBody>
                    <a:bodyPr/>
                    <a:lstStyle>
                      <a:lvl1pPr>
                        <a:spcBef>
                          <a:spcPct val="20000"/>
                        </a:spcBef>
                        <a:buClr>
                          <a:schemeClr val="folHlink"/>
                        </a:buClr>
                        <a:buSzPct val="60000"/>
                        <a:buFont typeface="Wingdings" panose="05000000000000000000" pitchFamily="2" charset="2"/>
                        <a:defRPr kumimoji="1" sz="2800">
                          <a:solidFill>
                            <a:schemeClr val="tx1"/>
                          </a:solidFill>
                          <a:latin typeface="Calibri" panose="020F0502020204030204" pitchFamily="34" charset="0"/>
                          <a:ea typeface="宋体" panose="02010600030101010101" pitchFamily="2" charset="-122"/>
                          <a:cs typeface="华文新魏" panose="02010800040101010101" pitchFamily="2" charset="-122"/>
                        </a:defRPr>
                      </a:lvl1pPr>
                      <a:lvl2pPr marL="742950" indent="-285750">
                        <a:spcBef>
                          <a:spcPct val="20000"/>
                        </a:spcBef>
                        <a:buClr>
                          <a:schemeClr val="hlink"/>
                        </a:buClr>
                        <a:buSzPct val="55000"/>
                        <a:buFont typeface="Wingdings" panose="05000000000000000000" pitchFamily="2" charset="2"/>
                        <a:defRPr kumimoji="1" sz="2400">
                          <a:solidFill>
                            <a:schemeClr val="tx1"/>
                          </a:solidFill>
                          <a:latin typeface="Calibri" panose="020F0502020204030204" pitchFamily="34" charset="0"/>
                          <a:ea typeface="宋体" panose="02010600030101010101" pitchFamily="2" charset="-122"/>
                          <a:cs typeface="华文新魏" panose="02010800040101010101" pitchFamily="2" charset="-122"/>
                        </a:defRPr>
                      </a:lvl2pPr>
                      <a:lvl3pPr marL="1143000" indent="-228600">
                        <a:spcBef>
                          <a:spcPct val="20000"/>
                        </a:spcBef>
                        <a:buClr>
                          <a:schemeClr val="folHlink"/>
                        </a:buClr>
                        <a:buSzPct val="50000"/>
                        <a:buFont typeface="Wingdings" panose="05000000000000000000" pitchFamily="2" charset="2"/>
                        <a:defRPr kumimoji="1" sz="2000">
                          <a:solidFill>
                            <a:schemeClr val="tx1"/>
                          </a:solidFill>
                          <a:latin typeface="Calibri" panose="020F0502020204030204" pitchFamily="34" charset="0"/>
                          <a:ea typeface="宋体" panose="02010600030101010101" pitchFamily="2" charset="-122"/>
                          <a:cs typeface="华文新魏" panose="02010800040101010101" pitchFamily="2" charset="-122"/>
                        </a:defRPr>
                      </a:lvl3pPr>
                      <a:lvl4pPr marL="1600200" indent="-228600">
                        <a:spcBef>
                          <a:spcPct val="20000"/>
                        </a:spcBef>
                        <a:buClr>
                          <a:schemeClr val="accent2"/>
                        </a:buClr>
                        <a:buSzPct val="55000"/>
                        <a:buFont typeface="Wingdings" panose="05000000000000000000" pitchFamily="2" charset="2"/>
                        <a:defRPr kumimoji="1">
                          <a:solidFill>
                            <a:schemeClr val="tx1"/>
                          </a:solidFill>
                          <a:latin typeface="Calibri" panose="020F0502020204030204" pitchFamily="34" charset="0"/>
                          <a:ea typeface="宋体" panose="02010600030101010101" pitchFamily="2" charset="-122"/>
                          <a:cs typeface="华文新魏" panose="02010800040101010101" pitchFamily="2" charset="-122"/>
                        </a:defRPr>
                      </a:lvl4pPr>
                      <a:lvl5pPr marL="2057400" indent="-228600">
                        <a:spcBef>
                          <a:spcPct val="20000"/>
                        </a:spcBef>
                        <a:buClr>
                          <a:schemeClr val="accent1"/>
                        </a:buClr>
                        <a:buSzPct val="50000"/>
                        <a:buFont typeface="Wingdings" panose="05000000000000000000" pitchFamily="2" charset="2"/>
                        <a:defRPr kumimoji="1">
                          <a:solidFill>
                            <a:schemeClr val="tx1"/>
                          </a:solidFill>
                          <a:latin typeface="Calibri" panose="020F0502020204030204" pitchFamily="34" charset="0"/>
                          <a:ea typeface="宋体" panose="02010600030101010101" pitchFamily="2" charset="-122"/>
                          <a:cs typeface="华文新魏" panose="0201080004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kumimoji="1">
                          <a:solidFill>
                            <a:schemeClr val="tx1"/>
                          </a:solidFill>
                          <a:latin typeface="Calibri" panose="020F0502020204030204" pitchFamily="34" charset="0"/>
                          <a:ea typeface="宋体" panose="02010600030101010101" pitchFamily="2" charset="-122"/>
                          <a:cs typeface="华文新魏" panose="0201080004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kumimoji="1">
                          <a:solidFill>
                            <a:schemeClr val="tx1"/>
                          </a:solidFill>
                          <a:latin typeface="Calibri" panose="020F0502020204030204" pitchFamily="34" charset="0"/>
                          <a:ea typeface="宋体" panose="02010600030101010101" pitchFamily="2" charset="-122"/>
                          <a:cs typeface="华文新魏" panose="0201080004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kumimoji="1">
                          <a:solidFill>
                            <a:schemeClr val="tx1"/>
                          </a:solidFill>
                          <a:latin typeface="Calibri" panose="020F0502020204030204" pitchFamily="34" charset="0"/>
                          <a:ea typeface="宋体" panose="02010600030101010101" pitchFamily="2" charset="-122"/>
                          <a:cs typeface="华文新魏" panose="0201080004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kumimoji="1">
                          <a:solidFill>
                            <a:schemeClr val="tx1"/>
                          </a:solidFill>
                          <a:latin typeface="Calibri" panose="020F0502020204030204" pitchFamily="34" charset="0"/>
                          <a:ea typeface="宋体" panose="02010600030101010101" pitchFamily="2" charset="-122"/>
                          <a:cs typeface="华文新魏" panose="0201080004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0" lang="zh-CN" altLang="en-US" sz="1900" b="1" i="0" u="none" strike="noStrike" cap="none" normalizeH="0" baseline="0">
                          <a:ln>
                            <a:noFill/>
                          </a:ln>
                          <a:solidFill>
                            <a:schemeClr val="tx1"/>
                          </a:solidFill>
                          <a:effectLst/>
                          <a:latin typeface="楷体_GB2312" panose="02010609030101010101" pitchFamily="49" charset="-122"/>
                          <a:ea typeface="楷体_GB2312" panose="02010609030101010101" pitchFamily="49" charset="-122"/>
                          <a:cs typeface="华文新魏" panose="02010800040101010101" pitchFamily="2" charset="-122"/>
                        </a:rPr>
                        <a:t>特征</a:t>
                      </a:r>
                      <a:r>
                        <a:rPr kumimoji="0" lang="en-US" altLang="zh-CN" sz="1900" b="1" i="0" u="none" strike="noStrike" cap="none" normalizeH="0" baseline="0">
                          <a:ln>
                            <a:noFill/>
                          </a:ln>
                          <a:solidFill>
                            <a:schemeClr val="tx1"/>
                          </a:solidFill>
                          <a:effectLst/>
                          <a:latin typeface="楷体_GB2312" panose="02010609030101010101" pitchFamily="49" charset="-122"/>
                          <a:ea typeface="楷体_GB2312" panose="02010609030101010101" pitchFamily="49" charset="-122"/>
                          <a:cs typeface="华文新魏" panose="02010800040101010101" pitchFamily="2" charset="-122"/>
                        </a:rPr>
                        <a:t>1</a:t>
                      </a:r>
                      <a:endParaRPr kumimoji="0" lang="en-US" altLang="zh-CN" sz="1900" b="1" i="0" u="none" strike="noStrike" cap="none" normalizeH="0" baseline="-25000">
                        <a:ln>
                          <a:noFill/>
                        </a:ln>
                        <a:solidFill>
                          <a:schemeClr val="tx1"/>
                        </a:solidFill>
                        <a:effectLst/>
                        <a:latin typeface="楷体_GB2312" panose="02010609030101010101" pitchFamily="49" charset="-122"/>
                        <a:ea typeface="楷体_GB2312" panose="02010609030101010101" pitchFamily="49" charset="-122"/>
                        <a:cs typeface="华文新魏" panose="0201080004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kumimoji="1" sz="2800">
                          <a:solidFill>
                            <a:schemeClr val="tx1"/>
                          </a:solidFill>
                          <a:latin typeface="Calibri" panose="020F0502020204030204" pitchFamily="34" charset="0"/>
                          <a:ea typeface="宋体" panose="02010600030101010101" pitchFamily="2" charset="-122"/>
                          <a:cs typeface="华文新魏" panose="02010800040101010101" pitchFamily="2" charset="-122"/>
                        </a:defRPr>
                      </a:lvl1pPr>
                      <a:lvl2pPr marL="742950" indent="-285750">
                        <a:spcBef>
                          <a:spcPct val="20000"/>
                        </a:spcBef>
                        <a:buClr>
                          <a:schemeClr val="hlink"/>
                        </a:buClr>
                        <a:buSzPct val="55000"/>
                        <a:buFont typeface="Wingdings" panose="05000000000000000000" pitchFamily="2" charset="2"/>
                        <a:defRPr kumimoji="1" sz="2400">
                          <a:solidFill>
                            <a:schemeClr val="tx1"/>
                          </a:solidFill>
                          <a:latin typeface="Calibri" panose="020F0502020204030204" pitchFamily="34" charset="0"/>
                          <a:ea typeface="宋体" panose="02010600030101010101" pitchFamily="2" charset="-122"/>
                          <a:cs typeface="华文新魏" panose="02010800040101010101" pitchFamily="2" charset="-122"/>
                        </a:defRPr>
                      </a:lvl2pPr>
                      <a:lvl3pPr marL="1143000" indent="-228600">
                        <a:spcBef>
                          <a:spcPct val="20000"/>
                        </a:spcBef>
                        <a:buClr>
                          <a:schemeClr val="folHlink"/>
                        </a:buClr>
                        <a:buSzPct val="50000"/>
                        <a:buFont typeface="Wingdings" panose="05000000000000000000" pitchFamily="2" charset="2"/>
                        <a:defRPr kumimoji="1" sz="2000">
                          <a:solidFill>
                            <a:schemeClr val="tx1"/>
                          </a:solidFill>
                          <a:latin typeface="Calibri" panose="020F0502020204030204" pitchFamily="34" charset="0"/>
                          <a:ea typeface="宋体" panose="02010600030101010101" pitchFamily="2" charset="-122"/>
                          <a:cs typeface="华文新魏" panose="02010800040101010101" pitchFamily="2" charset="-122"/>
                        </a:defRPr>
                      </a:lvl3pPr>
                      <a:lvl4pPr marL="1600200" indent="-228600">
                        <a:spcBef>
                          <a:spcPct val="20000"/>
                        </a:spcBef>
                        <a:buClr>
                          <a:schemeClr val="accent2"/>
                        </a:buClr>
                        <a:buSzPct val="55000"/>
                        <a:buFont typeface="Wingdings" panose="05000000000000000000" pitchFamily="2" charset="2"/>
                        <a:defRPr kumimoji="1">
                          <a:solidFill>
                            <a:schemeClr val="tx1"/>
                          </a:solidFill>
                          <a:latin typeface="Calibri" panose="020F0502020204030204" pitchFamily="34" charset="0"/>
                          <a:ea typeface="宋体" panose="02010600030101010101" pitchFamily="2" charset="-122"/>
                          <a:cs typeface="华文新魏" panose="02010800040101010101" pitchFamily="2" charset="-122"/>
                        </a:defRPr>
                      </a:lvl4pPr>
                      <a:lvl5pPr marL="2057400" indent="-228600">
                        <a:spcBef>
                          <a:spcPct val="20000"/>
                        </a:spcBef>
                        <a:buClr>
                          <a:schemeClr val="accent1"/>
                        </a:buClr>
                        <a:buSzPct val="50000"/>
                        <a:buFont typeface="Wingdings" panose="05000000000000000000" pitchFamily="2" charset="2"/>
                        <a:defRPr kumimoji="1">
                          <a:solidFill>
                            <a:schemeClr val="tx1"/>
                          </a:solidFill>
                          <a:latin typeface="Calibri" panose="020F0502020204030204" pitchFamily="34" charset="0"/>
                          <a:ea typeface="宋体" panose="02010600030101010101" pitchFamily="2" charset="-122"/>
                          <a:cs typeface="华文新魏" panose="0201080004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kumimoji="1">
                          <a:solidFill>
                            <a:schemeClr val="tx1"/>
                          </a:solidFill>
                          <a:latin typeface="Calibri" panose="020F0502020204030204" pitchFamily="34" charset="0"/>
                          <a:ea typeface="宋体" panose="02010600030101010101" pitchFamily="2" charset="-122"/>
                          <a:cs typeface="华文新魏" panose="0201080004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kumimoji="1">
                          <a:solidFill>
                            <a:schemeClr val="tx1"/>
                          </a:solidFill>
                          <a:latin typeface="Calibri" panose="020F0502020204030204" pitchFamily="34" charset="0"/>
                          <a:ea typeface="宋体" panose="02010600030101010101" pitchFamily="2" charset="-122"/>
                          <a:cs typeface="华文新魏" panose="0201080004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kumimoji="1">
                          <a:solidFill>
                            <a:schemeClr val="tx1"/>
                          </a:solidFill>
                          <a:latin typeface="Calibri" panose="020F0502020204030204" pitchFamily="34" charset="0"/>
                          <a:ea typeface="宋体" panose="02010600030101010101" pitchFamily="2" charset="-122"/>
                          <a:cs typeface="华文新魏" panose="0201080004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kumimoji="1">
                          <a:solidFill>
                            <a:schemeClr val="tx1"/>
                          </a:solidFill>
                          <a:latin typeface="Calibri" panose="020F0502020204030204" pitchFamily="34" charset="0"/>
                          <a:ea typeface="宋体" panose="02010600030101010101" pitchFamily="2" charset="-122"/>
                          <a:cs typeface="华文新魏" panose="0201080004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0" lang="en-US" altLang="zh-CN" sz="1900" b="1" i="0" u="none" strike="noStrike" cap="none" normalizeH="0" baseline="0">
                          <a:ln>
                            <a:noFill/>
                          </a:ln>
                          <a:solidFill>
                            <a:schemeClr val="tx1"/>
                          </a:solidFill>
                          <a:effectLst/>
                          <a:latin typeface="楷体_GB2312" panose="02010609030101010101" pitchFamily="49" charset="-122"/>
                          <a:ea typeface="楷体_GB2312" panose="02010609030101010101" pitchFamily="49" charset="-122"/>
                          <a:cs typeface="华文新魏" panose="02010800040101010101" pitchFamily="2" charset="-122"/>
                        </a:rPr>
                        <a:t>0</a:t>
                      </a:r>
                      <a:endParaRPr kumimoji="0" lang="en-US" altLang="zh-CN" sz="1900" b="1" i="0" u="none" strike="noStrike" cap="none" normalizeH="0" baseline="0">
                        <a:ln>
                          <a:noFill/>
                        </a:ln>
                        <a:solidFill>
                          <a:schemeClr val="tx1"/>
                        </a:solidFill>
                        <a:effectLst/>
                        <a:latin typeface="楷体_GB2312" panose="02010609030101010101" pitchFamily="49" charset="-122"/>
                        <a:ea typeface="楷体_GB2312" panose="02010609030101010101" pitchFamily="49" charset="-122"/>
                        <a:cs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kumimoji="1" sz="2800">
                          <a:solidFill>
                            <a:schemeClr val="tx1"/>
                          </a:solidFill>
                          <a:latin typeface="Calibri" panose="020F0502020204030204" pitchFamily="34" charset="0"/>
                          <a:ea typeface="宋体" panose="02010600030101010101" pitchFamily="2" charset="-122"/>
                          <a:cs typeface="华文新魏" panose="02010800040101010101" pitchFamily="2" charset="-122"/>
                        </a:defRPr>
                      </a:lvl1pPr>
                      <a:lvl2pPr marL="742950" indent="-285750">
                        <a:spcBef>
                          <a:spcPct val="20000"/>
                        </a:spcBef>
                        <a:buClr>
                          <a:schemeClr val="hlink"/>
                        </a:buClr>
                        <a:buSzPct val="55000"/>
                        <a:buFont typeface="Wingdings" panose="05000000000000000000" pitchFamily="2" charset="2"/>
                        <a:defRPr kumimoji="1" sz="2400">
                          <a:solidFill>
                            <a:schemeClr val="tx1"/>
                          </a:solidFill>
                          <a:latin typeface="Calibri" panose="020F0502020204030204" pitchFamily="34" charset="0"/>
                          <a:ea typeface="宋体" panose="02010600030101010101" pitchFamily="2" charset="-122"/>
                          <a:cs typeface="华文新魏" panose="02010800040101010101" pitchFamily="2" charset="-122"/>
                        </a:defRPr>
                      </a:lvl2pPr>
                      <a:lvl3pPr marL="1143000" indent="-228600">
                        <a:spcBef>
                          <a:spcPct val="20000"/>
                        </a:spcBef>
                        <a:buClr>
                          <a:schemeClr val="folHlink"/>
                        </a:buClr>
                        <a:buSzPct val="50000"/>
                        <a:buFont typeface="Wingdings" panose="05000000000000000000" pitchFamily="2" charset="2"/>
                        <a:defRPr kumimoji="1" sz="2000">
                          <a:solidFill>
                            <a:schemeClr val="tx1"/>
                          </a:solidFill>
                          <a:latin typeface="Calibri" panose="020F0502020204030204" pitchFamily="34" charset="0"/>
                          <a:ea typeface="宋体" panose="02010600030101010101" pitchFamily="2" charset="-122"/>
                          <a:cs typeface="华文新魏" panose="02010800040101010101" pitchFamily="2" charset="-122"/>
                        </a:defRPr>
                      </a:lvl3pPr>
                      <a:lvl4pPr marL="1600200" indent="-228600">
                        <a:spcBef>
                          <a:spcPct val="20000"/>
                        </a:spcBef>
                        <a:buClr>
                          <a:schemeClr val="accent2"/>
                        </a:buClr>
                        <a:buSzPct val="55000"/>
                        <a:buFont typeface="Wingdings" panose="05000000000000000000" pitchFamily="2" charset="2"/>
                        <a:defRPr kumimoji="1">
                          <a:solidFill>
                            <a:schemeClr val="tx1"/>
                          </a:solidFill>
                          <a:latin typeface="Calibri" panose="020F0502020204030204" pitchFamily="34" charset="0"/>
                          <a:ea typeface="宋体" panose="02010600030101010101" pitchFamily="2" charset="-122"/>
                          <a:cs typeface="华文新魏" panose="02010800040101010101" pitchFamily="2" charset="-122"/>
                        </a:defRPr>
                      </a:lvl4pPr>
                      <a:lvl5pPr marL="2057400" indent="-228600">
                        <a:spcBef>
                          <a:spcPct val="20000"/>
                        </a:spcBef>
                        <a:buClr>
                          <a:schemeClr val="accent1"/>
                        </a:buClr>
                        <a:buSzPct val="50000"/>
                        <a:buFont typeface="Wingdings" panose="05000000000000000000" pitchFamily="2" charset="2"/>
                        <a:defRPr kumimoji="1">
                          <a:solidFill>
                            <a:schemeClr val="tx1"/>
                          </a:solidFill>
                          <a:latin typeface="Calibri" panose="020F0502020204030204" pitchFamily="34" charset="0"/>
                          <a:ea typeface="宋体" panose="02010600030101010101" pitchFamily="2" charset="-122"/>
                          <a:cs typeface="华文新魏" panose="0201080004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kumimoji="1">
                          <a:solidFill>
                            <a:schemeClr val="tx1"/>
                          </a:solidFill>
                          <a:latin typeface="Calibri" panose="020F0502020204030204" pitchFamily="34" charset="0"/>
                          <a:ea typeface="宋体" panose="02010600030101010101" pitchFamily="2" charset="-122"/>
                          <a:cs typeface="华文新魏" panose="0201080004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kumimoji="1">
                          <a:solidFill>
                            <a:schemeClr val="tx1"/>
                          </a:solidFill>
                          <a:latin typeface="Calibri" panose="020F0502020204030204" pitchFamily="34" charset="0"/>
                          <a:ea typeface="宋体" panose="02010600030101010101" pitchFamily="2" charset="-122"/>
                          <a:cs typeface="华文新魏" panose="0201080004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kumimoji="1">
                          <a:solidFill>
                            <a:schemeClr val="tx1"/>
                          </a:solidFill>
                          <a:latin typeface="Calibri" panose="020F0502020204030204" pitchFamily="34" charset="0"/>
                          <a:ea typeface="宋体" panose="02010600030101010101" pitchFamily="2" charset="-122"/>
                          <a:cs typeface="华文新魏" panose="0201080004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kumimoji="1">
                          <a:solidFill>
                            <a:schemeClr val="tx1"/>
                          </a:solidFill>
                          <a:latin typeface="Calibri" panose="020F0502020204030204" pitchFamily="34" charset="0"/>
                          <a:ea typeface="宋体" panose="02010600030101010101" pitchFamily="2" charset="-122"/>
                          <a:cs typeface="华文新魏" panose="0201080004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0" lang="en-US" altLang="zh-CN" sz="1900" b="1" i="0" u="none" strike="noStrike" cap="none" normalizeH="0" baseline="0">
                          <a:ln>
                            <a:noFill/>
                          </a:ln>
                          <a:solidFill>
                            <a:schemeClr val="tx1"/>
                          </a:solidFill>
                          <a:effectLst/>
                          <a:latin typeface="楷体_GB2312" panose="02010609030101010101" pitchFamily="49" charset="-122"/>
                          <a:ea typeface="楷体_GB2312" panose="02010609030101010101" pitchFamily="49" charset="-122"/>
                          <a:cs typeface="华文新魏" panose="02010800040101010101" pitchFamily="2" charset="-122"/>
                        </a:rPr>
                        <a:t>1</a:t>
                      </a:r>
                      <a:endParaRPr kumimoji="0" lang="en-US" altLang="zh-CN" sz="1900" b="1" i="0" u="none" strike="noStrike" cap="none" normalizeH="0" baseline="0">
                        <a:ln>
                          <a:noFill/>
                        </a:ln>
                        <a:solidFill>
                          <a:schemeClr val="tx1"/>
                        </a:solidFill>
                        <a:effectLst/>
                        <a:latin typeface="楷体_GB2312" panose="02010609030101010101" pitchFamily="49" charset="-122"/>
                        <a:ea typeface="楷体_GB2312" panose="02010609030101010101" pitchFamily="49" charset="-122"/>
                        <a:cs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kumimoji="1" sz="2800">
                          <a:solidFill>
                            <a:schemeClr val="tx1"/>
                          </a:solidFill>
                          <a:latin typeface="Calibri" panose="020F0502020204030204" pitchFamily="34" charset="0"/>
                          <a:ea typeface="宋体" panose="02010600030101010101" pitchFamily="2" charset="-122"/>
                          <a:cs typeface="华文新魏" panose="02010800040101010101" pitchFamily="2" charset="-122"/>
                        </a:defRPr>
                      </a:lvl1pPr>
                      <a:lvl2pPr marL="742950" indent="-285750">
                        <a:spcBef>
                          <a:spcPct val="20000"/>
                        </a:spcBef>
                        <a:buClr>
                          <a:schemeClr val="hlink"/>
                        </a:buClr>
                        <a:buSzPct val="55000"/>
                        <a:buFont typeface="Wingdings" panose="05000000000000000000" pitchFamily="2" charset="2"/>
                        <a:defRPr kumimoji="1" sz="2400">
                          <a:solidFill>
                            <a:schemeClr val="tx1"/>
                          </a:solidFill>
                          <a:latin typeface="Calibri" panose="020F0502020204030204" pitchFamily="34" charset="0"/>
                          <a:ea typeface="宋体" panose="02010600030101010101" pitchFamily="2" charset="-122"/>
                          <a:cs typeface="华文新魏" panose="02010800040101010101" pitchFamily="2" charset="-122"/>
                        </a:defRPr>
                      </a:lvl2pPr>
                      <a:lvl3pPr marL="1143000" indent="-228600">
                        <a:spcBef>
                          <a:spcPct val="20000"/>
                        </a:spcBef>
                        <a:buClr>
                          <a:schemeClr val="folHlink"/>
                        </a:buClr>
                        <a:buSzPct val="50000"/>
                        <a:buFont typeface="Wingdings" panose="05000000000000000000" pitchFamily="2" charset="2"/>
                        <a:defRPr kumimoji="1" sz="2000">
                          <a:solidFill>
                            <a:schemeClr val="tx1"/>
                          </a:solidFill>
                          <a:latin typeface="Calibri" panose="020F0502020204030204" pitchFamily="34" charset="0"/>
                          <a:ea typeface="宋体" panose="02010600030101010101" pitchFamily="2" charset="-122"/>
                          <a:cs typeface="华文新魏" panose="02010800040101010101" pitchFamily="2" charset="-122"/>
                        </a:defRPr>
                      </a:lvl3pPr>
                      <a:lvl4pPr marL="1600200" indent="-228600">
                        <a:spcBef>
                          <a:spcPct val="20000"/>
                        </a:spcBef>
                        <a:buClr>
                          <a:schemeClr val="accent2"/>
                        </a:buClr>
                        <a:buSzPct val="55000"/>
                        <a:buFont typeface="Wingdings" panose="05000000000000000000" pitchFamily="2" charset="2"/>
                        <a:defRPr kumimoji="1">
                          <a:solidFill>
                            <a:schemeClr val="tx1"/>
                          </a:solidFill>
                          <a:latin typeface="Calibri" panose="020F0502020204030204" pitchFamily="34" charset="0"/>
                          <a:ea typeface="宋体" panose="02010600030101010101" pitchFamily="2" charset="-122"/>
                          <a:cs typeface="华文新魏" panose="02010800040101010101" pitchFamily="2" charset="-122"/>
                        </a:defRPr>
                      </a:lvl4pPr>
                      <a:lvl5pPr marL="2057400" indent="-228600">
                        <a:spcBef>
                          <a:spcPct val="20000"/>
                        </a:spcBef>
                        <a:buClr>
                          <a:schemeClr val="accent1"/>
                        </a:buClr>
                        <a:buSzPct val="50000"/>
                        <a:buFont typeface="Wingdings" panose="05000000000000000000" pitchFamily="2" charset="2"/>
                        <a:defRPr kumimoji="1">
                          <a:solidFill>
                            <a:schemeClr val="tx1"/>
                          </a:solidFill>
                          <a:latin typeface="Calibri" panose="020F0502020204030204" pitchFamily="34" charset="0"/>
                          <a:ea typeface="宋体" panose="02010600030101010101" pitchFamily="2" charset="-122"/>
                          <a:cs typeface="华文新魏" panose="0201080004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kumimoji="1">
                          <a:solidFill>
                            <a:schemeClr val="tx1"/>
                          </a:solidFill>
                          <a:latin typeface="Calibri" panose="020F0502020204030204" pitchFamily="34" charset="0"/>
                          <a:ea typeface="宋体" panose="02010600030101010101" pitchFamily="2" charset="-122"/>
                          <a:cs typeface="华文新魏" panose="0201080004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kumimoji="1">
                          <a:solidFill>
                            <a:schemeClr val="tx1"/>
                          </a:solidFill>
                          <a:latin typeface="Calibri" panose="020F0502020204030204" pitchFamily="34" charset="0"/>
                          <a:ea typeface="宋体" panose="02010600030101010101" pitchFamily="2" charset="-122"/>
                          <a:cs typeface="华文新魏" panose="0201080004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kumimoji="1">
                          <a:solidFill>
                            <a:schemeClr val="tx1"/>
                          </a:solidFill>
                          <a:latin typeface="Calibri" panose="020F0502020204030204" pitchFamily="34" charset="0"/>
                          <a:ea typeface="宋体" panose="02010600030101010101" pitchFamily="2" charset="-122"/>
                          <a:cs typeface="华文新魏" panose="0201080004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kumimoji="1">
                          <a:solidFill>
                            <a:schemeClr val="tx1"/>
                          </a:solidFill>
                          <a:latin typeface="Calibri" panose="020F0502020204030204" pitchFamily="34" charset="0"/>
                          <a:ea typeface="宋体" panose="02010600030101010101" pitchFamily="2" charset="-122"/>
                          <a:cs typeface="华文新魏" panose="0201080004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0" lang="en-US" altLang="zh-CN" sz="1900" b="1" i="0" u="none" strike="noStrike" cap="none" normalizeH="0" baseline="0">
                          <a:ln>
                            <a:noFill/>
                          </a:ln>
                          <a:solidFill>
                            <a:schemeClr val="tx1"/>
                          </a:solidFill>
                          <a:effectLst/>
                          <a:latin typeface="楷体_GB2312" panose="02010609030101010101" pitchFamily="49" charset="-122"/>
                          <a:ea typeface="楷体_GB2312" panose="02010609030101010101" pitchFamily="49" charset="-122"/>
                          <a:cs typeface="华文新魏" panose="02010800040101010101" pitchFamily="2" charset="-122"/>
                        </a:rPr>
                        <a:t>0</a:t>
                      </a:r>
                      <a:endParaRPr kumimoji="0" lang="en-US" altLang="zh-CN" sz="1900" b="1" i="0" u="none" strike="noStrike" cap="none" normalizeH="0" baseline="0">
                        <a:ln>
                          <a:noFill/>
                        </a:ln>
                        <a:solidFill>
                          <a:schemeClr val="tx1"/>
                        </a:solidFill>
                        <a:effectLst/>
                        <a:latin typeface="楷体_GB2312" panose="02010609030101010101" pitchFamily="49" charset="-122"/>
                        <a:ea typeface="楷体_GB2312" panose="02010609030101010101" pitchFamily="49" charset="-122"/>
                        <a:cs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kumimoji="1" sz="2800">
                          <a:solidFill>
                            <a:schemeClr val="tx1"/>
                          </a:solidFill>
                          <a:latin typeface="Calibri" panose="020F0502020204030204" pitchFamily="34" charset="0"/>
                          <a:ea typeface="宋体" panose="02010600030101010101" pitchFamily="2" charset="-122"/>
                          <a:cs typeface="华文新魏" panose="02010800040101010101" pitchFamily="2" charset="-122"/>
                        </a:defRPr>
                      </a:lvl1pPr>
                      <a:lvl2pPr marL="742950" indent="-285750">
                        <a:spcBef>
                          <a:spcPct val="20000"/>
                        </a:spcBef>
                        <a:buClr>
                          <a:schemeClr val="hlink"/>
                        </a:buClr>
                        <a:buSzPct val="55000"/>
                        <a:buFont typeface="Wingdings" panose="05000000000000000000" pitchFamily="2" charset="2"/>
                        <a:defRPr kumimoji="1" sz="2400">
                          <a:solidFill>
                            <a:schemeClr val="tx1"/>
                          </a:solidFill>
                          <a:latin typeface="Calibri" panose="020F0502020204030204" pitchFamily="34" charset="0"/>
                          <a:ea typeface="宋体" panose="02010600030101010101" pitchFamily="2" charset="-122"/>
                          <a:cs typeface="华文新魏" panose="02010800040101010101" pitchFamily="2" charset="-122"/>
                        </a:defRPr>
                      </a:lvl2pPr>
                      <a:lvl3pPr marL="1143000" indent="-228600">
                        <a:spcBef>
                          <a:spcPct val="20000"/>
                        </a:spcBef>
                        <a:buClr>
                          <a:schemeClr val="folHlink"/>
                        </a:buClr>
                        <a:buSzPct val="50000"/>
                        <a:buFont typeface="Wingdings" panose="05000000000000000000" pitchFamily="2" charset="2"/>
                        <a:defRPr kumimoji="1" sz="2000">
                          <a:solidFill>
                            <a:schemeClr val="tx1"/>
                          </a:solidFill>
                          <a:latin typeface="Calibri" panose="020F0502020204030204" pitchFamily="34" charset="0"/>
                          <a:ea typeface="宋体" panose="02010600030101010101" pitchFamily="2" charset="-122"/>
                          <a:cs typeface="华文新魏" panose="02010800040101010101" pitchFamily="2" charset="-122"/>
                        </a:defRPr>
                      </a:lvl3pPr>
                      <a:lvl4pPr marL="1600200" indent="-228600">
                        <a:spcBef>
                          <a:spcPct val="20000"/>
                        </a:spcBef>
                        <a:buClr>
                          <a:schemeClr val="accent2"/>
                        </a:buClr>
                        <a:buSzPct val="55000"/>
                        <a:buFont typeface="Wingdings" panose="05000000000000000000" pitchFamily="2" charset="2"/>
                        <a:defRPr kumimoji="1">
                          <a:solidFill>
                            <a:schemeClr val="tx1"/>
                          </a:solidFill>
                          <a:latin typeface="Calibri" panose="020F0502020204030204" pitchFamily="34" charset="0"/>
                          <a:ea typeface="宋体" panose="02010600030101010101" pitchFamily="2" charset="-122"/>
                          <a:cs typeface="华文新魏" panose="02010800040101010101" pitchFamily="2" charset="-122"/>
                        </a:defRPr>
                      </a:lvl4pPr>
                      <a:lvl5pPr marL="2057400" indent="-228600">
                        <a:spcBef>
                          <a:spcPct val="20000"/>
                        </a:spcBef>
                        <a:buClr>
                          <a:schemeClr val="accent1"/>
                        </a:buClr>
                        <a:buSzPct val="50000"/>
                        <a:buFont typeface="Wingdings" panose="05000000000000000000" pitchFamily="2" charset="2"/>
                        <a:defRPr kumimoji="1">
                          <a:solidFill>
                            <a:schemeClr val="tx1"/>
                          </a:solidFill>
                          <a:latin typeface="Calibri" panose="020F0502020204030204" pitchFamily="34" charset="0"/>
                          <a:ea typeface="宋体" panose="02010600030101010101" pitchFamily="2" charset="-122"/>
                          <a:cs typeface="华文新魏" panose="0201080004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kumimoji="1">
                          <a:solidFill>
                            <a:schemeClr val="tx1"/>
                          </a:solidFill>
                          <a:latin typeface="Calibri" panose="020F0502020204030204" pitchFamily="34" charset="0"/>
                          <a:ea typeface="宋体" panose="02010600030101010101" pitchFamily="2" charset="-122"/>
                          <a:cs typeface="华文新魏" panose="0201080004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kumimoji="1">
                          <a:solidFill>
                            <a:schemeClr val="tx1"/>
                          </a:solidFill>
                          <a:latin typeface="Calibri" panose="020F0502020204030204" pitchFamily="34" charset="0"/>
                          <a:ea typeface="宋体" panose="02010600030101010101" pitchFamily="2" charset="-122"/>
                          <a:cs typeface="华文新魏" panose="0201080004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kumimoji="1">
                          <a:solidFill>
                            <a:schemeClr val="tx1"/>
                          </a:solidFill>
                          <a:latin typeface="Calibri" panose="020F0502020204030204" pitchFamily="34" charset="0"/>
                          <a:ea typeface="宋体" panose="02010600030101010101" pitchFamily="2" charset="-122"/>
                          <a:cs typeface="华文新魏" panose="0201080004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kumimoji="1">
                          <a:solidFill>
                            <a:schemeClr val="tx1"/>
                          </a:solidFill>
                          <a:latin typeface="Calibri" panose="020F0502020204030204" pitchFamily="34" charset="0"/>
                          <a:ea typeface="宋体" panose="02010600030101010101" pitchFamily="2" charset="-122"/>
                          <a:cs typeface="华文新魏" panose="0201080004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0" lang="en-US" altLang="zh-CN" sz="1900" b="1" i="0" u="none" strike="noStrike" cap="none" normalizeH="0" baseline="0">
                          <a:ln>
                            <a:noFill/>
                          </a:ln>
                          <a:solidFill>
                            <a:schemeClr val="tx1"/>
                          </a:solidFill>
                          <a:effectLst/>
                          <a:latin typeface="楷体_GB2312" panose="02010609030101010101" pitchFamily="49" charset="-122"/>
                          <a:ea typeface="楷体_GB2312" panose="02010609030101010101" pitchFamily="49" charset="-122"/>
                          <a:cs typeface="华文新魏" panose="02010800040101010101" pitchFamily="2" charset="-122"/>
                        </a:rPr>
                        <a:t>1</a:t>
                      </a:r>
                      <a:endParaRPr kumimoji="0" lang="en-US" altLang="zh-CN" sz="1900" b="1" i="0" u="none" strike="noStrike" cap="none" normalizeH="0" baseline="0">
                        <a:ln>
                          <a:noFill/>
                        </a:ln>
                        <a:solidFill>
                          <a:schemeClr val="tx1"/>
                        </a:solidFill>
                        <a:effectLst/>
                        <a:latin typeface="楷体_GB2312" panose="02010609030101010101" pitchFamily="49" charset="-122"/>
                        <a:ea typeface="楷体_GB2312" panose="02010609030101010101" pitchFamily="49" charset="-122"/>
                        <a:cs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kumimoji="1" sz="2800">
                          <a:solidFill>
                            <a:schemeClr val="tx1"/>
                          </a:solidFill>
                          <a:latin typeface="Calibri" panose="020F0502020204030204" pitchFamily="34" charset="0"/>
                          <a:ea typeface="宋体" panose="02010600030101010101" pitchFamily="2" charset="-122"/>
                          <a:cs typeface="华文新魏" panose="02010800040101010101" pitchFamily="2" charset="-122"/>
                        </a:defRPr>
                      </a:lvl1pPr>
                      <a:lvl2pPr marL="742950" indent="-285750">
                        <a:spcBef>
                          <a:spcPct val="20000"/>
                        </a:spcBef>
                        <a:buClr>
                          <a:schemeClr val="hlink"/>
                        </a:buClr>
                        <a:buSzPct val="55000"/>
                        <a:buFont typeface="Wingdings" panose="05000000000000000000" pitchFamily="2" charset="2"/>
                        <a:defRPr kumimoji="1" sz="2400">
                          <a:solidFill>
                            <a:schemeClr val="tx1"/>
                          </a:solidFill>
                          <a:latin typeface="Calibri" panose="020F0502020204030204" pitchFamily="34" charset="0"/>
                          <a:ea typeface="宋体" panose="02010600030101010101" pitchFamily="2" charset="-122"/>
                          <a:cs typeface="华文新魏" panose="02010800040101010101" pitchFamily="2" charset="-122"/>
                        </a:defRPr>
                      </a:lvl2pPr>
                      <a:lvl3pPr marL="1143000" indent="-228600">
                        <a:spcBef>
                          <a:spcPct val="20000"/>
                        </a:spcBef>
                        <a:buClr>
                          <a:schemeClr val="folHlink"/>
                        </a:buClr>
                        <a:buSzPct val="50000"/>
                        <a:buFont typeface="Wingdings" panose="05000000000000000000" pitchFamily="2" charset="2"/>
                        <a:defRPr kumimoji="1" sz="2000">
                          <a:solidFill>
                            <a:schemeClr val="tx1"/>
                          </a:solidFill>
                          <a:latin typeface="Calibri" panose="020F0502020204030204" pitchFamily="34" charset="0"/>
                          <a:ea typeface="宋体" panose="02010600030101010101" pitchFamily="2" charset="-122"/>
                          <a:cs typeface="华文新魏" panose="02010800040101010101" pitchFamily="2" charset="-122"/>
                        </a:defRPr>
                      </a:lvl3pPr>
                      <a:lvl4pPr marL="1600200" indent="-228600">
                        <a:spcBef>
                          <a:spcPct val="20000"/>
                        </a:spcBef>
                        <a:buClr>
                          <a:schemeClr val="accent2"/>
                        </a:buClr>
                        <a:buSzPct val="55000"/>
                        <a:buFont typeface="Wingdings" panose="05000000000000000000" pitchFamily="2" charset="2"/>
                        <a:defRPr kumimoji="1">
                          <a:solidFill>
                            <a:schemeClr val="tx1"/>
                          </a:solidFill>
                          <a:latin typeface="Calibri" panose="020F0502020204030204" pitchFamily="34" charset="0"/>
                          <a:ea typeface="宋体" panose="02010600030101010101" pitchFamily="2" charset="-122"/>
                          <a:cs typeface="华文新魏" panose="02010800040101010101" pitchFamily="2" charset="-122"/>
                        </a:defRPr>
                      </a:lvl4pPr>
                      <a:lvl5pPr marL="2057400" indent="-228600">
                        <a:spcBef>
                          <a:spcPct val="20000"/>
                        </a:spcBef>
                        <a:buClr>
                          <a:schemeClr val="accent1"/>
                        </a:buClr>
                        <a:buSzPct val="50000"/>
                        <a:buFont typeface="Wingdings" panose="05000000000000000000" pitchFamily="2" charset="2"/>
                        <a:defRPr kumimoji="1">
                          <a:solidFill>
                            <a:schemeClr val="tx1"/>
                          </a:solidFill>
                          <a:latin typeface="Calibri" panose="020F0502020204030204" pitchFamily="34" charset="0"/>
                          <a:ea typeface="宋体" panose="02010600030101010101" pitchFamily="2" charset="-122"/>
                          <a:cs typeface="华文新魏" panose="0201080004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kumimoji="1">
                          <a:solidFill>
                            <a:schemeClr val="tx1"/>
                          </a:solidFill>
                          <a:latin typeface="Calibri" panose="020F0502020204030204" pitchFamily="34" charset="0"/>
                          <a:ea typeface="宋体" panose="02010600030101010101" pitchFamily="2" charset="-122"/>
                          <a:cs typeface="华文新魏" panose="0201080004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kumimoji="1">
                          <a:solidFill>
                            <a:schemeClr val="tx1"/>
                          </a:solidFill>
                          <a:latin typeface="Calibri" panose="020F0502020204030204" pitchFamily="34" charset="0"/>
                          <a:ea typeface="宋体" panose="02010600030101010101" pitchFamily="2" charset="-122"/>
                          <a:cs typeface="华文新魏" panose="0201080004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kumimoji="1">
                          <a:solidFill>
                            <a:schemeClr val="tx1"/>
                          </a:solidFill>
                          <a:latin typeface="Calibri" panose="020F0502020204030204" pitchFamily="34" charset="0"/>
                          <a:ea typeface="宋体" panose="02010600030101010101" pitchFamily="2" charset="-122"/>
                          <a:cs typeface="华文新魏" panose="0201080004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kumimoji="1">
                          <a:solidFill>
                            <a:schemeClr val="tx1"/>
                          </a:solidFill>
                          <a:latin typeface="Calibri" panose="020F0502020204030204" pitchFamily="34" charset="0"/>
                          <a:ea typeface="宋体" panose="02010600030101010101" pitchFamily="2" charset="-122"/>
                          <a:cs typeface="华文新魏" panose="0201080004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0" lang="en-US" altLang="zh-CN" sz="1900" b="1" i="0" u="none" strike="noStrike" cap="none" normalizeH="0" baseline="0">
                          <a:ln>
                            <a:noFill/>
                          </a:ln>
                          <a:solidFill>
                            <a:schemeClr val="tx1"/>
                          </a:solidFill>
                          <a:effectLst/>
                          <a:latin typeface="楷体_GB2312" panose="02010609030101010101" pitchFamily="49" charset="-122"/>
                          <a:ea typeface="楷体_GB2312" panose="02010609030101010101" pitchFamily="49" charset="-122"/>
                          <a:cs typeface="华文新魏" panose="02010800040101010101" pitchFamily="2" charset="-122"/>
                        </a:rPr>
                        <a:t>2</a:t>
                      </a:r>
                      <a:endParaRPr kumimoji="0" lang="en-US" altLang="zh-CN" sz="1900" b="1" i="0" u="none" strike="noStrike" cap="none" normalizeH="0" baseline="0">
                        <a:ln>
                          <a:noFill/>
                        </a:ln>
                        <a:solidFill>
                          <a:schemeClr val="tx1"/>
                        </a:solidFill>
                        <a:effectLst/>
                        <a:latin typeface="楷体_GB2312" panose="02010609030101010101" pitchFamily="49" charset="-122"/>
                        <a:ea typeface="楷体_GB2312" panose="02010609030101010101" pitchFamily="49" charset="-122"/>
                        <a:cs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kumimoji="1" sz="2800">
                          <a:solidFill>
                            <a:schemeClr val="tx1"/>
                          </a:solidFill>
                          <a:latin typeface="Calibri" panose="020F0502020204030204" pitchFamily="34" charset="0"/>
                          <a:ea typeface="宋体" panose="02010600030101010101" pitchFamily="2" charset="-122"/>
                          <a:cs typeface="华文新魏" panose="02010800040101010101" pitchFamily="2" charset="-122"/>
                        </a:defRPr>
                      </a:lvl1pPr>
                      <a:lvl2pPr marL="742950" indent="-285750">
                        <a:spcBef>
                          <a:spcPct val="20000"/>
                        </a:spcBef>
                        <a:buClr>
                          <a:schemeClr val="hlink"/>
                        </a:buClr>
                        <a:buSzPct val="55000"/>
                        <a:buFont typeface="Wingdings" panose="05000000000000000000" pitchFamily="2" charset="2"/>
                        <a:defRPr kumimoji="1" sz="2400">
                          <a:solidFill>
                            <a:schemeClr val="tx1"/>
                          </a:solidFill>
                          <a:latin typeface="Calibri" panose="020F0502020204030204" pitchFamily="34" charset="0"/>
                          <a:ea typeface="宋体" panose="02010600030101010101" pitchFamily="2" charset="-122"/>
                          <a:cs typeface="华文新魏" panose="02010800040101010101" pitchFamily="2" charset="-122"/>
                        </a:defRPr>
                      </a:lvl2pPr>
                      <a:lvl3pPr marL="1143000" indent="-228600">
                        <a:spcBef>
                          <a:spcPct val="20000"/>
                        </a:spcBef>
                        <a:buClr>
                          <a:schemeClr val="folHlink"/>
                        </a:buClr>
                        <a:buSzPct val="50000"/>
                        <a:buFont typeface="Wingdings" panose="05000000000000000000" pitchFamily="2" charset="2"/>
                        <a:defRPr kumimoji="1" sz="2000">
                          <a:solidFill>
                            <a:schemeClr val="tx1"/>
                          </a:solidFill>
                          <a:latin typeface="Calibri" panose="020F0502020204030204" pitchFamily="34" charset="0"/>
                          <a:ea typeface="宋体" panose="02010600030101010101" pitchFamily="2" charset="-122"/>
                          <a:cs typeface="华文新魏" panose="02010800040101010101" pitchFamily="2" charset="-122"/>
                        </a:defRPr>
                      </a:lvl3pPr>
                      <a:lvl4pPr marL="1600200" indent="-228600">
                        <a:spcBef>
                          <a:spcPct val="20000"/>
                        </a:spcBef>
                        <a:buClr>
                          <a:schemeClr val="accent2"/>
                        </a:buClr>
                        <a:buSzPct val="55000"/>
                        <a:buFont typeface="Wingdings" panose="05000000000000000000" pitchFamily="2" charset="2"/>
                        <a:defRPr kumimoji="1">
                          <a:solidFill>
                            <a:schemeClr val="tx1"/>
                          </a:solidFill>
                          <a:latin typeface="Calibri" panose="020F0502020204030204" pitchFamily="34" charset="0"/>
                          <a:ea typeface="宋体" panose="02010600030101010101" pitchFamily="2" charset="-122"/>
                          <a:cs typeface="华文新魏" panose="02010800040101010101" pitchFamily="2" charset="-122"/>
                        </a:defRPr>
                      </a:lvl4pPr>
                      <a:lvl5pPr marL="2057400" indent="-228600">
                        <a:spcBef>
                          <a:spcPct val="20000"/>
                        </a:spcBef>
                        <a:buClr>
                          <a:schemeClr val="accent1"/>
                        </a:buClr>
                        <a:buSzPct val="50000"/>
                        <a:buFont typeface="Wingdings" panose="05000000000000000000" pitchFamily="2" charset="2"/>
                        <a:defRPr kumimoji="1">
                          <a:solidFill>
                            <a:schemeClr val="tx1"/>
                          </a:solidFill>
                          <a:latin typeface="Calibri" panose="020F0502020204030204" pitchFamily="34" charset="0"/>
                          <a:ea typeface="宋体" panose="02010600030101010101" pitchFamily="2" charset="-122"/>
                          <a:cs typeface="华文新魏" panose="0201080004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kumimoji="1">
                          <a:solidFill>
                            <a:schemeClr val="tx1"/>
                          </a:solidFill>
                          <a:latin typeface="Calibri" panose="020F0502020204030204" pitchFamily="34" charset="0"/>
                          <a:ea typeface="宋体" panose="02010600030101010101" pitchFamily="2" charset="-122"/>
                          <a:cs typeface="华文新魏" panose="0201080004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kumimoji="1">
                          <a:solidFill>
                            <a:schemeClr val="tx1"/>
                          </a:solidFill>
                          <a:latin typeface="Calibri" panose="020F0502020204030204" pitchFamily="34" charset="0"/>
                          <a:ea typeface="宋体" panose="02010600030101010101" pitchFamily="2" charset="-122"/>
                          <a:cs typeface="华文新魏" panose="0201080004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kumimoji="1">
                          <a:solidFill>
                            <a:schemeClr val="tx1"/>
                          </a:solidFill>
                          <a:latin typeface="Calibri" panose="020F0502020204030204" pitchFamily="34" charset="0"/>
                          <a:ea typeface="宋体" panose="02010600030101010101" pitchFamily="2" charset="-122"/>
                          <a:cs typeface="华文新魏" panose="0201080004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kumimoji="1">
                          <a:solidFill>
                            <a:schemeClr val="tx1"/>
                          </a:solidFill>
                          <a:latin typeface="Calibri" panose="020F0502020204030204" pitchFamily="34" charset="0"/>
                          <a:ea typeface="宋体" panose="02010600030101010101" pitchFamily="2" charset="-122"/>
                          <a:cs typeface="华文新魏" panose="0201080004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0" lang="en-US" altLang="zh-CN" sz="1900" b="1" i="0" u="none" strike="noStrike" cap="none" normalizeH="0" baseline="0">
                          <a:ln>
                            <a:noFill/>
                          </a:ln>
                          <a:solidFill>
                            <a:schemeClr val="tx1"/>
                          </a:solidFill>
                          <a:effectLst/>
                          <a:latin typeface="楷体_GB2312" panose="02010609030101010101" pitchFamily="49" charset="-122"/>
                          <a:ea typeface="楷体_GB2312" panose="02010609030101010101" pitchFamily="49" charset="-122"/>
                          <a:cs typeface="华文新魏" panose="02010800040101010101" pitchFamily="2" charset="-122"/>
                        </a:rPr>
                        <a:t>1</a:t>
                      </a:r>
                      <a:endParaRPr kumimoji="0" lang="en-US" altLang="zh-CN" sz="1900" b="1" i="0" u="none" strike="noStrike" cap="none" normalizeH="0" baseline="0">
                        <a:ln>
                          <a:noFill/>
                        </a:ln>
                        <a:solidFill>
                          <a:schemeClr val="tx1"/>
                        </a:solidFill>
                        <a:effectLst/>
                        <a:latin typeface="楷体_GB2312" panose="02010609030101010101" pitchFamily="49" charset="-122"/>
                        <a:ea typeface="楷体_GB2312" panose="02010609030101010101" pitchFamily="49" charset="-122"/>
                        <a:cs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kumimoji="1" sz="2800">
                          <a:solidFill>
                            <a:schemeClr val="tx1"/>
                          </a:solidFill>
                          <a:latin typeface="Calibri" panose="020F0502020204030204" pitchFamily="34" charset="0"/>
                          <a:ea typeface="宋体" panose="02010600030101010101" pitchFamily="2" charset="-122"/>
                          <a:cs typeface="华文新魏" panose="02010800040101010101" pitchFamily="2" charset="-122"/>
                        </a:defRPr>
                      </a:lvl1pPr>
                      <a:lvl2pPr marL="742950" indent="-285750">
                        <a:spcBef>
                          <a:spcPct val="20000"/>
                        </a:spcBef>
                        <a:buClr>
                          <a:schemeClr val="hlink"/>
                        </a:buClr>
                        <a:buSzPct val="55000"/>
                        <a:buFont typeface="Wingdings" panose="05000000000000000000" pitchFamily="2" charset="2"/>
                        <a:defRPr kumimoji="1" sz="2400">
                          <a:solidFill>
                            <a:schemeClr val="tx1"/>
                          </a:solidFill>
                          <a:latin typeface="Calibri" panose="020F0502020204030204" pitchFamily="34" charset="0"/>
                          <a:ea typeface="宋体" panose="02010600030101010101" pitchFamily="2" charset="-122"/>
                          <a:cs typeface="华文新魏" panose="02010800040101010101" pitchFamily="2" charset="-122"/>
                        </a:defRPr>
                      </a:lvl2pPr>
                      <a:lvl3pPr marL="1143000" indent="-228600">
                        <a:spcBef>
                          <a:spcPct val="20000"/>
                        </a:spcBef>
                        <a:buClr>
                          <a:schemeClr val="folHlink"/>
                        </a:buClr>
                        <a:buSzPct val="50000"/>
                        <a:buFont typeface="Wingdings" panose="05000000000000000000" pitchFamily="2" charset="2"/>
                        <a:defRPr kumimoji="1" sz="2000">
                          <a:solidFill>
                            <a:schemeClr val="tx1"/>
                          </a:solidFill>
                          <a:latin typeface="Calibri" panose="020F0502020204030204" pitchFamily="34" charset="0"/>
                          <a:ea typeface="宋体" panose="02010600030101010101" pitchFamily="2" charset="-122"/>
                          <a:cs typeface="华文新魏" panose="02010800040101010101" pitchFamily="2" charset="-122"/>
                        </a:defRPr>
                      </a:lvl3pPr>
                      <a:lvl4pPr marL="1600200" indent="-228600">
                        <a:spcBef>
                          <a:spcPct val="20000"/>
                        </a:spcBef>
                        <a:buClr>
                          <a:schemeClr val="accent2"/>
                        </a:buClr>
                        <a:buSzPct val="55000"/>
                        <a:buFont typeface="Wingdings" panose="05000000000000000000" pitchFamily="2" charset="2"/>
                        <a:defRPr kumimoji="1">
                          <a:solidFill>
                            <a:schemeClr val="tx1"/>
                          </a:solidFill>
                          <a:latin typeface="Calibri" panose="020F0502020204030204" pitchFamily="34" charset="0"/>
                          <a:ea typeface="宋体" panose="02010600030101010101" pitchFamily="2" charset="-122"/>
                          <a:cs typeface="华文新魏" panose="02010800040101010101" pitchFamily="2" charset="-122"/>
                        </a:defRPr>
                      </a:lvl4pPr>
                      <a:lvl5pPr marL="2057400" indent="-228600">
                        <a:spcBef>
                          <a:spcPct val="20000"/>
                        </a:spcBef>
                        <a:buClr>
                          <a:schemeClr val="accent1"/>
                        </a:buClr>
                        <a:buSzPct val="50000"/>
                        <a:buFont typeface="Wingdings" panose="05000000000000000000" pitchFamily="2" charset="2"/>
                        <a:defRPr kumimoji="1">
                          <a:solidFill>
                            <a:schemeClr val="tx1"/>
                          </a:solidFill>
                          <a:latin typeface="Calibri" panose="020F0502020204030204" pitchFamily="34" charset="0"/>
                          <a:ea typeface="宋体" panose="02010600030101010101" pitchFamily="2" charset="-122"/>
                          <a:cs typeface="华文新魏" panose="0201080004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kumimoji="1">
                          <a:solidFill>
                            <a:schemeClr val="tx1"/>
                          </a:solidFill>
                          <a:latin typeface="Calibri" panose="020F0502020204030204" pitchFamily="34" charset="0"/>
                          <a:ea typeface="宋体" panose="02010600030101010101" pitchFamily="2" charset="-122"/>
                          <a:cs typeface="华文新魏" panose="0201080004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kumimoji="1">
                          <a:solidFill>
                            <a:schemeClr val="tx1"/>
                          </a:solidFill>
                          <a:latin typeface="Calibri" panose="020F0502020204030204" pitchFamily="34" charset="0"/>
                          <a:ea typeface="宋体" panose="02010600030101010101" pitchFamily="2" charset="-122"/>
                          <a:cs typeface="华文新魏" panose="0201080004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kumimoji="1">
                          <a:solidFill>
                            <a:schemeClr val="tx1"/>
                          </a:solidFill>
                          <a:latin typeface="Calibri" panose="020F0502020204030204" pitchFamily="34" charset="0"/>
                          <a:ea typeface="宋体" panose="02010600030101010101" pitchFamily="2" charset="-122"/>
                          <a:cs typeface="华文新魏" panose="0201080004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kumimoji="1">
                          <a:solidFill>
                            <a:schemeClr val="tx1"/>
                          </a:solidFill>
                          <a:latin typeface="Calibri" panose="020F0502020204030204" pitchFamily="34" charset="0"/>
                          <a:ea typeface="宋体" panose="02010600030101010101" pitchFamily="2" charset="-122"/>
                          <a:cs typeface="华文新魏" panose="0201080004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0" lang="en-US" altLang="zh-CN" sz="1900" b="1" i="0" u="none" strike="noStrike" cap="none" normalizeH="0" baseline="0">
                          <a:ln>
                            <a:noFill/>
                          </a:ln>
                          <a:solidFill>
                            <a:schemeClr val="tx1"/>
                          </a:solidFill>
                          <a:effectLst/>
                          <a:latin typeface="楷体_GB2312" panose="02010609030101010101" pitchFamily="49" charset="-122"/>
                          <a:ea typeface="楷体_GB2312" panose="02010609030101010101" pitchFamily="49" charset="-122"/>
                          <a:cs typeface="华文新魏" panose="02010800040101010101" pitchFamily="2" charset="-122"/>
                        </a:rPr>
                        <a:t>2</a:t>
                      </a:r>
                      <a:endParaRPr kumimoji="0" lang="en-US" altLang="zh-CN" sz="1900" b="1" i="0" u="none" strike="noStrike" cap="none" normalizeH="0" baseline="0">
                        <a:ln>
                          <a:noFill/>
                        </a:ln>
                        <a:solidFill>
                          <a:schemeClr val="tx1"/>
                        </a:solidFill>
                        <a:effectLst/>
                        <a:latin typeface="楷体_GB2312" panose="02010609030101010101" pitchFamily="49" charset="-122"/>
                        <a:ea typeface="楷体_GB2312" panose="02010609030101010101" pitchFamily="49" charset="-122"/>
                        <a:cs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kumimoji="1" sz="2800">
                          <a:solidFill>
                            <a:schemeClr val="tx1"/>
                          </a:solidFill>
                          <a:latin typeface="Calibri" panose="020F0502020204030204" pitchFamily="34" charset="0"/>
                          <a:ea typeface="宋体" panose="02010600030101010101" pitchFamily="2" charset="-122"/>
                          <a:cs typeface="华文新魏" panose="02010800040101010101" pitchFamily="2" charset="-122"/>
                        </a:defRPr>
                      </a:lvl1pPr>
                      <a:lvl2pPr marL="742950" indent="-285750">
                        <a:spcBef>
                          <a:spcPct val="20000"/>
                        </a:spcBef>
                        <a:buClr>
                          <a:schemeClr val="hlink"/>
                        </a:buClr>
                        <a:buSzPct val="55000"/>
                        <a:buFont typeface="Wingdings" panose="05000000000000000000" pitchFamily="2" charset="2"/>
                        <a:defRPr kumimoji="1" sz="2400">
                          <a:solidFill>
                            <a:schemeClr val="tx1"/>
                          </a:solidFill>
                          <a:latin typeface="Calibri" panose="020F0502020204030204" pitchFamily="34" charset="0"/>
                          <a:ea typeface="宋体" panose="02010600030101010101" pitchFamily="2" charset="-122"/>
                          <a:cs typeface="华文新魏" panose="02010800040101010101" pitchFamily="2" charset="-122"/>
                        </a:defRPr>
                      </a:lvl2pPr>
                      <a:lvl3pPr marL="1143000" indent="-228600">
                        <a:spcBef>
                          <a:spcPct val="20000"/>
                        </a:spcBef>
                        <a:buClr>
                          <a:schemeClr val="folHlink"/>
                        </a:buClr>
                        <a:buSzPct val="50000"/>
                        <a:buFont typeface="Wingdings" panose="05000000000000000000" pitchFamily="2" charset="2"/>
                        <a:defRPr kumimoji="1" sz="2000">
                          <a:solidFill>
                            <a:schemeClr val="tx1"/>
                          </a:solidFill>
                          <a:latin typeface="Calibri" panose="020F0502020204030204" pitchFamily="34" charset="0"/>
                          <a:ea typeface="宋体" panose="02010600030101010101" pitchFamily="2" charset="-122"/>
                          <a:cs typeface="华文新魏" panose="02010800040101010101" pitchFamily="2" charset="-122"/>
                        </a:defRPr>
                      </a:lvl3pPr>
                      <a:lvl4pPr marL="1600200" indent="-228600">
                        <a:spcBef>
                          <a:spcPct val="20000"/>
                        </a:spcBef>
                        <a:buClr>
                          <a:schemeClr val="accent2"/>
                        </a:buClr>
                        <a:buSzPct val="55000"/>
                        <a:buFont typeface="Wingdings" panose="05000000000000000000" pitchFamily="2" charset="2"/>
                        <a:defRPr kumimoji="1">
                          <a:solidFill>
                            <a:schemeClr val="tx1"/>
                          </a:solidFill>
                          <a:latin typeface="Calibri" panose="020F0502020204030204" pitchFamily="34" charset="0"/>
                          <a:ea typeface="宋体" panose="02010600030101010101" pitchFamily="2" charset="-122"/>
                          <a:cs typeface="华文新魏" panose="02010800040101010101" pitchFamily="2" charset="-122"/>
                        </a:defRPr>
                      </a:lvl4pPr>
                      <a:lvl5pPr marL="2057400" indent="-228600">
                        <a:spcBef>
                          <a:spcPct val="20000"/>
                        </a:spcBef>
                        <a:buClr>
                          <a:schemeClr val="accent1"/>
                        </a:buClr>
                        <a:buSzPct val="50000"/>
                        <a:buFont typeface="Wingdings" panose="05000000000000000000" pitchFamily="2" charset="2"/>
                        <a:defRPr kumimoji="1">
                          <a:solidFill>
                            <a:schemeClr val="tx1"/>
                          </a:solidFill>
                          <a:latin typeface="Calibri" panose="020F0502020204030204" pitchFamily="34" charset="0"/>
                          <a:ea typeface="宋体" panose="02010600030101010101" pitchFamily="2" charset="-122"/>
                          <a:cs typeface="华文新魏" panose="0201080004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kumimoji="1">
                          <a:solidFill>
                            <a:schemeClr val="tx1"/>
                          </a:solidFill>
                          <a:latin typeface="Calibri" panose="020F0502020204030204" pitchFamily="34" charset="0"/>
                          <a:ea typeface="宋体" panose="02010600030101010101" pitchFamily="2" charset="-122"/>
                          <a:cs typeface="华文新魏" panose="0201080004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kumimoji="1">
                          <a:solidFill>
                            <a:schemeClr val="tx1"/>
                          </a:solidFill>
                          <a:latin typeface="Calibri" panose="020F0502020204030204" pitchFamily="34" charset="0"/>
                          <a:ea typeface="宋体" panose="02010600030101010101" pitchFamily="2" charset="-122"/>
                          <a:cs typeface="华文新魏" panose="0201080004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kumimoji="1">
                          <a:solidFill>
                            <a:schemeClr val="tx1"/>
                          </a:solidFill>
                          <a:latin typeface="Calibri" panose="020F0502020204030204" pitchFamily="34" charset="0"/>
                          <a:ea typeface="宋体" panose="02010600030101010101" pitchFamily="2" charset="-122"/>
                          <a:cs typeface="华文新魏" panose="0201080004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kumimoji="1">
                          <a:solidFill>
                            <a:schemeClr val="tx1"/>
                          </a:solidFill>
                          <a:latin typeface="Calibri" panose="020F0502020204030204" pitchFamily="34" charset="0"/>
                          <a:ea typeface="宋体" panose="02010600030101010101" pitchFamily="2" charset="-122"/>
                          <a:cs typeface="华文新魏" panose="0201080004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0" lang="en-US" altLang="zh-CN" sz="1900" b="1" i="0" u="none" strike="noStrike" cap="none" normalizeH="0" baseline="0">
                          <a:ln>
                            <a:noFill/>
                          </a:ln>
                          <a:solidFill>
                            <a:schemeClr val="tx1"/>
                          </a:solidFill>
                          <a:effectLst/>
                          <a:latin typeface="楷体_GB2312" panose="02010609030101010101" pitchFamily="49" charset="-122"/>
                          <a:ea typeface="楷体_GB2312" panose="02010609030101010101" pitchFamily="49" charset="-122"/>
                          <a:cs typeface="华文新魏" panose="02010800040101010101" pitchFamily="2" charset="-122"/>
                        </a:rPr>
                        <a:t>3</a:t>
                      </a:r>
                      <a:endParaRPr kumimoji="0" lang="en-US" altLang="zh-CN" sz="1900" b="1" i="0" u="none" strike="noStrike" cap="none" normalizeH="0" baseline="0">
                        <a:ln>
                          <a:noFill/>
                        </a:ln>
                        <a:solidFill>
                          <a:schemeClr val="tx1"/>
                        </a:solidFill>
                        <a:effectLst/>
                        <a:latin typeface="楷体_GB2312" panose="02010609030101010101" pitchFamily="49" charset="-122"/>
                        <a:ea typeface="楷体_GB2312" panose="02010609030101010101" pitchFamily="49" charset="-122"/>
                        <a:cs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kumimoji="1" sz="2800">
                          <a:solidFill>
                            <a:schemeClr val="tx1"/>
                          </a:solidFill>
                          <a:latin typeface="Calibri" panose="020F0502020204030204" pitchFamily="34" charset="0"/>
                          <a:ea typeface="宋体" panose="02010600030101010101" pitchFamily="2" charset="-122"/>
                          <a:cs typeface="华文新魏" panose="02010800040101010101" pitchFamily="2" charset="-122"/>
                        </a:defRPr>
                      </a:lvl1pPr>
                      <a:lvl2pPr marL="742950" indent="-285750">
                        <a:spcBef>
                          <a:spcPct val="20000"/>
                        </a:spcBef>
                        <a:buClr>
                          <a:schemeClr val="hlink"/>
                        </a:buClr>
                        <a:buSzPct val="55000"/>
                        <a:buFont typeface="Wingdings" panose="05000000000000000000" pitchFamily="2" charset="2"/>
                        <a:defRPr kumimoji="1" sz="2400">
                          <a:solidFill>
                            <a:schemeClr val="tx1"/>
                          </a:solidFill>
                          <a:latin typeface="Calibri" panose="020F0502020204030204" pitchFamily="34" charset="0"/>
                          <a:ea typeface="宋体" panose="02010600030101010101" pitchFamily="2" charset="-122"/>
                          <a:cs typeface="华文新魏" panose="02010800040101010101" pitchFamily="2" charset="-122"/>
                        </a:defRPr>
                      </a:lvl2pPr>
                      <a:lvl3pPr marL="1143000" indent="-228600">
                        <a:spcBef>
                          <a:spcPct val="20000"/>
                        </a:spcBef>
                        <a:buClr>
                          <a:schemeClr val="folHlink"/>
                        </a:buClr>
                        <a:buSzPct val="50000"/>
                        <a:buFont typeface="Wingdings" panose="05000000000000000000" pitchFamily="2" charset="2"/>
                        <a:defRPr kumimoji="1" sz="2000">
                          <a:solidFill>
                            <a:schemeClr val="tx1"/>
                          </a:solidFill>
                          <a:latin typeface="Calibri" panose="020F0502020204030204" pitchFamily="34" charset="0"/>
                          <a:ea typeface="宋体" panose="02010600030101010101" pitchFamily="2" charset="-122"/>
                          <a:cs typeface="华文新魏" panose="02010800040101010101" pitchFamily="2" charset="-122"/>
                        </a:defRPr>
                      </a:lvl3pPr>
                      <a:lvl4pPr marL="1600200" indent="-228600">
                        <a:spcBef>
                          <a:spcPct val="20000"/>
                        </a:spcBef>
                        <a:buClr>
                          <a:schemeClr val="accent2"/>
                        </a:buClr>
                        <a:buSzPct val="55000"/>
                        <a:buFont typeface="Wingdings" panose="05000000000000000000" pitchFamily="2" charset="2"/>
                        <a:defRPr kumimoji="1">
                          <a:solidFill>
                            <a:schemeClr val="tx1"/>
                          </a:solidFill>
                          <a:latin typeface="Calibri" panose="020F0502020204030204" pitchFamily="34" charset="0"/>
                          <a:ea typeface="宋体" panose="02010600030101010101" pitchFamily="2" charset="-122"/>
                          <a:cs typeface="华文新魏" panose="02010800040101010101" pitchFamily="2" charset="-122"/>
                        </a:defRPr>
                      </a:lvl4pPr>
                      <a:lvl5pPr marL="2057400" indent="-228600">
                        <a:spcBef>
                          <a:spcPct val="20000"/>
                        </a:spcBef>
                        <a:buClr>
                          <a:schemeClr val="accent1"/>
                        </a:buClr>
                        <a:buSzPct val="50000"/>
                        <a:buFont typeface="Wingdings" panose="05000000000000000000" pitchFamily="2" charset="2"/>
                        <a:defRPr kumimoji="1">
                          <a:solidFill>
                            <a:schemeClr val="tx1"/>
                          </a:solidFill>
                          <a:latin typeface="Calibri" panose="020F0502020204030204" pitchFamily="34" charset="0"/>
                          <a:ea typeface="宋体" panose="02010600030101010101" pitchFamily="2" charset="-122"/>
                          <a:cs typeface="华文新魏" panose="0201080004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kumimoji="1">
                          <a:solidFill>
                            <a:schemeClr val="tx1"/>
                          </a:solidFill>
                          <a:latin typeface="Calibri" panose="020F0502020204030204" pitchFamily="34" charset="0"/>
                          <a:ea typeface="宋体" panose="02010600030101010101" pitchFamily="2" charset="-122"/>
                          <a:cs typeface="华文新魏" panose="0201080004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kumimoji="1">
                          <a:solidFill>
                            <a:schemeClr val="tx1"/>
                          </a:solidFill>
                          <a:latin typeface="Calibri" panose="020F0502020204030204" pitchFamily="34" charset="0"/>
                          <a:ea typeface="宋体" panose="02010600030101010101" pitchFamily="2" charset="-122"/>
                          <a:cs typeface="华文新魏" panose="0201080004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kumimoji="1">
                          <a:solidFill>
                            <a:schemeClr val="tx1"/>
                          </a:solidFill>
                          <a:latin typeface="Calibri" panose="020F0502020204030204" pitchFamily="34" charset="0"/>
                          <a:ea typeface="宋体" panose="02010600030101010101" pitchFamily="2" charset="-122"/>
                          <a:cs typeface="华文新魏" panose="0201080004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kumimoji="1">
                          <a:solidFill>
                            <a:schemeClr val="tx1"/>
                          </a:solidFill>
                          <a:latin typeface="Calibri" panose="020F0502020204030204" pitchFamily="34" charset="0"/>
                          <a:ea typeface="宋体" panose="02010600030101010101" pitchFamily="2" charset="-122"/>
                          <a:cs typeface="华文新魏" panose="0201080004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0" lang="en-US" altLang="zh-CN" sz="1900" b="1" i="0" u="none" strike="noStrike" cap="none" normalizeH="0" baseline="0">
                          <a:ln>
                            <a:noFill/>
                          </a:ln>
                          <a:solidFill>
                            <a:schemeClr val="tx1"/>
                          </a:solidFill>
                          <a:effectLst/>
                          <a:latin typeface="楷体_GB2312" panose="02010609030101010101" pitchFamily="49" charset="-122"/>
                          <a:ea typeface="楷体_GB2312" panose="02010609030101010101" pitchFamily="49" charset="-122"/>
                          <a:cs typeface="华文新魏" panose="02010800040101010101" pitchFamily="2" charset="-122"/>
                        </a:rPr>
                        <a:t>6</a:t>
                      </a:r>
                      <a:endParaRPr kumimoji="0" lang="en-US" altLang="zh-CN" sz="1900" b="1" i="0" u="none" strike="noStrike" cap="none" normalizeH="0" baseline="0">
                        <a:ln>
                          <a:noFill/>
                        </a:ln>
                        <a:solidFill>
                          <a:schemeClr val="tx1"/>
                        </a:solidFill>
                        <a:effectLst/>
                        <a:latin typeface="楷体_GB2312" panose="02010609030101010101" pitchFamily="49" charset="-122"/>
                        <a:ea typeface="楷体_GB2312" panose="02010609030101010101" pitchFamily="49" charset="-122"/>
                        <a:cs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kumimoji="1" sz="2800">
                          <a:solidFill>
                            <a:schemeClr val="tx1"/>
                          </a:solidFill>
                          <a:latin typeface="Calibri" panose="020F0502020204030204" pitchFamily="34" charset="0"/>
                          <a:ea typeface="宋体" panose="02010600030101010101" pitchFamily="2" charset="-122"/>
                          <a:cs typeface="华文新魏" panose="02010800040101010101" pitchFamily="2" charset="-122"/>
                        </a:defRPr>
                      </a:lvl1pPr>
                      <a:lvl2pPr marL="742950" indent="-285750">
                        <a:spcBef>
                          <a:spcPct val="20000"/>
                        </a:spcBef>
                        <a:buClr>
                          <a:schemeClr val="hlink"/>
                        </a:buClr>
                        <a:buSzPct val="55000"/>
                        <a:buFont typeface="Wingdings" panose="05000000000000000000" pitchFamily="2" charset="2"/>
                        <a:defRPr kumimoji="1" sz="2400">
                          <a:solidFill>
                            <a:schemeClr val="tx1"/>
                          </a:solidFill>
                          <a:latin typeface="Calibri" panose="020F0502020204030204" pitchFamily="34" charset="0"/>
                          <a:ea typeface="宋体" panose="02010600030101010101" pitchFamily="2" charset="-122"/>
                          <a:cs typeface="华文新魏" panose="02010800040101010101" pitchFamily="2" charset="-122"/>
                        </a:defRPr>
                      </a:lvl2pPr>
                      <a:lvl3pPr marL="1143000" indent="-228600">
                        <a:spcBef>
                          <a:spcPct val="20000"/>
                        </a:spcBef>
                        <a:buClr>
                          <a:schemeClr val="folHlink"/>
                        </a:buClr>
                        <a:buSzPct val="50000"/>
                        <a:buFont typeface="Wingdings" panose="05000000000000000000" pitchFamily="2" charset="2"/>
                        <a:defRPr kumimoji="1" sz="2000">
                          <a:solidFill>
                            <a:schemeClr val="tx1"/>
                          </a:solidFill>
                          <a:latin typeface="Calibri" panose="020F0502020204030204" pitchFamily="34" charset="0"/>
                          <a:ea typeface="宋体" panose="02010600030101010101" pitchFamily="2" charset="-122"/>
                          <a:cs typeface="华文新魏" panose="02010800040101010101" pitchFamily="2" charset="-122"/>
                        </a:defRPr>
                      </a:lvl3pPr>
                      <a:lvl4pPr marL="1600200" indent="-228600">
                        <a:spcBef>
                          <a:spcPct val="20000"/>
                        </a:spcBef>
                        <a:buClr>
                          <a:schemeClr val="accent2"/>
                        </a:buClr>
                        <a:buSzPct val="55000"/>
                        <a:buFont typeface="Wingdings" panose="05000000000000000000" pitchFamily="2" charset="2"/>
                        <a:defRPr kumimoji="1">
                          <a:solidFill>
                            <a:schemeClr val="tx1"/>
                          </a:solidFill>
                          <a:latin typeface="Calibri" panose="020F0502020204030204" pitchFamily="34" charset="0"/>
                          <a:ea typeface="宋体" panose="02010600030101010101" pitchFamily="2" charset="-122"/>
                          <a:cs typeface="华文新魏" panose="02010800040101010101" pitchFamily="2" charset="-122"/>
                        </a:defRPr>
                      </a:lvl4pPr>
                      <a:lvl5pPr marL="2057400" indent="-228600">
                        <a:spcBef>
                          <a:spcPct val="20000"/>
                        </a:spcBef>
                        <a:buClr>
                          <a:schemeClr val="accent1"/>
                        </a:buClr>
                        <a:buSzPct val="50000"/>
                        <a:buFont typeface="Wingdings" panose="05000000000000000000" pitchFamily="2" charset="2"/>
                        <a:defRPr kumimoji="1">
                          <a:solidFill>
                            <a:schemeClr val="tx1"/>
                          </a:solidFill>
                          <a:latin typeface="Calibri" panose="020F0502020204030204" pitchFamily="34" charset="0"/>
                          <a:ea typeface="宋体" panose="02010600030101010101" pitchFamily="2" charset="-122"/>
                          <a:cs typeface="华文新魏" panose="0201080004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kumimoji="1">
                          <a:solidFill>
                            <a:schemeClr val="tx1"/>
                          </a:solidFill>
                          <a:latin typeface="Calibri" panose="020F0502020204030204" pitchFamily="34" charset="0"/>
                          <a:ea typeface="宋体" panose="02010600030101010101" pitchFamily="2" charset="-122"/>
                          <a:cs typeface="华文新魏" panose="0201080004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kumimoji="1">
                          <a:solidFill>
                            <a:schemeClr val="tx1"/>
                          </a:solidFill>
                          <a:latin typeface="Calibri" panose="020F0502020204030204" pitchFamily="34" charset="0"/>
                          <a:ea typeface="宋体" panose="02010600030101010101" pitchFamily="2" charset="-122"/>
                          <a:cs typeface="华文新魏" panose="0201080004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kumimoji="1">
                          <a:solidFill>
                            <a:schemeClr val="tx1"/>
                          </a:solidFill>
                          <a:latin typeface="Calibri" panose="020F0502020204030204" pitchFamily="34" charset="0"/>
                          <a:ea typeface="宋体" panose="02010600030101010101" pitchFamily="2" charset="-122"/>
                          <a:cs typeface="华文新魏" panose="0201080004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kumimoji="1">
                          <a:solidFill>
                            <a:schemeClr val="tx1"/>
                          </a:solidFill>
                          <a:latin typeface="Calibri" panose="020F0502020204030204" pitchFamily="34" charset="0"/>
                          <a:ea typeface="宋体" panose="02010600030101010101" pitchFamily="2" charset="-122"/>
                          <a:cs typeface="华文新魏" panose="0201080004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0" lang="en-US" altLang="zh-CN" sz="1900" b="1" i="0" u="none" strike="noStrike" cap="none" normalizeH="0" baseline="0">
                          <a:ln>
                            <a:noFill/>
                          </a:ln>
                          <a:solidFill>
                            <a:schemeClr val="tx1"/>
                          </a:solidFill>
                          <a:effectLst/>
                          <a:latin typeface="楷体_GB2312" panose="02010609030101010101" pitchFamily="49" charset="-122"/>
                          <a:ea typeface="楷体_GB2312" panose="02010609030101010101" pitchFamily="49" charset="-122"/>
                          <a:cs typeface="华文新魏" panose="02010800040101010101" pitchFamily="2" charset="-122"/>
                        </a:rPr>
                        <a:t>7</a:t>
                      </a:r>
                      <a:endParaRPr kumimoji="0" lang="en-US" altLang="zh-CN" sz="1900" b="1" i="0" u="none" strike="noStrike" cap="none" normalizeH="0" baseline="0">
                        <a:ln>
                          <a:noFill/>
                        </a:ln>
                        <a:solidFill>
                          <a:schemeClr val="tx1"/>
                        </a:solidFill>
                        <a:effectLst/>
                        <a:latin typeface="楷体_GB2312" panose="02010609030101010101" pitchFamily="49" charset="-122"/>
                        <a:ea typeface="楷体_GB2312" panose="02010609030101010101" pitchFamily="49" charset="-122"/>
                        <a:cs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57200">
                <a:tc>
                  <a:txBody>
                    <a:bodyPr/>
                    <a:lstStyle>
                      <a:lvl1pPr>
                        <a:spcBef>
                          <a:spcPct val="20000"/>
                        </a:spcBef>
                        <a:buClr>
                          <a:schemeClr val="folHlink"/>
                        </a:buClr>
                        <a:buSzPct val="60000"/>
                        <a:buFont typeface="Wingdings" panose="05000000000000000000" pitchFamily="2" charset="2"/>
                        <a:defRPr kumimoji="1" sz="2800">
                          <a:solidFill>
                            <a:schemeClr val="tx1"/>
                          </a:solidFill>
                          <a:latin typeface="Calibri" panose="020F0502020204030204" pitchFamily="34" charset="0"/>
                          <a:ea typeface="宋体" panose="02010600030101010101" pitchFamily="2" charset="-122"/>
                          <a:cs typeface="华文新魏" panose="02010800040101010101" pitchFamily="2" charset="-122"/>
                        </a:defRPr>
                      </a:lvl1pPr>
                      <a:lvl2pPr marL="742950" indent="-285750">
                        <a:spcBef>
                          <a:spcPct val="20000"/>
                        </a:spcBef>
                        <a:buClr>
                          <a:schemeClr val="hlink"/>
                        </a:buClr>
                        <a:buSzPct val="55000"/>
                        <a:buFont typeface="Wingdings" panose="05000000000000000000" pitchFamily="2" charset="2"/>
                        <a:defRPr kumimoji="1" sz="2400">
                          <a:solidFill>
                            <a:schemeClr val="tx1"/>
                          </a:solidFill>
                          <a:latin typeface="Calibri" panose="020F0502020204030204" pitchFamily="34" charset="0"/>
                          <a:ea typeface="宋体" panose="02010600030101010101" pitchFamily="2" charset="-122"/>
                          <a:cs typeface="华文新魏" panose="02010800040101010101" pitchFamily="2" charset="-122"/>
                        </a:defRPr>
                      </a:lvl2pPr>
                      <a:lvl3pPr marL="1143000" indent="-228600">
                        <a:spcBef>
                          <a:spcPct val="20000"/>
                        </a:spcBef>
                        <a:buClr>
                          <a:schemeClr val="folHlink"/>
                        </a:buClr>
                        <a:buSzPct val="50000"/>
                        <a:buFont typeface="Wingdings" panose="05000000000000000000" pitchFamily="2" charset="2"/>
                        <a:defRPr kumimoji="1" sz="2000">
                          <a:solidFill>
                            <a:schemeClr val="tx1"/>
                          </a:solidFill>
                          <a:latin typeface="Calibri" panose="020F0502020204030204" pitchFamily="34" charset="0"/>
                          <a:ea typeface="宋体" panose="02010600030101010101" pitchFamily="2" charset="-122"/>
                          <a:cs typeface="华文新魏" panose="02010800040101010101" pitchFamily="2" charset="-122"/>
                        </a:defRPr>
                      </a:lvl3pPr>
                      <a:lvl4pPr marL="1600200" indent="-228600">
                        <a:spcBef>
                          <a:spcPct val="20000"/>
                        </a:spcBef>
                        <a:buClr>
                          <a:schemeClr val="accent2"/>
                        </a:buClr>
                        <a:buSzPct val="55000"/>
                        <a:buFont typeface="Wingdings" panose="05000000000000000000" pitchFamily="2" charset="2"/>
                        <a:defRPr kumimoji="1">
                          <a:solidFill>
                            <a:schemeClr val="tx1"/>
                          </a:solidFill>
                          <a:latin typeface="Calibri" panose="020F0502020204030204" pitchFamily="34" charset="0"/>
                          <a:ea typeface="宋体" panose="02010600030101010101" pitchFamily="2" charset="-122"/>
                          <a:cs typeface="华文新魏" panose="02010800040101010101" pitchFamily="2" charset="-122"/>
                        </a:defRPr>
                      </a:lvl4pPr>
                      <a:lvl5pPr marL="2057400" indent="-228600">
                        <a:spcBef>
                          <a:spcPct val="20000"/>
                        </a:spcBef>
                        <a:buClr>
                          <a:schemeClr val="accent1"/>
                        </a:buClr>
                        <a:buSzPct val="50000"/>
                        <a:buFont typeface="Wingdings" panose="05000000000000000000" pitchFamily="2" charset="2"/>
                        <a:defRPr kumimoji="1">
                          <a:solidFill>
                            <a:schemeClr val="tx1"/>
                          </a:solidFill>
                          <a:latin typeface="Calibri" panose="020F0502020204030204" pitchFamily="34" charset="0"/>
                          <a:ea typeface="宋体" panose="02010600030101010101" pitchFamily="2" charset="-122"/>
                          <a:cs typeface="华文新魏" panose="0201080004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kumimoji="1">
                          <a:solidFill>
                            <a:schemeClr val="tx1"/>
                          </a:solidFill>
                          <a:latin typeface="Calibri" panose="020F0502020204030204" pitchFamily="34" charset="0"/>
                          <a:ea typeface="宋体" panose="02010600030101010101" pitchFamily="2" charset="-122"/>
                          <a:cs typeface="华文新魏" panose="0201080004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kumimoji="1">
                          <a:solidFill>
                            <a:schemeClr val="tx1"/>
                          </a:solidFill>
                          <a:latin typeface="Calibri" panose="020F0502020204030204" pitchFamily="34" charset="0"/>
                          <a:ea typeface="宋体" panose="02010600030101010101" pitchFamily="2" charset="-122"/>
                          <a:cs typeface="华文新魏" panose="0201080004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kumimoji="1">
                          <a:solidFill>
                            <a:schemeClr val="tx1"/>
                          </a:solidFill>
                          <a:latin typeface="Calibri" panose="020F0502020204030204" pitchFamily="34" charset="0"/>
                          <a:ea typeface="宋体" panose="02010600030101010101" pitchFamily="2" charset="-122"/>
                          <a:cs typeface="华文新魏" panose="0201080004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kumimoji="1">
                          <a:solidFill>
                            <a:schemeClr val="tx1"/>
                          </a:solidFill>
                          <a:latin typeface="Calibri" panose="020F0502020204030204" pitchFamily="34" charset="0"/>
                          <a:ea typeface="宋体" panose="02010600030101010101" pitchFamily="2" charset="-122"/>
                          <a:cs typeface="华文新魏" panose="0201080004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0" lang="zh-CN" altLang="en-US" sz="1900" b="1" i="0" u="none" strike="noStrike" cap="none" normalizeH="0" baseline="0">
                          <a:ln>
                            <a:noFill/>
                          </a:ln>
                          <a:solidFill>
                            <a:schemeClr val="tx1"/>
                          </a:solidFill>
                          <a:effectLst/>
                          <a:latin typeface="楷体_GB2312" panose="02010609030101010101" pitchFamily="49" charset="-122"/>
                          <a:ea typeface="楷体_GB2312" panose="02010609030101010101" pitchFamily="49" charset="-122"/>
                          <a:cs typeface="华文新魏" panose="02010800040101010101" pitchFamily="2" charset="-122"/>
                        </a:rPr>
                        <a:t>特征</a:t>
                      </a:r>
                      <a:r>
                        <a:rPr kumimoji="0" lang="en-US" altLang="zh-CN" sz="1900" b="1" i="0" u="none" strike="noStrike" cap="none" normalizeH="0" baseline="0">
                          <a:ln>
                            <a:noFill/>
                          </a:ln>
                          <a:solidFill>
                            <a:schemeClr val="tx1"/>
                          </a:solidFill>
                          <a:effectLst/>
                          <a:latin typeface="楷体_GB2312" panose="02010609030101010101" pitchFamily="49" charset="-122"/>
                          <a:ea typeface="楷体_GB2312" panose="02010609030101010101" pitchFamily="49" charset="-122"/>
                          <a:cs typeface="华文新魏" panose="02010800040101010101" pitchFamily="2" charset="-122"/>
                        </a:rPr>
                        <a:t>2</a:t>
                      </a:r>
                      <a:endParaRPr kumimoji="0" lang="en-US" altLang="zh-CN" sz="1900" b="1" i="0" u="none" strike="noStrike" cap="none" normalizeH="0" baseline="-25000">
                        <a:ln>
                          <a:noFill/>
                        </a:ln>
                        <a:solidFill>
                          <a:schemeClr val="tx1"/>
                        </a:solidFill>
                        <a:effectLst/>
                        <a:latin typeface="楷体_GB2312" panose="02010609030101010101" pitchFamily="49" charset="-122"/>
                        <a:ea typeface="楷体_GB2312" panose="02010609030101010101" pitchFamily="49" charset="-122"/>
                        <a:cs typeface="华文新魏" panose="0201080004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kumimoji="1" sz="2800">
                          <a:solidFill>
                            <a:schemeClr val="tx1"/>
                          </a:solidFill>
                          <a:latin typeface="Calibri" panose="020F0502020204030204" pitchFamily="34" charset="0"/>
                          <a:ea typeface="宋体" panose="02010600030101010101" pitchFamily="2" charset="-122"/>
                          <a:cs typeface="华文新魏" panose="02010800040101010101" pitchFamily="2" charset="-122"/>
                        </a:defRPr>
                      </a:lvl1pPr>
                      <a:lvl2pPr marL="742950" indent="-285750">
                        <a:spcBef>
                          <a:spcPct val="20000"/>
                        </a:spcBef>
                        <a:buClr>
                          <a:schemeClr val="hlink"/>
                        </a:buClr>
                        <a:buSzPct val="55000"/>
                        <a:buFont typeface="Wingdings" panose="05000000000000000000" pitchFamily="2" charset="2"/>
                        <a:defRPr kumimoji="1" sz="2400">
                          <a:solidFill>
                            <a:schemeClr val="tx1"/>
                          </a:solidFill>
                          <a:latin typeface="Calibri" panose="020F0502020204030204" pitchFamily="34" charset="0"/>
                          <a:ea typeface="宋体" panose="02010600030101010101" pitchFamily="2" charset="-122"/>
                          <a:cs typeface="华文新魏" panose="02010800040101010101" pitchFamily="2" charset="-122"/>
                        </a:defRPr>
                      </a:lvl2pPr>
                      <a:lvl3pPr marL="1143000" indent="-228600">
                        <a:spcBef>
                          <a:spcPct val="20000"/>
                        </a:spcBef>
                        <a:buClr>
                          <a:schemeClr val="folHlink"/>
                        </a:buClr>
                        <a:buSzPct val="50000"/>
                        <a:buFont typeface="Wingdings" panose="05000000000000000000" pitchFamily="2" charset="2"/>
                        <a:defRPr kumimoji="1" sz="2000">
                          <a:solidFill>
                            <a:schemeClr val="tx1"/>
                          </a:solidFill>
                          <a:latin typeface="Calibri" panose="020F0502020204030204" pitchFamily="34" charset="0"/>
                          <a:ea typeface="宋体" panose="02010600030101010101" pitchFamily="2" charset="-122"/>
                          <a:cs typeface="华文新魏" panose="02010800040101010101" pitchFamily="2" charset="-122"/>
                        </a:defRPr>
                      </a:lvl3pPr>
                      <a:lvl4pPr marL="1600200" indent="-228600">
                        <a:spcBef>
                          <a:spcPct val="20000"/>
                        </a:spcBef>
                        <a:buClr>
                          <a:schemeClr val="accent2"/>
                        </a:buClr>
                        <a:buSzPct val="55000"/>
                        <a:buFont typeface="Wingdings" panose="05000000000000000000" pitchFamily="2" charset="2"/>
                        <a:defRPr kumimoji="1">
                          <a:solidFill>
                            <a:schemeClr val="tx1"/>
                          </a:solidFill>
                          <a:latin typeface="Calibri" panose="020F0502020204030204" pitchFamily="34" charset="0"/>
                          <a:ea typeface="宋体" panose="02010600030101010101" pitchFamily="2" charset="-122"/>
                          <a:cs typeface="华文新魏" panose="02010800040101010101" pitchFamily="2" charset="-122"/>
                        </a:defRPr>
                      </a:lvl4pPr>
                      <a:lvl5pPr marL="2057400" indent="-228600">
                        <a:spcBef>
                          <a:spcPct val="20000"/>
                        </a:spcBef>
                        <a:buClr>
                          <a:schemeClr val="accent1"/>
                        </a:buClr>
                        <a:buSzPct val="50000"/>
                        <a:buFont typeface="Wingdings" panose="05000000000000000000" pitchFamily="2" charset="2"/>
                        <a:defRPr kumimoji="1">
                          <a:solidFill>
                            <a:schemeClr val="tx1"/>
                          </a:solidFill>
                          <a:latin typeface="Calibri" panose="020F0502020204030204" pitchFamily="34" charset="0"/>
                          <a:ea typeface="宋体" panose="02010600030101010101" pitchFamily="2" charset="-122"/>
                          <a:cs typeface="华文新魏" panose="0201080004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kumimoji="1">
                          <a:solidFill>
                            <a:schemeClr val="tx1"/>
                          </a:solidFill>
                          <a:latin typeface="Calibri" panose="020F0502020204030204" pitchFamily="34" charset="0"/>
                          <a:ea typeface="宋体" panose="02010600030101010101" pitchFamily="2" charset="-122"/>
                          <a:cs typeface="华文新魏" panose="0201080004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kumimoji="1">
                          <a:solidFill>
                            <a:schemeClr val="tx1"/>
                          </a:solidFill>
                          <a:latin typeface="Calibri" panose="020F0502020204030204" pitchFamily="34" charset="0"/>
                          <a:ea typeface="宋体" panose="02010600030101010101" pitchFamily="2" charset="-122"/>
                          <a:cs typeface="华文新魏" panose="0201080004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kumimoji="1">
                          <a:solidFill>
                            <a:schemeClr val="tx1"/>
                          </a:solidFill>
                          <a:latin typeface="Calibri" panose="020F0502020204030204" pitchFamily="34" charset="0"/>
                          <a:ea typeface="宋体" panose="02010600030101010101" pitchFamily="2" charset="-122"/>
                          <a:cs typeface="华文新魏" panose="0201080004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kumimoji="1">
                          <a:solidFill>
                            <a:schemeClr val="tx1"/>
                          </a:solidFill>
                          <a:latin typeface="Calibri" panose="020F0502020204030204" pitchFamily="34" charset="0"/>
                          <a:ea typeface="宋体" panose="02010600030101010101" pitchFamily="2" charset="-122"/>
                          <a:cs typeface="华文新魏" panose="0201080004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0" lang="en-US" altLang="zh-CN" sz="1900" b="1" i="0" u="none" strike="noStrike" cap="none" normalizeH="0" baseline="0">
                          <a:ln>
                            <a:noFill/>
                          </a:ln>
                          <a:solidFill>
                            <a:schemeClr val="tx1"/>
                          </a:solidFill>
                          <a:effectLst/>
                          <a:latin typeface="楷体_GB2312" panose="02010609030101010101" pitchFamily="49" charset="-122"/>
                          <a:ea typeface="楷体_GB2312" panose="02010609030101010101" pitchFamily="49" charset="-122"/>
                          <a:cs typeface="华文新魏" panose="02010800040101010101" pitchFamily="2" charset="-122"/>
                        </a:rPr>
                        <a:t>0</a:t>
                      </a:r>
                      <a:endParaRPr kumimoji="0" lang="en-US" altLang="zh-CN" sz="1900" b="1" i="0" u="none" strike="noStrike" cap="none" normalizeH="0" baseline="0">
                        <a:ln>
                          <a:noFill/>
                        </a:ln>
                        <a:solidFill>
                          <a:schemeClr val="tx1"/>
                        </a:solidFill>
                        <a:effectLst/>
                        <a:latin typeface="楷体_GB2312" panose="02010609030101010101" pitchFamily="49" charset="-122"/>
                        <a:ea typeface="楷体_GB2312" panose="02010609030101010101" pitchFamily="49" charset="-122"/>
                        <a:cs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kumimoji="1" sz="2800">
                          <a:solidFill>
                            <a:schemeClr val="tx1"/>
                          </a:solidFill>
                          <a:latin typeface="Calibri" panose="020F0502020204030204" pitchFamily="34" charset="0"/>
                          <a:ea typeface="宋体" panose="02010600030101010101" pitchFamily="2" charset="-122"/>
                          <a:cs typeface="华文新魏" panose="02010800040101010101" pitchFamily="2" charset="-122"/>
                        </a:defRPr>
                      </a:lvl1pPr>
                      <a:lvl2pPr marL="742950" indent="-285750">
                        <a:spcBef>
                          <a:spcPct val="20000"/>
                        </a:spcBef>
                        <a:buClr>
                          <a:schemeClr val="hlink"/>
                        </a:buClr>
                        <a:buSzPct val="55000"/>
                        <a:buFont typeface="Wingdings" panose="05000000000000000000" pitchFamily="2" charset="2"/>
                        <a:defRPr kumimoji="1" sz="2400">
                          <a:solidFill>
                            <a:schemeClr val="tx1"/>
                          </a:solidFill>
                          <a:latin typeface="Calibri" panose="020F0502020204030204" pitchFamily="34" charset="0"/>
                          <a:ea typeface="宋体" panose="02010600030101010101" pitchFamily="2" charset="-122"/>
                          <a:cs typeface="华文新魏" panose="02010800040101010101" pitchFamily="2" charset="-122"/>
                        </a:defRPr>
                      </a:lvl2pPr>
                      <a:lvl3pPr marL="1143000" indent="-228600">
                        <a:spcBef>
                          <a:spcPct val="20000"/>
                        </a:spcBef>
                        <a:buClr>
                          <a:schemeClr val="folHlink"/>
                        </a:buClr>
                        <a:buSzPct val="50000"/>
                        <a:buFont typeface="Wingdings" panose="05000000000000000000" pitchFamily="2" charset="2"/>
                        <a:defRPr kumimoji="1" sz="2000">
                          <a:solidFill>
                            <a:schemeClr val="tx1"/>
                          </a:solidFill>
                          <a:latin typeface="Calibri" panose="020F0502020204030204" pitchFamily="34" charset="0"/>
                          <a:ea typeface="宋体" panose="02010600030101010101" pitchFamily="2" charset="-122"/>
                          <a:cs typeface="华文新魏" panose="02010800040101010101" pitchFamily="2" charset="-122"/>
                        </a:defRPr>
                      </a:lvl3pPr>
                      <a:lvl4pPr marL="1600200" indent="-228600">
                        <a:spcBef>
                          <a:spcPct val="20000"/>
                        </a:spcBef>
                        <a:buClr>
                          <a:schemeClr val="accent2"/>
                        </a:buClr>
                        <a:buSzPct val="55000"/>
                        <a:buFont typeface="Wingdings" panose="05000000000000000000" pitchFamily="2" charset="2"/>
                        <a:defRPr kumimoji="1">
                          <a:solidFill>
                            <a:schemeClr val="tx1"/>
                          </a:solidFill>
                          <a:latin typeface="Calibri" panose="020F0502020204030204" pitchFamily="34" charset="0"/>
                          <a:ea typeface="宋体" panose="02010600030101010101" pitchFamily="2" charset="-122"/>
                          <a:cs typeface="华文新魏" panose="02010800040101010101" pitchFamily="2" charset="-122"/>
                        </a:defRPr>
                      </a:lvl4pPr>
                      <a:lvl5pPr marL="2057400" indent="-228600">
                        <a:spcBef>
                          <a:spcPct val="20000"/>
                        </a:spcBef>
                        <a:buClr>
                          <a:schemeClr val="accent1"/>
                        </a:buClr>
                        <a:buSzPct val="50000"/>
                        <a:buFont typeface="Wingdings" panose="05000000000000000000" pitchFamily="2" charset="2"/>
                        <a:defRPr kumimoji="1">
                          <a:solidFill>
                            <a:schemeClr val="tx1"/>
                          </a:solidFill>
                          <a:latin typeface="Calibri" panose="020F0502020204030204" pitchFamily="34" charset="0"/>
                          <a:ea typeface="宋体" panose="02010600030101010101" pitchFamily="2" charset="-122"/>
                          <a:cs typeface="华文新魏" panose="0201080004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kumimoji="1">
                          <a:solidFill>
                            <a:schemeClr val="tx1"/>
                          </a:solidFill>
                          <a:latin typeface="Calibri" panose="020F0502020204030204" pitchFamily="34" charset="0"/>
                          <a:ea typeface="宋体" panose="02010600030101010101" pitchFamily="2" charset="-122"/>
                          <a:cs typeface="华文新魏" panose="0201080004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kumimoji="1">
                          <a:solidFill>
                            <a:schemeClr val="tx1"/>
                          </a:solidFill>
                          <a:latin typeface="Calibri" panose="020F0502020204030204" pitchFamily="34" charset="0"/>
                          <a:ea typeface="宋体" panose="02010600030101010101" pitchFamily="2" charset="-122"/>
                          <a:cs typeface="华文新魏" panose="0201080004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kumimoji="1">
                          <a:solidFill>
                            <a:schemeClr val="tx1"/>
                          </a:solidFill>
                          <a:latin typeface="Calibri" panose="020F0502020204030204" pitchFamily="34" charset="0"/>
                          <a:ea typeface="宋体" panose="02010600030101010101" pitchFamily="2" charset="-122"/>
                          <a:cs typeface="华文新魏" panose="0201080004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kumimoji="1">
                          <a:solidFill>
                            <a:schemeClr val="tx1"/>
                          </a:solidFill>
                          <a:latin typeface="Calibri" panose="020F0502020204030204" pitchFamily="34" charset="0"/>
                          <a:ea typeface="宋体" panose="02010600030101010101" pitchFamily="2" charset="-122"/>
                          <a:cs typeface="华文新魏" panose="0201080004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0" lang="en-US" altLang="zh-CN" sz="1900" b="1" i="0" u="none" strike="noStrike" cap="none" normalizeH="0" baseline="0">
                          <a:ln>
                            <a:noFill/>
                          </a:ln>
                          <a:solidFill>
                            <a:schemeClr val="tx1"/>
                          </a:solidFill>
                          <a:effectLst/>
                          <a:latin typeface="楷体_GB2312" panose="02010609030101010101" pitchFamily="49" charset="-122"/>
                          <a:ea typeface="楷体_GB2312" panose="02010609030101010101" pitchFamily="49" charset="-122"/>
                          <a:cs typeface="华文新魏" panose="02010800040101010101" pitchFamily="2" charset="-122"/>
                        </a:rPr>
                        <a:t>0</a:t>
                      </a:r>
                      <a:endParaRPr kumimoji="0" lang="en-US" altLang="zh-CN" sz="1900" b="1" i="0" u="none" strike="noStrike" cap="none" normalizeH="0" baseline="0">
                        <a:ln>
                          <a:noFill/>
                        </a:ln>
                        <a:solidFill>
                          <a:schemeClr val="tx1"/>
                        </a:solidFill>
                        <a:effectLst/>
                        <a:latin typeface="楷体_GB2312" panose="02010609030101010101" pitchFamily="49" charset="-122"/>
                        <a:ea typeface="楷体_GB2312" panose="02010609030101010101" pitchFamily="49" charset="-122"/>
                        <a:cs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kumimoji="1" sz="2800">
                          <a:solidFill>
                            <a:schemeClr val="tx1"/>
                          </a:solidFill>
                          <a:latin typeface="Calibri" panose="020F0502020204030204" pitchFamily="34" charset="0"/>
                          <a:ea typeface="宋体" panose="02010600030101010101" pitchFamily="2" charset="-122"/>
                          <a:cs typeface="华文新魏" panose="02010800040101010101" pitchFamily="2" charset="-122"/>
                        </a:defRPr>
                      </a:lvl1pPr>
                      <a:lvl2pPr marL="742950" indent="-285750">
                        <a:spcBef>
                          <a:spcPct val="20000"/>
                        </a:spcBef>
                        <a:buClr>
                          <a:schemeClr val="hlink"/>
                        </a:buClr>
                        <a:buSzPct val="55000"/>
                        <a:buFont typeface="Wingdings" panose="05000000000000000000" pitchFamily="2" charset="2"/>
                        <a:defRPr kumimoji="1" sz="2400">
                          <a:solidFill>
                            <a:schemeClr val="tx1"/>
                          </a:solidFill>
                          <a:latin typeface="Calibri" panose="020F0502020204030204" pitchFamily="34" charset="0"/>
                          <a:ea typeface="宋体" panose="02010600030101010101" pitchFamily="2" charset="-122"/>
                          <a:cs typeface="华文新魏" panose="02010800040101010101" pitchFamily="2" charset="-122"/>
                        </a:defRPr>
                      </a:lvl2pPr>
                      <a:lvl3pPr marL="1143000" indent="-228600">
                        <a:spcBef>
                          <a:spcPct val="20000"/>
                        </a:spcBef>
                        <a:buClr>
                          <a:schemeClr val="folHlink"/>
                        </a:buClr>
                        <a:buSzPct val="50000"/>
                        <a:buFont typeface="Wingdings" panose="05000000000000000000" pitchFamily="2" charset="2"/>
                        <a:defRPr kumimoji="1" sz="2000">
                          <a:solidFill>
                            <a:schemeClr val="tx1"/>
                          </a:solidFill>
                          <a:latin typeface="Calibri" panose="020F0502020204030204" pitchFamily="34" charset="0"/>
                          <a:ea typeface="宋体" panose="02010600030101010101" pitchFamily="2" charset="-122"/>
                          <a:cs typeface="华文新魏" panose="02010800040101010101" pitchFamily="2" charset="-122"/>
                        </a:defRPr>
                      </a:lvl3pPr>
                      <a:lvl4pPr marL="1600200" indent="-228600">
                        <a:spcBef>
                          <a:spcPct val="20000"/>
                        </a:spcBef>
                        <a:buClr>
                          <a:schemeClr val="accent2"/>
                        </a:buClr>
                        <a:buSzPct val="55000"/>
                        <a:buFont typeface="Wingdings" panose="05000000000000000000" pitchFamily="2" charset="2"/>
                        <a:defRPr kumimoji="1">
                          <a:solidFill>
                            <a:schemeClr val="tx1"/>
                          </a:solidFill>
                          <a:latin typeface="Calibri" panose="020F0502020204030204" pitchFamily="34" charset="0"/>
                          <a:ea typeface="宋体" panose="02010600030101010101" pitchFamily="2" charset="-122"/>
                          <a:cs typeface="华文新魏" panose="02010800040101010101" pitchFamily="2" charset="-122"/>
                        </a:defRPr>
                      </a:lvl4pPr>
                      <a:lvl5pPr marL="2057400" indent="-228600">
                        <a:spcBef>
                          <a:spcPct val="20000"/>
                        </a:spcBef>
                        <a:buClr>
                          <a:schemeClr val="accent1"/>
                        </a:buClr>
                        <a:buSzPct val="50000"/>
                        <a:buFont typeface="Wingdings" panose="05000000000000000000" pitchFamily="2" charset="2"/>
                        <a:defRPr kumimoji="1">
                          <a:solidFill>
                            <a:schemeClr val="tx1"/>
                          </a:solidFill>
                          <a:latin typeface="Calibri" panose="020F0502020204030204" pitchFamily="34" charset="0"/>
                          <a:ea typeface="宋体" panose="02010600030101010101" pitchFamily="2" charset="-122"/>
                          <a:cs typeface="华文新魏" panose="0201080004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kumimoji="1">
                          <a:solidFill>
                            <a:schemeClr val="tx1"/>
                          </a:solidFill>
                          <a:latin typeface="Calibri" panose="020F0502020204030204" pitchFamily="34" charset="0"/>
                          <a:ea typeface="宋体" panose="02010600030101010101" pitchFamily="2" charset="-122"/>
                          <a:cs typeface="华文新魏" panose="0201080004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kumimoji="1">
                          <a:solidFill>
                            <a:schemeClr val="tx1"/>
                          </a:solidFill>
                          <a:latin typeface="Calibri" panose="020F0502020204030204" pitchFamily="34" charset="0"/>
                          <a:ea typeface="宋体" panose="02010600030101010101" pitchFamily="2" charset="-122"/>
                          <a:cs typeface="华文新魏" panose="0201080004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kumimoji="1">
                          <a:solidFill>
                            <a:schemeClr val="tx1"/>
                          </a:solidFill>
                          <a:latin typeface="Calibri" panose="020F0502020204030204" pitchFamily="34" charset="0"/>
                          <a:ea typeface="宋体" panose="02010600030101010101" pitchFamily="2" charset="-122"/>
                          <a:cs typeface="华文新魏" panose="0201080004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kumimoji="1">
                          <a:solidFill>
                            <a:schemeClr val="tx1"/>
                          </a:solidFill>
                          <a:latin typeface="Calibri" panose="020F0502020204030204" pitchFamily="34" charset="0"/>
                          <a:ea typeface="宋体" panose="02010600030101010101" pitchFamily="2" charset="-122"/>
                          <a:cs typeface="华文新魏" panose="0201080004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0" lang="en-US" altLang="zh-CN" sz="1900" b="1" i="0" u="none" strike="noStrike" cap="none" normalizeH="0" baseline="0">
                          <a:ln>
                            <a:noFill/>
                          </a:ln>
                          <a:solidFill>
                            <a:schemeClr val="tx1"/>
                          </a:solidFill>
                          <a:effectLst/>
                          <a:latin typeface="楷体_GB2312" panose="02010609030101010101" pitchFamily="49" charset="-122"/>
                          <a:ea typeface="楷体_GB2312" panose="02010609030101010101" pitchFamily="49" charset="-122"/>
                          <a:cs typeface="华文新魏" panose="02010800040101010101" pitchFamily="2" charset="-122"/>
                        </a:rPr>
                        <a:t>1</a:t>
                      </a:r>
                      <a:endParaRPr kumimoji="0" lang="en-US" altLang="zh-CN" sz="1900" b="1" i="0" u="none" strike="noStrike" cap="none" normalizeH="0" baseline="0">
                        <a:ln>
                          <a:noFill/>
                        </a:ln>
                        <a:solidFill>
                          <a:schemeClr val="tx1"/>
                        </a:solidFill>
                        <a:effectLst/>
                        <a:latin typeface="楷体_GB2312" panose="02010609030101010101" pitchFamily="49" charset="-122"/>
                        <a:ea typeface="楷体_GB2312" panose="02010609030101010101" pitchFamily="49" charset="-122"/>
                        <a:cs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kumimoji="1" sz="2800">
                          <a:solidFill>
                            <a:schemeClr val="tx1"/>
                          </a:solidFill>
                          <a:latin typeface="Calibri" panose="020F0502020204030204" pitchFamily="34" charset="0"/>
                          <a:ea typeface="宋体" panose="02010600030101010101" pitchFamily="2" charset="-122"/>
                          <a:cs typeface="华文新魏" panose="02010800040101010101" pitchFamily="2" charset="-122"/>
                        </a:defRPr>
                      </a:lvl1pPr>
                      <a:lvl2pPr marL="742950" indent="-285750">
                        <a:spcBef>
                          <a:spcPct val="20000"/>
                        </a:spcBef>
                        <a:buClr>
                          <a:schemeClr val="hlink"/>
                        </a:buClr>
                        <a:buSzPct val="55000"/>
                        <a:buFont typeface="Wingdings" panose="05000000000000000000" pitchFamily="2" charset="2"/>
                        <a:defRPr kumimoji="1" sz="2400">
                          <a:solidFill>
                            <a:schemeClr val="tx1"/>
                          </a:solidFill>
                          <a:latin typeface="Calibri" panose="020F0502020204030204" pitchFamily="34" charset="0"/>
                          <a:ea typeface="宋体" panose="02010600030101010101" pitchFamily="2" charset="-122"/>
                          <a:cs typeface="华文新魏" panose="02010800040101010101" pitchFamily="2" charset="-122"/>
                        </a:defRPr>
                      </a:lvl2pPr>
                      <a:lvl3pPr marL="1143000" indent="-228600">
                        <a:spcBef>
                          <a:spcPct val="20000"/>
                        </a:spcBef>
                        <a:buClr>
                          <a:schemeClr val="folHlink"/>
                        </a:buClr>
                        <a:buSzPct val="50000"/>
                        <a:buFont typeface="Wingdings" panose="05000000000000000000" pitchFamily="2" charset="2"/>
                        <a:defRPr kumimoji="1" sz="2000">
                          <a:solidFill>
                            <a:schemeClr val="tx1"/>
                          </a:solidFill>
                          <a:latin typeface="Calibri" panose="020F0502020204030204" pitchFamily="34" charset="0"/>
                          <a:ea typeface="宋体" panose="02010600030101010101" pitchFamily="2" charset="-122"/>
                          <a:cs typeface="华文新魏" panose="02010800040101010101" pitchFamily="2" charset="-122"/>
                        </a:defRPr>
                      </a:lvl3pPr>
                      <a:lvl4pPr marL="1600200" indent="-228600">
                        <a:spcBef>
                          <a:spcPct val="20000"/>
                        </a:spcBef>
                        <a:buClr>
                          <a:schemeClr val="accent2"/>
                        </a:buClr>
                        <a:buSzPct val="55000"/>
                        <a:buFont typeface="Wingdings" panose="05000000000000000000" pitchFamily="2" charset="2"/>
                        <a:defRPr kumimoji="1">
                          <a:solidFill>
                            <a:schemeClr val="tx1"/>
                          </a:solidFill>
                          <a:latin typeface="Calibri" panose="020F0502020204030204" pitchFamily="34" charset="0"/>
                          <a:ea typeface="宋体" panose="02010600030101010101" pitchFamily="2" charset="-122"/>
                          <a:cs typeface="华文新魏" panose="02010800040101010101" pitchFamily="2" charset="-122"/>
                        </a:defRPr>
                      </a:lvl4pPr>
                      <a:lvl5pPr marL="2057400" indent="-228600">
                        <a:spcBef>
                          <a:spcPct val="20000"/>
                        </a:spcBef>
                        <a:buClr>
                          <a:schemeClr val="accent1"/>
                        </a:buClr>
                        <a:buSzPct val="50000"/>
                        <a:buFont typeface="Wingdings" panose="05000000000000000000" pitchFamily="2" charset="2"/>
                        <a:defRPr kumimoji="1">
                          <a:solidFill>
                            <a:schemeClr val="tx1"/>
                          </a:solidFill>
                          <a:latin typeface="Calibri" panose="020F0502020204030204" pitchFamily="34" charset="0"/>
                          <a:ea typeface="宋体" panose="02010600030101010101" pitchFamily="2" charset="-122"/>
                          <a:cs typeface="华文新魏" panose="0201080004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kumimoji="1">
                          <a:solidFill>
                            <a:schemeClr val="tx1"/>
                          </a:solidFill>
                          <a:latin typeface="Calibri" panose="020F0502020204030204" pitchFamily="34" charset="0"/>
                          <a:ea typeface="宋体" panose="02010600030101010101" pitchFamily="2" charset="-122"/>
                          <a:cs typeface="华文新魏" panose="0201080004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kumimoji="1">
                          <a:solidFill>
                            <a:schemeClr val="tx1"/>
                          </a:solidFill>
                          <a:latin typeface="Calibri" panose="020F0502020204030204" pitchFamily="34" charset="0"/>
                          <a:ea typeface="宋体" panose="02010600030101010101" pitchFamily="2" charset="-122"/>
                          <a:cs typeface="华文新魏" panose="0201080004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kumimoji="1">
                          <a:solidFill>
                            <a:schemeClr val="tx1"/>
                          </a:solidFill>
                          <a:latin typeface="Calibri" panose="020F0502020204030204" pitchFamily="34" charset="0"/>
                          <a:ea typeface="宋体" panose="02010600030101010101" pitchFamily="2" charset="-122"/>
                          <a:cs typeface="华文新魏" panose="0201080004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kumimoji="1">
                          <a:solidFill>
                            <a:schemeClr val="tx1"/>
                          </a:solidFill>
                          <a:latin typeface="Calibri" panose="020F0502020204030204" pitchFamily="34" charset="0"/>
                          <a:ea typeface="宋体" panose="02010600030101010101" pitchFamily="2" charset="-122"/>
                          <a:cs typeface="华文新魏" panose="0201080004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0" lang="en-US" altLang="zh-CN" sz="1900" b="1" i="0" u="none" strike="noStrike" cap="none" normalizeH="0" baseline="0">
                          <a:ln>
                            <a:noFill/>
                          </a:ln>
                          <a:solidFill>
                            <a:schemeClr val="tx1"/>
                          </a:solidFill>
                          <a:effectLst/>
                          <a:latin typeface="楷体_GB2312" panose="02010609030101010101" pitchFamily="49" charset="-122"/>
                          <a:ea typeface="楷体_GB2312" panose="02010609030101010101" pitchFamily="49" charset="-122"/>
                          <a:cs typeface="华文新魏" panose="02010800040101010101" pitchFamily="2" charset="-122"/>
                        </a:rPr>
                        <a:t>1</a:t>
                      </a:r>
                      <a:endParaRPr kumimoji="0" lang="en-US" altLang="zh-CN" sz="1900" b="1" i="0" u="none" strike="noStrike" cap="none" normalizeH="0" baseline="0">
                        <a:ln>
                          <a:noFill/>
                        </a:ln>
                        <a:solidFill>
                          <a:schemeClr val="tx1"/>
                        </a:solidFill>
                        <a:effectLst/>
                        <a:latin typeface="楷体_GB2312" panose="02010609030101010101" pitchFamily="49" charset="-122"/>
                        <a:ea typeface="楷体_GB2312" panose="02010609030101010101" pitchFamily="49" charset="-122"/>
                        <a:cs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kumimoji="1" sz="2800">
                          <a:solidFill>
                            <a:schemeClr val="tx1"/>
                          </a:solidFill>
                          <a:latin typeface="Calibri" panose="020F0502020204030204" pitchFamily="34" charset="0"/>
                          <a:ea typeface="宋体" panose="02010600030101010101" pitchFamily="2" charset="-122"/>
                          <a:cs typeface="华文新魏" panose="02010800040101010101" pitchFamily="2" charset="-122"/>
                        </a:defRPr>
                      </a:lvl1pPr>
                      <a:lvl2pPr marL="742950" indent="-285750">
                        <a:spcBef>
                          <a:spcPct val="20000"/>
                        </a:spcBef>
                        <a:buClr>
                          <a:schemeClr val="hlink"/>
                        </a:buClr>
                        <a:buSzPct val="55000"/>
                        <a:buFont typeface="Wingdings" panose="05000000000000000000" pitchFamily="2" charset="2"/>
                        <a:defRPr kumimoji="1" sz="2400">
                          <a:solidFill>
                            <a:schemeClr val="tx1"/>
                          </a:solidFill>
                          <a:latin typeface="Calibri" panose="020F0502020204030204" pitchFamily="34" charset="0"/>
                          <a:ea typeface="宋体" panose="02010600030101010101" pitchFamily="2" charset="-122"/>
                          <a:cs typeface="华文新魏" panose="02010800040101010101" pitchFamily="2" charset="-122"/>
                        </a:defRPr>
                      </a:lvl2pPr>
                      <a:lvl3pPr marL="1143000" indent="-228600">
                        <a:spcBef>
                          <a:spcPct val="20000"/>
                        </a:spcBef>
                        <a:buClr>
                          <a:schemeClr val="folHlink"/>
                        </a:buClr>
                        <a:buSzPct val="50000"/>
                        <a:buFont typeface="Wingdings" panose="05000000000000000000" pitchFamily="2" charset="2"/>
                        <a:defRPr kumimoji="1" sz="2000">
                          <a:solidFill>
                            <a:schemeClr val="tx1"/>
                          </a:solidFill>
                          <a:latin typeface="Calibri" panose="020F0502020204030204" pitchFamily="34" charset="0"/>
                          <a:ea typeface="宋体" panose="02010600030101010101" pitchFamily="2" charset="-122"/>
                          <a:cs typeface="华文新魏" panose="02010800040101010101" pitchFamily="2" charset="-122"/>
                        </a:defRPr>
                      </a:lvl3pPr>
                      <a:lvl4pPr marL="1600200" indent="-228600">
                        <a:spcBef>
                          <a:spcPct val="20000"/>
                        </a:spcBef>
                        <a:buClr>
                          <a:schemeClr val="accent2"/>
                        </a:buClr>
                        <a:buSzPct val="55000"/>
                        <a:buFont typeface="Wingdings" panose="05000000000000000000" pitchFamily="2" charset="2"/>
                        <a:defRPr kumimoji="1">
                          <a:solidFill>
                            <a:schemeClr val="tx1"/>
                          </a:solidFill>
                          <a:latin typeface="Calibri" panose="020F0502020204030204" pitchFamily="34" charset="0"/>
                          <a:ea typeface="宋体" panose="02010600030101010101" pitchFamily="2" charset="-122"/>
                          <a:cs typeface="华文新魏" panose="02010800040101010101" pitchFamily="2" charset="-122"/>
                        </a:defRPr>
                      </a:lvl4pPr>
                      <a:lvl5pPr marL="2057400" indent="-228600">
                        <a:spcBef>
                          <a:spcPct val="20000"/>
                        </a:spcBef>
                        <a:buClr>
                          <a:schemeClr val="accent1"/>
                        </a:buClr>
                        <a:buSzPct val="50000"/>
                        <a:buFont typeface="Wingdings" panose="05000000000000000000" pitchFamily="2" charset="2"/>
                        <a:defRPr kumimoji="1">
                          <a:solidFill>
                            <a:schemeClr val="tx1"/>
                          </a:solidFill>
                          <a:latin typeface="Calibri" panose="020F0502020204030204" pitchFamily="34" charset="0"/>
                          <a:ea typeface="宋体" panose="02010600030101010101" pitchFamily="2" charset="-122"/>
                          <a:cs typeface="华文新魏" panose="0201080004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kumimoji="1">
                          <a:solidFill>
                            <a:schemeClr val="tx1"/>
                          </a:solidFill>
                          <a:latin typeface="Calibri" panose="020F0502020204030204" pitchFamily="34" charset="0"/>
                          <a:ea typeface="宋体" panose="02010600030101010101" pitchFamily="2" charset="-122"/>
                          <a:cs typeface="华文新魏" panose="0201080004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kumimoji="1">
                          <a:solidFill>
                            <a:schemeClr val="tx1"/>
                          </a:solidFill>
                          <a:latin typeface="Calibri" panose="020F0502020204030204" pitchFamily="34" charset="0"/>
                          <a:ea typeface="宋体" panose="02010600030101010101" pitchFamily="2" charset="-122"/>
                          <a:cs typeface="华文新魏" panose="0201080004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kumimoji="1">
                          <a:solidFill>
                            <a:schemeClr val="tx1"/>
                          </a:solidFill>
                          <a:latin typeface="Calibri" panose="020F0502020204030204" pitchFamily="34" charset="0"/>
                          <a:ea typeface="宋体" panose="02010600030101010101" pitchFamily="2" charset="-122"/>
                          <a:cs typeface="华文新魏" panose="0201080004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kumimoji="1">
                          <a:solidFill>
                            <a:schemeClr val="tx1"/>
                          </a:solidFill>
                          <a:latin typeface="Calibri" panose="020F0502020204030204" pitchFamily="34" charset="0"/>
                          <a:ea typeface="宋体" panose="02010600030101010101" pitchFamily="2" charset="-122"/>
                          <a:cs typeface="华文新魏" panose="0201080004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0" lang="en-US" altLang="zh-CN" sz="1900" b="1" i="0" u="none" strike="noStrike" cap="none" normalizeH="0" baseline="0">
                          <a:ln>
                            <a:noFill/>
                          </a:ln>
                          <a:solidFill>
                            <a:schemeClr val="tx1"/>
                          </a:solidFill>
                          <a:effectLst/>
                          <a:latin typeface="楷体_GB2312" panose="02010609030101010101" pitchFamily="49" charset="-122"/>
                          <a:ea typeface="楷体_GB2312" panose="02010609030101010101" pitchFamily="49" charset="-122"/>
                          <a:cs typeface="华文新魏" panose="02010800040101010101" pitchFamily="2" charset="-122"/>
                        </a:rPr>
                        <a:t>1</a:t>
                      </a:r>
                      <a:endParaRPr kumimoji="0" lang="en-US" altLang="zh-CN" sz="1900" b="1" i="0" u="none" strike="noStrike" cap="none" normalizeH="0" baseline="0">
                        <a:ln>
                          <a:noFill/>
                        </a:ln>
                        <a:solidFill>
                          <a:schemeClr val="tx1"/>
                        </a:solidFill>
                        <a:effectLst/>
                        <a:latin typeface="楷体_GB2312" panose="02010609030101010101" pitchFamily="49" charset="-122"/>
                        <a:ea typeface="楷体_GB2312" panose="02010609030101010101" pitchFamily="49" charset="-122"/>
                        <a:cs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kumimoji="1" sz="2800">
                          <a:solidFill>
                            <a:schemeClr val="tx1"/>
                          </a:solidFill>
                          <a:latin typeface="Calibri" panose="020F0502020204030204" pitchFamily="34" charset="0"/>
                          <a:ea typeface="宋体" panose="02010600030101010101" pitchFamily="2" charset="-122"/>
                          <a:cs typeface="华文新魏" panose="02010800040101010101" pitchFamily="2" charset="-122"/>
                        </a:defRPr>
                      </a:lvl1pPr>
                      <a:lvl2pPr marL="742950" indent="-285750">
                        <a:spcBef>
                          <a:spcPct val="20000"/>
                        </a:spcBef>
                        <a:buClr>
                          <a:schemeClr val="hlink"/>
                        </a:buClr>
                        <a:buSzPct val="55000"/>
                        <a:buFont typeface="Wingdings" panose="05000000000000000000" pitchFamily="2" charset="2"/>
                        <a:defRPr kumimoji="1" sz="2400">
                          <a:solidFill>
                            <a:schemeClr val="tx1"/>
                          </a:solidFill>
                          <a:latin typeface="Calibri" panose="020F0502020204030204" pitchFamily="34" charset="0"/>
                          <a:ea typeface="宋体" panose="02010600030101010101" pitchFamily="2" charset="-122"/>
                          <a:cs typeface="华文新魏" panose="02010800040101010101" pitchFamily="2" charset="-122"/>
                        </a:defRPr>
                      </a:lvl2pPr>
                      <a:lvl3pPr marL="1143000" indent="-228600">
                        <a:spcBef>
                          <a:spcPct val="20000"/>
                        </a:spcBef>
                        <a:buClr>
                          <a:schemeClr val="folHlink"/>
                        </a:buClr>
                        <a:buSzPct val="50000"/>
                        <a:buFont typeface="Wingdings" panose="05000000000000000000" pitchFamily="2" charset="2"/>
                        <a:defRPr kumimoji="1" sz="2000">
                          <a:solidFill>
                            <a:schemeClr val="tx1"/>
                          </a:solidFill>
                          <a:latin typeface="Calibri" panose="020F0502020204030204" pitchFamily="34" charset="0"/>
                          <a:ea typeface="宋体" panose="02010600030101010101" pitchFamily="2" charset="-122"/>
                          <a:cs typeface="华文新魏" panose="02010800040101010101" pitchFamily="2" charset="-122"/>
                        </a:defRPr>
                      </a:lvl3pPr>
                      <a:lvl4pPr marL="1600200" indent="-228600">
                        <a:spcBef>
                          <a:spcPct val="20000"/>
                        </a:spcBef>
                        <a:buClr>
                          <a:schemeClr val="accent2"/>
                        </a:buClr>
                        <a:buSzPct val="55000"/>
                        <a:buFont typeface="Wingdings" panose="05000000000000000000" pitchFamily="2" charset="2"/>
                        <a:defRPr kumimoji="1">
                          <a:solidFill>
                            <a:schemeClr val="tx1"/>
                          </a:solidFill>
                          <a:latin typeface="Calibri" panose="020F0502020204030204" pitchFamily="34" charset="0"/>
                          <a:ea typeface="宋体" panose="02010600030101010101" pitchFamily="2" charset="-122"/>
                          <a:cs typeface="华文新魏" panose="02010800040101010101" pitchFamily="2" charset="-122"/>
                        </a:defRPr>
                      </a:lvl4pPr>
                      <a:lvl5pPr marL="2057400" indent="-228600">
                        <a:spcBef>
                          <a:spcPct val="20000"/>
                        </a:spcBef>
                        <a:buClr>
                          <a:schemeClr val="accent1"/>
                        </a:buClr>
                        <a:buSzPct val="50000"/>
                        <a:buFont typeface="Wingdings" panose="05000000000000000000" pitchFamily="2" charset="2"/>
                        <a:defRPr kumimoji="1">
                          <a:solidFill>
                            <a:schemeClr val="tx1"/>
                          </a:solidFill>
                          <a:latin typeface="Calibri" panose="020F0502020204030204" pitchFamily="34" charset="0"/>
                          <a:ea typeface="宋体" panose="02010600030101010101" pitchFamily="2" charset="-122"/>
                          <a:cs typeface="华文新魏" panose="0201080004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kumimoji="1">
                          <a:solidFill>
                            <a:schemeClr val="tx1"/>
                          </a:solidFill>
                          <a:latin typeface="Calibri" panose="020F0502020204030204" pitchFamily="34" charset="0"/>
                          <a:ea typeface="宋体" panose="02010600030101010101" pitchFamily="2" charset="-122"/>
                          <a:cs typeface="华文新魏" panose="0201080004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kumimoji="1">
                          <a:solidFill>
                            <a:schemeClr val="tx1"/>
                          </a:solidFill>
                          <a:latin typeface="Calibri" panose="020F0502020204030204" pitchFamily="34" charset="0"/>
                          <a:ea typeface="宋体" panose="02010600030101010101" pitchFamily="2" charset="-122"/>
                          <a:cs typeface="华文新魏" panose="0201080004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kumimoji="1">
                          <a:solidFill>
                            <a:schemeClr val="tx1"/>
                          </a:solidFill>
                          <a:latin typeface="Calibri" panose="020F0502020204030204" pitchFamily="34" charset="0"/>
                          <a:ea typeface="宋体" panose="02010600030101010101" pitchFamily="2" charset="-122"/>
                          <a:cs typeface="华文新魏" panose="0201080004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kumimoji="1">
                          <a:solidFill>
                            <a:schemeClr val="tx1"/>
                          </a:solidFill>
                          <a:latin typeface="Calibri" panose="020F0502020204030204" pitchFamily="34" charset="0"/>
                          <a:ea typeface="宋体" panose="02010600030101010101" pitchFamily="2" charset="-122"/>
                          <a:cs typeface="华文新魏" panose="0201080004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0" lang="en-US" altLang="zh-CN" sz="1900" b="1" i="0" u="none" strike="noStrike" cap="none" normalizeH="0" baseline="0">
                          <a:ln>
                            <a:noFill/>
                          </a:ln>
                          <a:solidFill>
                            <a:schemeClr val="tx1"/>
                          </a:solidFill>
                          <a:effectLst/>
                          <a:latin typeface="楷体_GB2312" panose="02010609030101010101" pitchFamily="49" charset="-122"/>
                          <a:ea typeface="楷体_GB2312" panose="02010609030101010101" pitchFamily="49" charset="-122"/>
                          <a:cs typeface="华文新魏" panose="02010800040101010101" pitchFamily="2" charset="-122"/>
                        </a:rPr>
                        <a:t>2</a:t>
                      </a:r>
                      <a:endParaRPr kumimoji="0" lang="en-US" altLang="zh-CN" sz="1900" b="1" i="0" u="none" strike="noStrike" cap="none" normalizeH="0" baseline="0">
                        <a:ln>
                          <a:noFill/>
                        </a:ln>
                        <a:solidFill>
                          <a:schemeClr val="tx1"/>
                        </a:solidFill>
                        <a:effectLst/>
                        <a:latin typeface="楷体_GB2312" panose="02010609030101010101" pitchFamily="49" charset="-122"/>
                        <a:ea typeface="楷体_GB2312" panose="02010609030101010101" pitchFamily="49" charset="-122"/>
                        <a:cs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kumimoji="1" sz="2800">
                          <a:solidFill>
                            <a:schemeClr val="tx1"/>
                          </a:solidFill>
                          <a:latin typeface="Calibri" panose="020F0502020204030204" pitchFamily="34" charset="0"/>
                          <a:ea typeface="宋体" panose="02010600030101010101" pitchFamily="2" charset="-122"/>
                          <a:cs typeface="华文新魏" panose="02010800040101010101" pitchFamily="2" charset="-122"/>
                        </a:defRPr>
                      </a:lvl1pPr>
                      <a:lvl2pPr marL="742950" indent="-285750">
                        <a:spcBef>
                          <a:spcPct val="20000"/>
                        </a:spcBef>
                        <a:buClr>
                          <a:schemeClr val="hlink"/>
                        </a:buClr>
                        <a:buSzPct val="55000"/>
                        <a:buFont typeface="Wingdings" panose="05000000000000000000" pitchFamily="2" charset="2"/>
                        <a:defRPr kumimoji="1" sz="2400">
                          <a:solidFill>
                            <a:schemeClr val="tx1"/>
                          </a:solidFill>
                          <a:latin typeface="Calibri" panose="020F0502020204030204" pitchFamily="34" charset="0"/>
                          <a:ea typeface="宋体" panose="02010600030101010101" pitchFamily="2" charset="-122"/>
                          <a:cs typeface="华文新魏" panose="02010800040101010101" pitchFamily="2" charset="-122"/>
                        </a:defRPr>
                      </a:lvl2pPr>
                      <a:lvl3pPr marL="1143000" indent="-228600">
                        <a:spcBef>
                          <a:spcPct val="20000"/>
                        </a:spcBef>
                        <a:buClr>
                          <a:schemeClr val="folHlink"/>
                        </a:buClr>
                        <a:buSzPct val="50000"/>
                        <a:buFont typeface="Wingdings" panose="05000000000000000000" pitchFamily="2" charset="2"/>
                        <a:defRPr kumimoji="1" sz="2000">
                          <a:solidFill>
                            <a:schemeClr val="tx1"/>
                          </a:solidFill>
                          <a:latin typeface="Calibri" panose="020F0502020204030204" pitchFamily="34" charset="0"/>
                          <a:ea typeface="宋体" panose="02010600030101010101" pitchFamily="2" charset="-122"/>
                          <a:cs typeface="华文新魏" panose="02010800040101010101" pitchFamily="2" charset="-122"/>
                        </a:defRPr>
                      </a:lvl3pPr>
                      <a:lvl4pPr marL="1600200" indent="-228600">
                        <a:spcBef>
                          <a:spcPct val="20000"/>
                        </a:spcBef>
                        <a:buClr>
                          <a:schemeClr val="accent2"/>
                        </a:buClr>
                        <a:buSzPct val="55000"/>
                        <a:buFont typeface="Wingdings" panose="05000000000000000000" pitchFamily="2" charset="2"/>
                        <a:defRPr kumimoji="1">
                          <a:solidFill>
                            <a:schemeClr val="tx1"/>
                          </a:solidFill>
                          <a:latin typeface="Calibri" panose="020F0502020204030204" pitchFamily="34" charset="0"/>
                          <a:ea typeface="宋体" panose="02010600030101010101" pitchFamily="2" charset="-122"/>
                          <a:cs typeface="华文新魏" panose="02010800040101010101" pitchFamily="2" charset="-122"/>
                        </a:defRPr>
                      </a:lvl4pPr>
                      <a:lvl5pPr marL="2057400" indent="-228600">
                        <a:spcBef>
                          <a:spcPct val="20000"/>
                        </a:spcBef>
                        <a:buClr>
                          <a:schemeClr val="accent1"/>
                        </a:buClr>
                        <a:buSzPct val="50000"/>
                        <a:buFont typeface="Wingdings" panose="05000000000000000000" pitchFamily="2" charset="2"/>
                        <a:defRPr kumimoji="1">
                          <a:solidFill>
                            <a:schemeClr val="tx1"/>
                          </a:solidFill>
                          <a:latin typeface="Calibri" panose="020F0502020204030204" pitchFamily="34" charset="0"/>
                          <a:ea typeface="宋体" panose="02010600030101010101" pitchFamily="2" charset="-122"/>
                          <a:cs typeface="华文新魏" panose="0201080004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kumimoji="1">
                          <a:solidFill>
                            <a:schemeClr val="tx1"/>
                          </a:solidFill>
                          <a:latin typeface="Calibri" panose="020F0502020204030204" pitchFamily="34" charset="0"/>
                          <a:ea typeface="宋体" panose="02010600030101010101" pitchFamily="2" charset="-122"/>
                          <a:cs typeface="华文新魏" panose="0201080004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kumimoji="1">
                          <a:solidFill>
                            <a:schemeClr val="tx1"/>
                          </a:solidFill>
                          <a:latin typeface="Calibri" panose="020F0502020204030204" pitchFamily="34" charset="0"/>
                          <a:ea typeface="宋体" panose="02010600030101010101" pitchFamily="2" charset="-122"/>
                          <a:cs typeface="华文新魏" panose="0201080004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kumimoji="1">
                          <a:solidFill>
                            <a:schemeClr val="tx1"/>
                          </a:solidFill>
                          <a:latin typeface="Calibri" panose="020F0502020204030204" pitchFamily="34" charset="0"/>
                          <a:ea typeface="宋体" panose="02010600030101010101" pitchFamily="2" charset="-122"/>
                          <a:cs typeface="华文新魏" panose="0201080004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kumimoji="1">
                          <a:solidFill>
                            <a:schemeClr val="tx1"/>
                          </a:solidFill>
                          <a:latin typeface="Calibri" panose="020F0502020204030204" pitchFamily="34" charset="0"/>
                          <a:ea typeface="宋体" panose="02010600030101010101" pitchFamily="2" charset="-122"/>
                          <a:cs typeface="华文新魏" panose="0201080004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0" lang="en-US" altLang="zh-CN" sz="1900" b="1" i="0" u="none" strike="noStrike" cap="none" normalizeH="0" baseline="0">
                          <a:ln>
                            <a:noFill/>
                          </a:ln>
                          <a:solidFill>
                            <a:schemeClr val="tx1"/>
                          </a:solidFill>
                          <a:effectLst/>
                          <a:latin typeface="楷体_GB2312" panose="02010609030101010101" pitchFamily="49" charset="-122"/>
                          <a:ea typeface="楷体_GB2312" panose="02010609030101010101" pitchFamily="49" charset="-122"/>
                          <a:cs typeface="华文新魏" panose="02010800040101010101" pitchFamily="2" charset="-122"/>
                        </a:rPr>
                        <a:t>2</a:t>
                      </a:r>
                      <a:endParaRPr kumimoji="0" lang="en-US" altLang="zh-CN" sz="1900" b="1" i="0" u="none" strike="noStrike" cap="none" normalizeH="0" baseline="0">
                        <a:ln>
                          <a:noFill/>
                        </a:ln>
                        <a:solidFill>
                          <a:schemeClr val="tx1"/>
                        </a:solidFill>
                        <a:effectLst/>
                        <a:latin typeface="楷体_GB2312" panose="02010609030101010101" pitchFamily="49" charset="-122"/>
                        <a:ea typeface="楷体_GB2312" panose="02010609030101010101" pitchFamily="49" charset="-122"/>
                        <a:cs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kumimoji="1" sz="2800">
                          <a:solidFill>
                            <a:schemeClr val="tx1"/>
                          </a:solidFill>
                          <a:latin typeface="Calibri" panose="020F0502020204030204" pitchFamily="34" charset="0"/>
                          <a:ea typeface="宋体" panose="02010600030101010101" pitchFamily="2" charset="-122"/>
                          <a:cs typeface="华文新魏" panose="02010800040101010101" pitchFamily="2" charset="-122"/>
                        </a:defRPr>
                      </a:lvl1pPr>
                      <a:lvl2pPr marL="742950" indent="-285750">
                        <a:spcBef>
                          <a:spcPct val="20000"/>
                        </a:spcBef>
                        <a:buClr>
                          <a:schemeClr val="hlink"/>
                        </a:buClr>
                        <a:buSzPct val="55000"/>
                        <a:buFont typeface="Wingdings" panose="05000000000000000000" pitchFamily="2" charset="2"/>
                        <a:defRPr kumimoji="1" sz="2400">
                          <a:solidFill>
                            <a:schemeClr val="tx1"/>
                          </a:solidFill>
                          <a:latin typeface="Calibri" panose="020F0502020204030204" pitchFamily="34" charset="0"/>
                          <a:ea typeface="宋体" panose="02010600030101010101" pitchFamily="2" charset="-122"/>
                          <a:cs typeface="华文新魏" panose="02010800040101010101" pitchFamily="2" charset="-122"/>
                        </a:defRPr>
                      </a:lvl2pPr>
                      <a:lvl3pPr marL="1143000" indent="-228600">
                        <a:spcBef>
                          <a:spcPct val="20000"/>
                        </a:spcBef>
                        <a:buClr>
                          <a:schemeClr val="folHlink"/>
                        </a:buClr>
                        <a:buSzPct val="50000"/>
                        <a:buFont typeface="Wingdings" panose="05000000000000000000" pitchFamily="2" charset="2"/>
                        <a:defRPr kumimoji="1" sz="2000">
                          <a:solidFill>
                            <a:schemeClr val="tx1"/>
                          </a:solidFill>
                          <a:latin typeface="Calibri" panose="020F0502020204030204" pitchFamily="34" charset="0"/>
                          <a:ea typeface="宋体" panose="02010600030101010101" pitchFamily="2" charset="-122"/>
                          <a:cs typeface="华文新魏" panose="02010800040101010101" pitchFamily="2" charset="-122"/>
                        </a:defRPr>
                      </a:lvl3pPr>
                      <a:lvl4pPr marL="1600200" indent="-228600">
                        <a:spcBef>
                          <a:spcPct val="20000"/>
                        </a:spcBef>
                        <a:buClr>
                          <a:schemeClr val="accent2"/>
                        </a:buClr>
                        <a:buSzPct val="55000"/>
                        <a:buFont typeface="Wingdings" panose="05000000000000000000" pitchFamily="2" charset="2"/>
                        <a:defRPr kumimoji="1">
                          <a:solidFill>
                            <a:schemeClr val="tx1"/>
                          </a:solidFill>
                          <a:latin typeface="Calibri" panose="020F0502020204030204" pitchFamily="34" charset="0"/>
                          <a:ea typeface="宋体" panose="02010600030101010101" pitchFamily="2" charset="-122"/>
                          <a:cs typeface="华文新魏" panose="02010800040101010101" pitchFamily="2" charset="-122"/>
                        </a:defRPr>
                      </a:lvl4pPr>
                      <a:lvl5pPr marL="2057400" indent="-228600">
                        <a:spcBef>
                          <a:spcPct val="20000"/>
                        </a:spcBef>
                        <a:buClr>
                          <a:schemeClr val="accent1"/>
                        </a:buClr>
                        <a:buSzPct val="50000"/>
                        <a:buFont typeface="Wingdings" panose="05000000000000000000" pitchFamily="2" charset="2"/>
                        <a:defRPr kumimoji="1">
                          <a:solidFill>
                            <a:schemeClr val="tx1"/>
                          </a:solidFill>
                          <a:latin typeface="Calibri" panose="020F0502020204030204" pitchFamily="34" charset="0"/>
                          <a:ea typeface="宋体" panose="02010600030101010101" pitchFamily="2" charset="-122"/>
                          <a:cs typeface="华文新魏" panose="0201080004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kumimoji="1">
                          <a:solidFill>
                            <a:schemeClr val="tx1"/>
                          </a:solidFill>
                          <a:latin typeface="Calibri" panose="020F0502020204030204" pitchFamily="34" charset="0"/>
                          <a:ea typeface="宋体" panose="02010600030101010101" pitchFamily="2" charset="-122"/>
                          <a:cs typeface="华文新魏" panose="0201080004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kumimoji="1">
                          <a:solidFill>
                            <a:schemeClr val="tx1"/>
                          </a:solidFill>
                          <a:latin typeface="Calibri" panose="020F0502020204030204" pitchFamily="34" charset="0"/>
                          <a:ea typeface="宋体" panose="02010600030101010101" pitchFamily="2" charset="-122"/>
                          <a:cs typeface="华文新魏" panose="0201080004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kumimoji="1">
                          <a:solidFill>
                            <a:schemeClr val="tx1"/>
                          </a:solidFill>
                          <a:latin typeface="Calibri" panose="020F0502020204030204" pitchFamily="34" charset="0"/>
                          <a:ea typeface="宋体" panose="02010600030101010101" pitchFamily="2" charset="-122"/>
                          <a:cs typeface="华文新魏" panose="0201080004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kumimoji="1">
                          <a:solidFill>
                            <a:schemeClr val="tx1"/>
                          </a:solidFill>
                          <a:latin typeface="Calibri" panose="020F0502020204030204" pitchFamily="34" charset="0"/>
                          <a:ea typeface="宋体" panose="02010600030101010101" pitchFamily="2" charset="-122"/>
                          <a:cs typeface="华文新魏" panose="0201080004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0" lang="en-US" altLang="zh-CN" sz="1900" b="1" i="0" u="none" strike="noStrike" cap="none" normalizeH="0" baseline="0">
                          <a:ln>
                            <a:noFill/>
                          </a:ln>
                          <a:solidFill>
                            <a:schemeClr val="tx1"/>
                          </a:solidFill>
                          <a:effectLst/>
                          <a:latin typeface="楷体_GB2312" panose="02010609030101010101" pitchFamily="49" charset="-122"/>
                          <a:ea typeface="楷体_GB2312" panose="02010609030101010101" pitchFamily="49" charset="-122"/>
                          <a:cs typeface="华文新魏" panose="02010800040101010101" pitchFamily="2" charset="-122"/>
                        </a:rPr>
                        <a:t>2</a:t>
                      </a:r>
                      <a:endParaRPr kumimoji="0" lang="en-US" altLang="zh-CN" sz="1900" b="1" i="0" u="none" strike="noStrike" cap="none" normalizeH="0" baseline="0">
                        <a:ln>
                          <a:noFill/>
                        </a:ln>
                        <a:solidFill>
                          <a:schemeClr val="tx1"/>
                        </a:solidFill>
                        <a:effectLst/>
                        <a:latin typeface="楷体_GB2312" panose="02010609030101010101" pitchFamily="49" charset="-122"/>
                        <a:ea typeface="楷体_GB2312" panose="02010609030101010101" pitchFamily="49" charset="-122"/>
                        <a:cs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kumimoji="1" sz="2800">
                          <a:solidFill>
                            <a:schemeClr val="tx1"/>
                          </a:solidFill>
                          <a:latin typeface="Calibri" panose="020F0502020204030204" pitchFamily="34" charset="0"/>
                          <a:ea typeface="宋体" panose="02010600030101010101" pitchFamily="2" charset="-122"/>
                          <a:cs typeface="华文新魏" panose="02010800040101010101" pitchFamily="2" charset="-122"/>
                        </a:defRPr>
                      </a:lvl1pPr>
                      <a:lvl2pPr marL="742950" indent="-285750">
                        <a:spcBef>
                          <a:spcPct val="20000"/>
                        </a:spcBef>
                        <a:buClr>
                          <a:schemeClr val="hlink"/>
                        </a:buClr>
                        <a:buSzPct val="55000"/>
                        <a:buFont typeface="Wingdings" panose="05000000000000000000" pitchFamily="2" charset="2"/>
                        <a:defRPr kumimoji="1" sz="2400">
                          <a:solidFill>
                            <a:schemeClr val="tx1"/>
                          </a:solidFill>
                          <a:latin typeface="Calibri" panose="020F0502020204030204" pitchFamily="34" charset="0"/>
                          <a:ea typeface="宋体" panose="02010600030101010101" pitchFamily="2" charset="-122"/>
                          <a:cs typeface="华文新魏" panose="02010800040101010101" pitchFamily="2" charset="-122"/>
                        </a:defRPr>
                      </a:lvl2pPr>
                      <a:lvl3pPr marL="1143000" indent="-228600">
                        <a:spcBef>
                          <a:spcPct val="20000"/>
                        </a:spcBef>
                        <a:buClr>
                          <a:schemeClr val="folHlink"/>
                        </a:buClr>
                        <a:buSzPct val="50000"/>
                        <a:buFont typeface="Wingdings" panose="05000000000000000000" pitchFamily="2" charset="2"/>
                        <a:defRPr kumimoji="1" sz="2000">
                          <a:solidFill>
                            <a:schemeClr val="tx1"/>
                          </a:solidFill>
                          <a:latin typeface="Calibri" panose="020F0502020204030204" pitchFamily="34" charset="0"/>
                          <a:ea typeface="宋体" panose="02010600030101010101" pitchFamily="2" charset="-122"/>
                          <a:cs typeface="华文新魏" panose="02010800040101010101" pitchFamily="2" charset="-122"/>
                        </a:defRPr>
                      </a:lvl3pPr>
                      <a:lvl4pPr marL="1600200" indent="-228600">
                        <a:spcBef>
                          <a:spcPct val="20000"/>
                        </a:spcBef>
                        <a:buClr>
                          <a:schemeClr val="accent2"/>
                        </a:buClr>
                        <a:buSzPct val="55000"/>
                        <a:buFont typeface="Wingdings" panose="05000000000000000000" pitchFamily="2" charset="2"/>
                        <a:defRPr kumimoji="1">
                          <a:solidFill>
                            <a:schemeClr val="tx1"/>
                          </a:solidFill>
                          <a:latin typeface="Calibri" panose="020F0502020204030204" pitchFamily="34" charset="0"/>
                          <a:ea typeface="宋体" panose="02010600030101010101" pitchFamily="2" charset="-122"/>
                          <a:cs typeface="华文新魏" panose="02010800040101010101" pitchFamily="2" charset="-122"/>
                        </a:defRPr>
                      </a:lvl4pPr>
                      <a:lvl5pPr marL="2057400" indent="-228600">
                        <a:spcBef>
                          <a:spcPct val="20000"/>
                        </a:spcBef>
                        <a:buClr>
                          <a:schemeClr val="accent1"/>
                        </a:buClr>
                        <a:buSzPct val="50000"/>
                        <a:buFont typeface="Wingdings" panose="05000000000000000000" pitchFamily="2" charset="2"/>
                        <a:defRPr kumimoji="1">
                          <a:solidFill>
                            <a:schemeClr val="tx1"/>
                          </a:solidFill>
                          <a:latin typeface="Calibri" panose="020F0502020204030204" pitchFamily="34" charset="0"/>
                          <a:ea typeface="宋体" panose="02010600030101010101" pitchFamily="2" charset="-122"/>
                          <a:cs typeface="华文新魏" panose="0201080004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kumimoji="1">
                          <a:solidFill>
                            <a:schemeClr val="tx1"/>
                          </a:solidFill>
                          <a:latin typeface="Calibri" panose="020F0502020204030204" pitchFamily="34" charset="0"/>
                          <a:ea typeface="宋体" panose="02010600030101010101" pitchFamily="2" charset="-122"/>
                          <a:cs typeface="华文新魏" panose="0201080004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kumimoji="1">
                          <a:solidFill>
                            <a:schemeClr val="tx1"/>
                          </a:solidFill>
                          <a:latin typeface="Calibri" panose="020F0502020204030204" pitchFamily="34" charset="0"/>
                          <a:ea typeface="宋体" panose="02010600030101010101" pitchFamily="2" charset="-122"/>
                          <a:cs typeface="华文新魏" panose="0201080004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kumimoji="1">
                          <a:solidFill>
                            <a:schemeClr val="tx1"/>
                          </a:solidFill>
                          <a:latin typeface="Calibri" panose="020F0502020204030204" pitchFamily="34" charset="0"/>
                          <a:ea typeface="宋体" panose="02010600030101010101" pitchFamily="2" charset="-122"/>
                          <a:cs typeface="华文新魏" panose="0201080004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kumimoji="1">
                          <a:solidFill>
                            <a:schemeClr val="tx1"/>
                          </a:solidFill>
                          <a:latin typeface="Calibri" panose="020F0502020204030204" pitchFamily="34" charset="0"/>
                          <a:ea typeface="宋体" panose="02010600030101010101" pitchFamily="2" charset="-122"/>
                          <a:cs typeface="华文新魏" panose="0201080004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0" lang="en-US" altLang="zh-CN" sz="1900" b="1" i="0" u="none" strike="noStrike" cap="none" normalizeH="0" baseline="0">
                          <a:ln>
                            <a:noFill/>
                          </a:ln>
                          <a:solidFill>
                            <a:schemeClr val="tx1"/>
                          </a:solidFill>
                          <a:effectLst/>
                          <a:latin typeface="楷体_GB2312" panose="02010609030101010101" pitchFamily="49" charset="-122"/>
                          <a:ea typeface="楷体_GB2312" panose="02010609030101010101" pitchFamily="49" charset="-122"/>
                          <a:cs typeface="华文新魏" panose="02010800040101010101" pitchFamily="2" charset="-122"/>
                        </a:rPr>
                        <a:t>6</a:t>
                      </a:r>
                      <a:endParaRPr kumimoji="0" lang="en-US" altLang="zh-CN" sz="1900" b="1" i="0" u="none" strike="noStrike" cap="none" normalizeH="0" baseline="0">
                        <a:ln>
                          <a:noFill/>
                        </a:ln>
                        <a:solidFill>
                          <a:schemeClr val="tx1"/>
                        </a:solidFill>
                        <a:effectLst/>
                        <a:latin typeface="楷体_GB2312" panose="02010609030101010101" pitchFamily="49" charset="-122"/>
                        <a:ea typeface="楷体_GB2312" panose="02010609030101010101" pitchFamily="49" charset="-122"/>
                        <a:cs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kumimoji="1" sz="2800">
                          <a:solidFill>
                            <a:schemeClr val="tx1"/>
                          </a:solidFill>
                          <a:latin typeface="Calibri" panose="020F0502020204030204" pitchFamily="34" charset="0"/>
                          <a:ea typeface="宋体" panose="02010600030101010101" pitchFamily="2" charset="-122"/>
                          <a:cs typeface="华文新魏" panose="02010800040101010101" pitchFamily="2" charset="-122"/>
                        </a:defRPr>
                      </a:lvl1pPr>
                      <a:lvl2pPr marL="742950" indent="-285750">
                        <a:spcBef>
                          <a:spcPct val="20000"/>
                        </a:spcBef>
                        <a:buClr>
                          <a:schemeClr val="hlink"/>
                        </a:buClr>
                        <a:buSzPct val="55000"/>
                        <a:buFont typeface="Wingdings" panose="05000000000000000000" pitchFamily="2" charset="2"/>
                        <a:defRPr kumimoji="1" sz="2400">
                          <a:solidFill>
                            <a:schemeClr val="tx1"/>
                          </a:solidFill>
                          <a:latin typeface="Calibri" panose="020F0502020204030204" pitchFamily="34" charset="0"/>
                          <a:ea typeface="宋体" panose="02010600030101010101" pitchFamily="2" charset="-122"/>
                          <a:cs typeface="华文新魏" panose="02010800040101010101" pitchFamily="2" charset="-122"/>
                        </a:defRPr>
                      </a:lvl2pPr>
                      <a:lvl3pPr marL="1143000" indent="-228600">
                        <a:spcBef>
                          <a:spcPct val="20000"/>
                        </a:spcBef>
                        <a:buClr>
                          <a:schemeClr val="folHlink"/>
                        </a:buClr>
                        <a:buSzPct val="50000"/>
                        <a:buFont typeface="Wingdings" panose="05000000000000000000" pitchFamily="2" charset="2"/>
                        <a:defRPr kumimoji="1" sz="2000">
                          <a:solidFill>
                            <a:schemeClr val="tx1"/>
                          </a:solidFill>
                          <a:latin typeface="Calibri" panose="020F0502020204030204" pitchFamily="34" charset="0"/>
                          <a:ea typeface="宋体" panose="02010600030101010101" pitchFamily="2" charset="-122"/>
                          <a:cs typeface="华文新魏" panose="02010800040101010101" pitchFamily="2" charset="-122"/>
                        </a:defRPr>
                      </a:lvl3pPr>
                      <a:lvl4pPr marL="1600200" indent="-228600">
                        <a:spcBef>
                          <a:spcPct val="20000"/>
                        </a:spcBef>
                        <a:buClr>
                          <a:schemeClr val="accent2"/>
                        </a:buClr>
                        <a:buSzPct val="55000"/>
                        <a:buFont typeface="Wingdings" panose="05000000000000000000" pitchFamily="2" charset="2"/>
                        <a:defRPr kumimoji="1">
                          <a:solidFill>
                            <a:schemeClr val="tx1"/>
                          </a:solidFill>
                          <a:latin typeface="Calibri" panose="020F0502020204030204" pitchFamily="34" charset="0"/>
                          <a:ea typeface="宋体" panose="02010600030101010101" pitchFamily="2" charset="-122"/>
                          <a:cs typeface="华文新魏" panose="02010800040101010101" pitchFamily="2" charset="-122"/>
                        </a:defRPr>
                      </a:lvl4pPr>
                      <a:lvl5pPr marL="2057400" indent="-228600">
                        <a:spcBef>
                          <a:spcPct val="20000"/>
                        </a:spcBef>
                        <a:buClr>
                          <a:schemeClr val="accent1"/>
                        </a:buClr>
                        <a:buSzPct val="50000"/>
                        <a:buFont typeface="Wingdings" panose="05000000000000000000" pitchFamily="2" charset="2"/>
                        <a:defRPr kumimoji="1">
                          <a:solidFill>
                            <a:schemeClr val="tx1"/>
                          </a:solidFill>
                          <a:latin typeface="Calibri" panose="020F0502020204030204" pitchFamily="34" charset="0"/>
                          <a:ea typeface="宋体" panose="02010600030101010101" pitchFamily="2" charset="-122"/>
                          <a:cs typeface="华文新魏" panose="0201080004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kumimoji="1">
                          <a:solidFill>
                            <a:schemeClr val="tx1"/>
                          </a:solidFill>
                          <a:latin typeface="Calibri" panose="020F0502020204030204" pitchFamily="34" charset="0"/>
                          <a:ea typeface="宋体" panose="02010600030101010101" pitchFamily="2" charset="-122"/>
                          <a:cs typeface="华文新魏" panose="0201080004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kumimoji="1">
                          <a:solidFill>
                            <a:schemeClr val="tx1"/>
                          </a:solidFill>
                          <a:latin typeface="Calibri" panose="020F0502020204030204" pitchFamily="34" charset="0"/>
                          <a:ea typeface="宋体" panose="02010600030101010101" pitchFamily="2" charset="-122"/>
                          <a:cs typeface="华文新魏" panose="0201080004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kumimoji="1">
                          <a:solidFill>
                            <a:schemeClr val="tx1"/>
                          </a:solidFill>
                          <a:latin typeface="Calibri" panose="020F0502020204030204" pitchFamily="34" charset="0"/>
                          <a:ea typeface="宋体" panose="02010600030101010101" pitchFamily="2" charset="-122"/>
                          <a:cs typeface="华文新魏" panose="0201080004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kumimoji="1">
                          <a:solidFill>
                            <a:schemeClr val="tx1"/>
                          </a:solidFill>
                          <a:latin typeface="Calibri" panose="020F0502020204030204" pitchFamily="34" charset="0"/>
                          <a:ea typeface="宋体" panose="02010600030101010101" pitchFamily="2" charset="-122"/>
                          <a:cs typeface="华文新魏" panose="0201080004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0" lang="en-US" altLang="zh-CN" sz="1900" b="1" i="0" u="none" strike="noStrike" cap="none" normalizeH="0" baseline="0">
                          <a:ln>
                            <a:noFill/>
                          </a:ln>
                          <a:solidFill>
                            <a:schemeClr val="tx1"/>
                          </a:solidFill>
                          <a:effectLst/>
                          <a:latin typeface="楷体_GB2312" panose="02010609030101010101" pitchFamily="49" charset="-122"/>
                          <a:ea typeface="楷体_GB2312" panose="02010609030101010101" pitchFamily="49" charset="-122"/>
                          <a:cs typeface="华文新魏" panose="02010800040101010101" pitchFamily="2" charset="-122"/>
                        </a:rPr>
                        <a:t>6</a:t>
                      </a:r>
                      <a:endParaRPr kumimoji="0" lang="en-US" altLang="zh-CN" sz="1900" b="1" i="0" u="none" strike="noStrike" cap="none" normalizeH="0" baseline="0">
                        <a:ln>
                          <a:noFill/>
                        </a:ln>
                        <a:solidFill>
                          <a:schemeClr val="tx1"/>
                        </a:solidFill>
                        <a:effectLst/>
                        <a:latin typeface="楷体_GB2312" panose="02010609030101010101" pitchFamily="49" charset="-122"/>
                        <a:ea typeface="楷体_GB2312" panose="02010609030101010101" pitchFamily="49" charset="-122"/>
                        <a:cs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graphicFrame>
        <p:nvGraphicFramePr>
          <p:cNvPr id="8" name="Group 107"/>
          <p:cNvGraphicFramePr>
            <a:graphicFrameLocks noGrp="1"/>
          </p:cNvGraphicFramePr>
          <p:nvPr/>
        </p:nvGraphicFramePr>
        <p:xfrm>
          <a:off x="2667000" y="4572000"/>
          <a:ext cx="5334000" cy="1463675"/>
        </p:xfrm>
        <a:graphic>
          <a:graphicData uri="http://schemas.openxmlformats.org/drawingml/2006/table">
            <a:tbl>
              <a:tblPr/>
              <a:tblGrid>
                <a:gridCol w="533400"/>
                <a:gridCol w="533400"/>
                <a:gridCol w="533400"/>
                <a:gridCol w="533400"/>
                <a:gridCol w="533400"/>
                <a:gridCol w="533400"/>
                <a:gridCol w="533400"/>
                <a:gridCol w="533400"/>
                <a:gridCol w="533400"/>
                <a:gridCol w="533400"/>
              </a:tblGrid>
              <a:tr h="457200">
                <a:tc>
                  <a:txBody>
                    <a:bodyPr/>
                    <a:lstStyle>
                      <a:lvl1pPr>
                        <a:spcBef>
                          <a:spcPct val="20000"/>
                        </a:spcBef>
                        <a:buClr>
                          <a:schemeClr val="folHlink"/>
                        </a:buClr>
                        <a:buSzPct val="60000"/>
                        <a:buFont typeface="Wingdings" panose="05000000000000000000" pitchFamily="2" charset="2"/>
                        <a:defRPr kumimoji="1" sz="2800">
                          <a:solidFill>
                            <a:schemeClr val="tx1"/>
                          </a:solidFill>
                          <a:latin typeface="Calibri" panose="020F0502020204030204" pitchFamily="34" charset="0"/>
                          <a:ea typeface="宋体" panose="02010600030101010101" pitchFamily="2" charset="-122"/>
                          <a:cs typeface="华文新魏" panose="02010800040101010101" pitchFamily="2" charset="-122"/>
                        </a:defRPr>
                      </a:lvl1pPr>
                      <a:lvl2pPr marL="742950" indent="-285750">
                        <a:spcBef>
                          <a:spcPct val="20000"/>
                        </a:spcBef>
                        <a:buClr>
                          <a:schemeClr val="hlink"/>
                        </a:buClr>
                        <a:buSzPct val="55000"/>
                        <a:buFont typeface="Wingdings" panose="05000000000000000000" pitchFamily="2" charset="2"/>
                        <a:defRPr kumimoji="1" sz="2400">
                          <a:solidFill>
                            <a:schemeClr val="tx1"/>
                          </a:solidFill>
                          <a:latin typeface="Calibri" panose="020F0502020204030204" pitchFamily="34" charset="0"/>
                          <a:ea typeface="宋体" panose="02010600030101010101" pitchFamily="2" charset="-122"/>
                          <a:cs typeface="华文新魏" panose="02010800040101010101" pitchFamily="2" charset="-122"/>
                        </a:defRPr>
                      </a:lvl2pPr>
                      <a:lvl3pPr marL="1143000" indent="-228600">
                        <a:spcBef>
                          <a:spcPct val="20000"/>
                        </a:spcBef>
                        <a:buClr>
                          <a:schemeClr val="folHlink"/>
                        </a:buClr>
                        <a:buSzPct val="50000"/>
                        <a:buFont typeface="Wingdings" panose="05000000000000000000" pitchFamily="2" charset="2"/>
                        <a:defRPr kumimoji="1" sz="2000">
                          <a:solidFill>
                            <a:schemeClr val="tx1"/>
                          </a:solidFill>
                          <a:latin typeface="Calibri" panose="020F0502020204030204" pitchFamily="34" charset="0"/>
                          <a:ea typeface="宋体" panose="02010600030101010101" pitchFamily="2" charset="-122"/>
                          <a:cs typeface="华文新魏" panose="02010800040101010101" pitchFamily="2" charset="-122"/>
                        </a:defRPr>
                      </a:lvl3pPr>
                      <a:lvl4pPr marL="1600200" indent="-228600">
                        <a:spcBef>
                          <a:spcPct val="20000"/>
                        </a:spcBef>
                        <a:buClr>
                          <a:schemeClr val="accent2"/>
                        </a:buClr>
                        <a:buSzPct val="55000"/>
                        <a:buFont typeface="Wingdings" panose="05000000000000000000" pitchFamily="2" charset="2"/>
                        <a:defRPr kumimoji="1">
                          <a:solidFill>
                            <a:schemeClr val="tx1"/>
                          </a:solidFill>
                          <a:latin typeface="Calibri" panose="020F0502020204030204" pitchFamily="34" charset="0"/>
                          <a:ea typeface="宋体" panose="02010600030101010101" pitchFamily="2" charset="-122"/>
                          <a:cs typeface="华文新魏" panose="02010800040101010101" pitchFamily="2" charset="-122"/>
                        </a:defRPr>
                      </a:lvl4pPr>
                      <a:lvl5pPr marL="2057400" indent="-228600">
                        <a:spcBef>
                          <a:spcPct val="20000"/>
                        </a:spcBef>
                        <a:buClr>
                          <a:schemeClr val="accent1"/>
                        </a:buClr>
                        <a:buSzPct val="50000"/>
                        <a:buFont typeface="Wingdings" panose="05000000000000000000" pitchFamily="2" charset="2"/>
                        <a:defRPr kumimoji="1">
                          <a:solidFill>
                            <a:schemeClr val="tx1"/>
                          </a:solidFill>
                          <a:latin typeface="Calibri" panose="020F0502020204030204" pitchFamily="34" charset="0"/>
                          <a:ea typeface="宋体" panose="02010600030101010101" pitchFamily="2" charset="-122"/>
                          <a:cs typeface="华文新魏" panose="0201080004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kumimoji="1">
                          <a:solidFill>
                            <a:schemeClr val="tx1"/>
                          </a:solidFill>
                          <a:latin typeface="Calibri" panose="020F0502020204030204" pitchFamily="34" charset="0"/>
                          <a:ea typeface="宋体" panose="02010600030101010101" pitchFamily="2" charset="-122"/>
                          <a:cs typeface="华文新魏" panose="0201080004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kumimoji="1">
                          <a:solidFill>
                            <a:schemeClr val="tx1"/>
                          </a:solidFill>
                          <a:latin typeface="Calibri" panose="020F0502020204030204" pitchFamily="34" charset="0"/>
                          <a:ea typeface="宋体" panose="02010600030101010101" pitchFamily="2" charset="-122"/>
                          <a:cs typeface="华文新魏" panose="0201080004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kumimoji="1">
                          <a:solidFill>
                            <a:schemeClr val="tx1"/>
                          </a:solidFill>
                          <a:latin typeface="Calibri" panose="020F0502020204030204" pitchFamily="34" charset="0"/>
                          <a:ea typeface="宋体" panose="02010600030101010101" pitchFamily="2" charset="-122"/>
                          <a:cs typeface="华文新魏" panose="0201080004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kumimoji="1">
                          <a:solidFill>
                            <a:schemeClr val="tx1"/>
                          </a:solidFill>
                          <a:latin typeface="Calibri" panose="020F0502020204030204" pitchFamily="34" charset="0"/>
                          <a:ea typeface="宋体" panose="02010600030101010101" pitchFamily="2" charset="-122"/>
                          <a:cs typeface="华文新魏" panose="0201080004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0" lang="en-US" altLang="zh-CN" sz="1900" b="1" i="1" u="none" strike="noStrike" cap="none" normalizeH="0" baseline="0">
                          <a:ln>
                            <a:noFill/>
                          </a:ln>
                          <a:solidFill>
                            <a:schemeClr val="tx1"/>
                          </a:solidFill>
                          <a:effectLst/>
                          <a:latin typeface="Times New Roman" panose="02020603050405020304" pitchFamily="18" charset="0"/>
                          <a:ea typeface="楷体_GB2312" panose="02010609030101010101" pitchFamily="49" charset="-122"/>
                          <a:cs typeface="Times New Roman" panose="02020603050405020304" pitchFamily="18" charset="0"/>
                        </a:rPr>
                        <a:t>x</a:t>
                      </a:r>
                      <a:r>
                        <a:rPr kumimoji="0" lang="en-US" altLang="zh-CN" sz="1900" b="1" i="0" u="none" strike="noStrike" cap="none" normalizeH="0" baseline="-25000">
                          <a:ln>
                            <a:noFill/>
                          </a:ln>
                          <a:solidFill>
                            <a:schemeClr val="tx1"/>
                          </a:solidFill>
                          <a:effectLst/>
                          <a:latin typeface="Times New Roman" panose="02020603050405020304" pitchFamily="18" charset="0"/>
                          <a:ea typeface="楷体_GB2312" panose="02010609030101010101" pitchFamily="49" charset="-122"/>
                          <a:cs typeface="Times New Roman" panose="02020603050405020304" pitchFamily="18" charset="0"/>
                        </a:rPr>
                        <a:t>11</a:t>
                      </a:r>
                      <a:endParaRPr kumimoji="0" lang="en-US" altLang="zh-CN" sz="1900" b="1" i="0" u="none" strike="noStrike" cap="none" normalizeH="0" baseline="-25000">
                        <a:ln>
                          <a:noFill/>
                        </a:ln>
                        <a:solidFill>
                          <a:schemeClr val="tx1"/>
                        </a:solidFill>
                        <a:effectLst/>
                        <a:latin typeface="Times New Roman" panose="02020603050405020304" pitchFamily="18" charset="0"/>
                        <a:ea typeface="楷体_GB2312" panose="02010609030101010101" pitchFamily="49" charset="-122"/>
                        <a:cs typeface="Times New Roman" panose="02020603050405020304" pitchFamily="18"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kumimoji="1" sz="2800">
                          <a:solidFill>
                            <a:schemeClr val="tx1"/>
                          </a:solidFill>
                          <a:latin typeface="Calibri" panose="020F0502020204030204" pitchFamily="34" charset="0"/>
                          <a:ea typeface="宋体" panose="02010600030101010101" pitchFamily="2" charset="-122"/>
                          <a:cs typeface="华文新魏" panose="02010800040101010101" pitchFamily="2" charset="-122"/>
                        </a:defRPr>
                      </a:lvl1pPr>
                      <a:lvl2pPr marL="742950" indent="-285750">
                        <a:spcBef>
                          <a:spcPct val="20000"/>
                        </a:spcBef>
                        <a:buClr>
                          <a:schemeClr val="hlink"/>
                        </a:buClr>
                        <a:buSzPct val="55000"/>
                        <a:buFont typeface="Wingdings" panose="05000000000000000000" pitchFamily="2" charset="2"/>
                        <a:defRPr kumimoji="1" sz="2400">
                          <a:solidFill>
                            <a:schemeClr val="tx1"/>
                          </a:solidFill>
                          <a:latin typeface="Calibri" panose="020F0502020204030204" pitchFamily="34" charset="0"/>
                          <a:ea typeface="宋体" panose="02010600030101010101" pitchFamily="2" charset="-122"/>
                          <a:cs typeface="华文新魏" panose="02010800040101010101" pitchFamily="2" charset="-122"/>
                        </a:defRPr>
                      </a:lvl2pPr>
                      <a:lvl3pPr marL="1143000" indent="-228600">
                        <a:spcBef>
                          <a:spcPct val="20000"/>
                        </a:spcBef>
                        <a:buClr>
                          <a:schemeClr val="folHlink"/>
                        </a:buClr>
                        <a:buSzPct val="50000"/>
                        <a:buFont typeface="Wingdings" panose="05000000000000000000" pitchFamily="2" charset="2"/>
                        <a:defRPr kumimoji="1" sz="2000">
                          <a:solidFill>
                            <a:schemeClr val="tx1"/>
                          </a:solidFill>
                          <a:latin typeface="Calibri" panose="020F0502020204030204" pitchFamily="34" charset="0"/>
                          <a:ea typeface="宋体" panose="02010600030101010101" pitchFamily="2" charset="-122"/>
                          <a:cs typeface="华文新魏" panose="02010800040101010101" pitchFamily="2" charset="-122"/>
                        </a:defRPr>
                      </a:lvl3pPr>
                      <a:lvl4pPr marL="1600200" indent="-228600">
                        <a:spcBef>
                          <a:spcPct val="20000"/>
                        </a:spcBef>
                        <a:buClr>
                          <a:schemeClr val="accent2"/>
                        </a:buClr>
                        <a:buSzPct val="55000"/>
                        <a:buFont typeface="Wingdings" panose="05000000000000000000" pitchFamily="2" charset="2"/>
                        <a:defRPr kumimoji="1">
                          <a:solidFill>
                            <a:schemeClr val="tx1"/>
                          </a:solidFill>
                          <a:latin typeface="Calibri" panose="020F0502020204030204" pitchFamily="34" charset="0"/>
                          <a:ea typeface="宋体" panose="02010600030101010101" pitchFamily="2" charset="-122"/>
                          <a:cs typeface="华文新魏" panose="02010800040101010101" pitchFamily="2" charset="-122"/>
                        </a:defRPr>
                      </a:lvl4pPr>
                      <a:lvl5pPr marL="2057400" indent="-228600">
                        <a:spcBef>
                          <a:spcPct val="20000"/>
                        </a:spcBef>
                        <a:buClr>
                          <a:schemeClr val="accent1"/>
                        </a:buClr>
                        <a:buSzPct val="50000"/>
                        <a:buFont typeface="Wingdings" panose="05000000000000000000" pitchFamily="2" charset="2"/>
                        <a:defRPr kumimoji="1">
                          <a:solidFill>
                            <a:schemeClr val="tx1"/>
                          </a:solidFill>
                          <a:latin typeface="Calibri" panose="020F0502020204030204" pitchFamily="34" charset="0"/>
                          <a:ea typeface="宋体" panose="02010600030101010101" pitchFamily="2" charset="-122"/>
                          <a:cs typeface="华文新魏" panose="0201080004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kumimoji="1">
                          <a:solidFill>
                            <a:schemeClr val="tx1"/>
                          </a:solidFill>
                          <a:latin typeface="Calibri" panose="020F0502020204030204" pitchFamily="34" charset="0"/>
                          <a:ea typeface="宋体" panose="02010600030101010101" pitchFamily="2" charset="-122"/>
                          <a:cs typeface="华文新魏" panose="0201080004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kumimoji="1">
                          <a:solidFill>
                            <a:schemeClr val="tx1"/>
                          </a:solidFill>
                          <a:latin typeface="Calibri" panose="020F0502020204030204" pitchFamily="34" charset="0"/>
                          <a:ea typeface="宋体" panose="02010600030101010101" pitchFamily="2" charset="-122"/>
                          <a:cs typeface="华文新魏" panose="0201080004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kumimoji="1">
                          <a:solidFill>
                            <a:schemeClr val="tx1"/>
                          </a:solidFill>
                          <a:latin typeface="Calibri" panose="020F0502020204030204" pitchFamily="34" charset="0"/>
                          <a:ea typeface="宋体" panose="02010600030101010101" pitchFamily="2" charset="-122"/>
                          <a:cs typeface="华文新魏" panose="0201080004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kumimoji="1">
                          <a:solidFill>
                            <a:schemeClr val="tx1"/>
                          </a:solidFill>
                          <a:latin typeface="Calibri" panose="020F0502020204030204" pitchFamily="34" charset="0"/>
                          <a:ea typeface="宋体" panose="02010600030101010101" pitchFamily="2" charset="-122"/>
                          <a:cs typeface="华文新魏" panose="0201080004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0" lang="en-US" altLang="zh-CN" sz="1900" b="1" i="1" u="none" strike="noStrike" cap="none" normalizeH="0" baseline="0">
                          <a:ln>
                            <a:noFill/>
                          </a:ln>
                          <a:solidFill>
                            <a:schemeClr val="tx1"/>
                          </a:solidFill>
                          <a:effectLst/>
                          <a:latin typeface="Times New Roman" panose="02020603050405020304" pitchFamily="18" charset="0"/>
                          <a:ea typeface="楷体_GB2312" panose="02010609030101010101" pitchFamily="49" charset="-122"/>
                          <a:cs typeface="Times New Roman" panose="02020603050405020304" pitchFamily="18" charset="0"/>
                        </a:rPr>
                        <a:t>x</a:t>
                      </a:r>
                      <a:r>
                        <a:rPr kumimoji="0" lang="en-US" altLang="zh-CN" sz="1900" b="1" i="0" u="none" strike="noStrike" cap="none" normalizeH="0" baseline="-25000">
                          <a:ln>
                            <a:noFill/>
                          </a:ln>
                          <a:solidFill>
                            <a:schemeClr val="tx1"/>
                          </a:solidFill>
                          <a:effectLst/>
                          <a:latin typeface="Times New Roman" panose="02020603050405020304" pitchFamily="18" charset="0"/>
                          <a:ea typeface="楷体_GB2312" panose="02010609030101010101" pitchFamily="49" charset="-122"/>
                          <a:cs typeface="Times New Roman" panose="02020603050405020304" pitchFamily="18" charset="0"/>
                        </a:rPr>
                        <a:t>12</a:t>
                      </a:r>
                      <a:endParaRPr kumimoji="0" lang="en-US" altLang="zh-CN" sz="1900" b="1" i="0" u="none" strike="noStrike" cap="none" normalizeH="0" baseline="-25000">
                        <a:ln>
                          <a:noFill/>
                        </a:ln>
                        <a:solidFill>
                          <a:schemeClr val="tx1"/>
                        </a:solidFill>
                        <a:effectLst/>
                        <a:latin typeface="Times New Roman" panose="02020603050405020304" pitchFamily="18" charset="0"/>
                        <a:ea typeface="楷体_GB2312" panose="02010609030101010101" pitchFamily="49" charset="-122"/>
                        <a:cs typeface="Times New Roman" panose="02020603050405020304"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kumimoji="1" sz="2800">
                          <a:solidFill>
                            <a:schemeClr val="tx1"/>
                          </a:solidFill>
                          <a:latin typeface="Calibri" panose="020F0502020204030204" pitchFamily="34" charset="0"/>
                          <a:ea typeface="宋体" panose="02010600030101010101" pitchFamily="2" charset="-122"/>
                          <a:cs typeface="华文新魏" panose="02010800040101010101" pitchFamily="2" charset="-122"/>
                        </a:defRPr>
                      </a:lvl1pPr>
                      <a:lvl2pPr marL="742950" indent="-285750">
                        <a:spcBef>
                          <a:spcPct val="20000"/>
                        </a:spcBef>
                        <a:buClr>
                          <a:schemeClr val="hlink"/>
                        </a:buClr>
                        <a:buSzPct val="55000"/>
                        <a:buFont typeface="Wingdings" panose="05000000000000000000" pitchFamily="2" charset="2"/>
                        <a:defRPr kumimoji="1" sz="2400">
                          <a:solidFill>
                            <a:schemeClr val="tx1"/>
                          </a:solidFill>
                          <a:latin typeface="Calibri" panose="020F0502020204030204" pitchFamily="34" charset="0"/>
                          <a:ea typeface="宋体" panose="02010600030101010101" pitchFamily="2" charset="-122"/>
                          <a:cs typeface="华文新魏" panose="02010800040101010101" pitchFamily="2" charset="-122"/>
                        </a:defRPr>
                      </a:lvl2pPr>
                      <a:lvl3pPr marL="1143000" indent="-228600">
                        <a:spcBef>
                          <a:spcPct val="20000"/>
                        </a:spcBef>
                        <a:buClr>
                          <a:schemeClr val="folHlink"/>
                        </a:buClr>
                        <a:buSzPct val="50000"/>
                        <a:buFont typeface="Wingdings" panose="05000000000000000000" pitchFamily="2" charset="2"/>
                        <a:defRPr kumimoji="1" sz="2000">
                          <a:solidFill>
                            <a:schemeClr val="tx1"/>
                          </a:solidFill>
                          <a:latin typeface="Calibri" panose="020F0502020204030204" pitchFamily="34" charset="0"/>
                          <a:ea typeface="宋体" panose="02010600030101010101" pitchFamily="2" charset="-122"/>
                          <a:cs typeface="华文新魏" panose="02010800040101010101" pitchFamily="2" charset="-122"/>
                        </a:defRPr>
                      </a:lvl3pPr>
                      <a:lvl4pPr marL="1600200" indent="-228600">
                        <a:spcBef>
                          <a:spcPct val="20000"/>
                        </a:spcBef>
                        <a:buClr>
                          <a:schemeClr val="accent2"/>
                        </a:buClr>
                        <a:buSzPct val="55000"/>
                        <a:buFont typeface="Wingdings" panose="05000000000000000000" pitchFamily="2" charset="2"/>
                        <a:defRPr kumimoji="1">
                          <a:solidFill>
                            <a:schemeClr val="tx1"/>
                          </a:solidFill>
                          <a:latin typeface="Calibri" panose="020F0502020204030204" pitchFamily="34" charset="0"/>
                          <a:ea typeface="宋体" panose="02010600030101010101" pitchFamily="2" charset="-122"/>
                          <a:cs typeface="华文新魏" panose="02010800040101010101" pitchFamily="2" charset="-122"/>
                        </a:defRPr>
                      </a:lvl4pPr>
                      <a:lvl5pPr marL="2057400" indent="-228600">
                        <a:spcBef>
                          <a:spcPct val="20000"/>
                        </a:spcBef>
                        <a:buClr>
                          <a:schemeClr val="accent1"/>
                        </a:buClr>
                        <a:buSzPct val="50000"/>
                        <a:buFont typeface="Wingdings" panose="05000000000000000000" pitchFamily="2" charset="2"/>
                        <a:defRPr kumimoji="1">
                          <a:solidFill>
                            <a:schemeClr val="tx1"/>
                          </a:solidFill>
                          <a:latin typeface="Calibri" panose="020F0502020204030204" pitchFamily="34" charset="0"/>
                          <a:ea typeface="宋体" panose="02010600030101010101" pitchFamily="2" charset="-122"/>
                          <a:cs typeface="华文新魏" panose="0201080004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kumimoji="1">
                          <a:solidFill>
                            <a:schemeClr val="tx1"/>
                          </a:solidFill>
                          <a:latin typeface="Calibri" panose="020F0502020204030204" pitchFamily="34" charset="0"/>
                          <a:ea typeface="宋体" panose="02010600030101010101" pitchFamily="2" charset="-122"/>
                          <a:cs typeface="华文新魏" panose="0201080004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kumimoji="1">
                          <a:solidFill>
                            <a:schemeClr val="tx1"/>
                          </a:solidFill>
                          <a:latin typeface="Calibri" panose="020F0502020204030204" pitchFamily="34" charset="0"/>
                          <a:ea typeface="宋体" panose="02010600030101010101" pitchFamily="2" charset="-122"/>
                          <a:cs typeface="华文新魏" panose="0201080004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kumimoji="1">
                          <a:solidFill>
                            <a:schemeClr val="tx1"/>
                          </a:solidFill>
                          <a:latin typeface="Calibri" panose="020F0502020204030204" pitchFamily="34" charset="0"/>
                          <a:ea typeface="宋体" panose="02010600030101010101" pitchFamily="2" charset="-122"/>
                          <a:cs typeface="华文新魏" panose="0201080004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kumimoji="1">
                          <a:solidFill>
                            <a:schemeClr val="tx1"/>
                          </a:solidFill>
                          <a:latin typeface="Calibri" panose="020F0502020204030204" pitchFamily="34" charset="0"/>
                          <a:ea typeface="宋体" panose="02010600030101010101" pitchFamily="2" charset="-122"/>
                          <a:cs typeface="华文新魏" panose="0201080004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0" lang="en-US" altLang="zh-CN" sz="1900" b="1" i="1" u="none" strike="noStrike" cap="none" normalizeH="0" baseline="0">
                          <a:ln>
                            <a:noFill/>
                          </a:ln>
                          <a:solidFill>
                            <a:schemeClr val="tx1"/>
                          </a:solidFill>
                          <a:effectLst/>
                          <a:latin typeface="Times New Roman" panose="02020603050405020304" pitchFamily="18" charset="0"/>
                          <a:ea typeface="楷体_GB2312" panose="02010609030101010101" pitchFamily="49" charset="-122"/>
                          <a:cs typeface="Times New Roman" panose="02020603050405020304" pitchFamily="18" charset="0"/>
                        </a:rPr>
                        <a:t>x</a:t>
                      </a:r>
                      <a:r>
                        <a:rPr kumimoji="0" lang="en-US" altLang="zh-CN" sz="1900" b="1" i="0" u="none" strike="noStrike" cap="none" normalizeH="0" baseline="-25000">
                          <a:ln>
                            <a:noFill/>
                          </a:ln>
                          <a:solidFill>
                            <a:schemeClr val="tx1"/>
                          </a:solidFill>
                          <a:effectLst/>
                          <a:latin typeface="Times New Roman" panose="02020603050405020304" pitchFamily="18" charset="0"/>
                          <a:ea typeface="楷体_GB2312" panose="02010609030101010101" pitchFamily="49" charset="-122"/>
                          <a:cs typeface="Times New Roman" panose="02020603050405020304" pitchFamily="18" charset="0"/>
                        </a:rPr>
                        <a:t>13</a:t>
                      </a:r>
                      <a:endParaRPr kumimoji="0" lang="en-US" altLang="zh-CN" sz="1900" b="1" i="0" u="none" strike="noStrike" cap="none" normalizeH="0" baseline="-25000">
                        <a:ln>
                          <a:noFill/>
                        </a:ln>
                        <a:solidFill>
                          <a:schemeClr val="tx1"/>
                        </a:solidFill>
                        <a:effectLst/>
                        <a:latin typeface="Times New Roman" panose="02020603050405020304" pitchFamily="18" charset="0"/>
                        <a:ea typeface="楷体_GB2312" panose="02010609030101010101" pitchFamily="49" charset="-122"/>
                        <a:cs typeface="Times New Roman" panose="02020603050405020304"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kumimoji="1" sz="2800">
                          <a:solidFill>
                            <a:schemeClr val="tx1"/>
                          </a:solidFill>
                          <a:latin typeface="Calibri" panose="020F0502020204030204" pitchFamily="34" charset="0"/>
                          <a:ea typeface="宋体" panose="02010600030101010101" pitchFamily="2" charset="-122"/>
                          <a:cs typeface="华文新魏" panose="02010800040101010101" pitchFamily="2" charset="-122"/>
                        </a:defRPr>
                      </a:lvl1pPr>
                      <a:lvl2pPr marL="742950" indent="-285750">
                        <a:spcBef>
                          <a:spcPct val="20000"/>
                        </a:spcBef>
                        <a:buClr>
                          <a:schemeClr val="hlink"/>
                        </a:buClr>
                        <a:buSzPct val="55000"/>
                        <a:buFont typeface="Wingdings" panose="05000000000000000000" pitchFamily="2" charset="2"/>
                        <a:defRPr kumimoji="1" sz="2400">
                          <a:solidFill>
                            <a:schemeClr val="tx1"/>
                          </a:solidFill>
                          <a:latin typeface="Calibri" panose="020F0502020204030204" pitchFamily="34" charset="0"/>
                          <a:ea typeface="宋体" panose="02010600030101010101" pitchFamily="2" charset="-122"/>
                          <a:cs typeface="华文新魏" panose="02010800040101010101" pitchFamily="2" charset="-122"/>
                        </a:defRPr>
                      </a:lvl2pPr>
                      <a:lvl3pPr marL="1143000" indent="-228600">
                        <a:spcBef>
                          <a:spcPct val="20000"/>
                        </a:spcBef>
                        <a:buClr>
                          <a:schemeClr val="folHlink"/>
                        </a:buClr>
                        <a:buSzPct val="50000"/>
                        <a:buFont typeface="Wingdings" panose="05000000000000000000" pitchFamily="2" charset="2"/>
                        <a:defRPr kumimoji="1" sz="2000">
                          <a:solidFill>
                            <a:schemeClr val="tx1"/>
                          </a:solidFill>
                          <a:latin typeface="Calibri" panose="020F0502020204030204" pitchFamily="34" charset="0"/>
                          <a:ea typeface="宋体" panose="02010600030101010101" pitchFamily="2" charset="-122"/>
                          <a:cs typeface="华文新魏" panose="02010800040101010101" pitchFamily="2" charset="-122"/>
                        </a:defRPr>
                      </a:lvl3pPr>
                      <a:lvl4pPr marL="1600200" indent="-228600">
                        <a:spcBef>
                          <a:spcPct val="20000"/>
                        </a:spcBef>
                        <a:buClr>
                          <a:schemeClr val="accent2"/>
                        </a:buClr>
                        <a:buSzPct val="55000"/>
                        <a:buFont typeface="Wingdings" panose="05000000000000000000" pitchFamily="2" charset="2"/>
                        <a:defRPr kumimoji="1">
                          <a:solidFill>
                            <a:schemeClr val="tx1"/>
                          </a:solidFill>
                          <a:latin typeface="Calibri" panose="020F0502020204030204" pitchFamily="34" charset="0"/>
                          <a:ea typeface="宋体" panose="02010600030101010101" pitchFamily="2" charset="-122"/>
                          <a:cs typeface="华文新魏" panose="02010800040101010101" pitchFamily="2" charset="-122"/>
                        </a:defRPr>
                      </a:lvl4pPr>
                      <a:lvl5pPr marL="2057400" indent="-228600">
                        <a:spcBef>
                          <a:spcPct val="20000"/>
                        </a:spcBef>
                        <a:buClr>
                          <a:schemeClr val="accent1"/>
                        </a:buClr>
                        <a:buSzPct val="50000"/>
                        <a:buFont typeface="Wingdings" panose="05000000000000000000" pitchFamily="2" charset="2"/>
                        <a:defRPr kumimoji="1">
                          <a:solidFill>
                            <a:schemeClr val="tx1"/>
                          </a:solidFill>
                          <a:latin typeface="Calibri" panose="020F0502020204030204" pitchFamily="34" charset="0"/>
                          <a:ea typeface="宋体" panose="02010600030101010101" pitchFamily="2" charset="-122"/>
                          <a:cs typeface="华文新魏" panose="0201080004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kumimoji="1">
                          <a:solidFill>
                            <a:schemeClr val="tx1"/>
                          </a:solidFill>
                          <a:latin typeface="Calibri" panose="020F0502020204030204" pitchFamily="34" charset="0"/>
                          <a:ea typeface="宋体" panose="02010600030101010101" pitchFamily="2" charset="-122"/>
                          <a:cs typeface="华文新魏" panose="0201080004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kumimoji="1">
                          <a:solidFill>
                            <a:schemeClr val="tx1"/>
                          </a:solidFill>
                          <a:latin typeface="Calibri" panose="020F0502020204030204" pitchFamily="34" charset="0"/>
                          <a:ea typeface="宋体" panose="02010600030101010101" pitchFamily="2" charset="-122"/>
                          <a:cs typeface="华文新魏" panose="0201080004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kumimoji="1">
                          <a:solidFill>
                            <a:schemeClr val="tx1"/>
                          </a:solidFill>
                          <a:latin typeface="Calibri" panose="020F0502020204030204" pitchFamily="34" charset="0"/>
                          <a:ea typeface="宋体" panose="02010600030101010101" pitchFamily="2" charset="-122"/>
                          <a:cs typeface="华文新魏" panose="0201080004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kumimoji="1">
                          <a:solidFill>
                            <a:schemeClr val="tx1"/>
                          </a:solidFill>
                          <a:latin typeface="Calibri" panose="020F0502020204030204" pitchFamily="34" charset="0"/>
                          <a:ea typeface="宋体" panose="02010600030101010101" pitchFamily="2" charset="-122"/>
                          <a:cs typeface="华文新魏" panose="0201080004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0" lang="en-US" altLang="zh-CN" sz="1900" b="1" i="1" u="none" strike="noStrike" cap="none" normalizeH="0" baseline="0">
                          <a:ln>
                            <a:noFill/>
                          </a:ln>
                          <a:solidFill>
                            <a:schemeClr val="tx1"/>
                          </a:solidFill>
                          <a:effectLst/>
                          <a:latin typeface="Times New Roman" panose="02020603050405020304" pitchFamily="18" charset="0"/>
                          <a:ea typeface="楷体_GB2312" panose="02010609030101010101" pitchFamily="49" charset="-122"/>
                          <a:cs typeface="Times New Roman" panose="02020603050405020304" pitchFamily="18" charset="0"/>
                        </a:rPr>
                        <a:t>x</a:t>
                      </a:r>
                      <a:r>
                        <a:rPr kumimoji="0" lang="en-US" altLang="zh-CN" sz="1900" b="1" i="0" u="none" strike="noStrike" cap="none" normalizeH="0" baseline="-25000">
                          <a:ln>
                            <a:noFill/>
                          </a:ln>
                          <a:solidFill>
                            <a:schemeClr val="tx1"/>
                          </a:solidFill>
                          <a:effectLst/>
                          <a:latin typeface="Times New Roman" panose="02020603050405020304" pitchFamily="18" charset="0"/>
                          <a:ea typeface="楷体_GB2312" panose="02010609030101010101" pitchFamily="49" charset="-122"/>
                          <a:cs typeface="Times New Roman" panose="02020603050405020304" pitchFamily="18" charset="0"/>
                        </a:rPr>
                        <a:t>14</a:t>
                      </a:r>
                      <a:endParaRPr kumimoji="0" lang="en-US" altLang="zh-CN" sz="1900" b="1" i="0" u="none" strike="noStrike" cap="none" normalizeH="0" baseline="-25000">
                        <a:ln>
                          <a:noFill/>
                        </a:ln>
                        <a:solidFill>
                          <a:schemeClr val="tx1"/>
                        </a:solidFill>
                        <a:effectLst/>
                        <a:latin typeface="Times New Roman" panose="02020603050405020304" pitchFamily="18" charset="0"/>
                        <a:ea typeface="楷体_GB2312" panose="02010609030101010101" pitchFamily="49" charset="-122"/>
                        <a:cs typeface="Times New Roman" panose="02020603050405020304"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kumimoji="1" sz="2800">
                          <a:solidFill>
                            <a:schemeClr val="tx1"/>
                          </a:solidFill>
                          <a:latin typeface="Calibri" panose="020F0502020204030204" pitchFamily="34" charset="0"/>
                          <a:ea typeface="宋体" panose="02010600030101010101" pitchFamily="2" charset="-122"/>
                          <a:cs typeface="华文新魏" panose="02010800040101010101" pitchFamily="2" charset="-122"/>
                        </a:defRPr>
                      </a:lvl1pPr>
                      <a:lvl2pPr marL="742950" indent="-285750">
                        <a:spcBef>
                          <a:spcPct val="20000"/>
                        </a:spcBef>
                        <a:buClr>
                          <a:schemeClr val="hlink"/>
                        </a:buClr>
                        <a:buSzPct val="55000"/>
                        <a:buFont typeface="Wingdings" panose="05000000000000000000" pitchFamily="2" charset="2"/>
                        <a:defRPr kumimoji="1" sz="2400">
                          <a:solidFill>
                            <a:schemeClr val="tx1"/>
                          </a:solidFill>
                          <a:latin typeface="Calibri" panose="020F0502020204030204" pitchFamily="34" charset="0"/>
                          <a:ea typeface="宋体" panose="02010600030101010101" pitchFamily="2" charset="-122"/>
                          <a:cs typeface="华文新魏" panose="02010800040101010101" pitchFamily="2" charset="-122"/>
                        </a:defRPr>
                      </a:lvl2pPr>
                      <a:lvl3pPr marL="1143000" indent="-228600">
                        <a:spcBef>
                          <a:spcPct val="20000"/>
                        </a:spcBef>
                        <a:buClr>
                          <a:schemeClr val="folHlink"/>
                        </a:buClr>
                        <a:buSzPct val="50000"/>
                        <a:buFont typeface="Wingdings" panose="05000000000000000000" pitchFamily="2" charset="2"/>
                        <a:defRPr kumimoji="1" sz="2000">
                          <a:solidFill>
                            <a:schemeClr val="tx1"/>
                          </a:solidFill>
                          <a:latin typeface="Calibri" panose="020F0502020204030204" pitchFamily="34" charset="0"/>
                          <a:ea typeface="宋体" panose="02010600030101010101" pitchFamily="2" charset="-122"/>
                          <a:cs typeface="华文新魏" panose="02010800040101010101" pitchFamily="2" charset="-122"/>
                        </a:defRPr>
                      </a:lvl3pPr>
                      <a:lvl4pPr marL="1600200" indent="-228600">
                        <a:spcBef>
                          <a:spcPct val="20000"/>
                        </a:spcBef>
                        <a:buClr>
                          <a:schemeClr val="accent2"/>
                        </a:buClr>
                        <a:buSzPct val="55000"/>
                        <a:buFont typeface="Wingdings" panose="05000000000000000000" pitchFamily="2" charset="2"/>
                        <a:defRPr kumimoji="1">
                          <a:solidFill>
                            <a:schemeClr val="tx1"/>
                          </a:solidFill>
                          <a:latin typeface="Calibri" panose="020F0502020204030204" pitchFamily="34" charset="0"/>
                          <a:ea typeface="宋体" panose="02010600030101010101" pitchFamily="2" charset="-122"/>
                          <a:cs typeface="华文新魏" panose="02010800040101010101" pitchFamily="2" charset="-122"/>
                        </a:defRPr>
                      </a:lvl4pPr>
                      <a:lvl5pPr marL="2057400" indent="-228600">
                        <a:spcBef>
                          <a:spcPct val="20000"/>
                        </a:spcBef>
                        <a:buClr>
                          <a:schemeClr val="accent1"/>
                        </a:buClr>
                        <a:buSzPct val="50000"/>
                        <a:buFont typeface="Wingdings" panose="05000000000000000000" pitchFamily="2" charset="2"/>
                        <a:defRPr kumimoji="1">
                          <a:solidFill>
                            <a:schemeClr val="tx1"/>
                          </a:solidFill>
                          <a:latin typeface="Calibri" panose="020F0502020204030204" pitchFamily="34" charset="0"/>
                          <a:ea typeface="宋体" panose="02010600030101010101" pitchFamily="2" charset="-122"/>
                          <a:cs typeface="华文新魏" panose="0201080004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kumimoji="1">
                          <a:solidFill>
                            <a:schemeClr val="tx1"/>
                          </a:solidFill>
                          <a:latin typeface="Calibri" panose="020F0502020204030204" pitchFamily="34" charset="0"/>
                          <a:ea typeface="宋体" panose="02010600030101010101" pitchFamily="2" charset="-122"/>
                          <a:cs typeface="华文新魏" panose="0201080004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kumimoji="1">
                          <a:solidFill>
                            <a:schemeClr val="tx1"/>
                          </a:solidFill>
                          <a:latin typeface="Calibri" panose="020F0502020204030204" pitchFamily="34" charset="0"/>
                          <a:ea typeface="宋体" panose="02010600030101010101" pitchFamily="2" charset="-122"/>
                          <a:cs typeface="华文新魏" panose="0201080004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kumimoji="1">
                          <a:solidFill>
                            <a:schemeClr val="tx1"/>
                          </a:solidFill>
                          <a:latin typeface="Calibri" panose="020F0502020204030204" pitchFamily="34" charset="0"/>
                          <a:ea typeface="宋体" panose="02010600030101010101" pitchFamily="2" charset="-122"/>
                          <a:cs typeface="华文新魏" panose="0201080004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kumimoji="1">
                          <a:solidFill>
                            <a:schemeClr val="tx1"/>
                          </a:solidFill>
                          <a:latin typeface="Calibri" panose="020F0502020204030204" pitchFamily="34" charset="0"/>
                          <a:ea typeface="宋体" panose="02010600030101010101" pitchFamily="2" charset="-122"/>
                          <a:cs typeface="华文新魏" panose="0201080004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0" lang="en-US" altLang="zh-CN" sz="1900" b="1" i="1" u="none" strike="noStrike" cap="none" normalizeH="0" baseline="0">
                          <a:ln>
                            <a:noFill/>
                          </a:ln>
                          <a:solidFill>
                            <a:schemeClr val="tx1"/>
                          </a:solidFill>
                          <a:effectLst/>
                          <a:latin typeface="Times New Roman" panose="02020603050405020304" pitchFamily="18" charset="0"/>
                          <a:ea typeface="楷体_GB2312" panose="02010609030101010101" pitchFamily="49" charset="-122"/>
                          <a:cs typeface="Times New Roman" panose="02020603050405020304" pitchFamily="18" charset="0"/>
                        </a:rPr>
                        <a:t>x</a:t>
                      </a:r>
                      <a:r>
                        <a:rPr kumimoji="0" lang="en-US" altLang="zh-CN" sz="1900" b="1" i="0" u="none" strike="noStrike" cap="none" normalizeH="0" baseline="-25000">
                          <a:ln>
                            <a:noFill/>
                          </a:ln>
                          <a:solidFill>
                            <a:schemeClr val="tx1"/>
                          </a:solidFill>
                          <a:effectLst/>
                          <a:latin typeface="Times New Roman" panose="02020603050405020304" pitchFamily="18" charset="0"/>
                          <a:ea typeface="楷体_GB2312" panose="02010609030101010101" pitchFamily="49" charset="-122"/>
                          <a:cs typeface="Times New Roman" panose="02020603050405020304" pitchFamily="18" charset="0"/>
                        </a:rPr>
                        <a:t>15</a:t>
                      </a:r>
                      <a:endParaRPr kumimoji="0" lang="en-US" altLang="zh-CN" sz="1900" b="1" i="0" u="none" strike="noStrike" cap="none" normalizeH="0" baseline="-25000">
                        <a:ln>
                          <a:noFill/>
                        </a:ln>
                        <a:solidFill>
                          <a:schemeClr val="tx1"/>
                        </a:solidFill>
                        <a:effectLst/>
                        <a:latin typeface="Times New Roman" panose="02020603050405020304" pitchFamily="18" charset="0"/>
                        <a:ea typeface="楷体_GB2312" panose="02010609030101010101" pitchFamily="49" charset="-122"/>
                        <a:cs typeface="Times New Roman" panose="02020603050405020304"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kumimoji="1" sz="2800">
                          <a:solidFill>
                            <a:schemeClr val="tx1"/>
                          </a:solidFill>
                          <a:latin typeface="Calibri" panose="020F0502020204030204" pitchFamily="34" charset="0"/>
                          <a:ea typeface="宋体" panose="02010600030101010101" pitchFamily="2" charset="-122"/>
                          <a:cs typeface="华文新魏" panose="02010800040101010101" pitchFamily="2" charset="-122"/>
                        </a:defRPr>
                      </a:lvl1pPr>
                      <a:lvl2pPr marL="742950" indent="-285750">
                        <a:spcBef>
                          <a:spcPct val="20000"/>
                        </a:spcBef>
                        <a:buClr>
                          <a:schemeClr val="hlink"/>
                        </a:buClr>
                        <a:buSzPct val="55000"/>
                        <a:buFont typeface="Wingdings" panose="05000000000000000000" pitchFamily="2" charset="2"/>
                        <a:defRPr kumimoji="1" sz="2400">
                          <a:solidFill>
                            <a:schemeClr val="tx1"/>
                          </a:solidFill>
                          <a:latin typeface="Calibri" panose="020F0502020204030204" pitchFamily="34" charset="0"/>
                          <a:ea typeface="宋体" panose="02010600030101010101" pitchFamily="2" charset="-122"/>
                          <a:cs typeface="华文新魏" panose="02010800040101010101" pitchFamily="2" charset="-122"/>
                        </a:defRPr>
                      </a:lvl2pPr>
                      <a:lvl3pPr marL="1143000" indent="-228600">
                        <a:spcBef>
                          <a:spcPct val="20000"/>
                        </a:spcBef>
                        <a:buClr>
                          <a:schemeClr val="folHlink"/>
                        </a:buClr>
                        <a:buSzPct val="50000"/>
                        <a:buFont typeface="Wingdings" panose="05000000000000000000" pitchFamily="2" charset="2"/>
                        <a:defRPr kumimoji="1" sz="2000">
                          <a:solidFill>
                            <a:schemeClr val="tx1"/>
                          </a:solidFill>
                          <a:latin typeface="Calibri" panose="020F0502020204030204" pitchFamily="34" charset="0"/>
                          <a:ea typeface="宋体" panose="02010600030101010101" pitchFamily="2" charset="-122"/>
                          <a:cs typeface="华文新魏" panose="02010800040101010101" pitchFamily="2" charset="-122"/>
                        </a:defRPr>
                      </a:lvl3pPr>
                      <a:lvl4pPr marL="1600200" indent="-228600">
                        <a:spcBef>
                          <a:spcPct val="20000"/>
                        </a:spcBef>
                        <a:buClr>
                          <a:schemeClr val="accent2"/>
                        </a:buClr>
                        <a:buSzPct val="55000"/>
                        <a:buFont typeface="Wingdings" panose="05000000000000000000" pitchFamily="2" charset="2"/>
                        <a:defRPr kumimoji="1">
                          <a:solidFill>
                            <a:schemeClr val="tx1"/>
                          </a:solidFill>
                          <a:latin typeface="Calibri" panose="020F0502020204030204" pitchFamily="34" charset="0"/>
                          <a:ea typeface="宋体" panose="02010600030101010101" pitchFamily="2" charset="-122"/>
                          <a:cs typeface="华文新魏" panose="02010800040101010101" pitchFamily="2" charset="-122"/>
                        </a:defRPr>
                      </a:lvl4pPr>
                      <a:lvl5pPr marL="2057400" indent="-228600">
                        <a:spcBef>
                          <a:spcPct val="20000"/>
                        </a:spcBef>
                        <a:buClr>
                          <a:schemeClr val="accent1"/>
                        </a:buClr>
                        <a:buSzPct val="50000"/>
                        <a:buFont typeface="Wingdings" panose="05000000000000000000" pitchFamily="2" charset="2"/>
                        <a:defRPr kumimoji="1">
                          <a:solidFill>
                            <a:schemeClr val="tx1"/>
                          </a:solidFill>
                          <a:latin typeface="Calibri" panose="020F0502020204030204" pitchFamily="34" charset="0"/>
                          <a:ea typeface="宋体" panose="02010600030101010101" pitchFamily="2" charset="-122"/>
                          <a:cs typeface="华文新魏" panose="0201080004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kumimoji="1">
                          <a:solidFill>
                            <a:schemeClr val="tx1"/>
                          </a:solidFill>
                          <a:latin typeface="Calibri" panose="020F0502020204030204" pitchFamily="34" charset="0"/>
                          <a:ea typeface="宋体" panose="02010600030101010101" pitchFamily="2" charset="-122"/>
                          <a:cs typeface="华文新魏" panose="0201080004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kumimoji="1">
                          <a:solidFill>
                            <a:schemeClr val="tx1"/>
                          </a:solidFill>
                          <a:latin typeface="Calibri" panose="020F0502020204030204" pitchFamily="34" charset="0"/>
                          <a:ea typeface="宋体" panose="02010600030101010101" pitchFamily="2" charset="-122"/>
                          <a:cs typeface="华文新魏" panose="0201080004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kumimoji="1">
                          <a:solidFill>
                            <a:schemeClr val="tx1"/>
                          </a:solidFill>
                          <a:latin typeface="Calibri" panose="020F0502020204030204" pitchFamily="34" charset="0"/>
                          <a:ea typeface="宋体" panose="02010600030101010101" pitchFamily="2" charset="-122"/>
                          <a:cs typeface="华文新魏" panose="0201080004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kumimoji="1">
                          <a:solidFill>
                            <a:schemeClr val="tx1"/>
                          </a:solidFill>
                          <a:latin typeface="Calibri" panose="020F0502020204030204" pitchFamily="34" charset="0"/>
                          <a:ea typeface="宋体" panose="02010600030101010101" pitchFamily="2" charset="-122"/>
                          <a:cs typeface="华文新魏" panose="0201080004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0" lang="en-US" altLang="zh-CN" sz="1900" b="1" i="1" u="none" strike="noStrike" cap="none" normalizeH="0" baseline="0">
                          <a:ln>
                            <a:noFill/>
                          </a:ln>
                          <a:solidFill>
                            <a:schemeClr val="tx1"/>
                          </a:solidFill>
                          <a:effectLst/>
                          <a:latin typeface="Times New Roman" panose="02020603050405020304" pitchFamily="18" charset="0"/>
                          <a:ea typeface="楷体_GB2312" panose="02010609030101010101" pitchFamily="49" charset="-122"/>
                          <a:cs typeface="Times New Roman" panose="02020603050405020304" pitchFamily="18" charset="0"/>
                        </a:rPr>
                        <a:t>x</a:t>
                      </a:r>
                      <a:r>
                        <a:rPr kumimoji="0" lang="en-US" altLang="zh-CN" sz="1900" b="1" i="0" u="none" strike="noStrike" cap="none" normalizeH="0" baseline="-25000">
                          <a:ln>
                            <a:noFill/>
                          </a:ln>
                          <a:solidFill>
                            <a:schemeClr val="tx1"/>
                          </a:solidFill>
                          <a:effectLst/>
                          <a:latin typeface="Times New Roman" panose="02020603050405020304" pitchFamily="18" charset="0"/>
                          <a:ea typeface="楷体_GB2312" panose="02010609030101010101" pitchFamily="49" charset="-122"/>
                          <a:cs typeface="Times New Roman" panose="02020603050405020304" pitchFamily="18" charset="0"/>
                        </a:rPr>
                        <a:t>16</a:t>
                      </a:r>
                      <a:endParaRPr kumimoji="0" lang="en-US" altLang="zh-CN" sz="1900" b="1" i="0" u="none" strike="noStrike" cap="none" normalizeH="0" baseline="-25000">
                        <a:ln>
                          <a:noFill/>
                        </a:ln>
                        <a:solidFill>
                          <a:schemeClr val="tx1"/>
                        </a:solidFill>
                        <a:effectLst/>
                        <a:latin typeface="Times New Roman" panose="02020603050405020304" pitchFamily="18" charset="0"/>
                        <a:ea typeface="楷体_GB2312" panose="02010609030101010101" pitchFamily="49" charset="-122"/>
                        <a:cs typeface="Times New Roman" panose="02020603050405020304"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kumimoji="1" sz="2800">
                          <a:solidFill>
                            <a:schemeClr val="tx1"/>
                          </a:solidFill>
                          <a:latin typeface="Calibri" panose="020F0502020204030204" pitchFamily="34" charset="0"/>
                          <a:ea typeface="宋体" panose="02010600030101010101" pitchFamily="2" charset="-122"/>
                          <a:cs typeface="华文新魏" panose="02010800040101010101" pitchFamily="2" charset="-122"/>
                        </a:defRPr>
                      </a:lvl1pPr>
                      <a:lvl2pPr marL="742950" indent="-285750">
                        <a:spcBef>
                          <a:spcPct val="20000"/>
                        </a:spcBef>
                        <a:buClr>
                          <a:schemeClr val="hlink"/>
                        </a:buClr>
                        <a:buSzPct val="55000"/>
                        <a:buFont typeface="Wingdings" panose="05000000000000000000" pitchFamily="2" charset="2"/>
                        <a:defRPr kumimoji="1" sz="2400">
                          <a:solidFill>
                            <a:schemeClr val="tx1"/>
                          </a:solidFill>
                          <a:latin typeface="Calibri" panose="020F0502020204030204" pitchFamily="34" charset="0"/>
                          <a:ea typeface="宋体" panose="02010600030101010101" pitchFamily="2" charset="-122"/>
                          <a:cs typeface="华文新魏" panose="02010800040101010101" pitchFamily="2" charset="-122"/>
                        </a:defRPr>
                      </a:lvl2pPr>
                      <a:lvl3pPr marL="1143000" indent="-228600">
                        <a:spcBef>
                          <a:spcPct val="20000"/>
                        </a:spcBef>
                        <a:buClr>
                          <a:schemeClr val="folHlink"/>
                        </a:buClr>
                        <a:buSzPct val="50000"/>
                        <a:buFont typeface="Wingdings" panose="05000000000000000000" pitchFamily="2" charset="2"/>
                        <a:defRPr kumimoji="1" sz="2000">
                          <a:solidFill>
                            <a:schemeClr val="tx1"/>
                          </a:solidFill>
                          <a:latin typeface="Calibri" panose="020F0502020204030204" pitchFamily="34" charset="0"/>
                          <a:ea typeface="宋体" panose="02010600030101010101" pitchFamily="2" charset="-122"/>
                          <a:cs typeface="华文新魏" panose="02010800040101010101" pitchFamily="2" charset="-122"/>
                        </a:defRPr>
                      </a:lvl3pPr>
                      <a:lvl4pPr marL="1600200" indent="-228600">
                        <a:spcBef>
                          <a:spcPct val="20000"/>
                        </a:spcBef>
                        <a:buClr>
                          <a:schemeClr val="accent2"/>
                        </a:buClr>
                        <a:buSzPct val="55000"/>
                        <a:buFont typeface="Wingdings" panose="05000000000000000000" pitchFamily="2" charset="2"/>
                        <a:defRPr kumimoji="1">
                          <a:solidFill>
                            <a:schemeClr val="tx1"/>
                          </a:solidFill>
                          <a:latin typeface="Calibri" panose="020F0502020204030204" pitchFamily="34" charset="0"/>
                          <a:ea typeface="宋体" panose="02010600030101010101" pitchFamily="2" charset="-122"/>
                          <a:cs typeface="华文新魏" panose="02010800040101010101" pitchFamily="2" charset="-122"/>
                        </a:defRPr>
                      </a:lvl4pPr>
                      <a:lvl5pPr marL="2057400" indent="-228600">
                        <a:spcBef>
                          <a:spcPct val="20000"/>
                        </a:spcBef>
                        <a:buClr>
                          <a:schemeClr val="accent1"/>
                        </a:buClr>
                        <a:buSzPct val="50000"/>
                        <a:buFont typeface="Wingdings" panose="05000000000000000000" pitchFamily="2" charset="2"/>
                        <a:defRPr kumimoji="1">
                          <a:solidFill>
                            <a:schemeClr val="tx1"/>
                          </a:solidFill>
                          <a:latin typeface="Calibri" panose="020F0502020204030204" pitchFamily="34" charset="0"/>
                          <a:ea typeface="宋体" panose="02010600030101010101" pitchFamily="2" charset="-122"/>
                          <a:cs typeface="华文新魏" panose="0201080004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kumimoji="1">
                          <a:solidFill>
                            <a:schemeClr val="tx1"/>
                          </a:solidFill>
                          <a:latin typeface="Calibri" panose="020F0502020204030204" pitchFamily="34" charset="0"/>
                          <a:ea typeface="宋体" panose="02010600030101010101" pitchFamily="2" charset="-122"/>
                          <a:cs typeface="华文新魏" panose="0201080004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kumimoji="1">
                          <a:solidFill>
                            <a:schemeClr val="tx1"/>
                          </a:solidFill>
                          <a:latin typeface="Calibri" panose="020F0502020204030204" pitchFamily="34" charset="0"/>
                          <a:ea typeface="宋体" panose="02010600030101010101" pitchFamily="2" charset="-122"/>
                          <a:cs typeface="华文新魏" panose="0201080004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kumimoji="1">
                          <a:solidFill>
                            <a:schemeClr val="tx1"/>
                          </a:solidFill>
                          <a:latin typeface="Calibri" panose="020F0502020204030204" pitchFamily="34" charset="0"/>
                          <a:ea typeface="宋体" panose="02010600030101010101" pitchFamily="2" charset="-122"/>
                          <a:cs typeface="华文新魏" panose="0201080004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kumimoji="1">
                          <a:solidFill>
                            <a:schemeClr val="tx1"/>
                          </a:solidFill>
                          <a:latin typeface="Calibri" panose="020F0502020204030204" pitchFamily="34" charset="0"/>
                          <a:ea typeface="宋体" panose="02010600030101010101" pitchFamily="2" charset="-122"/>
                          <a:cs typeface="华文新魏" panose="0201080004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0" lang="en-US" altLang="zh-CN" sz="1900" b="1" i="1" u="none" strike="noStrike" cap="none" normalizeH="0" baseline="0">
                          <a:ln>
                            <a:noFill/>
                          </a:ln>
                          <a:solidFill>
                            <a:schemeClr val="tx1"/>
                          </a:solidFill>
                          <a:effectLst/>
                          <a:latin typeface="Times New Roman" panose="02020603050405020304" pitchFamily="18" charset="0"/>
                          <a:ea typeface="楷体_GB2312" panose="02010609030101010101" pitchFamily="49" charset="-122"/>
                          <a:cs typeface="Times New Roman" panose="02020603050405020304" pitchFamily="18" charset="0"/>
                        </a:rPr>
                        <a:t>x</a:t>
                      </a:r>
                      <a:r>
                        <a:rPr kumimoji="0" lang="en-US" altLang="zh-CN" sz="1900" b="1" i="0" u="none" strike="noStrike" cap="none" normalizeH="0" baseline="-25000">
                          <a:ln>
                            <a:noFill/>
                          </a:ln>
                          <a:solidFill>
                            <a:schemeClr val="tx1"/>
                          </a:solidFill>
                          <a:effectLst/>
                          <a:latin typeface="Times New Roman" panose="02020603050405020304" pitchFamily="18" charset="0"/>
                          <a:ea typeface="楷体_GB2312" panose="02010609030101010101" pitchFamily="49" charset="-122"/>
                          <a:cs typeface="Times New Roman" panose="02020603050405020304" pitchFamily="18" charset="0"/>
                        </a:rPr>
                        <a:t>17</a:t>
                      </a:r>
                      <a:endParaRPr kumimoji="0" lang="en-US" altLang="zh-CN" sz="1900" b="1" i="0" u="none" strike="noStrike" cap="none" normalizeH="0" baseline="-25000">
                        <a:ln>
                          <a:noFill/>
                        </a:ln>
                        <a:solidFill>
                          <a:schemeClr val="tx1"/>
                        </a:solidFill>
                        <a:effectLst/>
                        <a:latin typeface="Times New Roman" panose="02020603050405020304" pitchFamily="18" charset="0"/>
                        <a:ea typeface="楷体_GB2312" panose="02010609030101010101" pitchFamily="49" charset="-122"/>
                        <a:cs typeface="Times New Roman" panose="02020603050405020304"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kumimoji="1" sz="2800">
                          <a:solidFill>
                            <a:schemeClr val="tx1"/>
                          </a:solidFill>
                          <a:latin typeface="Calibri" panose="020F0502020204030204" pitchFamily="34" charset="0"/>
                          <a:ea typeface="宋体" panose="02010600030101010101" pitchFamily="2" charset="-122"/>
                          <a:cs typeface="华文新魏" panose="02010800040101010101" pitchFamily="2" charset="-122"/>
                        </a:defRPr>
                      </a:lvl1pPr>
                      <a:lvl2pPr marL="742950" indent="-285750">
                        <a:spcBef>
                          <a:spcPct val="20000"/>
                        </a:spcBef>
                        <a:buClr>
                          <a:schemeClr val="hlink"/>
                        </a:buClr>
                        <a:buSzPct val="55000"/>
                        <a:buFont typeface="Wingdings" panose="05000000000000000000" pitchFamily="2" charset="2"/>
                        <a:defRPr kumimoji="1" sz="2400">
                          <a:solidFill>
                            <a:schemeClr val="tx1"/>
                          </a:solidFill>
                          <a:latin typeface="Calibri" panose="020F0502020204030204" pitchFamily="34" charset="0"/>
                          <a:ea typeface="宋体" panose="02010600030101010101" pitchFamily="2" charset="-122"/>
                          <a:cs typeface="华文新魏" panose="02010800040101010101" pitchFamily="2" charset="-122"/>
                        </a:defRPr>
                      </a:lvl2pPr>
                      <a:lvl3pPr marL="1143000" indent="-228600">
                        <a:spcBef>
                          <a:spcPct val="20000"/>
                        </a:spcBef>
                        <a:buClr>
                          <a:schemeClr val="folHlink"/>
                        </a:buClr>
                        <a:buSzPct val="50000"/>
                        <a:buFont typeface="Wingdings" panose="05000000000000000000" pitchFamily="2" charset="2"/>
                        <a:defRPr kumimoji="1" sz="2000">
                          <a:solidFill>
                            <a:schemeClr val="tx1"/>
                          </a:solidFill>
                          <a:latin typeface="Calibri" panose="020F0502020204030204" pitchFamily="34" charset="0"/>
                          <a:ea typeface="宋体" panose="02010600030101010101" pitchFamily="2" charset="-122"/>
                          <a:cs typeface="华文新魏" panose="02010800040101010101" pitchFamily="2" charset="-122"/>
                        </a:defRPr>
                      </a:lvl3pPr>
                      <a:lvl4pPr marL="1600200" indent="-228600">
                        <a:spcBef>
                          <a:spcPct val="20000"/>
                        </a:spcBef>
                        <a:buClr>
                          <a:schemeClr val="accent2"/>
                        </a:buClr>
                        <a:buSzPct val="55000"/>
                        <a:buFont typeface="Wingdings" panose="05000000000000000000" pitchFamily="2" charset="2"/>
                        <a:defRPr kumimoji="1">
                          <a:solidFill>
                            <a:schemeClr val="tx1"/>
                          </a:solidFill>
                          <a:latin typeface="Calibri" panose="020F0502020204030204" pitchFamily="34" charset="0"/>
                          <a:ea typeface="宋体" panose="02010600030101010101" pitchFamily="2" charset="-122"/>
                          <a:cs typeface="华文新魏" panose="02010800040101010101" pitchFamily="2" charset="-122"/>
                        </a:defRPr>
                      </a:lvl4pPr>
                      <a:lvl5pPr marL="2057400" indent="-228600">
                        <a:spcBef>
                          <a:spcPct val="20000"/>
                        </a:spcBef>
                        <a:buClr>
                          <a:schemeClr val="accent1"/>
                        </a:buClr>
                        <a:buSzPct val="50000"/>
                        <a:buFont typeface="Wingdings" panose="05000000000000000000" pitchFamily="2" charset="2"/>
                        <a:defRPr kumimoji="1">
                          <a:solidFill>
                            <a:schemeClr val="tx1"/>
                          </a:solidFill>
                          <a:latin typeface="Calibri" panose="020F0502020204030204" pitchFamily="34" charset="0"/>
                          <a:ea typeface="宋体" panose="02010600030101010101" pitchFamily="2" charset="-122"/>
                          <a:cs typeface="华文新魏" panose="0201080004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kumimoji="1">
                          <a:solidFill>
                            <a:schemeClr val="tx1"/>
                          </a:solidFill>
                          <a:latin typeface="Calibri" panose="020F0502020204030204" pitchFamily="34" charset="0"/>
                          <a:ea typeface="宋体" panose="02010600030101010101" pitchFamily="2" charset="-122"/>
                          <a:cs typeface="华文新魏" panose="0201080004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kumimoji="1">
                          <a:solidFill>
                            <a:schemeClr val="tx1"/>
                          </a:solidFill>
                          <a:latin typeface="Calibri" panose="020F0502020204030204" pitchFamily="34" charset="0"/>
                          <a:ea typeface="宋体" panose="02010600030101010101" pitchFamily="2" charset="-122"/>
                          <a:cs typeface="华文新魏" panose="0201080004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kumimoji="1">
                          <a:solidFill>
                            <a:schemeClr val="tx1"/>
                          </a:solidFill>
                          <a:latin typeface="Calibri" panose="020F0502020204030204" pitchFamily="34" charset="0"/>
                          <a:ea typeface="宋体" panose="02010600030101010101" pitchFamily="2" charset="-122"/>
                          <a:cs typeface="华文新魏" panose="0201080004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kumimoji="1">
                          <a:solidFill>
                            <a:schemeClr val="tx1"/>
                          </a:solidFill>
                          <a:latin typeface="Calibri" panose="020F0502020204030204" pitchFamily="34" charset="0"/>
                          <a:ea typeface="宋体" panose="02010600030101010101" pitchFamily="2" charset="-122"/>
                          <a:cs typeface="华文新魏" panose="0201080004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0" lang="en-US" altLang="zh-CN" sz="1900" b="1" i="1" u="none" strike="noStrike" cap="none" normalizeH="0" baseline="0">
                          <a:ln>
                            <a:noFill/>
                          </a:ln>
                          <a:solidFill>
                            <a:schemeClr val="tx1"/>
                          </a:solidFill>
                          <a:effectLst/>
                          <a:latin typeface="Times New Roman" panose="02020603050405020304" pitchFamily="18" charset="0"/>
                          <a:ea typeface="楷体_GB2312" panose="02010609030101010101" pitchFamily="49" charset="-122"/>
                          <a:cs typeface="Times New Roman" panose="02020603050405020304" pitchFamily="18" charset="0"/>
                        </a:rPr>
                        <a:t>x</a:t>
                      </a:r>
                      <a:r>
                        <a:rPr kumimoji="0" lang="en-US" altLang="zh-CN" sz="1900" b="1" i="0" u="none" strike="noStrike" cap="none" normalizeH="0" baseline="-25000">
                          <a:ln>
                            <a:noFill/>
                          </a:ln>
                          <a:solidFill>
                            <a:schemeClr val="tx1"/>
                          </a:solidFill>
                          <a:effectLst/>
                          <a:latin typeface="Times New Roman" panose="02020603050405020304" pitchFamily="18" charset="0"/>
                          <a:ea typeface="楷体_GB2312" panose="02010609030101010101" pitchFamily="49" charset="-122"/>
                          <a:cs typeface="Times New Roman" panose="02020603050405020304" pitchFamily="18" charset="0"/>
                        </a:rPr>
                        <a:t>18</a:t>
                      </a:r>
                      <a:endParaRPr kumimoji="0" lang="en-US" altLang="zh-CN" sz="1900" b="1" i="0" u="none" strike="noStrike" cap="none" normalizeH="0" baseline="-25000">
                        <a:ln>
                          <a:noFill/>
                        </a:ln>
                        <a:solidFill>
                          <a:schemeClr val="tx1"/>
                        </a:solidFill>
                        <a:effectLst/>
                        <a:latin typeface="Times New Roman" panose="02020603050405020304" pitchFamily="18" charset="0"/>
                        <a:ea typeface="楷体_GB2312" panose="02010609030101010101" pitchFamily="49" charset="-122"/>
                        <a:cs typeface="Times New Roman" panose="02020603050405020304"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kumimoji="1" sz="2800">
                          <a:solidFill>
                            <a:schemeClr val="tx1"/>
                          </a:solidFill>
                          <a:latin typeface="Calibri" panose="020F0502020204030204" pitchFamily="34" charset="0"/>
                          <a:ea typeface="宋体" panose="02010600030101010101" pitchFamily="2" charset="-122"/>
                          <a:cs typeface="华文新魏" panose="02010800040101010101" pitchFamily="2" charset="-122"/>
                        </a:defRPr>
                      </a:lvl1pPr>
                      <a:lvl2pPr marL="742950" indent="-285750">
                        <a:spcBef>
                          <a:spcPct val="20000"/>
                        </a:spcBef>
                        <a:buClr>
                          <a:schemeClr val="hlink"/>
                        </a:buClr>
                        <a:buSzPct val="55000"/>
                        <a:buFont typeface="Wingdings" panose="05000000000000000000" pitchFamily="2" charset="2"/>
                        <a:defRPr kumimoji="1" sz="2400">
                          <a:solidFill>
                            <a:schemeClr val="tx1"/>
                          </a:solidFill>
                          <a:latin typeface="Calibri" panose="020F0502020204030204" pitchFamily="34" charset="0"/>
                          <a:ea typeface="宋体" panose="02010600030101010101" pitchFamily="2" charset="-122"/>
                          <a:cs typeface="华文新魏" panose="02010800040101010101" pitchFamily="2" charset="-122"/>
                        </a:defRPr>
                      </a:lvl2pPr>
                      <a:lvl3pPr marL="1143000" indent="-228600">
                        <a:spcBef>
                          <a:spcPct val="20000"/>
                        </a:spcBef>
                        <a:buClr>
                          <a:schemeClr val="folHlink"/>
                        </a:buClr>
                        <a:buSzPct val="50000"/>
                        <a:buFont typeface="Wingdings" panose="05000000000000000000" pitchFamily="2" charset="2"/>
                        <a:defRPr kumimoji="1" sz="2000">
                          <a:solidFill>
                            <a:schemeClr val="tx1"/>
                          </a:solidFill>
                          <a:latin typeface="Calibri" panose="020F0502020204030204" pitchFamily="34" charset="0"/>
                          <a:ea typeface="宋体" panose="02010600030101010101" pitchFamily="2" charset="-122"/>
                          <a:cs typeface="华文新魏" panose="02010800040101010101" pitchFamily="2" charset="-122"/>
                        </a:defRPr>
                      </a:lvl3pPr>
                      <a:lvl4pPr marL="1600200" indent="-228600">
                        <a:spcBef>
                          <a:spcPct val="20000"/>
                        </a:spcBef>
                        <a:buClr>
                          <a:schemeClr val="accent2"/>
                        </a:buClr>
                        <a:buSzPct val="55000"/>
                        <a:buFont typeface="Wingdings" panose="05000000000000000000" pitchFamily="2" charset="2"/>
                        <a:defRPr kumimoji="1">
                          <a:solidFill>
                            <a:schemeClr val="tx1"/>
                          </a:solidFill>
                          <a:latin typeface="Calibri" panose="020F0502020204030204" pitchFamily="34" charset="0"/>
                          <a:ea typeface="宋体" panose="02010600030101010101" pitchFamily="2" charset="-122"/>
                          <a:cs typeface="华文新魏" panose="02010800040101010101" pitchFamily="2" charset="-122"/>
                        </a:defRPr>
                      </a:lvl4pPr>
                      <a:lvl5pPr marL="2057400" indent="-228600">
                        <a:spcBef>
                          <a:spcPct val="20000"/>
                        </a:spcBef>
                        <a:buClr>
                          <a:schemeClr val="accent1"/>
                        </a:buClr>
                        <a:buSzPct val="50000"/>
                        <a:buFont typeface="Wingdings" panose="05000000000000000000" pitchFamily="2" charset="2"/>
                        <a:defRPr kumimoji="1">
                          <a:solidFill>
                            <a:schemeClr val="tx1"/>
                          </a:solidFill>
                          <a:latin typeface="Calibri" panose="020F0502020204030204" pitchFamily="34" charset="0"/>
                          <a:ea typeface="宋体" panose="02010600030101010101" pitchFamily="2" charset="-122"/>
                          <a:cs typeface="华文新魏" panose="0201080004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kumimoji="1">
                          <a:solidFill>
                            <a:schemeClr val="tx1"/>
                          </a:solidFill>
                          <a:latin typeface="Calibri" panose="020F0502020204030204" pitchFamily="34" charset="0"/>
                          <a:ea typeface="宋体" panose="02010600030101010101" pitchFamily="2" charset="-122"/>
                          <a:cs typeface="华文新魏" panose="0201080004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kumimoji="1">
                          <a:solidFill>
                            <a:schemeClr val="tx1"/>
                          </a:solidFill>
                          <a:latin typeface="Calibri" panose="020F0502020204030204" pitchFamily="34" charset="0"/>
                          <a:ea typeface="宋体" panose="02010600030101010101" pitchFamily="2" charset="-122"/>
                          <a:cs typeface="华文新魏" panose="0201080004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kumimoji="1">
                          <a:solidFill>
                            <a:schemeClr val="tx1"/>
                          </a:solidFill>
                          <a:latin typeface="Calibri" panose="020F0502020204030204" pitchFamily="34" charset="0"/>
                          <a:ea typeface="宋体" panose="02010600030101010101" pitchFamily="2" charset="-122"/>
                          <a:cs typeface="华文新魏" panose="0201080004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kumimoji="1">
                          <a:solidFill>
                            <a:schemeClr val="tx1"/>
                          </a:solidFill>
                          <a:latin typeface="Calibri" panose="020F0502020204030204" pitchFamily="34" charset="0"/>
                          <a:ea typeface="宋体" panose="02010600030101010101" pitchFamily="2" charset="-122"/>
                          <a:cs typeface="华文新魏" panose="0201080004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0" lang="en-US" altLang="zh-CN" sz="1900" b="1" i="1" u="none" strike="noStrike" cap="none" normalizeH="0" baseline="0">
                          <a:ln>
                            <a:noFill/>
                          </a:ln>
                          <a:solidFill>
                            <a:schemeClr val="tx1"/>
                          </a:solidFill>
                          <a:effectLst/>
                          <a:latin typeface="Times New Roman" panose="02020603050405020304" pitchFamily="18" charset="0"/>
                          <a:ea typeface="楷体_GB2312" panose="02010609030101010101" pitchFamily="49" charset="-122"/>
                          <a:cs typeface="Times New Roman" panose="02020603050405020304" pitchFamily="18" charset="0"/>
                        </a:rPr>
                        <a:t>x</a:t>
                      </a:r>
                      <a:r>
                        <a:rPr kumimoji="0" lang="en-US" altLang="zh-CN" sz="1900" b="1" i="0" u="none" strike="noStrike" cap="none" normalizeH="0" baseline="-25000">
                          <a:ln>
                            <a:noFill/>
                          </a:ln>
                          <a:solidFill>
                            <a:schemeClr val="tx1"/>
                          </a:solidFill>
                          <a:effectLst/>
                          <a:latin typeface="Times New Roman" panose="02020603050405020304" pitchFamily="18" charset="0"/>
                          <a:ea typeface="楷体_GB2312" panose="02010609030101010101" pitchFamily="49" charset="-122"/>
                          <a:cs typeface="Times New Roman" panose="02020603050405020304" pitchFamily="18" charset="0"/>
                        </a:rPr>
                        <a:t>19</a:t>
                      </a:r>
                      <a:endParaRPr kumimoji="0" lang="en-US" altLang="zh-CN" sz="1900" b="1" i="0" u="none" strike="noStrike" cap="none" normalizeH="0" baseline="-25000">
                        <a:ln>
                          <a:noFill/>
                        </a:ln>
                        <a:solidFill>
                          <a:schemeClr val="tx1"/>
                        </a:solidFill>
                        <a:effectLst/>
                        <a:latin typeface="Times New Roman" panose="02020603050405020304" pitchFamily="18" charset="0"/>
                        <a:ea typeface="楷体_GB2312" panose="02010609030101010101" pitchFamily="49" charset="-122"/>
                        <a:cs typeface="Times New Roman" panose="02020603050405020304"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kumimoji="1" sz="2800">
                          <a:solidFill>
                            <a:schemeClr val="tx1"/>
                          </a:solidFill>
                          <a:latin typeface="Calibri" panose="020F0502020204030204" pitchFamily="34" charset="0"/>
                          <a:ea typeface="宋体" panose="02010600030101010101" pitchFamily="2" charset="-122"/>
                          <a:cs typeface="华文新魏" panose="02010800040101010101" pitchFamily="2" charset="-122"/>
                        </a:defRPr>
                      </a:lvl1pPr>
                      <a:lvl2pPr marL="742950" indent="-285750">
                        <a:spcBef>
                          <a:spcPct val="20000"/>
                        </a:spcBef>
                        <a:buClr>
                          <a:schemeClr val="hlink"/>
                        </a:buClr>
                        <a:buSzPct val="55000"/>
                        <a:buFont typeface="Wingdings" panose="05000000000000000000" pitchFamily="2" charset="2"/>
                        <a:defRPr kumimoji="1" sz="2400">
                          <a:solidFill>
                            <a:schemeClr val="tx1"/>
                          </a:solidFill>
                          <a:latin typeface="Calibri" panose="020F0502020204030204" pitchFamily="34" charset="0"/>
                          <a:ea typeface="宋体" panose="02010600030101010101" pitchFamily="2" charset="-122"/>
                          <a:cs typeface="华文新魏" panose="02010800040101010101" pitchFamily="2" charset="-122"/>
                        </a:defRPr>
                      </a:lvl2pPr>
                      <a:lvl3pPr marL="1143000" indent="-228600">
                        <a:spcBef>
                          <a:spcPct val="20000"/>
                        </a:spcBef>
                        <a:buClr>
                          <a:schemeClr val="folHlink"/>
                        </a:buClr>
                        <a:buSzPct val="50000"/>
                        <a:buFont typeface="Wingdings" panose="05000000000000000000" pitchFamily="2" charset="2"/>
                        <a:defRPr kumimoji="1" sz="2000">
                          <a:solidFill>
                            <a:schemeClr val="tx1"/>
                          </a:solidFill>
                          <a:latin typeface="Calibri" panose="020F0502020204030204" pitchFamily="34" charset="0"/>
                          <a:ea typeface="宋体" panose="02010600030101010101" pitchFamily="2" charset="-122"/>
                          <a:cs typeface="华文新魏" panose="02010800040101010101" pitchFamily="2" charset="-122"/>
                        </a:defRPr>
                      </a:lvl3pPr>
                      <a:lvl4pPr marL="1600200" indent="-228600">
                        <a:spcBef>
                          <a:spcPct val="20000"/>
                        </a:spcBef>
                        <a:buClr>
                          <a:schemeClr val="accent2"/>
                        </a:buClr>
                        <a:buSzPct val="55000"/>
                        <a:buFont typeface="Wingdings" panose="05000000000000000000" pitchFamily="2" charset="2"/>
                        <a:defRPr kumimoji="1">
                          <a:solidFill>
                            <a:schemeClr val="tx1"/>
                          </a:solidFill>
                          <a:latin typeface="Calibri" panose="020F0502020204030204" pitchFamily="34" charset="0"/>
                          <a:ea typeface="宋体" panose="02010600030101010101" pitchFamily="2" charset="-122"/>
                          <a:cs typeface="华文新魏" panose="02010800040101010101" pitchFamily="2" charset="-122"/>
                        </a:defRPr>
                      </a:lvl4pPr>
                      <a:lvl5pPr marL="2057400" indent="-228600">
                        <a:spcBef>
                          <a:spcPct val="20000"/>
                        </a:spcBef>
                        <a:buClr>
                          <a:schemeClr val="accent1"/>
                        </a:buClr>
                        <a:buSzPct val="50000"/>
                        <a:buFont typeface="Wingdings" panose="05000000000000000000" pitchFamily="2" charset="2"/>
                        <a:defRPr kumimoji="1">
                          <a:solidFill>
                            <a:schemeClr val="tx1"/>
                          </a:solidFill>
                          <a:latin typeface="Calibri" panose="020F0502020204030204" pitchFamily="34" charset="0"/>
                          <a:ea typeface="宋体" panose="02010600030101010101" pitchFamily="2" charset="-122"/>
                          <a:cs typeface="华文新魏" panose="0201080004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kumimoji="1">
                          <a:solidFill>
                            <a:schemeClr val="tx1"/>
                          </a:solidFill>
                          <a:latin typeface="Calibri" panose="020F0502020204030204" pitchFamily="34" charset="0"/>
                          <a:ea typeface="宋体" panose="02010600030101010101" pitchFamily="2" charset="-122"/>
                          <a:cs typeface="华文新魏" panose="0201080004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kumimoji="1">
                          <a:solidFill>
                            <a:schemeClr val="tx1"/>
                          </a:solidFill>
                          <a:latin typeface="Calibri" panose="020F0502020204030204" pitchFamily="34" charset="0"/>
                          <a:ea typeface="宋体" panose="02010600030101010101" pitchFamily="2" charset="-122"/>
                          <a:cs typeface="华文新魏" panose="0201080004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kumimoji="1">
                          <a:solidFill>
                            <a:schemeClr val="tx1"/>
                          </a:solidFill>
                          <a:latin typeface="Calibri" panose="020F0502020204030204" pitchFamily="34" charset="0"/>
                          <a:ea typeface="宋体" panose="02010600030101010101" pitchFamily="2" charset="-122"/>
                          <a:cs typeface="华文新魏" panose="0201080004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kumimoji="1">
                          <a:solidFill>
                            <a:schemeClr val="tx1"/>
                          </a:solidFill>
                          <a:latin typeface="Calibri" panose="020F0502020204030204" pitchFamily="34" charset="0"/>
                          <a:ea typeface="宋体" panose="02010600030101010101" pitchFamily="2" charset="-122"/>
                          <a:cs typeface="华文新魏" panose="0201080004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0" lang="en-US" altLang="zh-CN" sz="1900" b="1" i="1" u="none" strike="noStrike" cap="none" normalizeH="0" baseline="0">
                          <a:ln>
                            <a:noFill/>
                          </a:ln>
                          <a:solidFill>
                            <a:schemeClr val="tx1"/>
                          </a:solidFill>
                          <a:effectLst/>
                          <a:latin typeface="Times New Roman" panose="02020603050405020304" pitchFamily="18" charset="0"/>
                          <a:ea typeface="楷体_GB2312" panose="02010609030101010101" pitchFamily="49" charset="-122"/>
                          <a:cs typeface="Times New Roman" panose="02020603050405020304" pitchFamily="18" charset="0"/>
                        </a:rPr>
                        <a:t>x</a:t>
                      </a:r>
                      <a:r>
                        <a:rPr kumimoji="0" lang="en-US" altLang="zh-CN" sz="1900" b="1" i="0" u="none" strike="noStrike" cap="none" normalizeH="0" baseline="-25000">
                          <a:ln>
                            <a:noFill/>
                          </a:ln>
                          <a:solidFill>
                            <a:schemeClr val="tx1"/>
                          </a:solidFill>
                          <a:effectLst/>
                          <a:latin typeface="Times New Roman" panose="02020603050405020304" pitchFamily="18" charset="0"/>
                          <a:ea typeface="楷体_GB2312" panose="02010609030101010101" pitchFamily="49" charset="-122"/>
                          <a:cs typeface="Times New Roman" panose="02020603050405020304" pitchFamily="18" charset="0"/>
                        </a:rPr>
                        <a:t>20</a:t>
                      </a:r>
                      <a:endParaRPr kumimoji="0" lang="en-US" altLang="zh-CN" sz="1900" b="1" i="0" u="none" strike="noStrike" cap="none" normalizeH="0" baseline="-25000">
                        <a:ln>
                          <a:noFill/>
                        </a:ln>
                        <a:solidFill>
                          <a:schemeClr val="tx1"/>
                        </a:solidFill>
                        <a:effectLst/>
                        <a:latin typeface="Times New Roman" panose="02020603050405020304" pitchFamily="18" charset="0"/>
                        <a:ea typeface="楷体_GB2312" panose="02010609030101010101" pitchFamily="49" charset="-122"/>
                        <a:cs typeface="Times New Roman" panose="02020603050405020304" pitchFamily="18"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549275">
                <a:tc>
                  <a:txBody>
                    <a:bodyPr/>
                    <a:lstStyle>
                      <a:lvl1pPr>
                        <a:spcBef>
                          <a:spcPct val="20000"/>
                        </a:spcBef>
                        <a:buClr>
                          <a:schemeClr val="folHlink"/>
                        </a:buClr>
                        <a:buSzPct val="60000"/>
                        <a:buFont typeface="Wingdings" panose="05000000000000000000" pitchFamily="2" charset="2"/>
                        <a:defRPr kumimoji="1" sz="2800">
                          <a:solidFill>
                            <a:schemeClr val="tx1"/>
                          </a:solidFill>
                          <a:latin typeface="Calibri" panose="020F0502020204030204" pitchFamily="34" charset="0"/>
                          <a:ea typeface="宋体" panose="02010600030101010101" pitchFamily="2" charset="-122"/>
                          <a:cs typeface="华文新魏" panose="02010800040101010101" pitchFamily="2" charset="-122"/>
                        </a:defRPr>
                      </a:lvl1pPr>
                      <a:lvl2pPr marL="742950" indent="-285750">
                        <a:spcBef>
                          <a:spcPct val="20000"/>
                        </a:spcBef>
                        <a:buClr>
                          <a:schemeClr val="hlink"/>
                        </a:buClr>
                        <a:buSzPct val="55000"/>
                        <a:buFont typeface="Wingdings" panose="05000000000000000000" pitchFamily="2" charset="2"/>
                        <a:defRPr kumimoji="1" sz="2400">
                          <a:solidFill>
                            <a:schemeClr val="tx1"/>
                          </a:solidFill>
                          <a:latin typeface="Calibri" panose="020F0502020204030204" pitchFamily="34" charset="0"/>
                          <a:ea typeface="宋体" panose="02010600030101010101" pitchFamily="2" charset="-122"/>
                          <a:cs typeface="华文新魏" panose="02010800040101010101" pitchFamily="2" charset="-122"/>
                        </a:defRPr>
                      </a:lvl2pPr>
                      <a:lvl3pPr marL="1143000" indent="-228600">
                        <a:spcBef>
                          <a:spcPct val="20000"/>
                        </a:spcBef>
                        <a:buClr>
                          <a:schemeClr val="folHlink"/>
                        </a:buClr>
                        <a:buSzPct val="50000"/>
                        <a:buFont typeface="Wingdings" panose="05000000000000000000" pitchFamily="2" charset="2"/>
                        <a:defRPr kumimoji="1" sz="2000">
                          <a:solidFill>
                            <a:schemeClr val="tx1"/>
                          </a:solidFill>
                          <a:latin typeface="Calibri" panose="020F0502020204030204" pitchFamily="34" charset="0"/>
                          <a:ea typeface="宋体" panose="02010600030101010101" pitchFamily="2" charset="-122"/>
                          <a:cs typeface="华文新魏" panose="02010800040101010101" pitchFamily="2" charset="-122"/>
                        </a:defRPr>
                      </a:lvl3pPr>
                      <a:lvl4pPr marL="1600200" indent="-228600">
                        <a:spcBef>
                          <a:spcPct val="20000"/>
                        </a:spcBef>
                        <a:buClr>
                          <a:schemeClr val="accent2"/>
                        </a:buClr>
                        <a:buSzPct val="55000"/>
                        <a:buFont typeface="Wingdings" panose="05000000000000000000" pitchFamily="2" charset="2"/>
                        <a:defRPr kumimoji="1">
                          <a:solidFill>
                            <a:schemeClr val="tx1"/>
                          </a:solidFill>
                          <a:latin typeface="Calibri" panose="020F0502020204030204" pitchFamily="34" charset="0"/>
                          <a:ea typeface="宋体" panose="02010600030101010101" pitchFamily="2" charset="-122"/>
                          <a:cs typeface="华文新魏" panose="02010800040101010101" pitchFamily="2" charset="-122"/>
                        </a:defRPr>
                      </a:lvl4pPr>
                      <a:lvl5pPr marL="2057400" indent="-228600">
                        <a:spcBef>
                          <a:spcPct val="20000"/>
                        </a:spcBef>
                        <a:buClr>
                          <a:schemeClr val="accent1"/>
                        </a:buClr>
                        <a:buSzPct val="50000"/>
                        <a:buFont typeface="Wingdings" panose="05000000000000000000" pitchFamily="2" charset="2"/>
                        <a:defRPr kumimoji="1">
                          <a:solidFill>
                            <a:schemeClr val="tx1"/>
                          </a:solidFill>
                          <a:latin typeface="Calibri" panose="020F0502020204030204" pitchFamily="34" charset="0"/>
                          <a:ea typeface="宋体" panose="02010600030101010101" pitchFamily="2" charset="-122"/>
                          <a:cs typeface="华文新魏" panose="0201080004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kumimoji="1">
                          <a:solidFill>
                            <a:schemeClr val="tx1"/>
                          </a:solidFill>
                          <a:latin typeface="Calibri" panose="020F0502020204030204" pitchFamily="34" charset="0"/>
                          <a:ea typeface="宋体" panose="02010600030101010101" pitchFamily="2" charset="-122"/>
                          <a:cs typeface="华文新魏" panose="0201080004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kumimoji="1">
                          <a:solidFill>
                            <a:schemeClr val="tx1"/>
                          </a:solidFill>
                          <a:latin typeface="Calibri" panose="020F0502020204030204" pitchFamily="34" charset="0"/>
                          <a:ea typeface="宋体" panose="02010600030101010101" pitchFamily="2" charset="-122"/>
                          <a:cs typeface="华文新魏" panose="0201080004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kumimoji="1">
                          <a:solidFill>
                            <a:schemeClr val="tx1"/>
                          </a:solidFill>
                          <a:latin typeface="Calibri" panose="020F0502020204030204" pitchFamily="34" charset="0"/>
                          <a:ea typeface="宋体" panose="02010600030101010101" pitchFamily="2" charset="-122"/>
                          <a:cs typeface="华文新魏" panose="0201080004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kumimoji="1">
                          <a:solidFill>
                            <a:schemeClr val="tx1"/>
                          </a:solidFill>
                          <a:latin typeface="Calibri" panose="020F0502020204030204" pitchFamily="34" charset="0"/>
                          <a:ea typeface="宋体" panose="02010600030101010101" pitchFamily="2" charset="-122"/>
                          <a:cs typeface="华文新魏" panose="0201080004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0" lang="en-US" altLang="zh-CN" sz="1900" b="1" i="0" u="none" strike="noStrike" cap="none" normalizeH="0" baseline="0">
                          <a:ln>
                            <a:noFill/>
                          </a:ln>
                          <a:solidFill>
                            <a:schemeClr val="tx1"/>
                          </a:solidFill>
                          <a:effectLst/>
                          <a:latin typeface="楷体_GB2312" panose="02010609030101010101" pitchFamily="49" charset="-122"/>
                          <a:ea typeface="楷体_GB2312" panose="02010609030101010101" pitchFamily="49" charset="-122"/>
                          <a:cs typeface="华文新魏" panose="02010800040101010101" pitchFamily="2" charset="-122"/>
                        </a:rPr>
                        <a:t>8</a:t>
                      </a:r>
                      <a:endParaRPr kumimoji="0" lang="en-US" altLang="zh-CN" sz="1900" b="1" i="0" u="none" strike="noStrike" cap="none" normalizeH="0" baseline="0">
                        <a:ln>
                          <a:noFill/>
                        </a:ln>
                        <a:solidFill>
                          <a:schemeClr val="tx1"/>
                        </a:solidFill>
                        <a:effectLst/>
                        <a:latin typeface="楷体_GB2312" panose="02010609030101010101" pitchFamily="49" charset="-122"/>
                        <a:ea typeface="楷体_GB2312" panose="02010609030101010101" pitchFamily="49" charset="-122"/>
                        <a:cs typeface="华文新魏" panose="0201080004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kumimoji="1" sz="2800">
                          <a:solidFill>
                            <a:schemeClr val="tx1"/>
                          </a:solidFill>
                          <a:latin typeface="Calibri" panose="020F0502020204030204" pitchFamily="34" charset="0"/>
                          <a:ea typeface="宋体" panose="02010600030101010101" pitchFamily="2" charset="-122"/>
                          <a:cs typeface="华文新魏" panose="02010800040101010101" pitchFamily="2" charset="-122"/>
                        </a:defRPr>
                      </a:lvl1pPr>
                      <a:lvl2pPr marL="742950" indent="-285750">
                        <a:spcBef>
                          <a:spcPct val="20000"/>
                        </a:spcBef>
                        <a:buClr>
                          <a:schemeClr val="hlink"/>
                        </a:buClr>
                        <a:buSzPct val="55000"/>
                        <a:buFont typeface="Wingdings" panose="05000000000000000000" pitchFamily="2" charset="2"/>
                        <a:defRPr kumimoji="1" sz="2400">
                          <a:solidFill>
                            <a:schemeClr val="tx1"/>
                          </a:solidFill>
                          <a:latin typeface="Calibri" panose="020F0502020204030204" pitchFamily="34" charset="0"/>
                          <a:ea typeface="宋体" panose="02010600030101010101" pitchFamily="2" charset="-122"/>
                          <a:cs typeface="华文新魏" panose="02010800040101010101" pitchFamily="2" charset="-122"/>
                        </a:defRPr>
                      </a:lvl2pPr>
                      <a:lvl3pPr marL="1143000" indent="-228600">
                        <a:spcBef>
                          <a:spcPct val="20000"/>
                        </a:spcBef>
                        <a:buClr>
                          <a:schemeClr val="folHlink"/>
                        </a:buClr>
                        <a:buSzPct val="50000"/>
                        <a:buFont typeface="Wingdings" panose="05000000000000000000" pitchFamily="2" charset="2"/>
                        <a:defRPr kumimoji="1" sz="2000">
                          <a:solidFill>
                            <a:schemeClr val="tx1"/>
                          </a:solidFill>
                          <a:latin typeface="Calibri" panose="020F0502020204030204" pitchFamily="34" charset="0"/>
                          <a:ea typeface="宋体" panose="02010600030101010101" pitchFamily="2" charset="-122"/>
                          <a:cs typeface="华文新魏" panose="02010800040101010101" pitchFamily="2" charset="-122"/>
                        </a:defRPr>
                      </a:lvl3pPr>
                      <a:lvl4pPr marL="1600200" indent="-228600">
                        <a:spcBef>
                          <a:spcPct val="20000"/>
                        </a:spcBef>
                        <a:buClr>
                          <a:schemeClr val="accent2"/>
                        </a:buClr>
                        <a:buSzPct val="55000"/>
                        <a:buFont typeface="Wingdings" panose="05000000000000000000" pitchFamily="2" charset="2"/>
                        <a:defRPr kumimoji="1">
                          <a:solidFill>
                            <a:schemeClr val="tx1"/>
                          </a:solidFill>
                          <a:latin typeface="Calibri" panose="020F0502020204030204" pitchFamily="34" charset="0"/>
                          <a:ea typeface="宋体" panose="02010600030101010101" pitchFamily="2" charset="-122"/>
                          <a:cs typeface="华文新魏" panose="02010800040101010101" pitchFamily="2" charset="-122"/>
                        </a:defRPr>
                      </a:lvl4pPr>
                      <a:lvl5pPr marL="2057400" indent="-228600">
                        <a:spcBef>
                          <a:spcPct val="20000"/>
                        </a:spcBef>
                        <a:buClr>
                          <a:schemeClr val="accent1"/>
                        </a:buClr>
                        <a:buSzPct val="50000"/>
                        <a:buFont typeface="Wingdings" panose="05000000000000000000" pitchFamily="2" charset="2"/>
                        <a:defRPr kumimoji="1">
                          <a:solidFill>
                            <a:schemeClr val="tx1"/>
                          </a:solidFill>
                          <a:latin typeface="Calibri" panose="020F0502020204030204" pitchFamily="34" charset="0"/>
                          <a:ea typeface="宋体" panose="02010600030101010101" pitchFamily="2" charset="-122"/>
                          <a:cs typeface="华文新魏" panose="0201080004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kumimoji="1">
                          <a:solidFill>
                            <a:schemeClr val="tx1"/>
                          </a:solidFill>
                          <a:latin typeface="Calibri" panose="020F0502020204030204" pitchFamily="34" charset="0"/>
                          <a:ea typeface="宋体" panose="02010600030101010101" pitchFamily="2" charset="-122"/>
                          <a:cs typeface="华文新魏" panose="0201080004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kumimoji="1">
                          <a:solidFill>
                            <a:schemeClr val="tx1"/>
                          </a:solidFill>
                          <a:latin typeface="Calibri" panose="020F0502020204030204" pitchFamily="34" charset="0"/>
                          <a:ea typeface="宋体" panose="02010600030101010101" pitchFamily="2" charset="-122"/>
                          <a:cs typeface="华文新魏" panose="0201080004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kumimoji="1">
                          <a:solidFill>
                            <a:schemeClr val="tx1"/>
                          </a:solidFill>
                          <a:latin typeface="Calibri" panose="020F0502020204030204" pitchFamily="34" charset="0"/>
                          <a:ea typeface="宋体" panose="02010600030101010101" pitchFamily="2" charset="-122"/>
                          <a:cs typeface="华文新魏" panose="0201080004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kumimoji="1">
                          <a:solidFill>
                            <a:schemeClr val="tx1"/>
                          </a:solidFill>
                          <a:latin typeface="Calibri" panose="020F0502020204030204" pitchFamily="34" charset="0"/>
                          <a:ea typeface="宋体" panose="02010600030101010101" pitchFamily="2" charset="-122"/>
                          <a:cs typeface="华文新魏" panose="0201080004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0" lang="en-US" altLang="zh-CN" sz="1900" b="1" i="0" u="none" strike="noStrike" cap="none" normalizeH="0" baseline="0">
                          <a:ln>
                            <a:noFill/>
                          </a:ln>
                          <a:solidFill>
                            <a:schemeClr val="tx1"/>
                          </a:solidFill>
                          <a:effectLst/>
                          <a:latin typeface="楷体_GB2312" panose="02010609030101010101" pitchFamily="49" charset="-122"/>
                          <a:ea typeface="楷体_GB2312" panose="02010609030101010101" pitchFamily="49" charset="-122"/>
                          <a:cs typeface="华文新魏" panose="02010800040101010101" pitchFamily="2" charset="-122"/>
                        </a:rPr>
                        <a:t>6</a:t>
                      </a:r>
                      <a:endParaRPr kumimoji="0" lang="en-US" altLang="zh-CN" sz="1900" b="1" i="0" u="none" strike="noStrike" cap="none" normalizeH="0" baseline="0">
                        <a:ln>
                          <a:noFill/>
                        </a:ln>
                        <a:solidFill>
                          <a:schemeClr val="tx1"/>
                        </a:solidFill>
                        <a:effectLst/>
                        <a:latin typeface="楷体_GB2312" panose="02010609030101010101" pitchFamily="49" charset="-122"/>
                        <a:ea typeface="楷体_GB2312" panose="02010609030101010101" pitchFamily="49" charset="-122"/>
                        <a:cs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kumimoji="1" sz="2800">
                          <a:solidFill>
                            <a:schemeClr val="tx1"/>
                          </a:solidFill>
                          <a:latin typeface="Calibri" panose="020F0502020204030204" pitchFamily="34" charset="0"/>
                          <a:ea typeface="宋体" panose="02010600030101010101" pitchFamily="2" charset="-122"/>
                          <a:cs typeface="华文新魏" panose="02010800040101010101" pitchFamily="2" charset="-122"/>
                        </a:defRPr>
                      </a:lvl1pPr>
                      <a:lvl2pPr marL="742950" indent="-285750">
                        <a:spcBef>
                          <a:spcPct val="20000"/>
                        </a:spcBef>
                        <a:buClr>
                          <a:schemeClr val="hlink"/>
                        </a:buClr>
                        <a:buSzPct val="55000"/>
                        <a:buFont typeface="Wingdings" panose="05000000000000000000" pitchFamily="2" charset="2"/>
                        <a:defRPr kumimoji="1" sz="2400">
                          <a:solidFill>
                            <a:schemeClr val="tx1"/>
                          </a:solidFill>
                          <a:latin typeface="Calibri" panose="020F0502020204030204" pitchFamily="34" charset="0"/>
                          <a:ea typeface="宋体" panose="02010600030101010101" pitchFamily="2" charset="-122"/>
                          <a:cs typeface="华文新魏" panose="02010800040101010101" pitchFamily="2" charset="-122"/>
                        </a:defRPr>
                      </a:lvl2pPr>
                      <a:lvl3pPr marL="1143000" indent="-228600">
                        <a:spcBef>
                          <a:spcPct val="20000"/>
                        </a:spcBef>
                        <a:buClr>
                          <a:schemeClr val="folHlink"/>
                        </a:buClr>
                        <a:buSzPct val="50000"/>
                        <a:buFont typeface="Wingdings" panose="05000000000000000000" pitchFamily="2" charset="2"/>
                        <a:defRPr kumimoji="1" sz="2000">
                          <a:solidFill>
                            <a:schemeClr val="tx1"/>
                          </a:solidFill>
                          <a:latin typeface="Calibri" panose="020F0502020204030204" pitchFamily="34" charset="0"/>
                          <a:ea typeface="宋体" panose="02010600030101010101" pitchFamily="2" charset="-122"/>
                          <a:cs typeface="华文新魏" panose="02010800040101010101" pitchFamily="2" charset="-122"/>
                        </a:defRPr>
                      </a:lvl3pPr>
                      <a:lvl4pPr marL="1600200" indent="-228600">
                        <a:spcBef>
                          <a:spcPct val="20000"/>
                        </a:spcBef>
                        <a:buClr>
                          <a:schemeClr val="accent2"/>
                        </a:buClr>
                        <a:buSzPct val="55000"/>
                        <a:buFont typeface="Wingdings" panose="05000000000000000000" pitchFamily="2" charset="2"/>
                        <a:defRPr kumimoji="1">
                          <a:solidFill>
                            <a:schemeClr val="tx1"/>
                          </a:solidFill>
                          <a:latin typeface="Calibri" panose="020F0502020204030204" pitchFamily="34" charset="0"/>
                          <a:ea typeface="宋体" panose="02010600030101010101" pitchFamily="2" charset="-122"/>
                          <a:cs typeface="华文新魏" panose="02010800040101010101" pitchFamily="2" charset="-122"/>
                        </a:defRPr>
                      </a:lvl4pPr>
                      <a:lvl5pPr marL="2057400" indent="-228600">
                        <a:spcBef>
                          <a:spcPct val="20000"/>
                        </a:spcBef>
                        <a:buClr>
                          <a:schemeClr val="accent1"/>
                        </a:buClr>
                        <a:buSzPct val="50000"/>
                        <a:buFont typeface="Wingdings" panose="05000000000000000000" pitchFamily="2" charset="2"/>
                        <a:defRPr kumimoji="1">
                          <a:solidFill>
                            <a:schemeClr val="tx1"/>
                          </a:solidFill>
                          <a:latin typeface="Calibri" panose="020F0502020204030204" pitchFamily="34" charset="0"/>
                          <a:ea typeface="宋体" panose="02010600030101010101" pitchFamily="2" charset="-122"/>
                          <a:cs typeface="华文新魏" panose="0201080004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kumimoji="1">
                          <a:solidFill>
                            <a:schemeClr val="tx1"/>
                          </a:solidFill>
                          <a:latin typeface="Calibri" panose="020F0502020204030204" pitchFamily="34" charset="0"/>
                          <a:ea typeface="宋体" panose="02010600030101010101" pitchFamily="2" charset="-122"/>
                          <a:cs typeface="华文新魏" panose="0201080004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kumimoji="1">
                          <a:solidFill>
                            <a:schemeClr val="tx1"/>
                          </a:solidFill>
                          <a:latin typeface="Calibri" panose="020F0502020204030204" pitchFamily="34" charset="0"/>
                          <a:ea typeface="宋体" panose="02010600030101010101" pitchFamily="2" charset="-122"/>
                          <a:cs typeface="华文新魏" panose="0201080004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kumimoji="1">
                          <a:solidFill>
                            <a:schemeClr val="tx1"/>
                          </a:solidFill>
                          <a:latin typeface="Calibri" panose="020F0502020204030204" pitchFamily="34" charset="0"/>
                          <a:ea typeface="宋体" panose="02010600030101010101" pitchFamily="2" charset="-122"/>
                          <a:cs typeface="华文新魏" panose="0201080004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kumimoji="1">
                          <a:solidFill>
                            <a:schemeClr val="tx1"/>
                          </a:solidFill>
                          <a:latin typeface="Calibri" panose="020F0502020204030204" pitchFamily="34" charset="0"/>
                          <a:ea typeface="宋体" panose="02010600030101010101" pitchFamily="2" charset="-122"/>
                          <a:cs typeface="华文新魏" panose="0201080004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0" lang="en-US" altLang="zh-CN" sz="1900" b="1" i="0" u="none" strike="noStrike" cap="none" normalizeH="0" baseline="0">
                          <a:ln>
                            <a:noFill/>
                          </a:ln>
                          <a:solidFill>
                            <a:schemeClr val="tx1"/>
                          </a:solidFill>
                          <a:effectLst/>
                          <a:latin typeface="楷体_GB2312" panose="02010609030101010101" pitchFamily="49" charset="-122"/>
                          <a:ea typeface="楷体_GB2312" panose="02010609030101010101" pitchFamily="49" charset="-122"/>
                          <a:cs typeface="华文新魏" panose="02010800040101010101" pitchFamily="2" charset="-122"/>
                        </a:rPr>
                        <a:t>7</a:t>
                      </a:r>
                      <a:endParaRPr kumimoji="0" lang="en-US" altLang="zh-CN" sz="1900" b="1" i="0" u="none" strike="noStrike" cap="none" normalizeH="0" baseline="0">
                        <a:ln>
                          <a:noFill/>
                        </a:ln>
                        <a:solidFill>
                          <a:schemeClr val="tx1"/>
                        </a:solidFill>
                        <a:effectLst/>
                        <a:latin typeface="楷体_GB2312" panose="02010609030101010101" pitchFamily="49" charset="-122"/>
                        <a:ea typeface="楷体_GB2312" panose="02010609030101010101" pitchFamily="49" charset="-122"/>
                        <a:cs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kumimoji="1" sz="2800">
                          <a:solidFill>
                            <a:schemeClr val="tx1"/>
                          </a:solidFill>
                          <a:latin typeface="Calibri" panose="020F0502020204030204" pitchFamily="34" charset="0"/>
                          <a:ea typeface="宋体" panose="02010600030101010101" pitchFamily="2" charset="-122"/>
                          <a:cs typeface="华文新魏" panose="02010800040101010101" pitchFamily="2" charset="-122"/>
                        </a:defRPr>
                      </a:lvl1pPr>
                      <a:lvl2pPr marL="742950" indent="-285750">
                        <a:spcBef>
                          <a:spcPct val="20000"/>
                        </a:spcBef>
                        <a:buClr>
                          <a:schemeClr val="hlink"/>
                        </a:buClr>
                        <a:buSzPct val="55000"/>
                        <a:buFont typeface="Wingdings" panose="05000000000000000000" pitchFamily="2" charset="2"/>
                        <a:defRPr kumimoji="1" sz="2400">
                          <a:solidFill>
                            <a:schemeClr val="tx1"/>
                          </a:solidFill>
                          <a:latin typeface="Calibri" panose="020F0502020204030204" pitchFamily="34" charset="0"/>
                          <a:ea typeface="宋体" panose="02010600030101010101" pitchFamily="2" charset="-122"/>
                          <a:cs typeface="华文新魏" panose="02010800040101010101" pitchFamily="2" charset="-122"/>
                        </a:defRPr>
                      </a:lvl2pPr>
                      <a:lvl3pPr marL="1143000" indent="-228600">
                        <a:spcBef>
                          <a:spcPct val="20000"/>
                        </a:spcBef>
                        <a:buClr>
                          <a:schemeClr val="folHlink"/>
                        </a:buClr>
                        <a:buSzPct val="50000"/>
                        <a:buFont typeface="Wingdings" panose="05000000000000000000" pitchFamily="2" charset="2"/>
                        <a:defRPr kumimoji="1" sz="2000">
                          <a:solidFill>
                            <a:schemeClr val="tx1"/>
                          </a:solidFill>
                          <a:latin typeface="Calibri" panose="020F0502020204030204" pitchFamily="34" charset="0"/>
                          <a:ea typeface="宋体" panose="02010600030101010101" pitchFamily="2" charset="-122"/>
                          <a:cs typeface="华文新魏" panose="02010800040101010101" pitchFamily="2" charset="-122"/>
                        </a:defRPr>
                      </a:lvl3pPr>
                      <a:lvl4pPr marL="1600200" indent="-228600">
                        <a:spcBef>
                          <a:spcPct val="20000"/>
                        </a:spcBef>
                        <a:buClr>
                          <a:schemeClr val="accent2"/>
                        </a:buClr>
                        <a:buSzPct val="55000"/>
                        <a:buFont typeface="Wingdings" panose="05000000000000000000" pitchFamily="2" charset="2"/>
                        <a:defRPr kumimoji="1">
                          <a:solidFill>
                            <a:schemeClr val="tx1"/>
                          </a:solidFill>
                          <a:latin typeface="Calibri" panose="020F0502020204030204" pitchFamily="34" charset="0"/>
                          <a:ea typeface="宋体" panose="02010600030101010101" pitchFamily="2" charset="-122"/>
                          <a:cs typeface="华文新魏" panose="02010800040101010101" pitchFamily="2" charset="-122"/>
                        </a:defRPr>
                      </a:lvl4pPr>
                      <a:lvl5pPr marL="2057400" indent="-228600">
                        <a:spcBef>
                          <a:spcPct val="20000"/>
                        </a:spcBef>
                        <a:buClr>
                          <a:schemeClr val="accent1"/>
                        </a:buClr>
                        <a:buSzPct val="50000"/>
                        <a:buFont typeface="Wingdings" panose="05000000000000000000" pitchFamily="2" charset="2"/>
                        <a:defRPr kumimoji="1">
                          <a:solidFill>
                            <a:schemeClr val="tx1"/>
                          </a:solidFill>
                          <a:latin typeface="Calibri" panose="020F0502020204030204" pitchFamily="34" charset="0"/>
                          <a:ea typeface="宋体" panose="02010600030101010101" pitchFamily="2" charset="-122"/>
                          <a:cs typeface="华文新魏" panose="0201080004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kumimoji="1">
                          <a:solidFill>
                            <a:schemeClr val="tx1"/>
                          </a:solidFill>
                          <a:latin typeface="Calibri" panose="020F0502020204030204" pitchFamily="34" charset="0"/>
                          <a:ea typeface="宋体" panose="02010600030101010101" pitchFamily="2" charset="-122"/>
                          <a:cs typeface="华文新魏" panose="0201080004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kumimoji="1">
                          <a:solidFill>
                            <a:schemeClr val="tx1"/>
                          </a:solidFill>
                          <a:latin typeface="Calibri" panose="020F0502020204030204" pitchFamily="34" charset="0"/>
                          <a:ea typeface="宋体" panose="02010600030101010101" pitchFamily="2" charset="-122"/>
                          <a:cs typeface="华文新魏" panose="0201080004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kumimoji="1">
                          <a:solidFill>
                            <a:schemeClr val="tx1"/>
                          </a:solidFill>
                          <a:latin typeface="Calibri" panose="020F0502020204030204" pitchFamily="34" charset="0"/>
                          <a:ea typeface="宋体" panose="02010600030101010101" pitchFamily="2" charset="-122"/>
                          <a:cs typeface="华文新魏" panose="0201080004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kumimoji="1">
                          <a:solidFill>
                            <a:schemeClr val="tx1"/>
                          </a:solidFill>
                          <a:latin typeface="Calibri" panose="020F0502020204030204" pitchFamily="34" charset="0"/>
                          <a:ea typeface="宋体" panose="02010600030101010101" pitchFamily="2" charset="-122"/>
                          <a:cs typeface="华文新魏" panose="0201080004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0" lang="en-US" altLang="zh-CN" sz="1900" b="1" i="0" u="none" strike="noStrike" cap="none" normalizeH="0" baseline="0">
                          <a:ln>
                            <a:noFill/>
                          </a:ln>
                          <a:solidFill>
                            <a:schemeClr val="tx1"/>
                          </a:solidFill>
                          <a:effectLst/>
                          <a:latin typeface="楷体_GB2312" panose="02010609030101010101" pitchFamily="49" charset="-122"/>
                          <a:ea typeface="楷体_GB2312" panose="02010609030101010101" pitchFamily="49" charset="-122"/>
                          <a:cs typeface="华文新魏" panose="02010800040101010101" pitchFamily="2" charset="-122"/>
                        </a:rPr>
                        <a:t>8</a:t>
                      </a:r>
                      <a:endParaRPr kumimoji="0" lang="en-US" altLang="zh-CN" sz="1900" b="1" i="0" u="none" strike="noStrike" cap="none" normalizeH="0" baseline="0">
                        <a:ln>
                          <a:noFill/>
                        </a:ln>
                        <a:solidFill>
                          <a:schemeClr val="tx1"/>
                        </a:solidFill>
                        <a:effectLst/>
                        <a:latin typeface="楷体_GB2312" panose="02010609030101010101" pitchFamily="49" charset="-122"/>
                        <a:ea typeface="楷体_GB2312" panose="02010609030101010101" pitchFamily="49" charset="-122"/>
                        <a:cs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kumimoji="1" sz="2800">
                          <a:solidFill>
                            <a:schemeClr val="tx1"/>
                          </a:solidFill>
                          <a:latin typeface="Calibri" panose="020F0502020204030204" pitchFamily="34" charset="0"/>
                          <a:ea typeface="宋体" panose="02010600030101010101" pitchFamily="2" charset="-122"/>
                          <a:cs typeface="华文新魏" panose="02010800040101010101" pitchFamily="2" charset="-122"/>
                        </a:defRPr>
                      </a:lvl1pPr>
                      <a:lvl2pPr marL="742950" indent="-285750">
                        <a:spcBef>
                          <a:spcPct val="20000"/>
                        </a:spcBef>
                        <a:buClr>
                          <a:schemeClr val="hlink"/>
                        </a:buClr>
                        <a:buSzPct val="55000"/>
                        <a:buFont typeface="Wingdings" panose="05000000000000000000" pitchFamily="2" charset="2"/>
                        <a:defRPr kumimoji="1" sz="2400">
                          <a:solidFill>
                            <a:schemeClr val="tx1"/>
                          </a:solidFill>
                          <a:latin typeface="Calibri" panose="020F0502020204030204" pitchFamily="34" charset="0"/>
                          <a:ea typeface="宋体" panose="02010600030101010101" pitchFamily="2" charset="-122"/>
                          <a:cs typeface="华文新魏" panose="02010800040101010101" pitchFamily="2" charset="-122"/>
                        </a:defRPr>
                      </a:lvl2pPr>
                      <a:lvl3pPr marL="1143000" indent="-228600">
                        <a:spcBef>
                          <a:spcPct val="20000"/>
                        </a:spcBef>
                        <a:buClr>
                          <a:schemeClr val="folHlink"/>
                        </a:buClr>
                        <a:buSzPct val="50000"/>
                        <a:buFont typeface="Wingdings" panose="05000000000000000000" pitchFamily="2" charset="2"/>
                        <a:defRPr kumimoji="1" sz="2000">
                          <a:solidFill>
                            <a:schemeClr val="tx1"/>
                          </a:solidFill>
                          <a:latin typeface="Calibri" panose="020F0502020204030204" pitchFamily="34" charset="0"/>
                          <a:ea typeface="宋体" panose="02010600030101010101" pitchFamily="2" charset="-122"/>
                          <a:cs typeface="华文新魏" panose="02010800040101010101" pitchFamily="2" charset="-122"/>
                        </a:defRPr>
                      </a:lvl3pPr>
                      <a:lvl4pPr marL="1600200" indent="-228600">
                        <a:spcBef>
                          <a:spcPct val="20000"/>
                        </a:spcBef>
                        <a:buClr>
                          <a:schemeClr val="accent2"/>
                        </a:buClr>
                        <a:buSzPct val="55000"/>
                        <a:buFont typeface="Wingdings" panose="05000000000000000000" pitchFamily="2" charset="2"/>
                        <a:defRPr kumimoji="1">
                          <a:solidFill>
                            <a:schemeClr val="tx1"/>
                          </a:solidFill>
                          <a:latin typeface="Calibri" panose="020F0502020204030204" pitchFamily="34" charset="0"/>
                          <a:ea typeface="宋体" panose="02010600030101010101" pitchFamily="2" charset="-122"/>
                          <a:cs typeface="华文新魏" panose="02010800040101010101" pitchFamily="2" charset="-122"/>
                        </a:defRPr>
                      </a:lvl4pPr>
                      <a:lvl5pPr marL="2057400" indent="-228600">
                        <a:spcBef>
                          <a:spcPct val="20000"/>
                        </a:spcBef>
                        <a:buClr>
                          <a:schemeClr val="accent1"/>
                        </a:buClr>
                        <a:buSzPct val="50000"/>
                        <a:buFont typeface="Wingdings" panose="05000000000000000000" pitchFamily="2" charset="2"/>
                        <a:defRPr kumimoji="1">
                          <a:solidFill>
                            <a:schemeClr val="tx1"/>
                          </a:solidFill>
                          <a:latin typeface="Calibri" panose="020F0502020204030204" pitchFamily="34" charset="0"/>
                          <a:ea typeface="宋体" panose="02010600030101010101" pitchFamily="2" charset="-122"/>
                          <a:cs typeface="华文新魏" panose="0201080004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kumimoji="1">
                          <a:solidFill>
                            <a:schemeClr val="tx1"/>
                          </a:solidFill>
                          <a:latin typeface="Calibri" panose="020F0502020204030204" pitchFamily="34" charset="0"/>
                          <a:ea typeface="宋体" panose="02010600030101010101" pitchFamily="2" charset="-122"/>
                          <a:cs typeface="华文新魏" panose="0201080004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kumimoji="1">
                          <a:solidFill>
                            <a:schemeClr val="tx1"/>
                          </a:solidFill>
                          <a:latin typeface="Calibri" panose="020F0502020204030204" pitchFamily="34" charset="0"/>
                          <a:ea typeface="宋体" panose="02010600030101010101" pitchFamily="2" charset="-122"/>
                          <a:cs typeface="华文新魏" panose="0201080004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kumimoji="1">
                          <a:solidFill>
                            <a:schemeClr val="tx1"/>
                          </a:solidFill>
                          <a:latin typeface="Calibri" panose="020F0502020204030204" pitchFamily="34" charset="0"/>
                          <a:ea typeface="宋体" panose="02010600030101010101" pitchFamily="2" charset="-122"/>
                          <a:cs typeface="华文新魏" panose="0201080004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kumimoji="1">
                          <a:solidFill>
                            <a:schemeClr val="tx1"/>
                          </a:solidFill>
                          <a:latin typeface="Calibri" panose="020F0502020204030204" pitchFamily="34" charset="0"/>
                          <a:ea typeface="宋体" panose="02010600030101010101" pitchFamily="2" charset="-122"/>
                          <a:cs typeface="华文新魏" panose="0201080004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0" lang="en-US" altLang="zh-CN" sz="1900" b="1" i="0" u="none" strike="noStrike" cap="none" normalizeH="0" baseline="0">
                          <a:ln>
                            <a:noFill/>
                          </a:ln>
                          <a:solidFill>
                            <a:schemeClr val="tx1"/>
                          </a:solidFill>
                          <a:effectLst/>
                          <a:latin typeface="楷体_GB2312" panose="02010609030101010101" pitchFamily="49" charset="-122"/>
                          <a:ea typeface="楷体_GB2312" panose="02010609030101010101" pitchFamily="49" charset="-122"/>
                          <a:cs typeface="华文新魏" panose="02010800040101010101" pitchFamily="2" charset="-122"/>
                        </a:rPr>
                        <a:t>9</a:t>
                      </a:r>
                      <a:endParaRPr kumimoji="0" lang="en-US" altLang="zh-CN" sz="1900" b="1" i="0" u="none" strike="noStrike" cap="none" normalizeH="0" baseline="0">
                        <a:ln>
                          <a:noFill/>
                        </a:ln>
                        <a:solidFill>
                          <a:schemeClr val="tx1"/>
                        </a:solidFill>
                        <a:effectLst/>
                        <a:latin typeface="楷体_GB2312" panose="02010609030101010101" pitchFamily="49" charset="-122"/>
                        <a:ea typeface="楷体_GB2312" panose="02010609030101010101" pitchFamily="49" charset="-122"/>
                        <a:cs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kumimoji="1" sz="2800">
                          <a:solidFill>
                            <a:schemeClr val="tx1"/>
                          </a:solidFill>
                          <a:latin typeface="Calibri" panose="020F0502020204030204" pitchFamily="34" charset="0"/>
                          <a:ea typeface="宋体" panose="02010600030101010101" pitchFamily="2" charset="-122"/>
                          <a:cs typeface="华文新魏" panose="02010800040101010101" pitchFamily="2" charset="-122"/>
                        </a:defRPr>
                      </a:lvl1pPr>
                      <a:lvl2pPr marL="742950" indent="-285750">
                        <a:spcBef>
                          <a:spcPct val="20000"/>
                        </a:spcBef>
                        <a:buClr>
                          <a:schemeClr val="hlink"/>
                        </a:buClr>
                        <a:buSzPct val="55000"/>
                        <a:buFont typeface="Wingdings" panose="05000000000000000000" pitchFamily="2" charset="2"/>
                        <a:defRPr kumimoji="1" sz="2400">
                          <a:solidFill>
                            <a:schemeClr val="tx1"/>
                          </a:solidFill>
                          <a:latin typeface="Calibri" panose="020F0502020204030204" pitchFamily="34" charset="0"/>
                          <a:ea typeface="宋体" panose="02010600030101010101" pitchFamily="2" charset="-122"/>
                          <a:cs typeface="华文新魏" panose="02010800040101010101" pitchFamily="2" charset="-122"/>
                        </a:defRPr>
                      </a:lvl2pPr>
                      <a:lvl3pPr marL="1143000" indent="-228600">
                        <a:spcBef>
                          <a:spcPct val="20000"/>
                        </a:spcBef>
                        <a:buClr>
                          <a:schemeClr val="folHlink"/>
                        </a:buClr>
                        <a:buSzPct val="50000"/>
                        <a:buFont typeface="Wingdings" panose="05000000000000000000" pitchFamily="2" charset="2"/>
                        <a:defRPr kumimoji="1" sz="2000">
                          <a:solidFill>
                            <a:schemeClr val="tx1"/>
                          </a:solidFill>
                          <a:latin typeface="Calibri" panose="020F0502020204030204" pitchFamily="34" charset="0"/>
                          <a:ea typeface="宋体" panose="02010600030101010101" pitchFamily="2" charset="-122"/>
                          <a:cs typeface="华文新魏" panose="02010800040101010101" pitchFamily="2" charset="-122"/>
                        </a:defRPr>
                      </a:lvl3pPr>
                      <a:lvl4pPr marL="1600200" indent="-228600">
                        <a:spcBef>
                          <a:spcPct val="20000"/>
                        </a:spcBef>
                        <a:buClr>
                          <a:schemeClr val="accent2"/>
                        </a:buClr>
                        <a:buSzPct val="55000"/>
                        <a:buFont typeface="Wingdings" panose="05000000000000000000" pitchFamily="2" charset="2"/>
                        <a:defRPr kumimoji="1">
                          <a:solidFill>
                            <a:schemeClr val="tx1"/>
                          </a:solidFill>
                          <a:latin typeface="Calibri" panose="020F0502020204030204" pitchFamily="34" charset="0"/>
                          <a:ea typeface="宋体" panose="02010600030101010101" pitchFamily="2" charset="-122"/>
                          <a:cs typeface="华文新魏" panose="02010800040101010101" pitchFamily="2" charset="-122"/>
                        </a:defRPr>
                      </a:lvl4pPr>
                      <a:lvl5pPr marL="2057400" indent="-228600">
                        <a:spcBef>
                          <a:spcPct val="20000"/>
                        </a:spcBef>
                        <a:buClr>
                          <a:schemeClr val="accent1"/>
                        </a:buClr>
                        <a:buSzPct val="50000"/>
                        <a:buFont typeface="Wingdings" panose="05000000000000000000" pitchFamily="2" charset="2"/>
                        <a:defRPr kumimoji="1">
                          <a:solidFill>
                            <a:schemeClr val="tx1"/>
                          </a:solidFill>
                          <a:latin typeface="Calibri" panose="020F0502020204030204" pitchFamily="34" charset="0"/>
                          <a:ea typeface="宋体" panose="02010600030101010101" pitchFamily="2" charset="-122"/>
                          <a:cs typeface="华文新魏" panose="0201080004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kumimoji="1">
                          <a:solidFill>
                            <a:schemeClr val="tx1"/>
                          </a:solidFill>
                          <a:latin typeface="Calibri" panose="020F0502020204030204" pitchFamily="34" charset="0"/>
                          <a:ea typeface="宋体" panose="02010600030101010101" pitchFamily="2" charset="-122"/>
                          <a:cs typeface="华文新魏" panose="0201080004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kumimoji="1">
                          <a:solidFill>
                            <a:schemeClr val="tx1"/>
                          </a:solidFill>
                          <a:latin typeface="Calibri" panose="020F0502020204030204" pitchFamily="34" charset="0"/>
                          <a:ea typeface="宋体" panose="02010600030101010101" pitchFamily="2" charset="-122"/>
                          <a:cs typeface="华文新魏" panose="0201080004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kumimoji="1">
                          <a:solidFill>
                            <a:schemeClr val="tx1"/>
                          </a:solidFill>
                          <a:latin typeface="Calibri" panose="020F0502020204030204" pitchFamily="34" charset="0"/>
                          <a:ea typeface="宋体" panose="02010600030101010101" pitchFamily="2" charset="-122"/>
                          <a:cs typeface="华文新魏" panose="0201080004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kumimoji="1">
                          <a:solidFill>
                            <a:schemeClr val="tx1"/>
                          </a:solidFill>
                          <a:latin typeface="Calibri" panose="020F0502020204030204" pitchFamily="34" charset="0"/>
                          <a:ea typeface="宋体" panose="02010600030101010101" pitchFamily="2" charset="-122"/>
                          <a:cs typeface="华文新魏" panose="0201080004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0" lang="en-US" altLang="zh-CN" sz="1900" b="1" i="0" u="none" strike="noStrike" cap="none" normalizeH="0" baseline="0">
                          <a:ln>
                            <a:noFill/>
                          </a:ln>
                          <a:solidFill>
                            <a:schemeClr val="tx1"/>
                          </a:solidFill>
                          <a:effectLst/>
                          <a:latin typeface="楷体_GB2312" panose="02010609030101010101" pitchFamily="49" charset="-122"/>
                          <a:ea typeface="楷体_GB2312" panose="02010609030101010101" pitchFamily="49" charset="-122"/>
                          <a:cs typeface="华文新魏" panose="02010800040101010101" pitchFamily="2" charset="-122"/>
                        </a:rPr>
                        <a:t>7</a:t>
                      </a:r>
                      <a:endParaRPr kumimoji="0" lang="en-US" altLang="zh-CN" sz="1900" b="1" i="0" u="none" strike="noStrike" cap="none" normalizeH="0" baseline="0">
                        <a:ln>
                          <a:noFill/>
                        </a:ln>
                        <a:solidFill>
                          <a:schemeClr val="tx1"/>
                        </a:solidFill>
                        <a:effectLst/>
                        <a:latin typeface="楷体_GB2312" panose="02010609030101010101" pitchFamily="49" charset="-122"/>
                        <a:ea typeface="楷体_GB2312" panose="02010609030101010101" pitchFamily="49" charset="-122"/>
                        <a:cs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kumimoji="1" sz="2800">
                          <a:solidFill>
                            <a:schemeClr val="tx1"/>
                          </a:solidFill>
                          <a:latin typeface="Calibri" panose="020F0502020204030204" pitchFamily="34" charset="0"/>
                          <a:ea typeface="宋体" panose="02010600030101010101" pitchFamily="2" charset="-122"/>
                          <a:cs typeface="华文新魏" panose="02010800040101010101" pitchFamily="2" charset="-122"/>
                        </a:defRPr>
                      </a:lvl1pPr>
                      <a:lvl2pPr marL="742950" indent="-285750">
                        <a:spcBef>
                          <a:spcPct val="20000"/>
                        </a:spcBef>
                        <a:buClr>
                          <a:schemeClr val="hlink"/>
                        </a:buClr>
                        <a:buSzPct val="55000"/>
                        <a:buFont typeface="Wingdings" panose="05000000000000000000" pitchFamily="2" charset="2"/>
                        <a:defRPr kumimoji="1" sz="2400">
                          <a:solidFill>
                            <a:schemeClr val="tx1"/>
                          </a:solidFill>
                          <a:latin typeface="Calibri" panose="020F0502020204030204" pitchFamily="34" charset="0"/>
                          <a:ea typeface="宋体" panose="02010600030101010101" pitchFamily="2" charset="-122"/>
                          <a:cs typeface="华文新魏" panose="02010800040101010101" pitchFamily="2" charset="-122"/>
                        </a:defRPr>
                      </a:lvl2pPr>
                      <a:lvl3pPr marL="1143000" indent="-228600">
                        <a:spcBef>
                          <a:spcPct val="20000"/>
                        </a:spcBef>
                        <a:buClr>
                          <a:schemeClr val="folHlink"/>
                        </a:buClr>
                        <a:buSzPct val="50000"/>
                        <a:buFont typeface="Wingdings" panose="05000000000000000000" pitchFamily="2" charset="2"/>
                        <a:defRPr kumimoji="1" sz="2000">
                          <a:solidFill>
                            <a:schemeClr val="tx1"/>
                          </a:solidFill>
                          <a:latin typeface="Calibri" panose="020F0502020204030204" pitchFamily="34" charset="0"/>
                          <a:ea typeface="宋体" panose="02010600030101010101" pitchFamily="2" charset="-122"/>
                          <a:cs typeface="华文新魏" panose="02010800040101010101" pitchFamily="2" charset="-122"/>
                        </a:defRPr>
                      </a:lvl3pPr>
                      <a:lvl4pPr marL="1600200" indent="-228600">
                        <a:spcBef>
                          <a:spcPct val="20000"/>
                        </a:spcBef>
                        <a:buClr>
                          <a:schemeClr val="accent2"/>
                        </a:buClr>
                        <a:buSzPct val="55000"/>
                        <a:buFont typeface="Wingdings" panose="05000000000000000000" pitchFamily="2" charset="2"/>
                        <a:defRPr kumimoji="1">
                          <a:solidFill>
                            <a:schemeClr val="tx1"/>
                          </a:solidFill>
                          <a:latin typeface="Calibri" panose="020F0502020204030204" pitchFamily="34" charset="0"/>
                          <a:ea typeface="宋体" panose="02010600030101010101" pitchFamily="2" charset="-122"/>
                          <a:cs typeface="华文新魏" panose="02010800040101010101" pitchFamily="2" charset="-122"/>
                        </a:defRPr>
                      </a:lvl4pPr>
                      <a:lvl5pPr marL="2057400" indent="-228600">
                        <a:spcBef>
                          <a:spcPct val="20000"/>
                        </a:spcBef>
                        <a:buClr>
                          <a:schemeClr val="accent1"/>
                        </a:buClr>
                        <a:buSzPct val="50000"/>
                        <a:buFont typeface="Wingdings" panose="05000000000000000000" pitchFamily="2" charset="2"/>
                        <a:defRPr kumimoji="1">
                          <a:solidFill>
                            <a:schemeClr val="tx1"/>
                          </a:solidFill>
                          <a:latin typeface="Calibri" panose="020F0502020204030204" pitchFamily="34" charset="0"/>
                          <a:ea typeface="宋体" panose="02010600030101010101" pitchFamily="2" charset="-122"/>
                          <a:cs typeface="华文新魏" panose="0201080004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kumimoji="1">
                          <a:solidFill>
                            <a:schemeClr val="tx1"/>
                          </a:solidFill>
                          <a:latin typeface="Calibri" panose="020F0502020204030204" pitchFamily="34" charset="0"/>
                          <a:ea typeface="宋体" panose="02010600030101010101" pitchFamily="2" charset="-122"/>
                          <a:cs typeface="华文新魏" panose="0201080004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kumimoji="1">
                          <a:solidFill>
                            <a:schemeClr val="tx1"/>
                          </a:solidFill>
                          <a:latin typeface="Calibri" panose="020F0502020204030204" pitchFamily="34" charset="0"/>
                          <a:ea typeface="宋体" panose="02010600030101010101" pitchFamily="2" charset="-122"/>
                          <a:cs typeface="华文新魏" panose="0201080004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kumimoji="1">
                          <a:solidFill>
                            <a:schemeClr val="tx1"/>
                          </a:solidFill>
                          <a:latin typeface="Calibri" panose="020F0502020204030204" pitchFamily="34" charset="0"/>
                          <a:ea typeface="宋体" panose="02010600030101010101" pitchFamily="2" charset="-122"/>
                          <a:cs typeface="华文新魏" panose="0201080004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kumimoji="1">
                          <a:solidFill>
                            <a:schemeClr val="tx1"/>
                          </a:solidFill>
                          <a:latin typeface="Calibri" panose="020F0502020204030204" pitchFamily="34" charset="0"/>
                          <a:ea typeface="宋体" panose="02010600030101010101" pitchFamily="2" charset="-122"/>
                          <a:cs typeface="华文新魏" panose="0201080004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0" lang="en-US" altLang="zh-CN" sz="1900" b="1" i="0" u="none" strike="noStrike" cap="none" normalizeH="0" baseline="0">
                          <a:ln>
                            <a:noFill/>
                          </a:ln>
                          <a:solidFill>
                            <a:schemeClr val="tx1"/>
                          </a:solidFill>
                          <a:effectLst/>
                          <a:latin typeface="楷体_GB2312" panose="02010609030101010101" pitchFamily="49" charset="-122"/>
                          <a:ea typeface="楷体_GB2312" panose="02010609030101010101" pitchFamily="49" charset="-122"/>
                          <a:cs typeface="华文新魏" panose="02010800040101010101" pitchFamily="2" charset="-122"/>
                        </a:rPr>
                        <a:t>8</a:t>
                      </a:r>
                      <a:endParaRPr kumimoji="0" lang="en-US" altLang="zh-CN" sz="1900" b="1" i="0" u="none" strike="noStrike" cap="none" normalizeH="0" baseline="0">
                        <a:ln>
                          <a:noFill/>
                        </a:ln>
                        <a:solidFill>
                          <a:schemeClr val="tx1"/>
                        </a:solidFill>
                        <a:effectLst/>
                        <a:latin typeface="楷体_GB2312" panose="02010609030101010101" pitchFamily="49" charset="-122"/>
                        <a:ea typeface="楷体_GB2312" panose="02010609030101010101" pitchFamily="49" charset="-122"/>
                        <a:cs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kumimoji="1" sz="2800">
                          <a:solidFill>
                            <a:schemeClr val="tx1"/>
                          </a:solidFill>
                          <a:latin typeface="Calibri" panose="020F0502020204030204" pitchFamily="34" charset="0"/>
                          <a:ea typeface="宋体" panose="02010600030101010101" pitchFamily="2" charset="-122"/>
                          <a:cs typeface="华文新魏" panose="02010800040101010101" pitchFamily="2" charset="-122"/>
                        </a:defRPr>
                      </a:lvl1pPr>
                      <a:lvl2pPr marL="742950" indent="-285750">
                        <a:spcBef>
                          <a:spcPct val="20000"/>
                        </a:spcBef>
                        <a:buClr>
                          <a:schemeClr val="hlink"/>
                        </a:buClr>
                        <a:buSzPct val="55000"/>
                        <a:buFont typeface="Wingdings" panose="05000000000000000000" pitchFamily="2" charset="2"/>
                        <a:defRPr kumimoji="1" sz="2400">
                          <a:solidFill>
                            <a:schemeClr val="tx1"/>
                          </a:solidFill>
                          <a:latin typeface="Calibri" panose="020F0502020204030204" pitchFamily="34" charset="0"/>
                          <a:ea typeface="宋体" panose="02010600030101010101" pitchFamily="2" charset="-122"/>
                          <a:cs typeface="华文新魏" panose="02010800040101010101" pitchFamily="2" charset="-122"/>
                        </a:defRPr>
                      </a:lvl2pPr>
                      <a:lvl3pPr marL="1143000" indent="-228600">
                        <a:spcBef>
                          <a:spcPct val="20000"/>
                        </a:spcBef>
                        <a:buClr>
                          <a:schemeClr val="folHlink"/>
                        </a:buClr>
                        <a:buSzPct val="50000"/>
                        <a:buFont typeface="Wingdings" panose="05000000000000000000" pitchFamily="2" charset="2"/>
                        <a:defRPr kumimoji="1" sz="2000">
                          <a:solidFill>
                            <a:schemeClr val="tx1"/>
                          </a:solidFill>
                          <a:latin typeface="Calibri" panose="020F0502020204030204" pitchFamily="34" charset="0"/>
                          <a:ea typeface="宋体" panose="02010600030101010101" pitchFamily="2" charset="-122"/>
                          <a:cs typeface="华文新魏" panose="02010800040101010101" pitchFamily="2" charset="-122"/>
                        </a:defRPr>
                      </a:lvl3pPr>
                      <a:lvl4pPr marL="1600200" indent="-228600">
                        <a:spcBef>
                          <a:spcPct val="20000"/>
                        </a:spcBef>
                        <a:buClr>
                          <a:schemeClr val="accent2"/>
                        </a:buClr>
                        <a:buSzPct val="55000"/>
                        <a:buFont typeface="Wingdings" panose="05000000000000000000" pitchFamily="2" charset="2"/>
                        <a:defRPr kumimoji="1">
                          <a:solidFill>
                            <a:schemeClr val="tx1"/>
                          </a:solidFill>
                          <a:latin typeface="Calibri" panose="020F0502020204030204" pitchFamily="34" charset="0"/>
                          <a:ea typeface="宋体" panose="02010600030101010101" pitchFamily="2" charset="-122"/>
                          <a:cs typeface="华文新魏" panose="02010800040101010101" pitchFamily="2" charset="-122"/>
                        </a:defRPr>
                      </a:lvl4pPr>
                      <a:lvl5pPr marL="2057400" indent="-228600">
                        <a:spcBef>
                          <a:spcPct val="20000"/>
                        </a:spcBef>
                        <a:buClr>
                          <a:schemeClr val="accent1"/>
                        </a:buClr>
                        <a:buSzPct val="50000"/>
                        <a:buFont typeface="Wingdings" panose="05000000000000000000" pitchFamily="2" charset="2"/>
                        <a:defRPr kumimoji="1">
                          <a:solidFill>
                            <a:schemeClr val="tx1"/>
                          </a:solidFill>
                          <a:latin typeface="Calibri" panose="020F0502020204030204" pitchFamily="34" charset="0"/>
                          <a:ea typeface="宋体" panose="02010600030101010101" pitchFamily="2" charset="-122"/>
                          <a:cs typeface="华文新魏" panose="0201080004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kumimoji="1">
                          <a:solidFill>
                            <a:schemeClr val="tx1"/>
                          </a:solidFill>
                          <a:latin typeface="Calibri" panose="020F0502020204030204" pitchFamily="34" charset="0"/>
                          <a:ea typeface="宋体" panose="02010600030101010101" pitchFamily="2" charset="-122"/>
                          <a:cs typeface="华文新魏" panose="0201080004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kumimoji="1">
                          <a:solidFill>
                            <a:schemeClr val="tx1"/>
                          </a:solidFill>
                          <a:latin typeface="Calibri" panose="020F0502020204030204" pitchFamily="34" charset="0"/>
                          <a:ea typeface="宋体" panose="02010600030101010101" pitchFamily="2" charset="-122"/>
                          <a:cs typeface="华文新魏" panose="0201080004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kumimoji="1">
                          <a:solidFill>
                            <a:schemeClr val="tx1"/>
                          </a:solidFill>
                          <a:latin typeface="Calibri" panose="020F0502020204030204" pitchFamily="34" charset="0"/>
                          <a:ea typeface="宋体" panose="02010600030101010101" pitchFamily="2" charset="-122"/>
                          <a:cs typeface="华文新魏" panose="0201080004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kumimoji="1">
                          <a:solidFill>
                            <a:schemeClr val="tx1"/>
                          </a:solidFill>
                          <a:latin typeface="Calibri" panose="020F0502020204030204" pitchFamily="34" charset="0"/>
                          <a:ea typeface="宋体" panose="02010600030101010101" pitchFamily="2" charset="-122"/>
                          <a:cs typeface="华文新魏" panose="0201080004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0" lang="en-US" altLang="zh-CN" sz="1900" b="1" i="0" u="none" strike="noStrike" cap="none" normalizeH="0" baseline="0">
                          <a:ln>
                            <a:noFill/>
                          </a:ln>
                          <a:solidFill>
                            <a:schemeClr val="tx1"/>
                          </a:solidFill>
                          <a:effectLst/>
                          <a:latin typeface="楷体_GB2312" panose="02010609030101010101" pitchFamily="49" charset="-122"/>
                          <a:ea typeface="楷体_GB2312" panose="02010609030101010101" pitchFamily="49" charset="-122"/>
                          <a:cs typeface="华文新魏" panose="02010800040101010101" pitchFamily="2" charset="-122"/>
                        </a:rPr>
                        <a:t>9</a:t>
                      </a:r>
                      <a:endParaRPr kumimoji="0" lang="en-US" altLang="zh-CN" sz="1900" b="1" i="0" u="none" strike="noStrike" cap="none" normalizeH="0" baseline="0">
                        <a:ln>
                          <a:noFill/>
                        </a:ln>
                        <a:solidFill>
                          <a:schemeClr val="tx1"/>
                        </a:solidFill>
                        <a:effectLst/>
                        <a:latin typeface="楷体_GB2312" panose="02010609030101010101" pitchFamily="49" charset="-122"/>
                        <a:ea typeface="楷体_GB2312" panose="02010609030101010101" pitchFamily="49" charset="-122"/>
                        <a:cs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kumimoji="1" sz="2800">
                          <a:solidFill>
                            <a:schemeClr val="tx1"/>
                          </a:solidFill>
                          <a:latin typeface="Calibri" panose="020F0502020204030204" pitchFamily="34" charset="0"/>
                          <a:ea typeface="宋体" panose="02010600030101010101" pitchFamily="2" charset="-122"/>
                          <a:cs typeface="华文新魏" panose="02010800040101010101" pitchFamily="2" charset="-122"/>
                        </a:defRPr>
                      </a:lvl1pPr>
                      <a:lvl2pPr marL="742950" indent="-285750">
                        <a:spcBef>
                          <a:spcPct val="20000"/>
                        </a:spcBef>
                        <a:buClr>
                          <a:schemeClr val="hlink"/>
                        </a:buClr>
                        <a:buSzPct val="55000"/>
                        <a:buFont typeface="Wingdings" panose="05000000000000000000" pitchFamily="2" charset="2"/>
                        <a:defRPr kumimoji="1" sz="2400">
                          <a:solidFill>
                            <a:schemeClr val="tx1"/>
                          </a:solidFill>
                          <a:latin typeface="Calibri" panose="020F0502020204030204" pitchFamily="34" charset="0"/>
                          <a:ea typeface="宋体" panose="02010600030101010101" pitchFamily="2" charset="-122"/>
                          <a:cs typeface="华文新魏" panose="02010800040101010101" pitchFamily="2" charset="-122"/>
                        </a:defRPr>
                      </a:lvl2pPr>
                      <a:lvl3pPr marL="1143000" indent="-228600">
                        <a:spcBef>
                          <a:spcPct val="20000"/>
                        </a:spcBef>
                        <a:buClr>
                          <a:schemeClr val="folHlink"/>
                        </a:buClr>
                        <a:buSzPct val="50000"/>
                        <a:buFont typeface="Wingdings" panose="05000000000000000000" pitchFamily="2" charset="2"/>
                        <a:defRPr kumimoji="1" sz="2000">
                          <a:solidFill>
                            <a:schemeClr val="tx1"/>
                          </a:solidFill>
                          <a:latin typeface="Calibri" panose="020F0502020204030204" pitchFamily="34" charset="0"/>
                          <a:ea typeface="宋体" panose="02010600030101010101" pitchFamily="2" charset="-122"/>
                          <a:cs typeface="华文新魏" panose="02010800040101010101" pitchFamily="2" charset="-122"/>
                        </a:defRPr>
                      </a:lvl3pPr>
                      <a:lvl4pPr marL="1600200" indent="-228600">
                        <a:spcBef>
                          <a:spcPct val="20000"/>
                        </a:spcBef>
                        <a:buClr>
                          <a:schemeClr val="accent2"/>
                        </a:buClr>
                        <a:buSzPct val="55000"/>
                        <a:buFont typeface="Wingdings" panose="05000000000000000000" pitchFamily="2" charset="2"/>
                        <a:defRPr kumimoji="1">
                          <a:solidFill>
                            <a:schemeClr val="tx1"/>
                          </a:solidFill>
                          <a:latin typeface="Calibri" panose="020F0502020204030204" pitchFamily="34" charset="0"/>
                          <a:ea typeface="宋体" panose="02010600030101010101" pitchFamily="2" charset="-122"/>
                          <a:cs typeface="华文新魏" panose="02010800040101010101" pitchFamily="2" charset="-122"/>
                        </a:defRPr>
                      </a:lvl4pPr>
                      <a:lvl5pPr marL="2057400" indent="-228600">
                        <a:spcBef>
                          <a:spcPct val="20000"/>
                        </a:spcBef>
                        <a:buClr>
                          <a:schemeClr val="accent1"/>
                        </a:buClr>
                        <a:buSzPct val="50000"/>
                        <a:buFont typeface="Wingdings" panose="05000000000000000000" pitchFamily="2" charset="2"/>
                        <a:defRPr kumimoji="1">
                          <a:solidFill>
                            <a:schemeClr val="tx1"/>
                          </a:solidFill>
                          <a:latin typeface="Calibri" panose="020F0502020204030204" pitchFamily="34" charset="0"/>
                          <a:ea typeface="宋体" panose="02010600030101010101" pitchFamily="2" charset="-122"/>
                          <a:cs typeface="华文新魏" panose="0201080004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kumimoji="1">
                          <a:solidFill>
                            <a:schemeClr val="tx1"/>
                          </a:solidFill>
                          <a:latin typeface="Calibri" panose="020F0502020204030204" pitchFamily="34" charset="0"/>
                          <a:ea typeface="宋体" panose="02010600030101010101" pitchFamily="2" charset="-122"/>
                          <a:cs typeface="华文新魏" panose="0201080004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kumimoji="1">
                          <a:solidFill>
                            <a:schemeClr val="tx1"/>
                          </a:solidFill>
                          <a:latin typeface="Calibri" panose="020F0502020204030204" pitchFamily="34" charset="0"/>
                          <a:ea typeface="宋体" panose="02010600030101010101" pitchFamily="2" charset="-122"/>
                          <a:cs typeface="华文新魏" panose="0201080004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kumimoji="1">
                          <a:solidFill>
                            <a:schemeClr val="tx1"/>
                          </a:solidFill>
                          <a:latin typeface="Calibri" panose="020F0502020204030204" pitchFamily="34" charset="0"/>
                          <a:ea typeface="宋体" panose="02010600030101010101" pitchFamily="2" charset="-122"/>
                          <a:cs typeface="华文新魏" panose="0201080004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kumimoji="1">
                          <a:solidFill>
                            <a:schemeClr val="tx1"/>
                          </a:solidFill>
                          <a:latin typeface="Calibri" panose="020F0502020204030204" pitchFamily="34" charset="0"/>
                          <a:ea typeface="宋体" panose="02010600030101010101" pitchFamily="2" charset="-122"/>
                          <a:cs typeface="华文新魏" panose="0201080004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0" lang="en-US" altLang="zh-CN" sz="1900" b="1" i="0" u="none" strike="noStrike" cap="none" normalizeH="0" baseline="0">
                          <a:ln>
                            <a:noFill/>
                          </a:ln>
                          <a:solidFill>
                            <a:schemeClr val="tx1"/>
                          </a:solidFill>
                          <a:effectLst/>
                          <a:latin typeface="楷体_GB2312" panose="02010609030101010101" pitchFamily="49" charset="-122"/>
                          <a:ea typeface="楷体_GB2312" panose="02010609030101010101" pitchFamily="49" charset="-122"/>
                          <a:cs typeface="华文新魏" panose="02010800040101010101" pitchFamily="2" charset="-122"/>
                        </a:rPr>
                        <a:t>8</a:t>
                      </a:r>
                      <a:endParaRPr kumimoji="0" lang="en-US" altLang="zh-CN" sz="1900" b="1" i="0" u="none" strike="noStrike" cap="none" normalizeH="0" baseline="0">
                        <a:ln>
                          <a:noFill/>
                        </a:ln>
                        <a:solidFill>
                          <a:schemeClr val="tx1"/>
                        </a:solidFill>
                        <a:effectLst/>
                        <a:latin typeface="楷体_GB2312" panose="02010609030101010101" pitchFamily="49" charset="-122"/>
                        <a:ea typeface="楷体_GB2312" panose="02010609030101010101" pitchFamily="49" charset="-122"/>
                        <a:cs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kumimoji="1" sz="2800">
                          <a:solidFill>
                            <a:schemeClr val="tx1"/>
                          </a:solidFill>
                          <a:latin typeface="Calibri" panose="020F0502020204030204" pitchFamily="34" charset="0"/>
                          <a:ea typeface="宋体" panose="02010600030101010101" pitchFamily="2" charset="-122"/>
                          <a:cs typeface="华文新魏" panose="02010800040101010101" pitchFamily="2" charset="-122"/>
                        </a:defRPr>
                      </a:lvl1pPr>
                      <a:lvl2pPr marL="742950" indent="-285750">
                        <a:spcBef>
                          <a:spcPct val="20000"/>
                        </a:spcBef>
                        <a:buClr>
                          <a:schemeClr val="hlink"/>
                        </a:buClr>
                        <a:buSzPct val="55000"/>
                        <a:buFont typeface="Wingdings" panose="05000000000000000000" pitchFamily="2" charset="2"/>
                        <a:defRPr kumimoji="1" sz="2400">
                          <a:solidFill>
                            <a:schemeClr val="tx1"/>
                          </a:solidFill>
                          <a:latin typeface="Calibri" panose="020F0502020204030204" pitchFamily="34" charset="0"/>
                          <a:ea typeface="宋体" panose="02010600030101010101" pitchFamily="2" charset="-122"/>
                          <a:cs typeface="华文新魏" panose="02010800040101010101" pitchFamily="2" charset="-122"/>
                        </a:defRPr>
                      </a:lvl2pPr>
                      <a:lvl3pPr marL="1143000" indent="-228600">
                        <a:spcBef>
                          <a:spcPct val="20000"/>
                        </a:spcBef>
                        <a:buClr>
                          <a:schemeClr val="folHlink"/>
                        </a:buClr>
                        <a:buSzPct val="50000"/>
                        <a:buFont typeface="Wingdings" panose="05000000000000000000" pitchFamily="2" charset="2"/>
                        <a:defRPr kumimoji="1" sz="2000">
                          <a:solidFill>
                            <a:schemeClr val="tx1"/>
                          </a:solidFill>
                          <a:latin typeface="Calibri" panose="020F0502020204030204" pitchFamily="34" charset="0"/>
                          <a:ea typeface="宋体" panose="02010600030101010101" pitchFamily="2" charset="-122"/>
                          <a:cs typeface="华文新魏" panose="02010800040101010101" pitchFamily="2" charset="-122"/>
                        </a:defRPr>
                      </a:lvl3pPr>
                      <a:lvl4pPr marL="1600200" indent="-228600">
                        <a:spcBef>
                          <a:spcPct val="20000"/>
                        </a:spcBef>
                        <a:buClr>
                          <a:schemeClr val="accent2"/>
                        </a:buClr>
                        <a:buSzPct val="55000"/>
                        <a:buFont typeface="Wingdings" panose="05000000000000000000" pitchFamily="2" charset="2"/>
                        <a:defRPr kumimoji="1">
                          <a:solidFill>
                            <a:schemeClr val="tx1"/>
                          </a:solidFill>
                          <a:latin typeface="Calibri" panose="020F0502020204030204" pitchFamily="34" charset="0"/>
                          <a:ea typeface="宋体" panose="02010600030101010101" pitchFamily="2" charset="-122"/>
                          <a:cs typeface="华文新魏" panose="02010800040101010101" pitchFamily="2" charset="-122"/>
                        </a:defRPr>
                      </a:lvl4pPr>
                      <a:lvl5pPr marL="2057400" indent="-228600">
                        <a:spcBef>
                          <a:spcPct val="20000"/>
                        </a:spcBef>
                        <a:buClr>
                          <a:schemeClr val="accent1"/>
                        </a:buClr>
                        <a:buSzPct val="50000"/>
                        <a:buFont typeface="Wingdings" panose="05000000000000000000" pitchFamily="2" charset="2"/>
                        <a:defRPr kumimoji="1">
                          <a:solidFill>
                            <a:schemeClr val="tx1"/>
                          </a:solidFill>
                          <a:latin typeface="Calibri" panose="020F0502020204030204" pitchFamily="34" charset="0"/>
                          <a:ea typeface="宋体" panose="02010600030101010101" pitchFamily="2" charset="-122"/>
                          <a:cs typeface="华文新魏" panose="0201080004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kumimoji="1">
                          <a:solidFill>
                            <a:schemeClr val="tx1"/>
                          </a:solidFill>
                          <a:latin typeface="Calibri" panose="020F0502020204030204" pitchFamily="34" charset="0"/>
                          <a:ea typeface="宋体" panose="02010600030101010101" pitchFamily="2" charset="-122"/>
                          <a:cs typeface="华文新魏" panose="0201080004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kumimoji="1">
                          <a:solidFill>
                            <a:schemeClr val="tx1"/>
                          </a:solidFill>
                          <a:latin typeface="Calibri" panose="020F0502020204030204" pitchFamily="34" charset="0"/>
                          <a:ea typeface="宋体" panose="02010600030101010101" pitchFamily="2" charset="-122"/>
                          <a:cs typeface="华文新魏" panose="0201080004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kumimoji="1">
                          <a:solidFill>
                            <a:schemeClr val="tx1"/>
                          </a:solidFill>
                          <a:latin typeface="Calibri" panose="020F0502020204030204" pitchFamily="34" charset="0"/>
                          <a:ea typeface="宋体" panose="02010600030101010101" pitchFamily="2" charset="-122"/>
                          <a:cs typeface="华文新魏" panose="0201080004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kumimoji="1">
                          <a:solidFill>
                            <a:schemeClr val="tx1"/>
                          </a:solidFill>
                          <a:latin typeface="Calibri" panose="020F0502020204030204" pitchFamily="34" charset="0"/>
                          <a:ea typeface="宋体" panose="02010600030101010101" pitchFamily="2" charset="-122"/>
                          <a:cs typeface="华文新魏" panose="0201080004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0" lang="en-US" altLang="zh-CN" sz="1900" b="1" i="0" u="none" strike="noStrike" cap="none" normalizeH="0" baseline="0">
                          <a:ln>
                            <a:noFill/>
                          </a:ln>
                          <a:solidFill>
                            <a:schemeClr val="tx1"/>
                          </a:solidFill>
                          <a:effectLst/>
                          <a:latin typeface="楷体_GB2312" panose="02010609030101010101" pitchFamily="49" charset="-122"/>
                          <a:ea typeface="楷体_GB2312" panose="02010609030101010101" pitchFamily="49" charset="-122"/>
                          <a:cs typeface="华文新魏" panose="02010800040101010101" pitchFamily="2" charset="-122"/>
                        </a:rPr>
                        <a:t>9</a:t>
                      </a:r>
                      <a:endParaRPr kumimoji="0" lang="en-US" altLang="zh-CN" sz="1900" b="1" i="0" u="none" strike="noStrike" cap="none" normalizeH="0" baseline="0">
                        <a:ln>
                          <a:noFill/>
                        </a:ln>
                        <a:solidFill>
                          <a:schemeClr val="tx1"/>
                        </a:solidFill>
                        <a:effectLst/>
                        <a:latin typeface="楷体_GB2312" panose="02010609030101010101" pitchFamily="49" charset="-122"/>
                        <a:ea typeface="楷体_GB2312" panose="02010609030101010101" pitchFamily="49" charset="-122"/>
                        <a:cs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57200">
                <a:tc>
                  <a:txBody>
                    <a:bodyPr/>
                    <a:lstStyle>
                      <a:lvl1pPr>
                        <a:spcBef>
                          <a:spcPct val="20000"/>
                        </a:spcBef>
                        <a:buClr>
                          <a:schemeClr val="folHlink"/>
                        </a:buClr>
                        <a:buSzPct val="60000"/>
                        <a:buFont typeface="Wingdings" panose="05000000000000000000" pitchFamily="2" charset="2"/>
                        <a:defRPr kumimoji="1" sz="2800">
                          <a:solidFill>
                            <a:schemeClr val="tx1"/>
                          </a:solidFill>
                          <a:latin typeface="Calibri" panose="020F0502020204030204" pitchFamily="34" charset="0"/>
                          <a:ea typeface="宋体" panose="02010600030101010101" pitchFamily="2" charset="-122"/>
                          <a:cs typeface="华文新魏" panose="02010800040101010101" pitchFamily="2" charset="-122"/>
                        </a:defRPr>
                      </a:lvl1pPr>
                      <a:lvl2pPr marL="742950" indent="-285750">
                        <a:spcBef>
                          <a:spcPct val="20000"/>
                        </a:spcBef>
                        <a:buClr>
                          <a:schemeClr val="hlink"/>
                        </a:buClr>
                        <a:buSzPct val="55000"/>
                        <a:buFont typeface="Wingdings" panose="05000000000000000000" pitchFamily="2" charset="2"/>
                        <a:defRPr kumimoji="1" sz="2400">
                          <a:solidFill>
                            <a:schemeClr val="tx1"/>
                          </a:solidFill>
                          <a:latin typeface="Calibri" panose="020F0502020204030204" pitchFamily="34" charset="0"/>
                          <a:ea typeface="宋体" panose="02010600030101010101" pitchFamily="2" charset="-122"/>
                          <a:cs typeface="华文新魏" panose="02010800040101010101" pitchFamily="2" charset="-122"/>
                        </a:defRPr>
                      </a:lvl2pPr>
                      <a:lvl3pPr marL="1143000" indent="-228600">
                        <a:spcBef>
                          <a:spcPct val="20000"/>
                        </a:spcBef>
                        <a:buClr>
                          <a:schemeClr val="folHlink"/>
                        </a:buClr>
                        <a:buSzPct val="50000"/>
                        <a:buFont typeface="Wingdings" panose="05000000000000000000" pitchFamily="2" charset="2"/>
                        <a:defRPr kumimoji="1" sz="2000">
                          <a:solidFill>
                            <a:schemeClr val="tx1"/>
                          </a:solidFill>
                          <a:latin typeface="Calibri" panose="020F0502020204030204" pitchFamily="34" charset="0"/>
                          <a:ea typeface="宋体" panose="02010600030101010101" pitchFamily="2" charset="-122"/>
                          <a:cs typeface="华文新魏" panose="02010800040101010101" pitchFamily="2" charset="-122"/>
                        </a:defRPr>
                      </a:lvl3pPr>
                      <a:lvl4pPr marL="1600200" indent="-228600">
                        <a:spcBef>
                          <a:spcPct val="20000"/>
                        </a:spcBef>
                        <a:buClr>
                          <a:schemeClr val="accent2"/>
                        </a:buClr>
                        <a:buSzPct val="55000"/>
                        <a:buFont typeface="Wingdings" panose="05000000000000000000" pitchFamily="2" charset="2"/>
                        <a:defRPr kumimoji="1">
                          <a:solidFill>
                            <a:schemeClr val="tx1"/>
                          </a:solidFill>
                          <a:latin typeface="Calibri" panose="020F0502020204030204" pitchFamily="34" charset="0"/>
                          <a:ea typeface="宋体" panose="02010600030101010101" pitchFamily="2" charset="-122"/>
                          <a:cs typeface="华文新魏" panose="02010800040101010101" pitchFamily="2" charset="-122"/>
                        </a:defRPr>
                      </a:lvl4pPr>
                      <a:lvl5pPr marL="2057400" indent="-228600">
                        <a:spcBef>
                          <a:spcPct val="20000"/>
                        </a:spcBef>
                        <a:buClr>
                          <a:schemeClr val="accent1"/>
                        </a:buClr>
                        <a:buSzPct val="50000"/>
                        <a:buFont typeface="Wingdings" panose="05000000000000000000" pitchFamily="2" charset="2"/>
                        <a:defRPr kumimoji="1">
                          <a:solidFill>
                            <a:schemeClr val="tx1"/>
                          </a:solidFill>
                          <a:latin typeface="Calibri" panose="020F0502020204030204" pitchFamily="34" charset="0"/>
                          <a:ea typeface="宋体" panose="02010600030101010101" pitchFamily="2" charset="-122"/>
                          <a:cs typeface="华文新魏" panose="0201080004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kumimoji="1">
                          <a:solidFill>
                            <a:schemeClr val="tx1"/>
                          </a:solidFill>
                          <a:latin typeface="Calibri" panose="020F0502020204030204" pitchFamily="34" charset="0"/>
                          <a:ea typeface="宋体" panose="02010600030101010101" pitchFamily="2" charset="-122"/>
                          <a:cs typeface="华文新魏" panose="0201080004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kumimoji="1">
                          <a:solidFill>
                            <a:schemeClr val="tx1"/>
                          </a:solidFill>
                          <a:latin typeface="Calibri" panose="020F0502020204030204" pitchFamily="34" charset="0"/>
                          <a:ea typeface="宋体" panose="02010600030101010101" pitchFamily="2" charset="-122"/>
                          <a:cs typeface="华文新魏" panose="0201080004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kumimoji="1">
                          <a:solidFill>
                            <a:schemeClr val="tx1"/>
                          </a:solidFill>
                          <a:latin typeface="Calibri" panose="020F0502020204030204" pitchFamily="34" charset="0"/>
                          <a:ea typeface="宋体" panose="02010600030101010101" pitchFamily="2" charset="-122"/>
                          <a:cs typeface="华文新魏" panose="0201080004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kumimoji="1">
                          <a:solidFill>
                            <a:schemeClr val="tx1"/>
                          </a:solidFill>
                          <a:latin typeface="Calibri" panose="020F0502020204030204" pitchFamily="34" charset="0"/>
                          <a:ea typeface="宋体" panose="02010600030101010101" pitchFamily="2" charset="-122"/>
                          <a:cs typeface="华文新魏" panose="0201080004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0" lang="en-US" altLang="zh-CN" sz="1900" b="1" i="0" u="none" strike="noStrike" cap="none" normalizeH="0" baseline="0">
                          <a:ln>
                            <a:noFill/>
                          </a:ln>
                          <a:solidFill>
                            <a:schemeClr val="tx1"/>
                          </a:solidFill>
                          <a:effectLst/>
                          <a:latin typeface="楷体_GB2312" panose="02010609030101010101" pitchFamily="49" charset="-122"/>
                          <a:ea typeface="楷体_GB2312" panose="02010609030101010101" pitchFamily="49" charset="-122"/>
                          <a:cs typeface="华文新魏" panose="02010800040101010101" pitchFamily="2" charset="-122"/>
                        </a:rPr>
                        <a:t>6</a:t>
                      </a:r>
                      <a:endParaRPr kumimoji="0" lang="en-US" altLang="zh-CN" sz="1900" b="1" i="0" u="none" strike="noStrike" cap="none" normalizeH="0" baseline="0">
                        <a:ln>
                          <a:noFill/>
                        </a:ln>
                        <a:solidFill>
                          <a:schemeClr val="tx1"/>
                        </a:solidFill>
                        <a:effectLst/>
                        <a:latin typeface="楷体_GB2312" panose="02010609030101010101" pitchFamily="49" charset="-122"/>
                        <a:ea typeface="楷体_GB2312" panose="02010609030101010101" pitchFamily="49" charset="-122"/>
                        <a:cs typeface="华文新魏" panose="0201080004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kumimoji="1" sz="2800">
                          <a:solidFill>
                            <a:schemeClr val="tx1"/>
                          </a:solidFill>
                          <a:latin typeface="Calibri" panose="020F0502020204030204" pitchFamily="34" charset="0"/>
                          <a:ea typeface="宋体" panose="02010600030101010101" pitchFamily="2" charset="-122"/>
                          <a:cs typeface="华文新魏" panose="02010800040101010101" pitchFamily="2" charset="-122"/>
                        </a:defRPr>
                      </a:lvl1pPr>
                      <a:lvl2pPr marL="742950" indent="-285750">
                        <a:spcBef>
                          <a:spcPct val="20000"/>
                        </a:spcBef>
                        <a:buClr>
                          <a:schemeClr val="hlink"/>
                        </a:buClr>
                        <a:buSzPct val="55000"/>
                        <a:buFont typeface="Wingdings" panose="05000000000000000000" pitchFamily="2" charset="2"/>
                        <a:defRPr kumimoji="1" sz="2400">
                          <a:solidFill>
                            <a:schemeClr val="tx1"/>
                          </a:solidFill>
                          <a:latin typeface="Calibri" panose="020F0502020204030204" pitchFamily="34" charset="0"/>
                          <a:ea typeface="宋体" panose="02010600030101010101" pitchFamily="2" charset="-122"/>
                          <a:cs typeface="华文新魏" panose="02010800040101010101" pitchFamily="2" charset="-122"/>
                        </a:defRPr>
                      </a:lvl2pPr>
                      <a:lvl3pPr marL="1143000" indent="-228600">
                        <a:spcBef>
                          <a:spcPct val="20000"/>
                        </a:spcBef>
                        <a:buClr>
                          <a:schemeClr val="folHlink"/>
                        </a:buClr>
                        <a:buSzPct val="50000"/>
                        <a:buFont typeface="Wingdings" panose="05000000000000000000" pitchFamily="2" charset="2"/>
                        <a:defRPr kumimoji="1" sz="2000">
                          <a:solidFill>
                            <a:schemeClr val="tx1"/>
                          </a:solidFill>
                          <a:latin typeface="Calibri" panose="020F0502020204030204" pitchFamily="34" charset="0"/>
                          <a:ea typeface="宋体" panose="02010600030101010101" pitchFamily="2" charset="-122"/>
                          <a:cs typeface="华文新魏" panose="02010800040101010101" pitchFamily="2" charset="-122"/>
                        </a:defRPr>
                      </a:lvl3pPr>
                      <a:lvl4pPr marL="1600200" indent="-228600">
                        <a:spcBef>
                          <a:spcPct val="20000"/>
                        </a:spcBef>
                        <a:buClr>
                          <a:schemeClr val="accent2"/>
                        </a:buClr>
                        <a:buSzPct val="55000"/>
                        <a:buFont typeface="Wingdings" panose="05000000000000000000" pitchFamily="2" charset="2"/>
                        <a:defRPr kumimoji="1">
                          <a:solidFill>
                            <a:schemeClr val="tx1"/>
                          </a:solidFill>
                          <a:latin typeface="Calibri" panose="020F0502020204030204" pitchFamily="34" charset="0"/>
                          <a:ea typeface="宋体" panose="02010600030101010101" pitchFamily="2" charset="-122"/>
                          <a:cs typeface="华文新魏" panose="02010800040101010101" pitchFamily="2" charset="-122"/>
                        </a:defRPr>
                      </a:lvl4pPr>
                      <a:lvl5pPr marL="2057400" indent="-228600">
                        <a:spcBef>
                          <a:spcPct val="20000"/>
                        </a:spcBef>
                        <a:buClr>
                          <a:schemeClr val="accent1"/>
                        </a:buClr>
                        <a:buSzPct val="50000"/>
                        <a:buFont typeface="Wingdings" panose="05000000000000000000" pitchFamily="2" charset="2"/>
                        <a:defRPr kumimoji="1">
                          <a:solidFill>
                            <a:schemeClr val="tx1"/>
                          </a:solidFill>
                          <a:latin typeface="Calibri" panose="020F0502020204030204" pitchFamily="34" charset="0"/>
                          <a:ea typeface="宋体" panose="02010600030101010101" pitchFamily="2" charset="-122"/>
                          <a:cs typeface="华文新魏" panose="0201080004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kumimoji="1">
                          <a:solidFill>
                            <a:schemeClr val="tx1"/>
                          </a:solidFill>
                          <a:latin typeface="Calibri" panose="020F0502020204030204" pitchFamily="34" charset="0"/>
                          <a:ea typeface="宋体" panose="02010600030101010101" pitchFamily="2" charset="-122"/>
                          <a:cs typeface="华文新魏" panose="0201080004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kumimoji="1">
                          <a:solidFill>
                            <a:schemeClr val="tx1"/>
                          </a:solidFill>
                          <a:latin typeface="Calibri" panose="020F0502020204030204" pitchFamily="34" charset="0"/>
                          <a:ea typeface="宋体" panose="02010600030101010101" pitchFamily="2" charset="-122"/>
                          <a:cs typeface="华文新魏" panose="0201080004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kumimoji="1">
                          <a:solidFill>
                            <a:schemeClr val="tx1"/>
                          </a:solidFill>
                          <a:latin typeface="Calibri" panose="020F0502020204030204" pitchFamily="34" charset="0"/>
                          <a:ea typeface="宋体" panose="02010600030101010101" pitchFamily="2" charset="-122"/>
                          <a:cs typeface="华文新魏" panose="0201080004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kumimoji="1">
                          <a:solidFill>
                            <a:schemeClr val="tx1"/>
                          </a:solidFill>
                          <a:latin typeface="Calibri" panose="020F0502020204030204" pitchFamily="34" charset="0"/>
                          <a:ea typeface="宋体" panose="02010600030101010101" pitchFamily="2" charset="-122"/>
                          <a:cs typeface="华文新魏" panose="0201080004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0" lang="en-US" altLang="zh-CN" sz="1900" b="1" i="0" u="none" strike="noStrike" cap="none" normalizeH="0" baseline="0">
                          <a:ln>
                            <a:noFill/>
                          </a:ln>
                          <a:solidFill>
                            <a:schemeClr val="tx1"/>
                          </a:solidFill>
                          <a:effectLst/>
                          <a:latin typeface="楷体_GB2312" panose="02010609030101010101" pitchFamily="49" charset="-122"/>
                          <a:ea typeface="楷体_GB2312" panose="02010609030101010101" pitchFamily="49" charset="-122"/>
                          <a:cs typeface="华文新魏" panose="02010800040101010101" pitchFamily="2" charset="-122"/>
                        </a:rPr>
                        <a:t>7</a:t>
                      </a:r>
                      <a:endParaRPr kumimoji="0" lang="en-US" altLang="zh-CN" sz="1900" b="1" i="0" u="none" strike="noStrike" cap="none" normalizeH="0" baseline="0">
                        <a:ln>
                          <a:noFill/>
                        </a:ln>
                        <a:solidFill>
                          <a:schemeClr val="tx1"/>
                        </a:solidFill>
                        <a:effectLst/>
                        <a:latin typeface="楷体_GB2312" panose="02010609030101010101" pitchFamily="49" charset="-122"/>
                        <a:ea typeface="楷体_GB2312" panose="02010609030101010101" pitchFamily="49" charset="-122"/>
                        <a:cs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kumimoji="1" sz="2800">
                          <a:solidFill>
                            <a:schemeClr val="tx1"/>
                          </a:solidFill>
                          <a:latin typeface="Calibri" panose="020F0502020204030204" pitchFamily="34" charset="0"/>
                          <a:ea typeface="宋体" panose="02010600030101010101" pitchFamily="2" charset="-122"/>
                          <a:cs typeface="华文新魏" panose="02010800040101010101" pitchFamily="2" charset="-122"/>
                        </a:defRPr>
                      </a:lvl1pPr>
                      <a:lvl2pPr marL="742950" indent="-285750">
                        <a:spcBef>
                          <a:spcPct val="20000"/>
                        </a:spcBef>
                        <a:buClr>
                          <a:schemeClr val="hlink"/>
                        </a:buClr>
                        <a:buSzPct val="55000"/>
                        <a:buFont typeface="Wingdings" panose="05000000000000000000" pitchFamily="2" charset="2"/>
                        <a:defRPr kumimoji="1" sz="2400">
                          <a:solidFill>
                            <a:schemeClr val="tx1"/>
                          </a:solidFill>
                          <a:latin typeface="Calibri" panose="020F0502020204030204" pitchFamily="34" charset="0"/>
                          <a:ea typeface="宋体" panose="02010600030101010101" pitchFamily="2" charset="-122"/>
                          <a:cs typeface="华文新魏" panose="02010800040101010101" pitchFamily="2" charset="-122"/>
                        </a:defRPr>
                      </a:lvl2pPr>
                      <a:lvl3pPr marL="1143000" indent="-228600">
                        <a:spcBef>
                          <a:spcPct val="20000"/>
                        </a:spcBef>
                        <a:buClr>
                          <a:schemeClr val="folHlink"/>
                        </a:buClr>
                        <a:buSzPct val="50000"/>
                        <a:buFont typeface="Wingdings" panose="05000000000000000000" pitchFamily="2" charset="2"/>
                        <a:defRPr kumimoji="1" sz="2000">
                          <a:solidFill>
                            <a:schemeClr val="tx1"/>
                          </a:solidFill>
                          <a:latin typeface="Calibri" panose="020F0502020204030204" pitchFamily="34" charset="0"/>
                          <a:ea typeface="宋体" panose="02010600030101010101" pitchFamily="2" charset="-122"/>
                          <a:cs typeface="华文新魏" panose="02010800040101010101" pitchFamily="2" charset="-122"/>
                        </a:defRPr>
                      </a:lvl3pPr>
                      <a:lvl4pPr marL="1600200" indent="-228600">
                        <a:spcBef>
                          <a:spcPct val="20000"/>
                        </a:spcBef>
                        <a:buClr>
                          <a:schemeClr val="accent2"/>
                        </a:buClr>
                        <a:buSzPct val="55000"/>
                        <a:buFont typeface="Wingdings" panose="05000000000000000000" pitchFamily="2" charset="2"/>
                        <a:defRPr kumimoji="1">
                          <a:solidFill>
                            <a:schemeClr val="tx1"/>
                          </a:solidFill>
                          <a:latin typeface="Calibri" panose="020F0502020204030204" pitchFamily="34" charset="0"/>
                          <a:ea typeface="宋体" panose="02010600030101010101" pitchFamily="2" charset="-122"/>
                          <a:cs typeface="华文新魏" panose="02010800040101010101" pitchFamily="2" charset="-122"/>
                        </a:defRPr>
                      </a:lvl4pPr>
                      <a:lvl5pPr marL="2057400" indent="-228600">
                        <a:spcBef>
                          <a:spcPct val="20000"/>
                        </a:spcBef>
                        <a:buClr>
                          <a:schemeClr val="accent1"/>
                        </a:buClr>
                        <a:buSzPct val="50000"/>
                        <a:buFont typeface="Wingdings" panose="05000000000000000000" pitchFamily="2" charset="2"/>
                        <a:defRPr kumimoji="1">
                          <a:solidFill>
                            <a:schemeClr val="tx1"/>
                          </a:solidFill>
                          <a:latin typeface="Calibri" panose="020F0502020204030204" pitchFamily="34" charset="0"/>
                          <a:ea typeface="宋体" panose="02010600030101010101" pitchFamily="2" charset="-122"/>
                          <a:cs typeface="华文新魏" panose="0201080004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kumimoji="1">
                          <a:solidFill>
                            <a:schemeClr val="tx1"/>
                          </a:solidFill>
                          <a:latin typeface="Calibri" panose="020F0502020204030204" pitchFamily="34" charset="0"/>
                          <a:ea typeface="宋体" panose="02010600030101010101" pitchFamily="2" charset="-122"/>
                          <a:cs typeface="华文新魏" panose="0201080004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kumimoji="1">
                          <a:solidFill>
                            <a:schemeClr val="tx1"/>
                          </a:solidFill>
                          <a:latin typeface="Calibri" panose="020F0502020204030204" pitchFamily="34" charset="0"/>
                          <a:ea typeface="宋体" panose="02010600030101010101" pitchFamily="2" charset="-122"/>
                          <a:cs typeface="华文新魏" panose="0201080004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kumimoji="1">
                          <a:solidFill>
                            <a:schemeClr val="tx1"/>
                          </a:solidFill>
                          <a:latin typeface="Calibri" panose="020F0502020204030204" pitchFamily="34" charset="0"/>
                          <a:ea typeface="宋体" panose="02010600030101010101" pitchFamily="2" charset="-122"/>
                          <a:cs typeface="华文新魏" panose="0201080004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kumimoji="1">
                          <a:solidFill>
                            <a:schemeClr val="tx1"/>
                          </a:solidFill>
                          <a:latin typeface="Calibri" panose="020F0502020204030204" pitchFamily="34" charset="0"/>
                          <a:ea typeface="宋体" panose="02010600030101010101" pitchFamily="2" charset="-122"/>
                          <a:cs typeface="华文新魏" panose="0201080004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0" lang="en-US" altLang="zh-CN" sz="1900" b="1" i="0" u="none" strike="noStrike" cap="none" normalizeH="0" baseline="0">
                          <a:ln>
                            <a:noFill/>
                          </a:ln>
                          <a:solidFill>
                            <a:schemeClr val="tx1"/>
                          </a:solidFill>
                          <a:effectLst/>
                          <a:latin typeface="楷体_GB2312" panose="02010609030101010101" pitchFamily="49" charset="-122"/>
                          <a:ea typeface="楷体_GB2312" panose="02010609030101010101" pitchFamily="49" charset="-122"/>
                          <a:cs typeface="华文新魏" panose="02010800040101010101" pitchFamily="2" charset="-122"/>
                        </a:rPr>
                        <a:t>7</a:t>
                      </a:r>
                      <a:endParaRPr kumimoji="0" lang="en-US" altLang="zh-CN" sz="1900" b="1" i="0" u="none" strike="noStrike" cap="none" normalizeH="0" baseline="0">
                        <a:ln>
                          <a:noFill/>
                        </a:ln>
                        <a:solidFill>
                          <a:schemeClr val="tx1"/>
                        </a:solidFill>
                        <a:effectLst/>
                        <a:latin typeface="楷体_GB2312" panose="02010609030101010101" pitchFamily="49" charset="-122"/>
                        <a:ea typeface="楷体_GB2312" panose="02010609030101010101" pitchFamily="49" charset="-122"/>
                        <a:cs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kumimoji="1" sz="2800">
                          <a:solidFill>
                            <a:schemeClr val="tx1"/>
                          </a:solidFill>
                          <a:latin typeface="Calibri" panose="020F0502020204030204" pitchFamily="34" charset="0"/>
                          <a:ea typeface="宋体" panose="02010600030101010101" pitchFamily="2" charset="-122"/>
                          <a:cs typeface="华文新魏" panose="02010800040101010101" pitchFamily="2" charset="-122"/>
                        </a:defRPr>
                      </a:lvl1pPr>
                      <a:lvl2pPr marL="742950" indent="-285750">
                        <a:spcBef>
                          <a:spcPct val="20000"/>
                        </a:spcBef>
                        <a:buClr>
                          <a:schemeClr val="hlink"/>
                        </a:buClr>
                        <a:buSzPct val="55000"/>
                        <a:buFont typeface="Wingdings" panose="05000000000000000000" pitchFamily="2" charset="2"/>
                        <a:defRPr kumimoji="1" sz="2400">
                          <a:solidFill>
                            <a:schemeClr val="tx1"/>
                          </a:solidFill>
                          <a:latin typeface="Calibri" panose="020F0502020204030204" pitchFamily="34" charset="0"/>
                          <a:ea typeface="宋体" panose="02010600030101010101" pitchFamily="2" charset="-122"/>
                          <a:cs typeface="华文新魏" panose="02010800040101010101" pitchFamily="2" charset="-122"/>
                        </a:defRPr>
                      </a:lvl2pPr>
                      <a:lvl3pPr marL="1143000" indent="-228600">
                        <a:spcBef>
                          <a:spcPct val="20000"/>
                        </a:spcBef>
                        <a:buClr>
                          <a:schemeClr val="folHlink"/>
                        </a:buClr>
                        <a:buSzPct val="50000"/>
                        <a:buFont typeface="Wingdings" panose="05000000000000000000" pitchFamily="2" charset="2"/>
                        <a:defRPr kumimoji="1" sz="2000">
                          <a:solidFill>
                            <a:schemeClr val="tx1"/>
                          </a:solidFill>
                          <a:latin typeface="Calibri" panose="020F0502020204030204" pitchFamily="34" charset="0"/>
                          <a:ea typeface="宋体" panose="02010600030101010101" pitchFamily="2" charset="-122"/>
                          <a:cs typeface="华文新魏" panose="02010800040101010101" pitchFamily="2" charset="-122"/>
                        </a:defRPr>
                      </a:lvl3pPr>
                      <a:lvl4pPr marL="1600200" indent="-228600">
                        <a:spcBef>
                          <a:spcPct val="20000"/>
                        </a:spcBef>
                        <a:buClr>
                          <a:schemeClr val="accent2"/>
                        </a:buClr>
                        <a:buSzPct val="55000"/>
                        <a:buFont typeface="Wingdings" panose="05000000000000000000" pitchFamily="2" charset="2"/>
                        <a:defRPr kumimoji="1">
                          <a:solidFill>
                            <a:schemeClr val="tx1"/>
                          </a:solidFill>
                          <a:latin typeface="Calibri" panose="020F0502020204030204" pitchFamily="34" charset="0"/>
                          <a:ea typeface="宋体" panose="02010600030101010101" pitchFamily="2" charset="-122"/>
                          <a:cs typeface="华文新魏" panose="02010800040101010101" pitchFamily="2" charset="-122"/>
                        </a:defRPr>
                      </a:lvl4pPr>
                      <a:lvl5pPr marL="2057400" indent="-228600">
                        <a:spcBef>
                          <a:spcPct val="20000"/>
                        </a:spcBef>
                        <a:buClr>
                          <a:schemeClr val="accent1"/>
                        </a:buClr>
                        <a:buSzPct val="50000"/>
                        <a:buFont typeface="Wingdings" panose="05000000000000000000" pitchFamily="2" charset="2"/>
                        <a:defRPr kumimoji="1">
                          <a:solidFill>
                            <a:schemeClr val="tx1"/>
                          </a:solidFill>
                          <a:latin typeface="Calibri" panose="020F0502020204030204" pitchFamily="34" charset="0"/>
                          <a:ea typeface="宋体" panose="02010600030101010101" pitchFamily="2" charset="-122"/>
                          <a:cs typeface="华文新魏" panose="0201080004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kumimoji="1">
                          <a:solidFill>
                            <a:schemeClr val="tx1"/>
                          </a:solidFill>
                          <a:latin typeface="Calibri" panose="020F0502020204030204" pitchFamily="34" charset="0"/>
                          <a:ea typeface="宋体" panose="02010600030101010101" pitchFamily="2" charset="-122"/>
                          <a:cs typeface="华文新魏" panose="0201080004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kumimoji="1">
                          <a:solidFill>
                            <a:schemeClr val="tx1"/>
                          </a:solidFill>
                          <a:latin typeface="Calibri" panose="020F0502020204030204" pitchFamily="34" charset="0"/>
                          <a:ea typeface="宋体" panose="02010600030101010101" pitchFamily="2" charset="-122"/>
                          <a:cs typeface="华文新魏" panose="0201080004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kumimoji="1">
                          <a:solidFill>
                            <a:schemeClr val="tx1"/>
                          </a:solidFill>
                          <a:latin typeface="Calibri" panose="020F0502020204030204" pitchFamily="34" charset="0"/>
                          <a:ea typeface="宋体" panose="02010600030101010101" pitchFamily="2" charset="-122"/>
                          <a:cs typeface="华文新魏" panose="0201080004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kumimoji="1">
                          <a:solidFill>
                            <a:schemeClr val="tx1"/>
                          </a:solidFill>
                          <a:latin typeface="Calibri" panose="020F0502020204030204" pitchFamily="34" charset="0"/>
                          <a:ea typeface="宋体" panose="02010600030101010101" pitchFamily="2" charset="-122"/>
                          <a:cs typeface="华文新魏" panose="0201080004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0" lang="en-US" altLang="zh-CN" sz="1900" b="1" i="0" u="none" strike="noStrike" cap="none" normalizeH="0" baseline="0">
                          <a:ln>
                            <a:noFill/>
                          </a:ln>
                          <a:solidFill>
                            <a:schemeClr val="tx1"/>
                          </a:solidFill>
                          <a:effectLst/>
                          <a:latin typeface="楷体_GB2312" panose="02010609030101010101" pitchFamily="49" charset="-122"/>
                          <a:ea typeface="楷体_GB2312" panose="02010609030101010101" pitchFamily="49" charset="-122"/>
                          <a:cs typeface="华文新魏" panose="02010800040101010101" pitchFamily="2" charset="-122"/>
                        </a:rPr>
                        <a:t>7</a:t>
                      </a:r>
                      <a:endParaRPr kumimoji="0" lang="en-US" altLang="zh-CN" sz="1900" b="1" i="0" u="none" strike="noStrike" cap="none" normalizeH="0" baseline="0">
                        <a:ln>
                          <a:noFill/>
                        </a:ln>
                        <a:solidFill>
                          <a:schemeClr val="tx1"/>
                        </a:solidFill>
                        <a:effectLst/>
                        <a:latin typeface="楷体_GB2312" panose="02010609030101010101" pitchFamily="49" charset="-122"/>
                        <a:ea typeface="楷体_GB2312" panose="02010609030101010101" pitchFamily="49" charset="-122"/>
                        <a:cs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kumimoji="1" sz="2800">
                          <a:solidFill>
                            <a:schemeClr val="tx1"/>
                          </a:solidFill>
                          <a:latin typeface="Calibri" panose="020F0502020204030204" pitchFamily="34" charset="0"/>
                          <a:ea typeface="宋体" panose="02010600030101010101" pitchFamily="2" charset="-122"/>
                          <a:cs typeface="华文新魏" panose="02010800040101010101" pitchFamily="2" charset="-122"/>
                        </a:defRPr>
                      </a:lvl1pPr>
                      <a:lvl2pPr marL="742950" indent="-285750">
                        <a:spcBef>
                          <a:spcPct val="20000"/>
                        </a:spcBef>
                        <a:buClr>
                          <a:schemeClr val="hlink"/>
                        </a:buClr>
                        <a:buSzPct val="55000"/>
                        <a:buFont typeface="Wingdings" panose="05000000000000000000" pitchFamily="2" charset="2"/>
                        <a:defRPr kumimoji="1" sz="2400">
                          <a:solidFill>
                            <a:schemeClr val="tx1"/>
                          </a:solidFill>
                          <a:latin typeface="Calibri" panose="020F0502020204030204" pitchFamily="34" charset="0"/>
                          <a:ea typeface="宋体" panose="02010600030101010101" pitchFamily="2" charset="-122"/>
                          <a:cs typeface="华文新魏" panose="02010800040101010101" pitchFamily="2" charset="-122"/>
                        </a:defRPr>
                      </a:lvl2pPr>
                      <a:lvl3pPr marL="1143000" indent="-228600">
                        <a:spcBef>
                          <a:spcPct val="20000"/>
                        </a:spcBef>
                        <a:buClr>
                          <a:schemeClr val="folHlink"/>
                        </a:buClr>
                        <a:buSzPct val="50000"/>
                        <a:buFont typeface="Wingdings" panose="05000000000000000000" pitchFamily="2" charset="2"/>
                        <a:defRPr kumimoji="1" sz="2000">
                          <a:solidFill>
                            <a:schemeClr val="tx1"/>
                          </a:solidFill>
                          <a:latin typeface="Calibri" panose="020F0502020204030204" pitchFamily="34" charset="0"/>
                          <a:ea typeface="宋体" panose="02010600030101010101" pitchFamily="2" charset="-122"/>
                          <a:cs typeface="华文新魏" panose="02010800040101010101" pitchFamily="2" charset="-122"/>
                        </a:defRPr>
                      </a:lvl3pPr>
                      <a:lvl4pPr marL="1600200" indent="-228600">
                        <a:spcBef>
                          <a:spcPct val="20000"/>
                        </a:spcBef>
                        <a:buClr>
                          <a:schemeClr val="accent2"/>
                        </a:buClr>
                        <a:buSzPct val="55000"/>
                        <a:buFont typeface="Wingdings" panose="05000000000000000000" pitchFamily="2" charset="2"/>
                        <a:defRPr kumimoji="1">
                          <a:solidFill>
                            <a:schemeClr val="tx1"/>
                          </a:solidFill>
                          <a:latin typeface="Calibri" panose="020F0502020204030204" pitchFamily="34" charset="0"/>
                          <a:ea typeface="宋体" panose="02010600030101010101" pitchFamily="2" charset="-122"/>
                          <a:cs typeface="华文新魏" panose="02010800040101010101" pitchFamily="2" charset="-122"/>
                        </a:defRPr>
                      </a:lvl4pPr>
                      <a:lvl5pPr marL="2057400" indent="-228600">
                        <a:spcBef>
                          <a:spcPct val="20000"/>
                        </a:spcBef>
                        <a:buClr>
                          <a:schemeClr val="accent1"/>
                        </a:buClr>
                        <a:buSzPct val="50000"/>
                        <a:buFont typeface="Wingdings" panose="05000000000000000000" pitchFamily="2" charset="2"/>
                        <a:defRPr kumimoji="1">
                          <a:solidFill>
                            <a:schemeClr val="tx1"/>
                          </a:solidFill>
                          <a:latin typeface="Calibri" panose="020F0502020204030204" pitchFamily="34" charset="0"/>
                          <a:ea typeface="宋体" panose="02010600030101010101" pitchFamily="2" charset="-122"/>
                          <a:cs typeface="华文新魏" panose="0201080004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kumimoji="1">
                          <a:solidFill>
                            <a:schemeClr val="tx1"/>
                          </a:solidFill>
                          <a:latin typeface="Calibri" panose="020F0502020204030204" pitchFamily="34" charset="0"/>
                          <a:ea typeface="宋体" panose="02010600030101010101" pitchFamily="2" charset="-122"/>
                          <a:cs typeface="华文新魏" panose="0201080004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kumimoji="1">
                          <a:solidFill>
                            <a:schemeClr val="tx1"/>
                          </a:solidFill>
                          <a:latin typeface="Calibri" panose="020F0502020204030204" pitchFamily="34" charset="0"/>
                          <a:ea typeface="宋体" panose="02010600030101010101" pitchFamily="2" charset="-122"/>
                          <a:cs typeface="华文新魏" panose="0201080004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kumimoji="1">
                          <a:solidFill>
                            <a:schemeClr val="tx1"/>
                          </a:solidFill>
                          <a:latin typeface="Calibri" panose="020F0502020204030204" pitchFamily="34" charset="0"/>
                          <a:ea typeface="宋体" panose="02010600030101010101" pitchFamily="2" charset="-122"/>
                          <a:cs typeface="华文新魏" panose="0201080004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kumimoji="1">
                          <a:solidFill>
                            <a:schemeClr val="tx1"/>
                          </a:solidFill>
                          <a:latin typeface="Calibri" panose="020F0502020204030204" pitchFamily="34" charset="0"/>
                          <a:ea typeface="宋体" panose="02010600030101010101" pitchFamily="2" charset="-122"/>
                          <a:cs typeface="华文新魏" panose="0201080004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0" lang="en-US" altLang="zh-CN" sz="1900" b="1" i="0" u="none" strike="noStrike" cap="none" normalizeH="0" baseline="0">
                          <a:ln>
                            <a:noFill/>
                          </a:ln>
                          <a:solidFill>
                            <a:schemeClr val="tx1"/>
                          </a:solidFill>
                          <a:effectLst/>
                          <a:latin typeface="楷体_GB2312" panose="02010609030101010101" pitchFamily="49" charset="-122"/>
                          <a:ea typeface="楷体_GB2312" panose="02010609030101010101" pitchFamily="49" charset="-122"/>
                          <a:cs typeface="华文新魏" panose="02010800040101010101" pitchFamily="2" charset="-122"/>
                        </a:rPr>
                        <a:t>7</a:t>
                      </a:r>
                      <a:endParaRPr kumimoji="0" lang="en-US" altLang="zh-CN" sz="1900" b="1" i="0" u="none" strike="noStrike" cap="none" normalizeH="0" baseline="0">
                        <a:ln>
                          <a:noFill/>
                        </a:ln>
                        <a:solidFill>
                          <a:schemeClr val="tx1"/>
                        </a:solidFill>
                        <a:effectLst/>
                        <a:latin typeface="楷体_GB2312" panose="02010609030101010101" pitchFamily="49" charset="-122"/>
                        <a:ea typeface="楷体_GB2312" panose="02010609030101010101" pitchFamily="49" charset="-122"/>
                        <a:cs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kumimoji="1" sz="2800">
                          <a:solidFill>
                            <a:schemeClr val="tx1"/>
                          </a:solidFill>
                          <a:latin typeface="Calibri" panose="020F0502020204030204" pitchFamily="34" charset="0"/>
                          <a:ea typeface="宋体" panose="02010600030101010101" pitchFamily="2" charset="-122"/>
                          <a:cs typeface="华文新魏" panose="02010800040101010101" pitchFamily="2" charset="-122"/>
                        </a:defRPr>
                      </a:lvl1pPr>
                      <a:lvl2pPr marL="742950" indent="-285750">
                        <a:spcBef>
                          <a:spcPct val="20000"/>
                        </a:spcBef>
                        <a:buClr>
                          <a:schemeClr val="hlink"/>
                        </a:buClr>
                        <a:buSzPct val="55000"/>
                        <a:buFont typeface="Wingdings" panose="05000000000000000000" pitchFamily="2" charset="2"/>
                        <a:defRPr kumimoji="1" sz="2400">
                          <a:solidFill>
                            <a:schemeClr val="tx1"/>
                          </a:solidFill>
                          <a:latin typeface="Calibri" panose="020F0502020204030204" pitchFamily="34" charset="0"/>
                          <a:ea typeface="宋体" panose="02010600030101010101" pitchFamily="2" charset="-122"/>
                          <a:cs typeface="华文新魏" panose="02010800040101010101" pitchFamily="2" charset="-122"/>
                        </a:defRPr>
                      </a:lvl2pPr>
                      <a:lvl3pPr marL="1143000" indent="-228600">
                        <a:spcBef>
                          <a:spcPct val="20000"/>
                        </a:spcBef>
                        <a:buClr>
                          <a:schemeClr val="folHlink"/>
                        </a:buClr>
                        <a:buSzPct val="50000"/>
                        <a:buFont typeface="Wingdings" panose="05000000000000000000" pitchFamily="2" charset="2"/>
                        <a:defRPr kumimoji="1" sz="2000">
                          <a:solidFill>
                            <a:schemeClr val="tx1"/>
                          </a:solidFill>
                          <a:latin typeface="Calibri" panose="020F0502020204030204" pitchFamily="34" charset="0"/>
                          <a:ea typeface="宋体" panose="02010600030101010101" pitchFamily="2" charset="-122"/>
                          <a:cs typeface="华文新魏" panose="02010800040101010101" pitchFamily="2" charset="-122"/>
                        </a:defRPr>
                      </a:lvl3pPr>
                      <a:lvl4pPr marL="1600200" indent="-228600">
                        <a:spcBef>
                          <a:spcPct val="20000"/>
                        </a:spcBef>
                        <a:buClr>
                          <a:schemeClr val="accent2"/>
                        </a:buClr>
                        <a:buSzPct val="55000"/>
                        <a:buFont typeface="Wingdings" panose="05000000000000000000" pitchFamily="2" charset="2"/>
                        <a:defRPr kumimoji="1">
                          <a:solidFill>
                            <a:schemeClr val="tx1"/>
                          </a:solidFill>
                          <a:latin typeface="Calibri" panose="020F0502020204030204" pitchFamily="34" charset="0"/>
                          <a:ea typeface="宋体" panose="02010600030101010101" pitchFamily="2" charset="-122"/>
                          <a:cs typeface="华文新魏" panose="02010800040101010101" pitchFamily="2" charset="-122"/>
                        </a:defRPr>
                      </a:lvl4pPr>
                      <a:lvl5pPr marL="2057400" indent="-228600">
                        <a:spcBef>
                          <a:spcPct val="20000"/>
                        </a:spcBef>
                        <a:buClr>
                          <a:schemeClr val="accent1"/>
                        </a:buClr>
                        <a:buSzPct val="50000"/>
                        <a:buFont typeface="Wingdings" panose="05000000000000000000" pitchFamily="2" charset="2"/>
                        <a:defRPr kumimoji="1">
                          <a:solidFill>
                            <a:schemeClr val="tx1"/>
                          </a:solidFill>
                          <a:latin typeface="Calibri" panose="020F0502020204030204" pitchFamily="34" charset="0"/>
                          <a:ea typeface="宋体" panose="02010600030101010101" pitchFamily="2" charset="-122"/>
                          <a:cs typeface="华文新魏" panose="0201080004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kumimoji="1">
                          <a:solidFill>
                            <a:schemeClr val="tx1"/>
                          </a:solidFill>
                          <a:latin typeface="Calibri" panose="020F0502020204030204" pitchFamily="34" charset="0"/>
                          <a:ea typeface="宋体" panose="02010600030101010101" pitchFamily="2" charset="-122"/>
                          <a:cs typeface="华文新魏" panose="0201080004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kumimoji="1">
                          <a:solidFill>
                            <a:schemeClr val="tx1"/>
                          </a:solidFill>
                          <a:latin typeface="Calibri" panose="020F0502020204030204" pitchFamily="34" charset="0"/>
                          <a:ea typeface="宋体" panose="02010600030101010101" pitchFamily="2" charset="-122"/>
                          <a:cs typeface="华文新魏" panose="0201080004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kumimoji="1">
                          <a:solidFill>
                            <a:schemeClr val="tx1"/>
                          </a:solidFill>
                          <a:latin typeface="Calibri" panose="020F0502020204030204" pitchFamily="34" charset="0"/>
                          <a:ea typeface="宋体" panose="02010600030101010101" pitchFamily="2" charset="-122"/>
                          <a:cs typeface="华文新魏" panose="0201080004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kumimoji="1">
                          <a:solidFill>
                            <a:schemeClr val="tx1"/>
                          </a:solidFill>
                          <a:latin typeface="Calibri" panose="020F0502020204030204" pitchFamily="34" charset="0"/>
                          <a:ea typeface="宋体" panose="02010600030101010101" pitchFamily="2" charset="-122"/>
                          <a:cs typeface="华文新魏" panose="0201080004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0" lang="en-US" altLang="zh-CN" sz="1900" b="1" i="0" u="none" strike="noStrike" cap="none" normalizeH="0" baseline="0">
                          <a:ln>
                            <a:noFill/>
                          </a:ln>
                          <a:solidFill>
                            <a:schemeClr val="tx1"/>
                          </a:solidFill>
                          <a:effectLst/>
                          <a:latin typeface="楷体_GB2312" panose="02010609030101010101" pitchFamily="49" charset="-122"/>
                          <a:ea typeface="楷体_GB2312" panose="02010609030101010101" pitchFamily="49" charset="-122"/>
                          <a:cs typeface="华文新魏" panose="02010800040101010101" pitchFamily="2" charset="-122"/>
                        </a:rPr>
                        <a:t>8</a:t>
                      </a:r>
                      <a:endParaRPr kumimoji="0" lang="en-US" altLang="zh-CN" sz="1900" b="1" i="0" u="none" strike="noStrike" cap="none" normalizeH="0" baseline="0">
                        <a:ln>
                          <a:noFill/>
                        </a:ln>
                        <a:solidFill>
                          <a:schemeClr val="tx1"/>
                        </a:solidFill>
                        <a:effectLst/>
                        <a:latin typeface="楷体_GB2312" panose="02010609030101010101" pitchFamily="49" charset="-122"/>
                        <a:ea typeface="楷体_GB2312" panose="02010609030101010101" pitchFamily="49" charset="-122"/>
                        <a:cs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kumimoji="1" sz="2800">
                          <a:solidFill>
                            <a:schemeClr val="tx1"/>
                          </a:solidFill>
                          <a:latin typeface="Calibri" panose="020F0502020204030204" pitchFamily="34" charset="0"/>
                          <a:ea typeface="宋体" panose="02010600030101010101" pitchFamily="2" charset="-122"/>
                          <a:cs typeface="华文新魏" panose="02010800040101010101" pitchFamily="2" charset="-122"/>
                        </a:defRPr>
                      </a:lvl1pPr>
                      <a:lvl2pPr marL="742950" indent="-285750">
                        <a:spcBef>
                          <a:spcPct val="20000"/>
                        </a:spcBef>
                        <a:buClr>
                          <a:schemeClr val="hlink"/>
                        </a:buClr>
                        <a:buSzPct val="55000"/>
                        <a:buFont typeface="Wingdings" panose="05000000000000000000" pitchFamily="2" charset="2"/>
                        <a:defRPr kumimoji="1" sz="2400">
                          <a:solidFill>
                            <a:schemeClr val="tx1"/>
                          </a:solidFill>
                          <a:latin typeface="Calibri" panose="020F0502020204030204" pitchFamily="34" charset="0"/>
                          <a:ea typeface="宋体" panose="02010600030101010101" pitchFamily="2" charset="-122"/>
                          <a:cs typeface="华文新魏" panose="02010800040101010101" pitchFamily="2" charset="-122"/>
                        </a:defRPr>
                      </a:lvl2pPr>
                      <a:lvl3pPr marL="1143000" indent="-228600">
                        <a:spcBef>
                          <a:spcPct val="20000"/>
                        </a:spcBef>
                        <a:buClr>
                          <a:schemeClr val="folHlink"/>
                        </a:buClr>
                        <a:buSzPct val="50000"/>
                        <a:buFont typeface="Wingdings" panose="05000000000000000000" pitchFamily="2" charset="2"/>
                        <a:defRPr kumimoji="1" sz="2000">
                          <a:solidFill>
                            <a:schemeClr val="tx1"/>
                          </a:solidFill>
                          <a:latin typeface="Calibri" panose="020F0502020204030204" pitchFamily="34" charset="0"/>
                          <a:ea typeface="宋体" panose="02010600030101010101" pitchFamily="2" charset="-122"/>
                          <a:cs typeface="华文新魏" panose="02010800040101010101" pitchFamily="2" charset="-122"/>
                        </a:defRPr>
                      </a:lvl3pPr>
                      <a:lvl4pPr marL="1600200" indent="-228600">
                        <a:spcBef>
                          <a:spcPct val="20000"/>
                        </a:spcBef>
                        <a:buClr>
                          <a:schemeClr val="accent2"/>
                        </a:buClr>
                        <a:buSzPct val="55000"/>
                        <a:buFont typeface="Wingdings" panose="05000000000000000000" pitchFamily="2" charset="2"/>
                        <a:defRPr kumimoji="1">
                          <a:solidFill>
                            <a:schemeClr val="tx1"/>
                          </a:solidFill>
                          <a:latin typeface="Calibri" panose="020F0502020204030204" pitchFamily="34" charset="0"/>
                          <a:ea typeface="宋体" panose="02010600030101010101" pitchFamily="2" charset="-122"/>
                          <a:cs typeface="华文新魏" panose="02010800040101010101" pitchFamily="2" charset="-122"/>
                        </a:defRPr>
                      </a:lvl4pPr>
                      <a:lvl5pPr marL="2057400" indent="-228600">
                        <a:spcBef>
                          <a:spcPct val="20000"/>
                        </a:spcBef>
                        <a:buClr>
                          <a:schemeClr val="accent1"/>
                        </a:buClr>
                        <a:buSzPct val="50000"/>
                        <a:buFont typeface="Wingdings" panose="05000000000000000000" pitchFamily="2" charset="2"/>
                        <a:defRPr kumimoji="1">
                          <a:solidFill>
                            <a:schemeClr val="tx1"/>
                          </a:solidFill>
                          <a:latin typeface="Calibri" panose="020F0502020204030204" pitchFamily="34" charset="0"/>
                          <a:ea typeface="宋体" panose="02010600030101010101" pitchFamily="2" charset="-122"/>
                          <a:cs typeface="华文新魏" panose="0201080004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kumimoji="1">
                          <a:solidFill>
                            <a:schemeClr val="tx1"/>
                          </a:solidFill>
                          <a:latin typeface="Calibri" panose="020F0502020204030204" pitchFamily="34" charset="0"/>
                          <a:ea typeface="宋体" panose="02010600030101010101" pitchFamily="2" charset="-122"/>
                          <a:cs typeface="华文新魏" panose="0201080004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kumimoji="1">
                          <a:solidFill>
                            <a:schemeClr val="tx1"/>
                          </a:solidFill>
                          <a:latin typeface="Calibri" panose="020F0502020204030204" pitchFamily="34" charset="0"/>
                          <a:ea typeface="宋体" panose="02010600030101010101" pitchFamily="2" charset="-122"/>
                          <a:cs typeface="华文新魏" panose="0201080004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kumimoji="1">
                          <a:solidFill>
                            <a:schemeClr val="tx1"/>
                          </a:solidFill>
                          <a:latin typeface="Calibri" panose="020F0502020204030204" pitchFamily="34" charset="0"/>
                          <a:ea typeface="宋体" panose="02010600030101010101" pitchFamily="2" charset="-122"/>
                          <a:cs typeface="华文新魏" panose="0201080004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kumimoji="1">
                          <a:solidFill>
                            <a:schemeClr val="tx1"/>
                          </a:solidFill>
                          <a:latin typeface="Calibri" panose="020F0502020204030204" pitchFamily="34" charset="0"/>
                          <a:ea typeface="宋体" panose="02010600030101010101" pitchFamily="2" charset="-122"/>
                          <a:cs typeface="华文新魏" panose="0201080004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0" lang="en-US" altLang="zh-CN" sz="1900" b="1" i="0" u="none" strike="noStrike" cap="none" normalizeH="0" baseline="0">
                          <a:ln>
                            <a:noFill/>
                          </a:ln>
                          <a:solidFill>
                            <a:schemeClr val="tx1"/>
                          </a:solidFill>
                          <a:effectLst/>
                          <a:latin typeface="楷体_GB2312" panose="02010609030101010101" pitchFamily="49" charset="-122"/>
                          <a:ea typeface="楷体_GB2312" panose="02010609030101010101" pitchFamily="49" charset="-122"/>
                          <a:cs typeface="华文新魏" panose="02010800040101010101" pitchFamily="2" charset="-122"/>
                        </a:rPr>
                        <a:t>8</a:t>
                      </a:r>
                      <a:endParaRPr kumimoji="0" lang="en-US" altLang="zh-CN" sz="1900" b="1" i="0" u="none" strike="noStrike" cap="none" normalizeH="0" baseline="0">
                        <a:ln>
                          <a:noFill/>
                        </a:ln>
                        <a:solidFill>
                          <a:schemeClr val="tx1"/>
                        </a:solidFill>
                        <a:effectLst/>
                        <a:latin typeface="楷体_GB2312" panose="02010609030101010101" pitchFamily="49" charset="-122"/>
                        <a:ea typeface="楷体_GB2312" panose="02010609030101010101" pitchFamily="49" charset="-122"/>
                        <a:cs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kumimoji="1" sz="2800">
                          <a:solidFill>
                            <a:schemeClr val="tx1"/>
                          </a:solidFill>
                          <a:latin typeface="Calibri" panose="020F0502020204030204" pitchFamily="34" charset="0"/>
                          <a:ea typeface="宋体" panose="02010600030101010101" pitchFamily="2" charset="-122"/>
                          <a:cs typeface="华文新魏" panose="02010800040101010101" pitchFamily="2" charset="-122"/>
                        </a:defRPr>
                      </a:lvl1pPr>
                      <a:lvl2pPr marL="742950" indent="-285750">
                        <a:spcBef>
                          <a:spcPct val="20000"/>
                        </a:spcBef>
                        <a:buClr>
                          <a:schemeClr val="hlink"/>
                        </a:buClr>
                        <a:buSzPct val="55000"/>
                        <a:buFont typeface="Wingdings" panose="05000000000000000000" pitchFamily="2" charset="2"/>
                        <a:defRPr kumimoji="1" sz="2400">
                          <a:solidFill>
                            <a:schemeClr val="tx1"/>
                          </a:solidFill>
                          <a:latin typeface="Calibri" panose="020F0502020204030204" pitchFamily="34" charset="0"/>
                          <a:ea typeface="宋体" panose="02010600030101010101" pitchFamily="2" charset="-122"/>
                          <a:cs typeface="华文新魏" panose="02010800040101010101" pitchFamily="2" charset="-122"/>
                        </a:defRPr>
                      </a:lvl2pPr>
                      <a:lvl3pPr marL="1143000" indent="-228600">
                        <a:spcBef>
                          <a:spcPct val="20000"/>
                        </a:spcBef>
                        <a:buClr>
                          <a:schemeClr val="folHlink"/>
                        </a:buClr>
                        <a:buSzPct val="50000"/>
                        <a:buFont typeface="Wingdings" panose="05000000000000000000" pitchFamily="2" charset="2"/>
                        <a:defRPr kumimoji="1" sz="2000">
                          <a:solidFill>
                            <a:schemeClr val="tx1"/>
                          </a:solidFill>
                          <a:latin typeface="Calibri" panose="020F0502020204030204" pitchFamily="34" charset="0"/>
                          <a:ea typeface="宋体" panose="02010600030101010101" pitchFamily="2" charset="-122"/>
                          <a:cs typeface="华文新魏" panose="02010800040101010101" pitchFamily="2" charset="-122"/>
                        </a:defRPr>
                      </a:lvl3pPr>
                      <a:lvl4pPr marL="1600200" indent="-228600">
                        <a:spcBef>
                          <a:spcPct val="20000"/>
                        </a:spcBef>
                        <a:buClr>
                          <a:schemeClr val="accent2"/>
                        </a:buClr>
                        <a:buSzPct val="55000"/>
                        <a:buFont typeface="Wingdings" panose="05000000000000000000" pitchFamily="2" charset="2"/>
                        <a:defRPr kumimoji="1">
                          <a:solidFill>
                            <a:schemeClr val="tx1"/>
                          </a:solidFill>
                          <a:latin typeface="Calibri" panose="020F0502020204030204" pitchFamily="34" charset="0"/>
                          <a:ea typeface="宋体" panose="02010600030101010101" pitchFamily="2" charset="-122"/>
                          <a:cs typeface="华文新魏" panose="02010800040101010101" pitchFamily="2" charset="-122"/>
                        </a:defRPr>
                      </a:lvl4pPr>
                      <a:lvl5pPr marL="2057400" indent="-228600">
                        <a:spcBef>
                          <a:spcPct val="20000"/>
                        </a:spcBef>
                        <a:buClr>
                          <a:schemeClr val="accent1"/>
                        </a:buClr>
                        <a:buSzPct val="50000"/>
                        <a:buFont typeface="Wingdings" panose="05000000000000000000" pitchFamily="2" charset="2"/>
                        <a:defRPr kumimoji="1">
                          <a:solidFill>
                            <a:schemeClr val="tx1"/>
                          </a:solidFill>
                          <a:latin typeface="Calibri" panose="020F0502020204030204" pitchFamily="34" charset="0"/>
                          <a:ea typeface="宋体" panose="02010600030101010101" pitchFamily="2" charset="-122"/>
                          <a:cs typeface="华文新魏" panose="0201080004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kumimoji="1">
                          <a:solidFill>
                            <a:schemeClr val="tx1"/>
                          </a:solidFill>
                          <a:latin typeface="Calibri" panose="020F0502020204030204" pitchFamily="34" charset="0"/>
                          <a:ea typeface="宋体" panose="02010600030101010101" pitchFamily="2" charset="-122"/>
                          <a:cs typeface="华文新魏" panose="0201080004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kumimoji="1">
                          <a:solidFill>
                            <a:schemeClr val="tx1"/>
                          </a:solidFill>
                          <a:latin typeface="Calibri" panose="020F0502020204030204" pitchFamily="34" charset="0"/>
                          <a:ea typeface="宋体" panose="02010600030101010101" pitchFamily="2" charset="-122"/>
                          <a:cs typeface="华文新魏" panose="0201080004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kumimoji="1">
                          <a:solidFill>
                            <a:schemeClr val="tx1"/>
                          </a:solidFill>
                          <a:latin typeface="Calibri" panose="020F0502020204030204" pitchFamily="34" charset="0"/>
                          <a:ea typeface="宋体" panose="02010600030101010101" pitchFamily="2" charset="-122"/>
                          <a:cs typeface="华文新魏" panose="0201080004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kumimoji="1">
                          <a:solidFill>
                            <a:schemeClr val="tx1"/>
                          </a:solidFill>
                          <a:latin typeface="Calibri" panose="020F0502020204030204" pitchFamily="34" charset="0"/>
                          <a:ea typeface="宋体" panose="02010600030101010101" pitchFamily="2" charset="-122"/>
                          <a:cs typeface="华文新魏" panose="0201080004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0" lang="en-US" altLang="zh-CN" sz="1900" b="1" i="0" u="none" strike="noStrike" cap="none" normalizeH="0" baseline="0">
                          <a:ln>
                            <a:noFill/>
                          </a:ln>
                          <a:solidFill>
                            <a:schemeClr val="tx1"/>
                          </a:solidFill>
                          <a:effectLst/>
                          <a:latin typeface="楷体_GB2312" panose="02010609030101010101" pitchFamily="49" charset="-122"/>
                          <a:ea typeface="楷体_GB2312" panose="02010609030101010101" pitchFamily="49" charset="-122"/>
                          <a:cs typeface="华文新魏" panose="02010800040101010101" pitchFamily="2" charset="-122"/>
                        </a:rPr>
                        <a:t>8</a:t>
                      </a:r>
                      <a:endParaRPr kumimoji="0" lang="en-US" altLang="zh-CN" sz="1900" b="1" i="0" u="none" strike="noStrike" cap="none" normalizeH="0" baseline="0">
                        <a:ln>
                          <a:noFill/>
                        </a:ln>
                        <a:solidFill>
                          <a:schemeClr val="tx1"/>
                        </a:solidFill>
                        <a:effectLst/>
                        <a:latin typeface="楷体_GB2312" panose="02010609030101010101" pitchFamily="49" charset="-122"/>
                        <a:ea typeface="楷体_GB2312" panose="02010609030101010101" pitchFamily="49" charset="-122"/>
                        <a:cs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kumimoji="1" sz="2800">
                          <a:solidFill>
                            <a:schemeClr val="tx1"/>
                          </a:solidFill>
                          <a:latin typeface="Calibri" panose="020F0502020204030204" pitchFamily="34" charset="0"/>
                          <a:ea typeface="宋体" panose="02010600030101010101" pitchFamily="2" charset="-122"/>
                          <a:cs typeface="华文新魏" panose="02010800040101010101" pitchFamily="2" charset="-122"/>
                        </a:defRPr>
                      </a:lvl1pPr>
                      <a:lvl2pPr marL="742950" indent="-285750">
                        <a:spcBef>
                          <a:spcPct val="20000"/>
                        </a:spcBef>
                        <a:buClr>
                          <a:schemeClr val="hlink"/>
                        </a:buClr>
                        <a:buSzPct val="55000"/>
                        <a:buFont typeface="Wingdings" panose="05000000000000000000" pitchFamily="2" charset="2"/>
                        <a:defRPr kumimoji="1" sz="2400">
                          <a:solidFill>
                            <a:schemeClr val="tx1"/>
                          </a:solidFill>
                          <a:latin typeface="Calibri" panose="020F0502020204030204" pitchFamily="34" charset="0"/>
                          <a:ea typeface="宋体" panose="02010600030101010101" pitchFamily="2" charset="-122"/>
                          <a:cs typeface="华文新魏" panose="02010800040101010101" pitchFamily="2" charset="-122"/>
                        </a:defRPr>
                      </a:lvl2pPr>
                      <a:lvl3pPr marL="1143000" indent="-228600">
                        <a:spcBef>
                          <a:spcPct val="20000"/>
                        </a:spcBef>
                        <a:buClr>
                          <a:schemeClr val="folHlink"/>
                        </a:buClr>
                        <a:buSzPct val="50000"/>
                        <a:buFont typeface="Wingdings" panose="05000000000000000000" pitchFamily="2" charset="2"/>
                        <a:defRPr kumimoji="1" sz="2000">
                          <a:solidFill>
                            <a:schemeClr val="tx1"/>
                          </a:solidFill>
                          <a:latin typeface="Calibri" panose="020F0502020204030204" pitchFamily="34" charset="0"/>
                          <a:ea typeface="宋体" panose="02010600030101010101" pitchFamily="2" charset="-122"/>
                          <a:cs typeface="华文新魏" panose="02010800040101010101" pitchFamily="2" charset="-122"/>
                        </a:defRPr>
                      </a:lvl3pPr>
                      <a:lvl4pPr marL="1600200" indent="-228600">
                        <a:spcBef>
                          <a:spcPct val="20000"/>
                        </a:spcBef>
                        <a:buClr>
                          <a:schemeClr val="accent2"/>
                        </a:buClr>
                        <a:buSzPct val="55000"/>
                        <a:buFont typeface="Wingdings" panose="05000000000000000000" pitchFamily="2" charset="2"/>
                        <a:defRPr kumimoji="1">
                          <a:solidFill>
                            <a:schemeClr val="tx1"/>
                          </a:solidFill>
                          <a:latin typeface="Calibri" panose="020F0502020204030204" pitchFamily="34" charset="0"/>
                          <a:ea typeface="宋体" panose="02010600030101010101" pitchFamily="2" charset="-122"/>
                          <a:cs typeface="华文新魏" panose="02010800040101010101" pitchFamily="2" charset="-122"/>
                        </a:defRPr>
                      </a:lvl4pPr>
                      <a:lvl5pPr marL="2057400" indent="-228600">
                        <a:spcBef>
                          <a:spcPct val="20000"/>
                        </a:spcBef>
                        <a:buClr>
                          <a:schemeClr val="accent1"/>
                        </a:buClr>
                        <a:buSzPct val="50000"/>
                        <a:buFont typeface="Wingdings" panose="05000000000000000000" pitchFamily="2" charset="2"/>
                        <a:defRPr kumimoji="1">
                          <a:solidFill>
                            <a:schemeClr val="tx1"/>
                          </a:solidFill>
                          <a:latin typeface="Calibri" panose="020F0502020204030204" pitchFamily="34" charset="0"/>
                          <a:ea typeface="宋体" panose="02010600030101010101" pitchFamily="2" charset="-122"/>
                          <a:cs typeface="华文新魏" panose="0201080004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kumimoji="1">
                          <a:solidFill>
                            <a:schemeClr val="tx1"/>
                          </a:solidFill>
                          <a:latin typeface="Calibri" panose="020F0502020204030204" pitchFamily="34" charset="0"/>
                          <a:ea typeface="宋体" panose="02010600030101010101" pitchFamily="2" charset="-122"/>
                          <a:cs typeface="华文新魏" panose="0201080004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kumimoji="1">
                          <a:solidFill>
                            <a:schemeClr val="tx1"/>
                          </a:solidFill>
                          <a:latin typeface="Calibri" panose="020F0502020204030204" pitchFamily="34" charset="0"/>
                          <a:ea typeface="宋体" panose="02010600030101010101" pitchFamily="2" charset="-122"/>
                          <a:cs typeface="华文新魏" panose="0201080004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kumimoji="1">
                          <a:solidFill>
                            <a:schemeClr val="tx1"/>
                          </a:solidFill>
                          <a:latin typeface="Calibri" panose="020F0502020204030204" pitchFamily="34" charset="0"/>
                          <a:ea typeface="宋体" panose="02010600030101010101" pitchFamily="2" charset="-122"/>
                          <a:cs typeface="华文新魏" panose="0201080004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kumimoji="1">
                          <a:solidFill>
                            <a:schemeClr val="tx1"/>
                          </a:solidFill>
                          <a:latin typeface="Calibri" panose="020F0502020204030204" pitchFamily="34" charset="0"/>
                          <a:ea typeface="宋体" panose="02010600030101010101" pitchFamily="2" charset="-122"/>
                          <a:cs typeface="华文新魏" panose="0201080004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0" lang="en-US" altLang="zh-CN" sz="1900" b="1" i="0" u="none" strike="noStrike" cap="none" normalizeH="0" baseline="0">
                          <a:ln>
                            <a:noFill/>
                          </a:ln>
                          <a:solidFill>
                            <a:schemeClr val="tx1"/>
                          </a:solidFill>
                          <a:effectLst/>
                          <a:latin typeface="楷体_GB2312" panose="02010609030101010101" pitchFamily="49" charset="-122"/>
                          <a:ea typeface="楷体_GB2312" panose="02010609030101010101" pitchFamily="49" charset="-122"/>
                          <a:cs typeface="华文新魏" panose="02010800040101010101" pitchFamily="2" charset="-122"/>
                        </a:rPr>
                        <a:t>9</a:t>
                      </a:r>
                      <a:endParaRPr kumimoji="0" lang="en-US" altLang="zh-CN" sz="1900" b="1" i="0" u="none" strike="noStrike" cap="none" normalizeH="0" baseline="0">
                        <a:ln>
                          <a:noFill/>
                        </a:ln>
                        <a:solidFill>
                          <a:schemeClr val="tx1"/>
                        </a:solidFill>
                        <a:effectLst/>
                        <a:latin typeface="楷体_GB2312" panose="02010609030101010101" pitchFamily="49" charset="-122"/>
                        <a:ea typeface="楷体_GB2312" panose="02010609030101010101" pitchFamily="49" charset="-122"/>
                        <a:cs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kumimoji="1" sz="2800">
                          <a:solidFill>
                            <a:schemeClr val="tx1"/>
                          </a:solidFill>
                          <a:latin typeface="Calibri" panose="020F0502020204030204" pitchFamily="34" charset="0"/>
                          <a:ea typeface="宋体" panose="02010600030101010101" pitchFamily="2" charset="-122"/>
                          <a:cs typeface="华文新魏" panose="02010800040101010101" pitchFamily="2" charset="-122"/>
                        </a:defRPr>
                      </a:lvl1pPr>
                      <a:lvl2pPr marL="742950" indent="-285750">
                        <a:spcBef>
                          <a:spcPct val="20000"/>
                        </a:spcBef>
                        <a:buClr>
                          <a:schemeClr val="hlink"/>
                        </a:buClr>
                        <a:buSzPct val="55000"/>
                        <a:buFont typeface="Wingdings" panose="05000000000000000000" pitchFamily="2" charset="2"/>
                        <a:defRPr kumimoji="1" sz="2400">
                          <a:solidFill>
                            <a:schemeClr val="tx1"/>
                          </a:solidFill>
                          <a:latin typeface="Calibri" panose="020F0502020204030204" pitchFamily="34" charset="0"/>
                          <a:ea typeface="宋体" panose="02010600030101010101" pitchFamily="2" charset="-122"/>
                          <a:cs typeface="华文新魏" panose="02010800040101010101" pitchFamily="2" charset="-122"/>
                        </a:defRPr>
                      </a:lvl2pPr>
                      <a:lvl3pPr marL="1143000" indent="-228600">
                        <a:spcBef>
                          <a:spcPct val="20000"/>
                        </a:spcBef>
                        <a:buClr>
                          <a:schemeClr val="folHlink"/>
                        </a:buClr>
                        <a:buSzPct val="50000"/>
                        <a:buFont typeface="Wingdings" panose="05000000000000000000" pitchFamily="2" charset="2"/>
                        <a:defRPr kumimoji="1" sz="2000">
                          <a:solidFill>
                            <a:schemeClr val="tx1"/>
                          </a:solidFill>
                          <a:latin typeface="Calibri" panose="020F0502020204030204" pitchFamily="34" charset="0"/>
                          <a:ea typeface="宋体" panose="02010600030101010101" pitchFamily="2" charset="-122"/>
                          <a:cs typeface="华文新魏" panose="02010800040101010101" pitchFamily="2" charset="-122"/>
                        </a:defRPr>
                      </a:lvl3pPr>
                      <a:lvl4pPr marL="1600200" indent="-228600">
                        <a:spcBef>
                          <a:spcPct val="20000"/>
                        </a:spcBef>
                        <a:buClr>
                          <a:schemeClr val="accent2"/>
                        </a:buClr>
                        <a:buSzPct val="55000"/>
                        <a:buFont typeface="Wingdings" panose="05000000000000000000" pitchFamily="2" charset="2"/>
                        <a:defRPr kumimoji="1">
                          <a:solidFill>
                            <a:schemeClr val="tx1"/>
                          </a:solidFill>
                          <a:latin typeface="Calibri" panose="020F0502020204030204" pitchFamily="34" charset="0"/>
                          <a:ea typeface="宋体" panose="02010600030101010101" pitchFamily="2" charset="-122"/>
                          <a:cs typeface="华文新魏" panose="02010800040101010101" pitchFamily="2" charset="-122"/>
                        </a:defRPr>
                      </a:lvl4pPr>
                      <a:lvl5pPr marL="2057400" indent="-228600">
                        <a:spcBef>
                          <a:spcPct val="20000"/>
                        </a:spcBef>
                        <a:buClr>
                          <a:schemeClr val="accent1"/>
                        </a:buClr>
                        <a:buSzPct val="50000"/>
                        <a:buFont typeface="Wingdings" panose="05000000000000000000" pitchFamily="2" charset="2"/>
                        <a:defRPr kumimoji="1">
                          <a:solidFill>
                            <a:schemeClr val="tx1"/>
                          </a:solidFill>
                          <a:latin typeface="Calibri" panose="020F0502020204030204" pitchFamily="34" charset="0"/>
                          <a:ea typeface="宋体" panose="02010600030101010101" pitchFamily="2" charset="-122"/>
                          <a:cs typeface="华文新魏" panose="0201080004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kumimoji="1">
                          <a:solidFill>
                            <a:schemeClr val="tx1"/>
                          </a:solidFill>
                          <a:latin typeface="Calibri" panose="020F0502020204030204" pitchFamily="34" charset="0"/>
                          <a:ea typeface="宋体" panose="02010600030101010101" pitchFamily="2" charset="-122"/>
                          <a:cs typeface="华文新魏" panose="0201080004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kumimoji="1">
                          <a:solidFill>
                            <a:schemeClr val="tx1"/>
                          </a:solidFill>
                          <a:latin typeface="Calibri" panose="020F0502020204030204" pitchFamily="34" charset="0"/>
                          <a:ea typeface="宋体" panose="02010600030101010101" pitchFamily="2" charset="-122"/>
                          <a:cs typeface="华文新魏" panose="0201080004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kumimoji="1">
                          <a:solidFill>
                            <a:schemeClr val="tx1"/>
                          </a:solidFill>
                          <a:latin typeface="Calibri" panose="020F0502020204030204" pitchFamily="34" charset="0"/>
                          <a:ea typeface="宋体" panose="02010600030101010101" pitchFamily="2" charset="-122"/>
                          <a:cs typeface="华文新魏" panose="0201080004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kumimoji="1">
                          <a:solidFill>
                            <a:schemeClr val="tx1"/>
                          </a:solidFill>
                          <a:latin typeface="Calibri" panose="020F0502020204030204" pitchFamily="34" charset="0"/>
                          <a:ea typeface="宋体" panose="02010600030101010101" pitchFamily="2" charset="-122"/>
                          <a:cs typeface="华文新魏" panose="0201080004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0" lang="en-US" altLang="zh-CN" sz="1900" b="1" i="0" u="none" strike="noStrike" cap="none" normalizeH="0" baseline="0">
                          <a:ln>
                            <a:noFill/>
                          </a:ln>
                          <a:solidFill>
                            <a:schemeClr val="tx1"/>
                          </a:solidFill>
                          <a:effectLst/>
                          <a:latin typeface="楷体_GB2312" panose="02010609030101010101" pitchFamily="49" charset="-122"/>
                          <a:ea typeface="楷体_GB2312" panose="02010609030101010101" pitchFamily="49" charset="-122"/>
                          <a:cs typeface="华文新魏" panose="02010800040101010101" pitchFamily="2" charset="-122"/>
                        </a:rPr>
                        <a:t>9</a:t>
                      </a:r>
                      <a:endParaRPr kumimoji="0" lang="en-US" altLang="zh-CN" sz="1900" b="1" i="0" u="none" strike="noStrike" cap="none" normalizeH="0" baseline="0">
                        <a:ln>
                          <a:noFill/>
                        </a:ln>
                        <a:solidFill>
                          <a:schemeClr val="tx1"/>
                        </a:solidFill>
                        <a:effectLst/>
                        <a:latin typeface="楷体_GB2312" panose="02010609030101010101" pitchFamily="49" charset="-122"/>
                        <a:ea typeface="楷体_GB2312" panose="02010609030101010101" pitchFamily="49" charset="-122"/>
                        <a:cs typeface="华文新魏" panose="0201080004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sp>
        <p:nvSpPr>
          <p:cNvPr id="6" name="Text Box 5"/>
          <p:cNvSpPr txBox="1"/>
          <p:nvPr/>
        </p:nvSpPr>
        <p:spPr>
          <a:xfrm>
            <a:off x="3224213" y="0"/>
            <a:ext cx="5919788" cy="706438"/>
          </a:xfrm>
          <a:prstGeom prst="rect">
            <a:avLst/>
          </a:prstGeom>
          <a:noFill/>
          <a:ln w="9525">
            <a:noFill/>
          </a:ln>
        </p:spPr>
        <p:txBody>
          <a:bodyPr>
            <a:spAutoFit/>
          </a:bodyPr>
          <a:lstStyle/>
          <a:p>
            <a:pPr marR="0" algn="ctr" defTabSz="914400" eaLnBrk="1" hangingPunct="1">
              <a:buClrTx/>
              <a:buSzTx/>
              <a:buFontTx/>
              <a:buNone/>
              <a:defRPr/>
            </a:pPr>
            <a:r>
              <a:rPr kumimoji="0" lang="en-US" altLang="zh-CN" sz="4000" b="1" kern="1200" cap="none" spc="0" normalizeH="0" baseline="0" noProof="1">
                <a:solidFill>
                  <a:srgbClr val="0000FF"/>
                </a:solidFill>
                <a:latin typeface="Arial" panose="020B0604020202020204" pitchFamily="34" charset="0"/>
                <a:ea typeface="宋体" panose="02010600030101010101" pitchFamily="2" charset="-122"/>
                <a:cs typeface="+mn-cs"/>
                <a:sym typeface="宋体" panose="02010600030101010101" pitchFamily="2" charset="-122"/>
              </a:rPr>
              <a:t>4.2.2 </a:t>
            </a:r>
            <a:r>
              <a:rPr kumimoji="1" lang="en-US" altLang="zh-CN" sz="4000" b="1" kern="0" cap="none" spc="0" normalizeH="0" baseline="0" noProof="0" dirty="0">
                <a:solidFill>
                  <a:srgbClr val="0000CC"/>
                </a:solidFill>
                <a:effectLst>
                  <a:outerShdw blurRad="38100" dist="38100" dir="2700000" algn="tl">
                    <a:srgbClr val="C0C0C0"/>
                  </a:outerShdw>
                </a:effectLst>
                <a:latin typeface="黑体" panose="02010609060101010101" pitchFamily="49" charset="-122"/>
                <a:ea typeface="黑体" panose="02010609060101010101" pitchFamily="49" charset="-122"/>
                <a:cs typeface="Times New Roman" panose="02020603050405020304" pitchFamily="18" charset="0"/>
                <a:sym typeface="+mn-ea"/>
              </a:rPr>
              <a:t> </a:t>
            </a:r>
            <a:r>
              <a:rPr kumimoji="0" lang="en-US" altLang="zh-CN" sz="4000" b="1" kern="1200" cap="none" spc="0" normalizeH="0" baseline="0" noProof="1">
                <a:solidFill>
                  <a:srgbClr val="0000FF"/>
                </a:solidFill>
                <a:latin typeface="Arial" panose="020B0604020202020204" pitchFamily="34" charset="0"/>
                <a:ea typeface="宋体" panose="02010600030101010101" pitchFamily="2" charset="-122"/>
                <a:cs typeface="+mn-cs"/>
                <a:sym typeface="+mn-ea"/>
              </a:rPr>
              <a:t>模糊聚类</a:t>
            </a:r>
            <a:r>
              <a:rPr kumimoji="0" lang="en-US" altLang="zh-CN" sz="4000" b="1" kern="1200" cap="none" spc="0" normalizeH="0" baseline="0" noProof="1">
                <a:solidFill>
                  <a:srgbClr val="0000FF"/>
                </a:solidFill>
                <a:latin typeface="Arial" panose="020B0604020202020204" pitchFamily="34" charset="0"/>
                <a:ea typeface="宋体" panose="02010600030101010101" pitchFamily="2" charset="-122"/>
                <a:cs typeface="+mn-cs"/>
                <a:sym typeface="宋体" panose="02010600030101010101" pitchFamily="2" charset="-122"/>
              </a:rPr>
              <a:t>算法</a:t>
            </a:r>
            <a:endParaRPr kumimoji="0" lang="en-US" altLang="zh-CN" sz="4000" b="1" kern="1200" cap="none" spc="0" normalizeH="0" baseline="0" noProof="1">
              <a:solidFill>
                <a:srgbClr val="0000FF"/>
              </a:solidFill>
              <a:latin typeface="Arial" panose="020B0604020202020204" pitchFamily="34" charset="0"/>
              <a:ea typeface="宋体" panose="02010600030101010101" pitchFamily="2" charset="-122"/>
              <a:cs typeface="+mn-cs"/>
              <a:sym typeface="宋体" panose="02010600030101010101" pitchFamily="2" charset="-122"/>
            </a:endParaRPr>
          </a:p>
        </p:txBody>
      </p:sp>
    </p:spTree>
  </p:cSld>
  <p:clrMapOvr>
    <a:masterClrMapping/>
  </p:clrMapOvr>
  <p:transition/>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 name="Rectangle 5"/>
          <p:cNvSpPr>
            <a:spLocks noChangeArrowheads="1"/>
          </p:cNvSpPr>
          <p:nvPr/>
        </p:nvSpPr>
        <p:spPr bwMode="auto">
          <a:xfrm>
            <a:off x="1143000" y="1841500"/>
            <a:ext cx="7678738" cy="854075"/>
          </a:xfrm>
          <a:prstGeom prst="rect">
            <a:avLst/>
          </a:prstGeom>
          <a:noFill/>
          <a:ln w="9525">
            <a:noFill/>
            <a:miter lim="800000"/>
          </a:ln>
          <a:effectLst/>
        </p:spPr>
        <p:txBody>
          <a:bodyPr>
            <a:spAutoFit/>
          </a:bodyPr>
          <a:lstStyle/>
          <a:p>
            <a:pPr marL="273050" marR="0" lvl="0" indent="-273050" algn="l" defTabSz="914400" rtl="0" eaLnBrk="1" fontAlgn="base" latinLnBrk="0" hangingPunct="1">
              <a:lnSpc>
                <a:spcPct val="100000"/>
              </a:lnSpc>
              <a:spcBef>
                <a:spcPts val="575"/>
              </a:spcBef>
              <a:spcAft>
                <a:spcPct val="0"/>
              </a:spcAft>
              <a:buClr>
                <a:srgbClr val="D34817"/>
              </a:buClr>
              <a:buSzPct val="85000"/>
              <a:buFont typeface="Wingdings" panose="05000000000000000000" pitchFamily="2" charset="2"/>
              <a:buChar char="n"/>
              <a:defRPr/>
            </a:pPr>
            <a:r>
              <a:rPr kumimoji="0" lang="zh-CN" altLang="en-US" sz="2600" b="1" i="0" u="none" strike="noStrike" kern="1200" cap="none" spc="0" normalizeH="0" baseline="0" noProof="0" dirty="0">
                <a:ln>
                  <a:noFill/>
                </a:ln>
                <a:solidFill>
                  <a:srgbClr val="0070C0"/>
                </a:solidFill>
                <a:effectLst/>
                <a:uLnTx/>
                <a:uFillTx/>
                <a:latin typeface="华文中宋" panose="02010600040101010101" pitchFamily="2" charset="-122"/>
                <a:ea typeface="华文中宋" panose="02010600040101010101" pitchFamily="2" charset="-122"/>
                <a:cs typeface="+mn-cs"/>
              </a:rPr>
              <a:t>数据分布图：</a:t>
            </a:r>
            <a:endParaRPr kumimoji="0" lang="en-US" altLang="zh-CN" sz="2600" b="1" i="0" u="none" strike="noStrike" kern="1200" cap="none" spc="0" normalizeH="0" baseline="0" noProof="0" dirty="0">
              <a:ln>
                <a:noFill/>
              </a:ln>
              <a:solidFill>
                <a:srgbClr val="0070C0"/>
              </a:solidFill>
              <a:effectLst/>
              <a:uLnTx/>
              <a:uFillTx/>
              <a:latin typeface="华文中宋" panose="02010600040101010101" pitchFamily="2" charset="-122"/>
              <a:ea typeface="华文中宋" panose="02010600040101010101" pitchFamily="2" charset="-122"/>
              <a:cs typeface="+mn-cs"/>
            </a:endParaRPr>
          </a:p>
          <a:p>
            <a:pPr marL="273050" marR="0" lvl="0" indent="-273050" algn="l" defTabSz="914400" rtl="0" eaLnBrk="1" fontAlgn="base" latinLnBrk="0" hangingPunct="1">
              <a:lnSpc>
                <a:spcPct val="100000"/>
              </a:lnSpc>
              <a:spcBef>
                <a:spcPct val="0"/>
              </a:spcBef>
              <a:spcAft>
                <a:spcPct val="0"/>
              </a:spcAft>
              <a:buClrTx/>
              <a:buSzTx/>
              <a:buFont typeface="Wingdings" panose="05000000000000000000" pitchFamily="2" charset="2"/>
              <a:buNone/>
              <a:defRPr/>
            </a:pPr>
            <a:endParaRPr kumimoji="0" lang="zh-CN" altLang="en-US" sz="2400" b="1" i="0" u="none" strike="noStrike" kern="1200" cap="none" spc="0" normalizeH="0" baseline="0" noProof="0" dirty="0">
              <a:ln>
                <a:noFill/>
              </a:ln>
              <a:solidFill>
                <a:schemeClr val="tx1"/>
              </a:solidFill>
              <a:effectLst>
                <a:outerShdw blurRad="38100" dist="38100" dir="2700000" algn="tl">
                  <a:srgbClr val="C0C0C0"/>
                </a:outerShdw>
              </a:effectLst>
              <a:uLnTx/>
              <a:uFillTx/>
              <a:latin typeface="Calibri" panose="020F0502020204030204" pitchFamily="34" charset="0"/>
              <a:ea typeface="宋体" panose="02010600030101010101" pitchFamily="2" charset="-122"/>
              <a:cs typeface="+mn-cs"/>
            </a:endParaRPr>
          </a:p>
        </p:txBody>
      </p:sp>
      <p:pic>
        <p:nvPicPr>
          <p:cNvPr id="103427" name="Picture 2"/>
          <p:cNvPicPr>
            <a:picLocks noChangeAspect="1"/>
          </p:cNvPicPr>
          <p:nvPr/>
        </p:nvPicPr>
        <p:blipFill>
          <a:blip r:embed="rId1"/>
          <a:stretch>
            <a:fillRect/>
          </a:stretch>
        </p:blipFill>
        <p:spPr>
          <a:xfrm>
            <a:off x="2017713" y="2357438"/>
            <a:ext cx="4714875" cy="4071937"/>
          </a:xfrm>
          <a:prstGeom prst="rect">
            <a:avLst/>
          </a:prstGeom>
          <a:noFill/>
          <a:ln w="9525">
            <a:noFill/>
          </a:ln>
        </p:spPr>
      </p:pic>
      <p:sp>
        <p:nvSpPr>
          <p:cNvPr id="103428" name="Rectangle 2"/>
          <p:cNvSpPr txBox="1"/>
          <p:nvPr/>
        </p:nvSpPr>
        <p:spPr>
          <a:xfrm>
            <a:off x="1071563" y="1071563"/>
            <a:ext cx="7143750" cy="609600"/>
          </a:xfrm>
          <a:prstGeom prst="rect">
            <a:avLst/>
          </a:prstGeom>
          <a:noFill/>
          <a:ln w="9525">
            <a:noFill/>
          </a:ln>
        </p:spPr>
        <p:txBody>
          <a:bodyPr anchor="b" anchorCtr="0"/>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华文新魏" panose="02010800040101010101" pitchFamily="2" charset="-122"/>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ea typeface="+mn-ea"/>
                <a:cs typeface="华文新魏" panose="02010800040101010101" pitchFamily="2" charset="-122"/>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ea typeface="+mn-ea"/>
                <a:cs typeface="华文新魏" panose="02010800040101010101" pitchFamily="2" charset="-122"/>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ea typeface="+mn-ea"/>
                <a:cs typeface="华文新魏" panose="02010800040101010101" pitchFamily="2" charset="-122"/>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ea typeface="+mn-ea"/>
                <a:cs typeface="华文新魏" panose="02010800040101010101" pitchFamily="2" charset="-122"/>
              </a:defRPr>
            </a:lvl5pPr>
          </a:lstStyle>
          <a:p>
            <a:pPr marL="0" lvl="0" indent="0" algn="ctr" eaLnBrk="1" hangingPunct="1">
              <a:spcBef>
                <a:spcPct val="0"/>
              </a:spcBef>
              <a:buClrTx/>
              <a:buSzTx/>
              <a:buFontTx/>
              <a:buNone/>
            </a:pPr>
            <a:r>
              <a:rPr lang="zh-CN" altLang="en-US" sz="3600" b="1" dirty="0">
                <a:solidFill>
                  <a:srgbClr val="0000FF"/>
                </a:solidFill>
                <a:latin typeface="Times New Roman" panose="02020603050405020304" pitchFamily="18" charset="0"/>
                <a:ea typeface="黑体" panose="02010609060101010101" pitchFamily="49" charset="-122"/>
              </a:rPr>
              <a:t>算法实例</a:t>
            </a:r>
            <a:endParaRPr lang="en-US" altLang="zh-CN" sz="3600" b="1" dirty="0">
              <a:solidFill>
                <a:srgbClr val="0000FF"/>
              </a:solidFill>
              <a:latin typeface="Times New Roman" panose="02020603050405020304" pitchFamily="18" charset="0"/>
              <a:ea typeface="黑体" panose="02010609060101010101" pitchFamily="49" charset="-122"/>
            </a:endParaRPr>
          </a:p>
        </p:txBody>
      </p:sp>
      <p:sp>
        <p:nvSpPr>
          <p:cNvPr id="6" name="Text Box 5"/>
          <p:cNvSpPr txBox="1"/>
          <p:nvPr/>
        </p:nvSpPr>
        <p:spPr>
          <a:xfrm>
            <a:off x="3224213" y="0"/>
            <a:ext cx="5919788" cy="706438"/>
          </a:xfrm>
          <a:prstGeom prst="rect">
            <a:avLst/>
          </a:prstGeom>
          <a:noFill/>
          <a:ln w="9525">
            <a:noFill/>
          </a:ln>
        </p:spPr>
        <p:txBody>
          <a:bodyPr>
            <a:spAutoFit/>
          </a:bodyPr>
          <a:lstStyle/>
          <a:p>
            <a:pPr marR="0" algn="ctr" defTabSz="914400" eaLnBrk="1" hangingPunct="1">
              <a:buClrTx/>
              <a:buSzTx/>
              <a:buFontTx/>
              <a:buNone/>
              <a:defRPr/>
            </a:pPr>
            <a:r>
              <a:rPr kumimoji="0" lang="en-US" altLang="zh-CN" sz="4000" b="1" kern="1200" cap="none" spc="0" normalizeH="0" baseline="0" noProof="1">
                <a:solidFill>
                  <a:srgbClr val="0000FF"/>
                </a:solidFill>
                <a:latin typeface="Arial" panose="020B0604020202020204" pitchFamily="34" charset="0"/>
                <a:ea typeface="宋体" panose="02010600030101010101" pitchFamily="2" charset="-122"/>
                <a:cs typeface="+mn-cs"/>
                <a:sym typeface="宋体" panose="02010600030101010101" pitchFamily="2" charset="-122"/>
              </a:rPr>
              <a:t>4.2.2 </a:t>
            </a:r>
            <a:r>
              <a:rPr kumimoji="1" lang="en-US" altLang="zh-CN" sz="4000" b="1" kern="0" cap="none" spc="0" normalizeH="0" baseline="0" noProof="0" dirty="0">
                <a:solidFill>
                  <a:srgbClr val="0000CC"/>
                </a:solidFill>
                <a:effectLst>
                  <a:outerShdw blurRad="38100" dist="38100" dir="2700000" algn="tl">
                    <a:srgbClr val="C0C0C0"/>
                  </a:outerShdw>
                </a:effectLst>
                <a:latin typeface="黑体" panose="02010609060101010101" pitchFamily="49" charset="-122"/>
                <a:ea typeface="黑体" panose="02010609060101010101" pitchFamily="49" charset="-122"/>
                <a:cs typeface="Times New Roman" panose="02020603050405020304" pitchFamily="18" charset="0"/>
                <a:sym typeface="+mn-ea"/>
              </a:rPr>
              <a:t> </a:t>
            </a:r>
            <a:r>
              <a:rPr kumimoji="0" lang="en-US" altLang="zh-CN" sz="4000" b="1" kern="1200" cap="none" spc="0" normalizeH="0" baseline="0" noProof="1">
                <a:solidFill>
                  <a:srgbClr val="0000FF"/>
                </a:solidFill>
                <a:latin typeface="Arial" panose="020B0604020202020204" pitchFamily="34" charset="0"/>
                <a:ea typeface="宋体" panose="02010600030101010101" pitchFamily="2" charset="-122"/>
                <a:cs typeface="+mn-cs"/>
                <a:sym typeface="+mn-ea"/>
              </a:rPr>
              <a:t>模糊聚类</a:t>
            </a:r>
            <a:r>
              <a:rPr kumimoji="0" lang="en-US" altLang="zh-CN" sz="4000" b="1" kern="1200" cap="none" spc="0" normalizeH="0" baseline="0" noProof="1">
                <a:solidFill>
                  <a:srgbClr val="0000FF"/>
                </a:solidFill>
                <a:latin typeface="Arial" panose="020B0604020202020204" pitchFamily="34" charset="0"/>
                <a:ea typeface="宋体" panose="02010600030101010101" pitchFamily="2" charset="-122"/>
                <a:cs typeface="+mn-cs"/>
                <a:sym typeface="宋体" panose="02010600030101010101" pitchFamily="2" charset="-122"/>
              </a:rPr>
              <a:t>算法</a:t>
            </a:r>
            <a:endParaRPr kumimoji="0" lang="en-US" altLang="zh-CN" sz="4000" b="1" kern="1200" cap="none" spc="0" normalizeH="0" baseline="0" noProof="1">
              <a:solidFill>
                <a:srgbClr val="0000FF"/>
              </a:solidFill>
              <a:latin typeface="Arial" panose="020B0604020202020204" pitchFamily="34" charset="0"/>
              <a:ea typeface="宋体" panose="02010600030101010101" pitchFamily="2" charset="-122"/>
              <a:cs typeface="+mn-cs"/>
              <a:sym typeface="宋体" panose="02010600030101010101" pitchFamily="2" charset="-122"/>
            </a:endParaRPr>
          </a:p>
        </p:txBody>
      </p:sp>
    </p:spTree>
  </p:cSld>
  <p:clrMapOvr>
    <a:masterClrMapping/>
  </p:clrMapOvr>
  <p:transition/>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4450" name="Rectangle 5"/>
          <p:cNvSpPr/>
          <p:nvPr/>
        </p:nvSpPr>
        <p:spPr>
          <a:xfrm>
            <a:off x="395288" y="1341438"/>
            <a:ext cx="7848600" cy="4098925"/>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华文新魏" panose="02010800040101010101" pitchFamily="2" charset="-122"/>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ea typeface="+mn-ea"/>
                <a:cs typeface="华文新魏" panose="02010800040101010101" pitchFamily="2" charset="-122"/>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ea typeface="+mn-ea"/>
                <a:cs typeface="华文新魏" panose="02010800040101010101" pitchFamily="2" charset="-122"/>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ea typeface="+mn-ea"/>
                <a:cs typeface="华文新魏" panose="02010800040101010101" pitchFamily="2" charset="-122"/>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ea typeface="+mn-ea"/>
                <a:cs typeface="华文新魏" panose="02010800040101010101" pitchFamily="2" charset="-122"/>
              </a:defRPr>
            </a:lvl5pPr>
          </a:lstStyle>
          <a:p>
            <a:pPr marL="273050" lvl="0" indent="-273050" algn="just" eaLnBrk="1" hangingPunct="1">
              <a:spcBef>
                <a:spcPts val="575"/>
              </a:spcBef>
              <a:buClr>
                <a:srgbClr val="D34817"/>
              </a:buClr>
              <a:buSzPct val="85000"/>
            </a:pPr>
            <a:r>
              <a:rPr lang="en-US" altLang="zh-CN" sz="2600" b="1" dirty="0">
                <a:solidFill>
                  <a:srgbClr val="FF0000"/>
                </a:solidFill>
                <a:latin typeface="Times New Roman" panose="02020603050405020304" pitchFamily="18" charset="0"/>
                <a:cs typeface="Times New Roman" panose="02020603050405020304" pitchFamily="18" charset="0"/>
              </a:rPr>
              <a:t>FCM</a:t>
            </a:r>
            <a:r>
              <a:rPr lang="zh-CN" altLang="en-US" sz="2600" b="1" dirty="0">
                <a:solidFill>
                  <a:srgbClr val="FF0000"/>
                </a:solidFill>
                <a:latin typeface="Times New Roman" panose="02020603050405020304" pitchFamily="18" charset="0"/>
                <a:cs typeface="Times New Roman" panose="02020603050405020304" pitchFamily="18" charset="0"/>
              </a:rPr>
              <a:t>计算步骤：</a:t>
            </a:r>
            <a:endParaRPr lang="en-US" altLang="zh-CN" sz="2600" b="1" dirty="0">
              <a:solidFill>
                <a:srgbClr val="FF0000"/>
              </a:solidFill>
              <a:latin typeface="Times New Roman" panose="02020603050405020304" pitchFamily="18" charset="0"/>
              <a:cs typeface="Times New Roman" panose="02020603050405020304" pitchFamily="18" charset="0"/>
            </a:endParaRPr>
          </a:p>
          <a:p>
            <a:pPr marL="273050" lvl="0" indent="-273050" algn="just" eaLnBrk="1" hangingPunct="1">
              <a:spcBef>
                <a:spcPts val="575"/>
              </a:spcBef>
              <a:buClr>
                <a:srgbClr val="D34817"/>
              </a:buClr>
              <a:buSzPct val="85000"/>
            </a:pPr>
            <a:r>
              <a:rPr lang="en-US" altLang="zh-CN" sz="2600" b="1" dirty="0">
                <a:solidFill>
                  <a:srgbClr val="0000FF"/>
                </a:solidFill>
                <a:latin typeface="Times New Roman" panose="02020603050405020304" pitchFamily="18" charset="0"/>
                <a:cs typeface="Times New Roman" panose="02020603050405020304" pitchFamily="18" charset="0"/>
              </a:rPr>
              <a:t>Step 1</a:t>
            </a:r>
            <a:r>
              <a:rPr lang="zh-CN" altLang="en-US" sz="2600" b="1" dirty="0">
                <a:latin typeface="Times New Roman" panose="02020603050405020304" pitchFamily="18" charset="0"/>
                <a:cs typeface="Times New Roman" panose="02020603050405020304" pitchFamily="18" charset="0"/>
              </a:rPr>
              <a:t>：设定聚类数目</a:t>
            </a:r>
            <a:r>
              <a:rPr lang="en-US" altLang="zh-CN" sz="2600" b="1" i="1" dirty="0">
                <a:latin typeface="Times New Roman" panose="02020603050405020304" pitchFamily="18" charset="0"/>
                <a:cs typeface="Times New Roman" panose="02020603050405020304" pitchFamily="18" charset="0"/>
              </a:rPr>
              <a:t>C=2</a:t>
            </a:r>
            <a:r>
              <a:rPr lang="zh-CN" altLang="en-US" sz="2600" b="1" i="1" dirty="0">
                <a:latin typeface="Times New Roman" panose="02020603050405020304" pitchFamily="18" charset="0"/>
                <a:cs typeface="Times New Roman" panose="02020603050405020304" pitchFamily="18" charset="0"/>
              </a:rPr>
              <a:t>、</a:t>
            </a:r>
            <a:r>
              <a:rPr lang="zh-CN" altLang="en-US" sz="2600" b="1" dirty="0">
                <a:latin typeface="Times New Roman" panose="02020603050405020304" pitchFamily="18" charset="0"/>
                <a:cs typeface="Times New Roman" panose="02020603050405020304" pitchFamily="18" charset="0"/>
              </a:rPr>
              <a:t>参数</a:t>
            </a:r>
            <a:r>
              <a:rPr lang="en-US" altLang="zh-CN" sz="2600" b="1" i="1" dirty="0">
                <a:latin typeface="Times New Roman" panose="02020603050405020304" pitchFamily="18" charset="0"/>
                <a:cs typeface="Times New Roman" panose="02020603050405020304" pitchFamily="18" charset="0"/>
              </a:rPr>
              <a:t>b</a:t>
            </a:r>
            <a:r>
              <a:rPr lang="zh-CN" altLang="en-US" sz="2600" b="1" dirty="0">
                <a:latin typeface="Times New Roman" panose="02020603050405020304" pitchFamily="18" charset="0"/>
                <a:cs typeface="Times New Roman" panose="02020603050405020304" pitchFamily="18" charset="0"/>
              </a:rPr>
              <a:t>和一个适当的小数</a:t>
            </a:r>
            <a:r>
              <a:rPr lang="en-US" altLang="zh-CN" sz="2600" b="1" i="1" dirty="0">
                <a:latin typeface="Times New Roman" panose="02020603050405020304" pitchFamily="18" charset="0"/>
                <a:cs typeface="Times New Roman" panose="02020603050405020304" pitchFamily="18" charset="0"/>
              </a:rPr>
              <a:t>ε=</a:t>
            </a:r>
            <a:r>
              <a:rPr lang="en-US" altLang="zh-CN" sz="2600" b="1" dirty="0">
                <a:latin typeface="Times New Roman" panose="02020603050405020304" pitchFamily="18" charset="0"/>
                <a:cs typeface="Times New Roman" panose="02020603050405020304" pitchFamily="18" charset="0"/>
              </a:rPr>
              <a:t>0.01</a:t>
            </a:r>
            <a:r>
              <a:rPr lang="zh-CN" altLang="en-US" sz="2600" b="1" dirty="0">
                <a:latin typeface="Times New Roman" panose="02020603050405020304" pitchFamily="18" charset="0"/>
                <a:cs typeface="Times New Roman" panose="02020603050405020304" pitchFamily="18" charset="0"/>
              </a:rPr>
              <a:t>。</a:t>
            </a:r>
            <a:endParaRPr lang="en-US" altLang="zh-CN" sz="2600" b="1" dirty="0">
              <a:latin typeface="Times New Roman" panose="02020603050405020304" pitchFamily="18" charset="0"/>
              <a:cs typeface="Times New Roman" panose="02020603050405020304" pitchFamily="18" charset="0"/>
            </a:endParaRPr>
          </a:p>
          <a:p>
            <a:pPr marL="273050" lvl="0" indent="-273050" algn="just" eaLnBrk="1" hangingPunct="1">
              <a:spcBef>
                <a:spcPts val="575"/>
              </a:spcBef>
              <a:buClr>
                <a:srgbClr val="D34817"/>
              </a:buClr>
              <a:buSzPct val="85000"/>
            </a:pPr>
            <a:r>
              <a:rPr lang="en-US" altLang="zh-CN" sz="2600" b="1" dirty="0">
                <a:solidFill>
                  <a:srgbClr val="0000FF"/>
                </a:solidFill>
                <a:latin typeface="Times New Roman" panose="02020603050405020304" pitchFamily="18" charset="0"/>
                <a:cs typeface="Times New Roman" panose="02020603050405020304" pitchFamily="18" charset="0"/>
              </a:rPr>
              <a:t>Step 2</a:t>
            </a:r>
            <a:r>
              <a:rPr lang="zh-CN" altLang="en-US" sz="2600" b="1" dirty="0">
                <a:latin typeface="Times New Roman" panose="02020603050405020304" pitchFamily="18" charset="0"/>
                <a:cs typeface="Times New Roman" panose="02020603050405020304" pitchFamily="18" charset="0"/>
              </a:rPr>
              <a:t>：</a:t>
            </a:r>
            <a:r>
              <a:rPr lang="zh-CN" altLang="en-US" sz="2600" b="1" dirty="0">
                <a:solidFill>
                  <a:srgbClr val="FF0000"/>
                </a:solidFill>
                <a:latin typeface="Times New Roman" panose="02020603050405020304" pitchFamily="18" charset="0"/>
                <a:cs typeface="Times New Roman" panose="02020603050405020304" pitchFamily="18" charset="0"/>
              </a:rPr>
              <a:t>初始化</a:t>
            </a:r>
            <a:r>
              <a:rPr lang="zh-CN" altLang="en-US" sz="2600" b="1" dirty="0">
                <a:latin typeface="Times New Roman" panose="02020603050405020304" pitchFamily="18" charset="0"/>
                <a:cs typeface="Times New Roman" panose="02020603050405020304" pitchFamily="18" charset="0"/>
              </a:rPr>
              <a:t>聚类中心</a:t>
            </a:r>
            <a:r>
              <a:rPr lang="en-US" altLang="zh-CN" sz="2600" b="1" i="1" dirty="0">
                <a:latin typeface="Times New Roman" panose="02020603050405020304" pitchFamily="18" charset="0"/>
                <a:cs typeface="Times New Roman" panose="02020603050405020304" pitchFamily="18" charset="0"/>
              </a:rPr>
              <a:t>m</a:t>
            </a:r>
            <a:r>
              <a:rPr lang="en-US" altLang="zh-CN" sz="2600" b="1" i="1" baseline="30000" dirty="0">
                <a:latin typeface="Times New Roman" panose="02020603050405020304" pitchFamily="18" charset="0"/>
                <a:cs typeface="Times New Roman" panose="02020603050405020304" pitchFamily="18" charset="0"/>
              </a:rPr>
              <a:t>(0) </a:t>
            </a:r>
            <a:r>
              <a:rPr lang="en-US" altLang="zh-CN" sz="2600" b="1" dirty="0">
                <a:latin typeface="Times New Roman" panose="02020603050405020304" pitchFamily="18" charset="0"/>
                <a:cs typeface="Times New Roman" panose="02020603050405020304" pitchFamily="18" charset="0"/>
              </a:rPr>
              <a:t>=[0.3 0.3; 3 3;];</a:t>
            </a:r>
            <a:endParaRPr lang="en-US" altLang="zh-CN" sz="2600" b="1" dirty="0">
              <a:latin typeface="Times New Roman" panose="02020603050405020304" pitchFamily="18" charset="0"/>
              <a:cs typeface="Times New Roman" panose="02020603050405020304" pitchFamily="18" charset="0"/>
            </a:endParaRPr>
          </a:p>
          <a:p>
            <a:pPr marL="273050" lvl="0" indent="-273050" algn="just" eaLnBrk="1" hangingPunct="1">
              <a:spcBef>
                <a:spcPts val="575"/>
              </a:spcBef>
              <a:buClr>
                <a:srgbClr val="D34817"/>
              </a:buClr>
              <a:buSzPct val="85000"/>
            </a:pPr>
            <a:endParaRPr lang="en-US" altLang="zh-CN" sz="2600" b="1" dirty="0">
              <a:latin typeface="Times New Roman" panose="02020603050405020304" pitchFamily="18" charset="0"/>
              <a:cs typeface="Times New Roman" panose="02020603050405020304" pitchFamily="18" charset="0"/>
            </a:endParaRPr>
          </a:p>
          <a:p>
            <a:pPr marL="273050" lvl="0" indent="-273050" algn="just" eaLnBrk="1" hangingPunct="1">
              <a:spcBef>
                <a:spcPts val="575"/>
              </a:spcBef>
              <a:buClr>
                <a:srgbClr val="D34817"/>
              </a:buClr>
              <a:buSzPct val="85000"/>
            </a:pPr>
            <a:endParaRPr lang="en-US" altLang="zh-CN" sz="2600" b="1" dirty="0">
              <a:latin typeface="Times New Roman" panose="02020603050405020304" pitchFamily="18" charset="0"/>
              <a:cs typeface="Times New Roman" panose="02020603050405020304" pitchFamily="18" charset="0"/>
            </a:endParaRPr>
          </a:p>
          <a:p>
            <a:pPr marL="273050" lvl="0" indent="-273050" algn="just" eaLnBrk="1" hangingPunct="1">
              <a:spcBef>
                <a:spcPts val="575"/>
              </a:spcBef>
              <a:buClr>
                <a:srgbClr val="D34817"/>
              </a:buClr>
              <a:buSzPct val="85000"/>
              <a:buFontTx/>
              <a:buNone/>
            </a:pPr>
            <a:endParaRPr lang="en-US" altLang="zh-CN" sz="2600" b="1" dirty="0">
              <a:latin typeface="Times New Roman" panose="02020603050405020304" pitchFamily="18" charset="0"/>
              <a:cs typeface="Times New Roman" panose="02020603050405020304" pitchFamily="18" charset="0"/>
            </a:endParaRPr>
          </a:p>
          <a:p>
            <a:pPr marL="273050" lvl="0" indent="-273050" algn="just" eaLnBrk="1" hangingPunct="1">
              <a:spcBef>
                <a:spcPts val="575"/>
              </a:spcBef>
              <a:buClr>
                <a:srgbClr val="D34817"/>
              </a:buClr>
              <a:buSzPct val="85000"/>
            </a:pPr>
            <a:r>
              <a:rPr lang="en-US" altLang="zh-CN" sz="2600" b="1" dirty="0">
                <a:solidFill>
                  <a:srgbClr val="0000FF"/>
                </a:solidFill>
                <a:latin typeface="Times New Roman" panose="02020603050405020304" pitchFamily="18" charset="0"/>
                <a:cs typeface="Times New Roman" panose="02020603050405020304" pitchFamily="18" charset="0"/>
              </a:rPr>
              <a:t>Step 3</a:t>
            </a:r>
            <a:r>
              <a:rPr lang="zh-CN" altLang="en-US" sz="2600" b="1" dirty="0">
                <a:latin typeface="Times New Roman" panose="02020603050405020304" pitchFamily="18" charset="0"/>
                <a:cs typeface="Times New Roman" panose="02020603050405020304" pitchFamily="18" charset="0"/>
              </a:rPr>
              <a:t>：</a:t>
            </a:r>
            <a:r>
              <a:rPr lang="zh-CN" altLang="en-US" sz="2600" b="1" dirty="0">
                <a:solidFill>
                  <a:srgbClr val="FF0000"/>
                </a:solidFill>
                <a:latin typeface="Times New Roman" panose="02020603050405020304" pitchFamily="18" charset="0"/>
                <a:cs typeface="Times New Roman" panose="02020603050405020304" pitchFamily="18" charset="0"/>
              </a:rPr>
              <a:t>更新隶属度函数</a:t>
            </a:r>
            <a:r>
              <a:rPr lang="en-US" altLang="zh-CN" sz="2600" b="1" i="1" dirty="0">
                <a:latin typeface="Times New Roman" panose="02020603050405020304" pitchFamily="18" charset="0"/>
                <a:cs typeface="Times New Roman" panose="02020603050405020304" pitchFamily="18" charset="0"/>
              </a:rPr>
              <a:t>U</a:t>
            </a:r>
            <a:r>
              <a:rPr lang="en-US" altLang="zh-CN" sz="2600" b="1" baseline="30000" dirty="0">
                <a:latin typeface="Times New Roman" panose="02020603050405020304" pitchFamily="18" charset="0"/>
                <a:cs typeface="Times New Roman" panose="02020603050405020304" pitchFamily="18" charset="0"/>
              </a:rPr>
              <a:t>(0) </a:t>
            </a:r>
            <a:r>
              <a:rPr lang="en-US" altLang="zh-CN" sz="2600" b="1" dirty="0">
                <a:latin typeface="Times New Roman" panose="02020603050405020304" pitchFamily="18" charset="0"/>
                <a:cs typeface="Times New Roman" panose="02020603050405020304" pitchFamily="18" charset="0"/>
              </a:rPr>
              <a:t>=</a:t>
            </a:r>
            <a:endParaRPr lang="en-US" altLang="zh-CN" sz="2600" b="1" dirty="0">
              <a:latin typeface="Times New Roman" panose="02020603050405020304" pitchFamily="18" charset="0"/>
              <a:cs typeface="Times New Roman" panose="02020603050405020304" pitchFamily="18" charset="0"/>
            </a:endParaRPr>
          </a:p>
          <a:p>
            <a:pPr marL="273050" lvl="0" indent="-273050" algn="just" eaLnBrk="1" hangingPunct="1">
              <a:spcBef>
                <a:spcPts val="575"/>
              </a:spcBef>
              <a:buClr>
                <a:srgbClr val="D34817"/>
              </a:buClr>
              <a:buSzPct val="85000"/>
            </a:pPr>
            <a:endParaRPr lang="en-US" altLang="zh-CN" sz="2600" b="1" baseline="30000" dirty="0">
              <a:latin typeface="Times New Roman" panose="02020603050405020304" pitchFamily="18" charset="0"/>
              <a:ea typeface="Times New Roman" panose="02020603050405020304" pitchFamily="18" charset="0"/>
            </a:endParaRPr>
          </a:p>
        </p:txBody>
      </p:sp>
      <p:pic>
        <p:nvPicPr>
          <p:cNvPr id="104451" name="图片 7"/>
          <p:cNvPicPr>
            <a:picLocks noChangeAspect="1"/>
          </p:cNvPicPr>
          <p:nvPr/>
        </p:nvPicPr>
        <p:blipFill>
          <a:blip r:embed="rId1"/>
          <a:stretch>
            <a:fillRect/>
          </a:stretch>
        </p:blipFill>
        <p:spPr>
          <a:xfrm>
            <a:off x="755650" y="5445125"/>
            <a:ext cx="7704138" cy="720725"/>
          </a:xfrm>
          <a:prstGeom prst="rect">
            <a:avLst/>
          </a:prstGeom>
          <a:noFill/>
          <a:ln w="9525">
            <a:noFill/>
          </a:ln>
        </p:spPr>
      </p:pic>
      <p:pic>
        <p:nvPicPr>
          <p:cNvPr id="104452" name="图片 6" descr="C:\Users\Administrator\Desktop\图\2.jpg"/>
          <p:cNvPicPr>
            <a:picLocks noChangeAspect="1"/>
          </p:cNvPicPr>
          <p:nvPr/>
        </p:nvPicPr>
        <p:blipFill>
          <a:blip r:embed="rId2"/>
          <a:stretch>
            <a:fillRect/>
          </a:stretch>
        </p:blipFill>
        <p:spPr>
          <a:xfrm>
            <a:off x="5148263" y="3141663"/>
            <a:ext cx="2808287" cy="2303462"/>
          </a:xfrm>
          <a:prstGeom prst="rect">
            <a:avLst/>
          </a:prstGeom>
          <a:noFill/>
          <a:ln w="9525">
            <a:noFill/>
          </a:ln>
        </p:spPr>
      </p:pic>
      <p:sp>
        <p:nvSpPr>
          <p:cNvPr id="7" name="Rectangle 2"/>
          <p:cNvSpPr>
            <a:spLocks noGrp="1" noChangeArrowheads="1"/>
          </p:cNvSpPr>
          <p:nvPr>
            <p:ph type="title"/>
          </p:nvPr>
        </p:nvSpPr>
        <p:spPr>
          <a:xfrm>
            <a:off x="1071563" y="765175"/>
            <a:ext cx="7143750" cy="609600"/>
          </a:xfrm>
        </p:spPr>
        <p:txBody>
          <a:bodyPr vert="horz" wrap="square" lIns="91440" tIns="45720" rIns="91440" bIns="45720" numCol="1" anchor="b" anchorCtr="0" compatLnSpc="1">
            <a:noAutofit/>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3600" b="1" i="0" u="none" strike="noStrike" kern="1200" cap="none" spc="0" normalizeH="0" baseline="0" noProof="0" dirty="0">
                <a:ln>
                  <a:noFill/>
                </a:ln>
                <a:solidFill>
                  <a:srgbClr val="0000FF"/>
                </a:solidFill>
                <a:effectLst/>
                <a:uLnTx/>
                <a:uFillTx/>
                <a:latin typeface="Times New Roman" panose="02020603050405020304" pitchFamily="18" charset="0"/>
                <a:ea typeface="黑体" panose="02010609060101010101" pitchFamily="49" charset="-122"/>
                <a:cs typeface="Times New Roman" panose="02020603050405020304" pitchFamily="18" charset="0"/>
              </a:rPr>
              <a:t>算法实例</a:t>
            </a:r>
            <a:endParaRPr kumimoji="0" lang="en-US" altLang="zh-CN" sz="3600" b="1" i="0" u="none" strike="noStrike" kern="1200" cap="none" spc="0" normalizeH="0" baseline="0" noProof="0" dirty="0">
              <a:ln>
                <a:noFill/>
              </a:ln>
              <a:solidFill>
                <a:srgbClr val="0000FF"/>
              </a:solidFill>
              <a:effectLst/>
              <a:uLnTx/>
              <a:uFillTx/>
              <a:latin typeface="Times New Roman" panose="02020603050405020304" pitchFamily="18" charset="0"/>
              <a:ea typeface="黑体" panose="02010609060101010101" pitchFamily="49" charset="-122"/>
              <a:cs typeface="Times New Roman" panose="02020603050405020304" pitchFamily="18" charset="0"/>
            </a:endParaRPr>
          </a:p>
        </p:txBody>
      </p:sp>
      <p:sp>
        <p:nvSpPr>
          <p:cNvPr id="6" name="Text Box 5"/>
          <p:cNvSpPr txBox="1"/>
          <p:nvPr/>
        </p:nvSpPr>
        <p:spPr>
          <a:xfrm>
            <a:off x="3224213" y="0"/>
            <a:ext cx="5919788" cy="706438"/>
          </a:xfrm>
          <a:prstGeom prst="rect">
            <a:avLst/>
          </a:prstGeom>
          <a:noFill/>
          <a:ln w="9525">
            <a:noFill/>
          </a:ln>
        </p:spPr>
        <p:txBody>
          <a:bodyPr>
            <a:spAutoFit/>
          </a:bodyPr>
          <a:lstStyle/>
          <a:p>
            <a:pPr marR="0" algn="ctr" defTabSz="914400" eaLnBrk="1" hangingPunct="1">
              <a:buClrTx/>
              <a:buSzTx/>
              <a:buFontTx/>
              <a:buNone/>
              <a:defRPr/>
            </a:pPr>
            <a:r>
              <a:rPr kumimoji="0" lang="en-US" altLang="zh-CN" sz="4000" b="1" kern="1200" cap="none" spc="0" normalizeH="0" baseline="0" noProof="1">
                <a:solidFill>
                  <a:srgbClr val="0000FF"/>
                </a:solidFill>
                <a:latin typeface="Arial" panose="020B0604020202020204" pitchFamily="34" charset="0"/>
                <a:ea typeface="宋体" panose="02010600030101010101" pitchFamily="2" charset="-122"/>
                <a:cs typeface="+mn-cs"/>
                <a:sym typeface="宋体" panose="02010600030101010101" pitchFamily="2" charset="-122"/>
              </a:rPr>
              <a:t>4.2.2 </a:t>
            </a:r>
            <a:r>
              <a:rPr kumimoji="1" lang="en-US" altLang="zh-CN" sz="4000" b="1" kern="0" cap="none" spc="0" normalizeH="0" baseline="0" noProof="0" dirty="0">
                <a:solidFill>
                  <a:srgbClr val="0000CC"/>
                </a:solidFill>
                <a:effectLst>
                  <a:outerShdw blurRad="38100" dist="38100" dir="2700000" algn="tl">
                    <a:srgbClr val="C0C0C0"/>
                  </a:outerShdw>
                </a:effectLst>
                <a:latin typeface="黑体" panose="02010609060101010101" pitchFamily="49" charset="-122"/>
                <a:ea typeface="黑体" panose="02010609060101010101" pitchFamily="49" charset="-122"/>
                <a:cs typeface="Times New Roman" panose="02020603050405020304" pitchFamily="18" charset="0"/>
                <a:sym typeface="+mn-ea"/>
              </a:rPr>
              <a:t> </a:t>
            </a:r>
            <a:r>
              <a:rPr kumimoji="0" lang="en-US" altLang="zh-CN" sz="4000" b="1" kern="1200" cap="none" spc="0" normalizeH="0" baseline="0" noProof="1">
                <a:solidFill>
                  <a:srgbClr val="0000FF"/>
                </a:solidFill>
                <a:latin typeface="Arial" panose="020B0604020202020204" pitchFamily="34" charset="0"/>
                <a:ea typeface="宋体" panose="02010600030101010101" pitchFamily="2" charset="-122"/>
                <a:cs typeface="+mn-cs"/>
                <a:sym typeface="+mn-ea"/>
              </a:rPr>
              <a:t>模糊聚类</a:t>
            </a:r>
            <a:r>
              <a:rPr kumimoji="0" lang="en-US" altLang="zh-CN" sz="4000" b="1" kern="1200" cap="none" spc="0" normalizeH="0" baseline="0" noProof="1">
                <a:solidFill>
                  <a:srgbClr val="0000FF"/>
                </a:solidFill>
                <a:latin typeface="Arial" panose="020B0604020202020204" pitchFamily="34" charset="0"/>
                <a:ea typeface="宋体" panose="02010600030101010101" pitchFamily="2" charset="-122"/>
                <a:cs typeface="+mn-cs"/>
                <a:sym typeface="宋体" panose="02010600030101010101" pitchFamily="2" charset="-122"/>
              </a:rPr>
              <a:t>算法</a:t>
            </a:r>
            <a:endParaRPr kumimoji="0" lang="en-US" altLang="zh-CN" sz="4000" b="1" kern="1200" cap="none" spc="0" normalizeH="0" baseline="0" noProof="1">
              <a:solidFill>
                <a:srgbClr val="0000FF"/>
              </a:solidFill>
              <a:latin typeface="Arial" panose="020B0604020202020204" pitchFamily="34" charset="0"/>
              <a:ea typeface="宋体" panose="02010600030101010101" pitchFamily="2" charset="-122"/>
              <a:cs typeface="+mn-cs"/>
              <a:sym typeface="宋体" panose="02010600030101010101" pitchFamily="2" charset="-122"/>
            </a:endParaRPr>
          </a:p>
        </p:txBody>
      </p:sp>
    </p:spTree>
  </p:cSld>
  <p:clrMapOvr>
    <a:masterClrMapping/>
  </p:clrMapOvr>
  <p:transition/>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5474" name="内容占位符 2"/>
          <p:cNvSpPr>
            <a:spLocks noGrp="1"/>
          </p:cNvSpPr>
          <p:nvPr>
            <p:ph sz="quarter" idx="1"/>
          </p:nvPr>
        </p:nvSpPr>
        <p:spPr/>
        <p:txBody>
          <a:bodyPr vert="horz" wrap="square" lIns="91440" tIns="45720" rIns="91440" bIns="45720" anchor="t" anchorCtr="0"/>
          <a:p>
            <a:pPr>
              <a:buSzPct val="60000"/>
            </a:pPr>
            <a:r>
              <a:rPr lang="en-US" altLang="zh-CN" sz="2600" dirty="0">
                <a:solidFill>
                  <a:srgbClr val="0000FF"/>
                </a:solidFill>
                <a:latin typeface="Times New Roman" panose="02020603050405020304" pitchFamily="18" charset="0"/>
                <a:ea typeface="+mn-ea"/>
                <a:cs typeface="华文新魏" panose="02010800040101010101" pitchFamily="2" charset="-122"/>
              </a:rPr>
              <a:t>Step4</a:t>
            </a:r>
            <a:r>
              <a:rPr lang="zh-CN" altLang="en-US" sz="2600" dirty="0">
                <a:latin typeface="Times New Roman" panose="02020603050405020304" pitchFamily="18" charset="0"/>
                <a:ea typeface="+mn-ea"/>
                <a:cs typeface="华文新魏" panose="02010800040101010101" pitchFamily="2" charset="-122"/>
              </a:rPr>
              <a:t>：</a:t>
            </a:r>
            <a:r>
              <a:rPr lang="zh-CN" altLang="en-US" sz="2600" dirty="0">
                <a:solidFill>
                  <a:srgbClr val="FF0000"/>
                </a:solidFill>
                <a:latin typeface="Times New Roman" panose="02020603050405020304" pitchFamily="18" charset="0"/>
                <a:ea typeface="+mn-ea"/>
                <a:cs typeface="华文新魏" panose="02010800040101010101" pitchFamily="2" charset="-122"/>
              </a:rPr>
              <a:t>更新聚类中心</a:t>
            </a:r>
            <a:r>
              <a:rPr lang="en-US" altLang="zh-CN" sz="2600" i="1" dirty="0">
                <a:latin typeface="Times New Roman" panose="02020603050405020304" pitchFamily="18" charset="0"/>
                <a:ea typeface="+mn-ea"/>
                <a:cs typeface="华文新魏" panose="02010800040101010101" pitchFamily="2" charset="-122"/>
              </a:rPr>
              <a:t>m</a:t>
            </a:r>
            <a:r>
              <a:rPr lang="en-US" altLang="zh-CN" sz="2600" i="1" baseline="30000" dirty="0">
                <a:latin typeface="Times New Roman" panose="02020603050405020304" pitchFamily="18" charset="0"/>
                <a:ea typeface="+mn-ea"/>
                <a:cs typeface="华文新魏" panose="02010800040101010101" pitchFamily="2" charset="-122"/>
              </a:rPr>
              <a:t>(1)</a:t>
            </a:r>
            <a:r>
              <a:rPr lang="en-US" altLang="zh-CN" sz="2600" i="1" dirty="0">
                <a:latin typeface="Times New Roman" panose="02020603050405020304" pitchFamily="18" charset="0"/>
                <a:ea typeface="+mn-ea"/>
                <a:cs typeface="华文新魏" panose="02010800040101010101" pitchFamily="2" charset="-122"/>
              </a:rPr>
              <a:t>=</a:t>
            </a:r>
            <a:r>
              <a:rPr lang="en-US" altLang="zh-CN" sz="2600" dirty="0">
                <a:latin typeface="Times New Roman" panose="02020603050405020304" pitchFamily="18" charset="0"/>
                <a:ea typeface="+mn-ea"/>
                <a:cs typeface="华文新魏" panose="02010800040101010101" pitchFamily="2" charset="-122"/>
              </a:rPr>
              <a:t>[1.9409 1.8780; 6.4626 6.1026;];</a:t>
            </a:r>
            <a:endParaRPr lang="en-US" altLang="zh-CN" sz="2600" dirty="0">
              <a:latin typeface="Times New Roman" panose="02020603050405020304" pitchFamily="18" charset="0"/>
              <a:ea typeface="+mn-ea"/>
              <a:cs typeface="华文新魏" panose="02010800040101010101" pitchFamily="2" charset="-122"/>
            </a:endParaRPr>
          </a:p>
          <a:p>
            <a:pPr>
              <a:buSzPct val="60000"/>
            </a:pPr>
            <a:r>
              <a:rPr lang="en-US" altLang="zh-CN" sz="2600" dirty="0">
                <a:solidFill>
                  <a:srgbClr val="0000FF"/>
                </a:solidFill>
                <a:latin typeface="Times New Roman" panose="02020603050405020304" pitchFamily="18" charset="0"/>
                <a:ea typeface="+mn-ea"/>
                <a:cs typeface="华文新魏" panose="02010800040101010101" pitchFamily="2" charset="-122"/>
              </a:rPr>
              <a:t>Step5</a:t>
            </a:r>
            <a:r>
              <a:rPr lang="zh-CN" altLang="en-US" sz="2600" dirty="0">
                <a:latin typeface="Times New Roman" panose="02020603050405020304" pitchFamily="18" charset="0"/>
                <a:ea typeface="+mn-ea"/>
                <a:cs typeface="华文新魏" panose="02010800040101010101" pitchFamily="2" charset="-122"/>
              </a:rPr>
              <a:t>：如果</a:t>
            </a:r>
            <a:r>
              <a:rPr lang="en-US" altLang="zh-CN" sz="2600" dirty="0">
                <a:latin typeface="Times New Roman" panose="02020603050405020304" pitchFamily="18" charset="0"/>
                <a:ea typeface="+mn-ea"/>
                <a:cs typeface="华文新魏" panose="02010800040101010101" pitchFamily="2" charset="-122"/>
              </a:rPr>
              <a:t>‖</a:t>
            </a:r>
            <a:r>
              <a:rPr lang="en-US" altLang="zh-CN" sz="2600" i="1" dirty="0">
                <a:latin typeface="Times New Roman" panose="02020603050405020304" pitchFamily="18" charset="0"/>
                <a:ea typeface="+mn-ea"/>
                <a:cs typeface="华文新魏" panose="02010800040101010101" pitchFamily="2" charset="-122"/>
              </a:rPr>
              <a:t>m</a:t>
            </a:r>
            <a:r>
              <a:rPr lang="en-US" altLang="zh-CN" sz="2600" baseline="30000" dirty="0">
                <a:latin typeface="Times New Roman" panose="02020603050405020304" pitchFamily="18" charset="0"/>
                <a:ea typeface="+mn-ea"/>
                <a:cs typeface="华文新魏" panose="02010800040101010101" pitchFamily="2" charset="-122"/>
              </a:rPr>
              <a:t>(</a:t>
            </a:r>
            <a:r>
              <a:rPr lang="en-US" altLang="zh-CN" sz="2600" i="1" baseline="30000" dirty="0">
                <a:latin typeface="Times New Roman" panose="02020603050405020304" pitchFamily="18" charset="0"/>
                <a:ea typeface="+mn-ea"/>
                <a:cs typeface="华文新魏" panose="02010800040101010101" pitchFamily="2" charset="-122"/>
              </a:rPr>
              <a:t>1</a:t>
            </a:r>
            <a:r>
              <a:rPr lang="en-US" altLang="zh-CN" sz="2600" baseline="30000" dirty="0">
                <a:latin typeface="Times New Roman" panose="02020603050405020304" pitchFamily="18" charset="0"/>
                <a:ea typeface="+mn-ea"/>
                <a:cs typeface="华文新魏" panose="02010800040101010101" pitchFamily="2" charset="-122"/>
              </a:rPr>
              <a:t>)</a:t>
            </a:r>
            <a:r>
              <a:rPr lang="zh-CN" altLang="en-US" sz="2600" dirty="0">
                <a:latin typeface="Times New Roman" panose="02020603050405020304" pitchFamily="18" charset="0"/>
                <a:ea typeface="+mn-ea"/>
                <a:cs typeface="华文新魏" panose="02010800040101010101" pitchFamily="2" charset="-122"/>
              </a:rPr>
              <a:t>－</a:t>
            </a:r>
            <a:r>
              <a:rPr lang="en-US" altLang="zh-CN" sz="2600" i="1" dirty="0">
                <a:latin typeface="Times New Roman" panose="02020603050405020304" pitchFamily="18" charset="0"/>
                <a:ea typeface="+mn-ea"/>
                <a:cs typeface="华文新魏" panose="02010800040101010101" pitchFamily="2" charset="-122"/>
              </a:rPr>
              <a:t>m</a:t>
            </a:r>
            <a:r>
              <a:rPr lang="en-US" altLang="zh-CN" sz="2600" baseline="30000" dirty="0">
                <a:latin typeface="Times New Roman" panose="02020603050405020304" pitchFamily="18" charset="0"/>
                <a:ea typeface="+mn-ea"/>
                <a:cs typeface="华文新魏" panose="02010800040101010101" pitchFamily="2" charset="-122"/>
              </a:rPr>
              <a:t>(</a:t>
            </a:r>
            <a:r>
              <a:rPr lang="en-US" altLang="zh-CN" sz="2600" i="1" baseline="30000" dirty="0">
                <a:latin typeface="Times New Roman" panose="02020603050405020304" pitchFamily="18" charset="0"/>
                <a:ea typeface="+mn-ea"/>
                <a:cs typeface="华文新魏" panose="02010800040101010101" pitchFamily="2" charset="-122"/>
              </a:rPr>
              <a:t>0</a:t>
            </a:r>
            <a:r>
              <a:rPr lang="en-US" altLang="zh-CN" sz="2600" baseline="30000" dirty="0">
                <a:latin typeface="Times New Roman" panose="02020603050405020304" pitchFamily="18" charset="0"/>
                <a:ea typeface="+mn-ea"/>
                <a:cs typeface="华文新魏" panose="02010800040101010101" pitchFamily="2" charset="-122"/>
              </a:rPr>
              <a:t>)</a:t>
            </a:r>
            <a:r>
              <a:rPr lang="en-US" altLang="zh-CN" sz="2600" dirty="0">
                <a:latin typeface="Times New Roman" panose="02020603050405020304" pitchFamily="18" charset="0"/>
                <a:ea typeface="+mn-ea"/>
                <a:cs typeface="华文新魏" panose="02010800040101010101" pitchFamily="2" charset="-122"/>
              </a:rPr>
              <a:t>‖&lt;</a:t>
            </a:r>
            <a:r>
              <a:rPr lang="en-US" altLang="zh-CN" sz="2600" i="1" dirty="0">
                <a:latin typeface="Times New Roman" panose="02020603050405020304" pitchFamily="18" charset="0"/>
                <a:ea typeface="+mn-ea"/>
                <a:cs typeface="华文新魏" panose="02010800040101010101" pitchFamily="2" charset="-122"/>
              </a:rPr>
              <a:t>ε</a:t>
            </a:r>
            <a:r>
              <a:rPr lang="zh-CN" altLang="en-US" sz="2600" dirty="0">
                <a:latin typeface="Times New Roman" panose="02020603050405020304" pitchFamily="18" charset="0"/>
                <a:ea typeface="+mn-ea"/>
                <a:cs typeface="华文新魏" panose="02010800040101010101" pitchFamily="2" charset="-122"/>
              </a:rPr>
              <a:t>，则停止迭代，否则</a:t>
            </a:r>
            <a:r>
              <a:rPr lang="en-US" altLang="zh-CN" sz="2600" i="1" dirty="0">
                <a:latin typeface="Times New Roman" panose="02020603050405020304" pitchFamily="18" charset="0"/>
                <a:ea typeface="+mn-ea"/>
                <a:cs typeface="华文新魏" panose="02010800040101010101" pitchFamily="2" charset="-122"/>
              </a:rPr>
              <a:t>s</a:t>
            </a:r>
            <a:r>
              <a:rPr lang="en-US" altLang="zh-CN" sz="2600" dirty="0">
                <a:latin typeface="Times New Roman" panose="02020603050405020304" pitchFamily="18" charset="0"/>
                <a:ea typeface="+mn-ea"/>
                <a:cs typeface="华文新魏" panose="02010800040101010101" pitchFamily="2" charset="-122"/>
              </a:rPr>
              <a:t>=</a:t>
            </a:r>
            <a:r>
              <a:rPr lang="en-US" altLang="zh-CN" sz="2600" i="1" dirty="0">
                <a:latin typeface="Times New Roman" panose="02020603050405020304" pitchFamily="18" charset="0"/>
                <a:ea typeface="+mn-ea"/>
                <a:cs typeface="华文新魏" panose="02010800040101010101" pitchFamily="2" charset="-122"/>
              </a:rPr>
              <a:t>s</a:t>
            </a:r>
            <a:r>
              <a:rPr lang="en-US" altLang="zh-CN" sz="2600" dirty="0">
                <a:latin typeface="Times New Roman" panose="02020603050405020304" pitchFamily="18" charset="0"/>
                <a:ea typeface="+mn-ea"/>
                <a:cs typeface="华文新魏" panose="02010800040101010101" pitchFamily="2" charset="-122"/>
              </a:rPr>
              <a:t>+1;</a:t>
            </a:r>
            <a:endParaRPr lang="en-US" altLang="zh-CN" sz="2600" dirty="0">
              <a:latin typeface="Times New Roman" panose="02020603050405020304" pitchFamily="18" charset="0"/>
              <a:ea typeface="+mn-ea"/>
              <a:cs typeface="华文新魏" panose="02010800040101010101" pitchFamily="2" charset="-122"/>
            </a:endParaRPr>
          </a:p>
          <a:p>
            <a:pPr>
              <a:buSzPct val="60000"/>
            </a:pPr>
            <a:r>
              <a:rPr lang="en-US" altLang="zh-CN" sz="2600" dirty="0">
                <a:solidFill>
                  <a:srgbClr val="0000FF"/>
                </a:solidFill>
                <a:latin typeface="Times New Roman" panose="02020603050405020304" pitchFamily="18" charset="0"/>
                <a:ea typeface="+mn-ea"/>
                <a:cs typeface="华文新魏" panose="02010800040101010101" pitchFamily="2" charset="-122"/>
              </a:rPr>
              <a:t>Step 3</a:t>
            </a:r>
            <a:r>
              <a:rPr lang="en-US" altLang="zh-CN" sz="2600" dirty="0">
                <a:latin typeface="Times New Roman" panose="02020603050405020304" pitchFamily="18" charset="0"/>
                <a:ea typeface="+mn-ea"/>
                <a:cs typeface="华文新魏" panose="02010800040101010101" pitchFamily="2" charset="-122"/>
              </a:rPr>
              <a:t>:</a:t>
            </a:r>
            <a:r>
              <a:rPr lang="zh-CN" altLang="en-US" sz="2600" dirty="0">
                <a:solidFill>
                  <a:srgbClr val="FF0000"/>
                </a:solidFill>
                <a:latin typeface="Times New Roman" panose="02020603050405020304" pitchFamily="18" charset="0"/>
                <a:ea typeface="+mn-ea"/>
                <a:cs typeface="华文新魏" panose="02010800040101010101" pitchFamily="2" charset="-122"/>
              </a:rPr>
              <a:t>更新隶属度函数</a:t>
            </a:r>
            <a:r>
              <a:rPr lang="en-US" altLang="zh-CN" sz="2600" i="1" dirty="0">
                <a:latin typeface="Times New Roman" panose="02020603050405020304" pitchFamily="18" charset="0"/>
                <a:ea typeface="+mn-ea"/>
                <a:cs typeface="华文新魏" panose="02010800040101010101" pitchFamily="2" charset="-122"/>
              </a:rPr>
              <a:t>U</a:t>
            </a:r>
            <a:r>
              <a:rPr lang="en-US" altLang="zh-CN" sz="2600" baseline="30000" dirty="0">
                <a:latin typeface="Times New Roman" panose="02020603050405020304" pitchFamily="18" charset="0"/>
                <a:ea typeface="+mn-ea"/>
                <a:cs typeface="华文新魏" panose="02010800040101010101" pitchFamily="2" charset="-122"/>
              </a:rPr>
              <a:t>(1) </a:t>
            </a:r>
            <a:r>
              <a:rPr lang="en-US" altLang="zh-CN" sz="2600" dirty="0">
                <a:latin typeface="Times New Roman" panose="02020603050405020304" pitchFamily="18" charset="0"/>
                <a:ea typeface="+mn-ea"/>
                <a:cs typeface="华文新魏" panose="02010800040101010101" pitchFamily="2" charset="-122"/>
              </a:rPr>
              <a:t>=</a:t>
            </a:r>
            <a:endParaRPr lang="en-US" altLang="zh-CN" sz="2600" dirty="0">
              <a:latin typeface="Times New Roman" panose="02020603050405020304" pitchFamily="18" charset="0"/>
              <a:ea typeface="+mn-ea"/>
              <a:cs typeface="华文新魏" panose="02010800040101010101" pitchFamily="2" charset="-122"/>
            </a:endParaRPr>
          </a:p>
          <a:p>
            <a:pPr>
              <a:buSzPct val="60000"/>
            </a:pPr>
            <a:endParaRPr lang="en-US" altLang="zh-CN" sz="2600" dirty="0">
              <a:latin typeface="Times New Roman" panose="02020603050405020304" pitchFamily="18" charset="0"/>
              <a:ea typeface="+mn-ea"/>
              <a:cs typeface="华文新魏" panose="02010800040101010101" pitchFamily="2" charset="-122"/>
            </a:endParaRPr>
          </a:p>
          <a:p>
            <a:pPr>
              <a:buSzPct val="60000"/>
            </a:pPr>
            <a:endParaRPr lang="en-US" altLang="zh-CN" sz="2600" dirty="0">
              <a:latin typeface="Times New Roman" panose="02020603050405020304" pitchFamily="18" charset="0"/>
              <a:ea typeface="+mn-ea"/>
              <a:cs typeface="华文新魏" panose="02010800040101010101" pitchFamily="2" charset="-122"/>
            </a:endParaRPr>
          </a:p>
          <a:p>
            <a:pPr>
              <a:buSzPct val="60000"/>
            </a:pPr>
            <a:endParaRPr lang="en-US" altLang="zh-CN" sz="2600" dirty="0">
              <a:latin typeface="Times New Roman" panose="02020603050405020304" pitchFamily="18" charset="0"/>
              <a:ea typeface="+mn-ea"/>
              <a:cs typeface="华文新魏" panose="02010800040101010101" pitchFamily="2" charset="-122"/>
            </a:endParaRPr>
          </a:p>
          <a:p>
            <a:pPr>
              <a:buSzPct val="60000"/>
            </a:pPr>
            <a:endParaRPr lang="en-US" altLang="zh-CN" sz="2600" dirty="0">
              <a:latin typeface="Times New Roman" panose="02020603050405020304" pitchFamily="18" charset="0"/>
              <a:ea typeface="+mn-ea"/>
              <a:cs typeface="华文新魏" panose="02010800040101010101" pitchFamily="2" charset="-122"/>
            </a:endParaRPr>
          </a:p>
          <a:p>
            <a:pPr>
              <a:buSzPct val="60000"/>
            </a:pPr>
            <a:endParaRPr lang="en-US" altLang="zh-CN" sz="2600" dirty="0">
              <a:latin typeface="Times New Roman" panose="02020603050405020304" pitchFamily="18" charset="0"/>
              <a:ea typeface="+mn-ea"/>
              <a:cs typeface="华文新魏" panose="02010800040101010101" pitchFamily="2" charset="-122"/>
            </a:endParaRPr>
          </a:p>
          <a:p>
            <a:pPr>
              <a:buSzPct val="60000"/>
            </a:pPr>
            <a:endParaRPr lang="en-US" altLang="zh-CN" sz="2600" dirty="0">
              <a:latin typeface="Times New Roman" panose="02020603050405020304" pitchFamily="18" charset="0"/>
              <a:ea typeface="+mn-ea"/>
              <a:cs typeface="华文新魏" panose="02010800040101010101" pitchFamily="2" charset="-122"/>
            </a:endParaRPr>
          </a:p>
          <a:p>
            <a:pPr>
              <a:buSzPct val="60000"/>
            </a:pPr>
            <a:endParaRPr lang="en-US" altLang="zh-CN" sz="2600" dirty="0">
              <a:latin typeface="Times New Roman" panose="02020603050405020304" pitchFamily="18" charset="0"/>
              <a:ea typeface="+mn-ea"/>
              <a:cs typeface="华文新魏" panose="02010800040101010101" pitchFamily="2" charset="-122"/>
            </a:endParaRPr>
          </a:p>
          <a:p>
            <a:pPr>
              <a:buSzPct val="60000"/>
            </a:pPr>
            <a:endParaRPr lang="en-US" altLang="zh-CN" sz="2600" dirty="0">
              <a:latin typeface="Times New Roman" panose="02020603050405020304" pitchFamily="18" charset="0"/>
              <a:ea typeface="+mn-ea"/>
              <a:cs typeface="华文新魏" panose="02010800040101010101" pitchFamily="2" charset="-122"/>
            </a:endParaRPr>
          </a:p>
          <a:p>
            <a:pPr>
              <a:buSzPct val="60000"/>
            </a:pPr>
            <a:endParaRPr lang="zh-CN" altLang="en-US" sz="2600" dirty="0">
              <a:latin typeface="+mn-lt"/>
              <a:ea typeface="+mn-ea"/>
              <a:cs typeface="华文新魏" panose="02010800040101010101" pitchFamily="2" charset="-122"/>
            </a:endParaRPr>
          </a:p>
        </p:txBody>
      </p:sp>
      <p:pic>
        <p:nvPicPr>
          <p:cNvPr id="105475" name="图片 7"/>
          <p:cNvPicPr>
            <a:picLocks noChangeAspect="1"/>
          </p:cNvPicPr>
          <p:nvPr/>
        </p:nvPicPr>
        <p:blipFill>
          <a:blip r:embed="rId1"/>
          <a:stretch>
            <a:fillRect/>
          </a:stretch>
        </p:blipFill>
        <p:spPr>
          <a:xfrm>
            <a:off x="1331913" y="3644900"/>
            <a:ext cx="6119812" cy="720725"/>
          </a:xfrm>
          <a:prstGeom prst="rect">
            <a:avLst/>
          </a:prstGeom>
          <a:noFill/>
          <a:ln w="9525">
            <a:noFill/>
          </a:ln>
        </p:spPr>
      </p:pic>
      <p:pic>
        <p:nvPicPr>
          <p:cNvPr id="105476" name="图片 8" descr="C:\Users\Administrator\Desktop\图\3.jpg"/>
          <p:cNvPicPr>
            <a:picLocks noChangeAspect="1"/>
          </p:cNvPicPr>
          <p:nvPr/>
        </p:nvPicPr>
        <p:blipFill>
          <a:blip r:embed="rId2"/>
          <a:stretch>
            <a:fillRect/>
          </a:stretch>
        </p:blipFill>
        <p:spPr>
          <a:xfrm>
            <a:off x="1187450" y="4437063"/>
            <a:ext cx="2808288" cy="2303462"/>
          </a:xfrm>
          <a:prstGeom prst="rect">
            <a:avLst/>
          </a:prstGeom>
          <a:noFill/>
          <a:ln w="9525">
            <a:noFill/>
          </a:ln>
        </p:spPr>
      </p:pic>
      <p:sp>
        <p:nvSpPr>
          <p:cNvPr id="7" name="Rectangle 2"/>
          <p:cNvSpPr>
            <a:spLocks noGrp="1" noChangeArrowheads="1"/>
          </p:cNvSpPr>
          <p:nvPr>
            <p:ph type="title"/>
          </p:nvPr>
        </p:nvSpPr>
        <p:spPr>
          <a:xfrm>
            <a:off x="1071563" y="765175"/>
            <a:ext cx="7143750" cy="609600"/>
          </a:xfrm>
        </p:spPr>
        <p:txBody>
          <a:bodyPr vert="horz" wrap="square" lIns="91440" tIns="45720" rIns="91440" bIns="45720" numCol="1" anchor="b" anchorCtr="0" compatLnSpc="1">
            <a:noAutofit/>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3600" b="1" i="0" u="none" strike="noStrike" kern="1200" cap="none" spc="0" normalizeH="0" baseline="0" noProof="0" dirty="0">
                <a:ln>
                  <a:noFill/>
                </a:ln>
                <a:solidFill>
                  <a:srgbClr val="0000FF"/>
                </a:solidFill>
                <a:effectLst/>
                <a:uLnTx/>
                <a:uFillTx/>
                <a:latin typeface="Times New Roman" panose="02020603050405020304" pitchFamily="18" charset="0"/>
                <a:ea typeface="黑体" panose="02010609060101010101" pitchFamily="49" charset="-122"/>
                <a:cs typeface="Times New Roman" panose="02020603050405020304" pitchFamily="18" charset="0"/>
              </a:rPr>
              <a:t>算法实例</a:t>
            </a:r>
            <a:endParaRPr kumimoji="0" lang="en-US" altLang="zh-CN" sz="3600" b="1" i="0" u="none" strike="noStrike" kern="1200" cap="none" spc="0" normalizeH="0" baseline="0" noProof="0" dirty="0">
              <a:ln>
                <a:noFill/>
              </a:ln>
              <a:solidFill>
                <a:srgbClr val="0000FF"/>
              </a:solidFill>
              <a:effectLst/>
              <a:uLnTx/>
              <a:uFillTx/>
              <a:latin typeface="Times New Roman" panose="02020603050405020304" pitchFamily="18" charset="0"/>
              <a:ea typeface="黑体" panose="02010609060101010101" pitchFamily="49" charset="-122"/>
              <a:cs typeface="Times New Roman" panose="02020603050405020304" pitchFamily="18" charset="0"/>
            </a:endParaRPr>
          </a:p>
        </p:txBody>
      </p:sp>
      <p:sp>
        <p:nvSpPr>
          <p:cNvPr id="6" name="Text Box 5"/>
          <p:cNvSpPr txBox="1"/>
          <p:nvPr/>
        </p:nvSpPr>
        <p:spPr>
          <a:xfrm>
            <a:off x="3224213" y="0"/>
            <a:ext cx="5919788" cy="706438"/>
          </a:xfrm>
          <a:prstGeom prst="rect">
            <a:avLst/>
          </a:prstGeom>
          <a:noFill/>
          <a:ln w="9525">
            <a:noFill/>
          </a:ln>
        </p:spPr>
        <p:txBody>
          <a:bodyPr>
            <a:spAutoFit/>
          </a:bodyPr>
          <a:lstStyle/>
          <a:p>
            <a:pPr marR="0" algn="ctr" defTabSz="914400" eaLnBrk="1" hangingPunct="1">
              <a:buClrTx/>
              <a:buSzTx/>
              <a:buFontTx/>
              <a:buNone/>
              <a:defRPr/>
            </a:pPr>
            <a:r>
              <a:rPr kumimoji="0" lang="en-US" altLang="zh-CN" sz="4000" b="1" kern="1200" cap="none" spc="0" normalizeH="0" baseline="0" noProof="1">
                <a:solidFill>
                  <a:srgbClr val="0000FF"/>
                </a:solidFill>
                <a:latin typeface="Arial" panose="020B0604020202020204" pitchFamily="34" charset="0"/>
                <a:ea typeface="宋体" panose="02010600030101010101" pitchFamily="2" charset="-122"/>
                <a:cs typeface="+mn-cs"/>
                <a:sym typeface="宋体" panose="02010600030101010101" pitchFamily="2" charset="-122"/>
              </a:rPr>
              <a:t>4.2.2 </a:t>
            </a:r>
            <a:r>
              <a:rPr kumimoji="1" lang="en-US" altLang="zh-CN" sz="4000" b="1" kern="0" cap="none" spc="0" normalizeH="0" baseline="0" noProof="0" dirty="0">
                <a:solidFill>
                  <a:srgbClr val="0000CC"/>
                </a:solidFill>
                <a:effectLst>
                  <a:outerShdw blurRad="38100" dist="38100" dir="2700000" algn="tl">
                    <a:srgbClr val="C0C0C0"/>
                  </a:outerShdw>
                </a:effectLst>
                <a:latin typeface="黑体" panose="02010609060101010101" pitchFamily="49" charset="-122"/>
                <a:ea typeface="黑体" panose="02010609060101010101" pitchFamily="49" charset="-122"/>
                <a:cs typeface="Times New Roman" panose="02020603050405020304" pitchFamily="18" charset="0"/>
                <a:sym typeface="+mn-ea"/>
              </a:rPr>
              <a:t> </a:t>
            </a:r>
            <a:r>
              <a:rPr kumimoji="0" lang="en-US" altLang="zh-CN" sz="4000" b="1" kern="1200" cap="none" spc="0" normalizeH="0" baseline="0" noProof="1">
                <a:solidFill>
                  <a:srgbClr val="0000FF"/>
                </a:solidFill>
                <a:latin typeface="Arial" panose="020B0604020202020204" pitchFamily="34" charset="0"/>
                <a:ea typeface="宋体" panose="02010600030101010101" pitchFamily="2" charset="-122"/>
                <a:cs typeface="+mn-cs"/>
                <a:sym typeface="+mn-ea"/>
              </a:rPr>
              <a:t>模糊聚类</a:t>
            </a:r>
            <a:r>
              <a:rPr kumimoji="0" lang="en-US" altLang="zh-CN" sz="4000" b="1" kern="1200" cap="none" spc="0" normalizeH="0" baseline="0" noProof="1">
                <a:solidFill>
                  <a:srgbClr val="0000FF"/>
                </a:solidFill>
                <a:latin typeface="Arial" panose="020B0604020202020204" pitchFamily="34" charset="0"/>
                <a:ea typeface="宋体" panose="02010600030101010101" pitchFamily="2" charset="-122"/>
                <a:cs typeface="+mn-cs"/>
                <a:sym typeface="宋体" panose="02010600030101010101" pitchFamily="2" charset="-122"/>
              </a:rPr>
              <a:t>算法</a:t>
            </a:r>
            <a:endParaRPr kumimoji="0" lang="en-US" altLang="zh-CN" sz="4000" b="1" kern="1200" cap="none" spc="0" normalizeH="0" baseline="0" noProof="1">
              <a:solidFill>
                <a:srgbClr val="0000FF"/>
              </a:solidFill>
              <a:latin typeface="Arial" panose="020B0604020202020204" pitchFamily="34" charset="0"/>
              <a:ea typeface="宋体" panose="02010600030101010101" pitchFamily="2" charset="-122"/>
              <a:cs typeface="+mn-cs"/>
              <a:sym typeface="宋体" panose="02010600030101010101" pitchFamily="2" charset="-122"/>
            </a:endParaRPr>
          </a:p>
        </p:txBody>
      </p:sp>
      <p:graphicFrame>
        <p:nvGraphicFramePr>
          <p:cNvPr id="105479" name="对象 1"/>
          <p:cNvGraphicFramePr>
            <a:graphicFrameLocks noChangeAspect="1"/>
          </p:cNvGraphicFramePr>
          <p:nvPr/>
        </p:nvGraphicFramePr>
        <p:xfrm>
          <a:off x="4391025" y="5445125"/>
          <a:ext cx="3276600" cy="989013"/>
        </p:xfrm>
        <a:graphic>
          <a:graphicData uri="http://schemas.openxmlformats.org/presentationml/2006/ole">
            <mc:AlternateContent xmlns:mc="http://schemas.openxmlformats.org/markup-compatibility/2006">
              <mc:Choice xmlns:v="urn:schemas-microsoft-com:vml" Requires="v">
                <p:oleObj spid="_x0000_s3206" name="" r:id="rId3" imgW="4239895" imgH="1280160" progId="Equation.DSMT4">
                  <p:embed/>
                </p:oleObj>
              </mc:Choice>
              <mc:Fallback>
                <p:oleObj name="" r:id="rId3" imgW="4239895" imgH="1280160" progId="Equation.DSMT4">
                  <p:embed/>
                  <p:pic>
                    <p:nvPicPr>
                      <p:cNvPr id="0" name="图片 3205"/>
                      <p:cNvPicPr/>
                      <p:nvPr/>
                    </p:nvPicPr>
                    <p:blipFill>
                      <a:blip r:embed="rId4"/>
                      <a:stretch>
                        <a:fillRect/>
                      </a:stretch>
                    </p:blipFill>
                    <p:spPr>
                      <a:xfrm>
                        <a:off x="4391025" y="5445125"/>
                        <a:ext cx="3276600" cy="989013"/>
                      </a:xfrm>
                      <a:prstGeom prst="rect">
                        <a:avLst/>
                      </a:prstGeom>
                      <a:noFill/>
                      <a:ln w="38100">
                        <a:noFill/>
                        <a:miter/>
                      </a:ln>
                    </p:spPr>
                  </p:pic>
                </p:oleObj>
              </mc:Fallback>
            </mc:AlternateContent>
          </a:graphicData>
        </a:graphic>
      </p:graphicFrame>
      <p:graphicFrame>
        <p:nvGraphicFramePr>
          <p:cNvPr id="105480" name="对象 2"/>
          <p:cNvGraphicFramePr>
            <a:graphicFrameLocks noChangeAspect="1"/>
          </p:cNvGraphicFramePr>
          <p:nvPr/>
        </p:nvGraphicFramePr>
        <p:xfrm>
          <a:off x="4505325" y="4365625"/>
          <a:ext cx="1836738" cy="1036638"/>
        </p:xfrm>
        <a:graphic>
          <a:graphicData uri="http://schemas.openxmlformats.org/presentationml/2006/ole">
            <mc:AlternateContent xmlns:mc="http://schemas.openxmlformats.org/markup-compatibility/2006">
              <mc:Choice xmlns:v="urn:schemas-microsoft-com:vml" Requires="v">
                <p:oleObj spid="_x0000_s3205" name="" r:id="rId5" imgW="2680970" imgH="1515110" progId="Equation.DSMT4">
                  <p:embed/>
                </p:oleObj>
              </mc:Choice>
              <mc:Fallback>
                <p:oleObj name="" r:id="rId5" imgW="2680970" imgH="1515110" progId="Equation.DSMT4">
                  <p:embed/>
                  <p:pic>
                    <p:nvPicPr>
                      <p:cNvPr id="0" name="图片 3204"/>
                      <p:cNvPicPr/>
                      <p:nvPr/>
                    </p:nvPicPr>
                    <p:blipFill>
                      <a:blip r:embed="rId6"/>
                      <a:stretch>
                        <a:fillRect/>
                      </a:stretch>
                    </p:blipFill>
                    <p:spPr>
                      <a:xfrm>
                        <a:off x="4505325" y="4365625"/>
                        <a:ext cx="1836738" cy="1036638"/>
                      </a:xfrm>
                      <a:prstGeom prst="rect">
                        <a:avLst/>
                      </a:prstGeom>
                      <a:noFill/>
                      <a:ln w="38100">
                        <a:noFill/>
                        <a:miter/>
                      </a:ln>
                    </p:spPr>
                  </p:pic>
                </p:oleObj>
              </mc:Fallback>
            </mc:AlternateContent>
          </a:graphicData>
        </a:graphic>
      </p:graphicFrame>
    </p:spTree>
  </p:cSld>
  <p:clrMapOvr>
    <a:masterClrMapping/>
  </p:clrMapOvr>
  <p:transition/>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6498" name="内容占位符 2"/>
          <p:cNvSpPr>
            <a:spLocks noGrp="1"/>
          </p:cNvSpPr>
          <p:nvPr>
            <p:ph sz="quarter" idx="1"/>
          </p:nvPr>
        </p:nvSpPr>
        <p:spPr>
          <a:xfrm>
            <a:off x="914400" y="1341438"/>
            <a:ext cx="7772400" cy="4572000"/>
          </a:xfrm>
        </p:spPr>
        <p:txBody>
          <a:bodyPr vert="horz" wrap="square" lIns="91440" tIns="45720" rIns="91440" bIns="45720" anchor="t" anchorCtr="0"/>
          <a:p>
            <a:pPr>
              <a:buSzPct val="60000"/>
            </a:pPr>
            <a:r>
              <a:rPr lang="en-US" altLang="zh-CN" sz="2600" dirty="0">
                <a:solidFill>
                  <a:srgbClr val="0000FF"/>
                </a:solidFill>
                <a:latin typeface="Times New Roman" panose="02020603050405020304" pitchFamily="18" charset="0"/>
                <a:ea typeface="+mn-ea"/>
                <a:cs typeface="华文新魏" panose="02010800040101010101" pitchFamily="2" charset="-122"/>
              </a:rPr>
              <a:t>Step 4</a:t>
            </a:r>
            <a:r>
              <a:rPr lang="zh-CN" altLang="en-US" sz="2600" dirty="0">
                <a:latin typeface="Times New Roman" panose="02020603050405020304" pitchFamily="18" charset="0"/>
                <a:ea typeface="+mn-ea"/>
                <a:cs typeface="华文新魏" panose="02010800040101010101" pitchFamily="2" charset="-122"/>
              </a:rPr>
              <a:t>：</a:t>
            </a:r>
            <a:r>
              <a:rPr lang="zh-CN" altLang="en-US" sz="2600" dirty="0">
                <a:solidFill>
                  <a:srgbClr val="FF0000"/>
                </a:solidFill>
                <a:latin typeface="Times New Roman" panose="02020603050405020304" pitchFamily="18" charset="0"/>
                <a:ea typeface="+mn-ea"/>
                <a:cs typeface="华文新魏" panose="02010800040101010101" pitchFamily="2" charset="-122"/>
              </a:rPr>
              <a:t>更新聚类中心</a:t>
            </a:r>
            <a:r>
              <a:rPr lang="en-US" altLang="zh-CN" sz="2600" i="1" dirty="0">
                <a:latin typeface="Times New Roman" panose="02020603050405020304" pitchFamily="18" charset="0"/>
                <a:ea typeface="+mn-ea"/>
                <a:cs typeface="华文新魏" panose="02010800040101010101" pitchFamily="2" charset="-122"/>
              </a:rPr>
              <a:t>m</a:t>
            </a:r>
            <a:r>
              <a:rPr lang="en-US" altLang="zh-CN" sz="2600" i="1" baseline="30000" dirty="0">
                <a:latin typeface="Times New Roman" panose="02020603050405020304" pitchFamily="18" charset="0"/>
                <a:ea typeface="+mn-ea"/>
                <a:cs typeface="华文新魏" panose="02010800040101010101" pitchFamily="2" charset="-122"/>
              </a:rPr>
              <a:t>(2)</a:t>
            </a:r>
            <a:r>
              <a:rPr lang="en-US" altLang="zh-CN" sz="2600" i="1" dirty="0">
                <a:latin typeface="Times New Roman" panose="02020603050405020304" pitchFamily="18" charset="0"/>
                <a:ea typeface="+mn-ea"/>
                <a:cs typeface="华文新魏" panose="02010800040101010101" pitchFamily="2" charset="-122"/>
              </a:rPr>
              <a:t>=</a:t>
            </a:r>
            <a:r>
              <a:rPr lang="en-US" altLang="zh-CN" sz="2600" dirty="0">
                <a:latin typeface="Times New Roman" panose="02020603050405020304" pitchFamily="18" charset="0"/>
                <a:ea typeface="+mn-ea"/>
                <a:cs typeface="华文新魏" panose="02010800040101010101" pitchFamily="2" charset="-122"/>
              </a:rPr>
              <a:t>[1.3428 1.2157;7.5827 7.2483;]</a:t>
            </a:r>
            <a:endParaRPr lang="en-US" altLang="zh-CN" sz="2600" dirty="0">
              <a:latin typeface="Times New Roman" panose="02020603050405020304" pitchFamily="18" charset="0"/>
              <a:ea typeface="+mn-ea"/>
              <a:cs typeface="华文新魏" panose="02010800040101010101" pitchFamily="2" charset="-122"/>
            </a:endParaRPr>
          </a:p>
          <a:p>
            <a:pPr>
              <a:buSzPct val="60000"/>
            </a:pPr>
            <a:r>
              <a:rPr lang="en-US" altLang="zh-CN" sz="2600" dirty="0">
                <a:solidFill>
                  <a:srgbClr val="0000FF"/>
                </a:solidFill>
                <a:latin typeface="Times New Roman" panose="02020603050405020304" pitchFamily="18" charset="0"/>
                <a:ea typeface="+mn-ea"/>
                <a:cs typeface="华文新魏" panose="02010800040101010101" pitchFamily="2" charset="-122"/>
              </a:rPr>
              <a:t>Step 5</a:t>
            </a:r>
            <a:r>
              <a:rPr lang="zh-CN" altLang="en-US" sz="2600" dirty="0">
                <a:latin typeface="Times New Roman" panose="02020603050405020304" pitchFamily="18" charset="0"/>
                <a:ea typeface="+mn-ea"/>
                <a:cs typeface="华文新魏" panose="02010800040101010101" pitchFamily="2" charset="-122"/>
              </a:rPr>
              <a:t>：如果</a:t>
            </a:r>
            <a:r>
              <a:rPr lang="en-US" altLang="zh-CN" sz="2600" dirty="0">
                <a:latin typeface="Times New Roman" panose="02020603050405020304" pitchFamily="18" charset="0"/>
                <a:ea typeface="+mn-ea"/>
                <a:cs typeface="华文新魏" panose="02010800040101010101" pitchFamily="2" charset="-122"/>
              </a:rPr>
              <a:t>‖</a:t>
            </a:r>
            <a:r>
              <a:rPr lang="en-US" altLang="zh-CN" sz="2600" i="1" dirty="0">
                <a:latin typeface="Times New Roman" panose="02020603050405020304" pitchFamily="18" charset="0"/>
                <a:ea typeface="+mn-ea"/>
                <a:cs typeface="华文新魏" panose="02010800040101010101" pitchFamily="2" charset="-122"/>
              </a:rPr>
              <a:t>m</a:t>
            </a:r>
            <a:r>
              <a:rPr lang="en-US" altLang="zh-CN" sz="2600" baseline="30000" dirty="0">
                <a:latin typeface="Times New Roman" panose="02020603050405020304" pitchFamily="18" charset="0"/>
                <a:ea typeface="+mn-ea"/>
                <a:cs typeface="华文新魏" panose="02010800040101010101" pitchFamily="2" charset="-122"/>
              </a:rPr>
              <a:t>(</a:t>
            </a:r>
            <a:r>
              <a:rPr lang="en-US" altLang="zh-CN" sz="2600" i="1" baseline="30000" dirty="0">
                <a:latin typeface="Times New Roman" panose="02020603050405020304" pitchFamily="18" charset="0"/>
                <a:ea typeface="+mn-ea"/>
                <a:cs typeface="华文新魏" panose="02010800040101010101" pitchFamily="2" charset="-122"/>
              </a:rPr>
              <a:t>2</a:t>
            </a:r>
            <a:r>
              <a:rPr lang="en-US" altLang="zh-CN" sz="2600" baseline="30000" dirty="0">
                <a:latin typeface="Times New Roman" panose="02020603050405020304" pitchFamily="18" charset="0"/>
                <a:ea typeface="+mn-ea"/>
                <a:cs typeface="华文新魏" panose="02010800040101010101" pitchFamily="2" charset="-122"/>
              </a:rPr>
              <a:t>)</a:t>
            </a:r>
            <a:r>
              <a:rPr lang="zh-CN" altLang="en-US" sz="2600" dirty="0">
                <a:latin typeface="Times New Roman" panose="02020603050405020304" pitchFamily="18" charset="0"/>
                <a:ea typeface="+mn-ea"/>
                <a:cs typeface="华文新魏" panose="02010800040101010101" pitchFamily="2" charset="-122"/>
              </a:rPr>
              <a:t>－</a:t>
            </a:r>
            <a:r>
              <a:rPr lang="en-US" altLang="zh-CN" sz="2600" i="1" dirty="0">
                <a:latin typeface="Times New Roman" panose="02020603050405020304" pitchFamily="18" charset="0"/>
                <a:ea typeface="+mn-ea"/>
                <a:cs typeface="华文新魏" panose="02010800040101010101" pitchFamily="2" charset="-122"/>
              </a:rPr>
              <a:t>m</a:t>
            </a:r>
            <a:r>
              <a:rPr lang="en-US" altLang="zh-CN" sz="2600" baseline="30000" dirty="0">
                <a:latin typeface="Times New Roman" panose="02020603050405020304" pitchFamily="18" charset="0"/>
                <a:ea typeface="+mn-ea"/>
                <a:cs typeface="华文新魏" panose="02010800040101010101" pitchFamily="2" charset="-122"/>
              </a:rPr>
              <a:t>(1)</a:t>
            </a:r>
            <a:r>
              <a:rPr lang="en-US" altLang="zh-CN" sz="2600" dirty="0">
                <a:latin typeface="Times New Roman" panose="02020603050405020304" pitchFamily="18" charset="0"/>
                <a:ea typeface="+mn-ea"/>
                <a:cs typeface="华文新魏" panose="02010800040101010101" pitchFamily="2" charset="-122"/>
              </a:rPr>
              <a:t>‖&lt;</a:t>
            </a:r>
            <a:r>
              <a:rPr lang="en-US" altLang="zh-CN" sz="2600" i="1" dirty="0">
                <a:latin typeface="Times New Roman" panose="02020603050405020304" pitchFamily="18" charset="0"/>
                <a:ea typeface="+mn-ea"/>
                <a:cs typeface="华文新魏" panose="02010800040101010101" pitchFamily="2" charset="-122"/>
              </a:rPr>
              <a:t>ε</a:t>
            </a:r>
            <a:r>
              <a:rPr lang="zh-CN" altLang="en-US" sz="2600" dirty="0">
                <a:latin typeface="Times New Roman" panose="02020603050405020304" pitchFamily="18" charset="0"/>
                <a:ea typeface="+mn-ea"/>
                <a:cs typeface="华文新魏" panose="02010800040101010101" pitchFamily="2" charset="-122"/>
              </a:rPr>
              <a:t>，则停止迭代，否则</a:t>
            </a:r>
            <a:r>
              <a:rPr lang="en-US" altLang="zh-CN" sz="2600" i="1" dirty="0">
                <a:latin typeface="Times New Roman" panose="02020603050405020304" pitchFamily="18" charset="0"/>
                <a:ea typeface="+mn-ea"/>
                <a:cs typeface="华文新魏" panose="02010800040101010101" pitchFamily="2" charset="-122"/>
              </a:rPr>
              <a:t>s</a:t>
            </a:r>
            <a:r>
              <a:rPr lang="en-US" altLang="zh-CN" sz="2600" dirty="0">
                <a:latin typeface="Times New Roman" panose="02020603050405020304" pitchFamily="18" charset="0"/>
                <a:ea typeface="+mn-ea"/>
                <a:cs typeface="华文新魏" panose="02010800040101010101" pitchFamily="2" charset="-122"/>
              </a:rPr>
              <a:t>=</a:t>
            </a:r>
            <a:r>
              <a:rPr lang="en-US" altLang="zh-CN" sz="2600" i="1" dirty="0">
                <a:latin typeface="Times New Roman" panose="02020603050405020304" pitchFamily="18" charset="0"/>
                <a:ea typeface="+mn-ea"/>
                <a:cs typeface="华文新魏" panose="02010800040101010101" pitchFamily="2" charset="-122"/>
              </a:rPr>
              <a:t>s</a:t>
            </a:r>
            <a:r>
              <a:rPr lang="en-US" altLang="zh-CN" sz="2600" dirty="0">
                <a:latin typeface="Times New Roman" panose="02020603050405020304" pitchFamily="18" charset="0"/>
                <a:ea typeface="+mn-ea"/>
                <a:cs typeface="华文新魏" panose="02010800040101010101" pitchFamily="2" charset="-122"/>
              </a:rPr>
              <a:t>+1;</a:t>
            </a:r>
            <a:endParaRPr lang="en-US" altLang="zh-CN" sz="2600" dirty="0">
              <a:latin typeface="Times New Roman" panose="02020603050405020304" pitchFamily="18" charset="0"/>
              <a:ea typeface="+mn-ea"/>
              <a:cs typeface="华文新魏" panose="02010800040101010101" pitchFamily="2" charset="-122"/>
            </a:endParaRPr>
          </a:p>
          <a:p>
            <a:pPr>
              <a:buSzPct val="60000"/>
            </a:pPr>
            <a:r>
              <a:rPr lang="en-US" altLang="zh-CN" sz="2600" dirty="0">
                <a:solidFill>
                  <a:srgbClr val="0000FF"/>
                </a:solidFill>
                <a:latin typeface="Times New Roman" panose="02020603050405020304" pitchFamily="18" charset="0"/>
                <a:ea typeface="+mn-ea"/>
                <a:cs typeface="华文新魏" panose="02010800040101010101" pitchFamily="2" charset="-122"/>
              </a:rPr>
              <a:t>Step 3</a:t>
            </a:r>
            <a:r>
              <a:rPr lang="en-US" altLang="zh-CN" sz="2600" dirty="0">
                <a:latin typeface="Times New Roman" panose="02020603050405020304" pitchFamily="18" charset="0"/>
                <a:ea typeface="+mn-ea"/>
                <a:cs typeface="华文新魏" panose="02010800040101010101" pitchFamily="2" charset="-122"/>
              </a:rPr>
              <a:t>:</a:t>
            </a:r>
            <a:r>
              <a:rPr lang="zh-CN" altLang="en-US" sz="2600" dirty="0">
                <a:solidFill>
                  <a:srgbClr val="FF0000"/>
                </a:solidFill>
                <a:latin typeface="Times New Roman" panose="02020603050405020304" pitchFamily="18" charset="0"/>
                <a:ea typeface="+mn-ea"/>
                <a:cs typeface="华文新魏" panose="02010800040101010101" pitchFamily="2" charset="-122"/>
              </a:rPr>
              <a:t>更新隶属度函数</a:t>
            </a:r>
            <a:r>
              <a:rPr lang="en-US" altLang="zh-CN" sz="2600" i="1" dirty="0">
                <a:latin typeface="Times New Roman" panose="02020603050405020304" pitchFamily="18" charset="0"/>
                <a:ea typeface="+mn-ea"/>
                <a:cs typeface="华文新魏" panose="02010800040101010101" pitchFamily="2" charset="-122"/>
              </a:rPr>
              <a:t>U</a:t>
            </a:r>
            <a:r>
              <a:rPr lang="en-US" altLang="zh-CN" sz="2600" baseline="30000" dirty="0">
                <a:latin typeface="Times New Roman" panose="02020603050405020304" pitchFamily="18" charset="0"/>
                <a:ea typeface="+mn-ea"/>
                <a:cs typeface="华文新魏" panose="02010800040101010101" pitchFamily="2" charset="-122"/>
              </a:rPr>
              <a:t>(2) </a:t>
            </a:r>
            <a:r>
              <a:rPr lang="en-US" altLang="zh-CN" sz="2600" dirty="0">
                <a:latin typeface="Times New Roman" panose="02020603050405020304" pitchFamily="18" charset="0"/>
                <a:ea typeface="+mn-ea"/>
                <a:cs typeface="华文新魏" panose="02010800040101010101" pitchFamily="2" charset="-122"/>
              </a:rPr>
              <a:t>=</a:t>
            </a:r>
            <a:endParaRPr lang="en-US" altLang="zh-CN" sz="2600" dirty="0">
              <a:latin typeface="Times New Roman" panose="02020603050405020304" pitchFamily="18" charset="0"/>
              <a:ea typeface="+mn-ea"/>
              <a:cs typeface="华文新魏" panose="02010800040101010101" pitchFamily="2" charset="-122"/>
            </a:endParaRPr>
          </a:p>
          <a:p>
            <a:pPr>
              <a:buSzPct val="60000"/>
            </a:pPr>
            <a:endParaRPr lang="en-US" altLang="zh-CN" sz="2600" dirty="0">
              <a:latin typeface="Times New Roman" panose="02020603050405020304" pitchFamily="18" charset="0"/>
              <a:ea typeface="+mn-ea"/>
              <a:cs typeface="华文新魏" panose="02010800040101010101" pitchFamily="2" charset="-122"/>
            </a:endParaRPr>
          </a:p>
          <a:p>
            <a:pPr>
              <a:buSzPct val="60000"/>
            </a:pPr>
            <a:endParaRPr lang="zh-CN" altLang="en-US" sz="2600" dirty="0">
              <a:latin typeface="+mn-lt"/>
              <a:ea typeface="+mn-ea"/>
              <a:cs typeface="华文新魏" panose="02010800040101010101" pitchFamily="2" charset="-122"/>
            </a:endParaRPr>
          </a:p>
        </p:txBody>
      </p:sp>
      <p:pic>
        <p:nvPicPr>
          <p:cNvPr id="106499" name="图片 8"/>
          <p:cNvPicPr>
            <a:picLocks noChangeAspect="1"/>
          </p:cNvPicPr>
          <p:nvPr/>
        </p:nvPicPr>
        <p:blipFill>
          <a:blip r:embed="rId1"/>
          <a:stretch>
            <a:fillRect/>
          </a:stretch>
        </p:blipFill>
        <p:spPr>
          <a:xfrm>
            <a:off x="1331913" y="3716338"/>
            <a:ext cx="6264275" cy="649287"/>
          </a:xfrm>
          <a:prstGeom prst="rect">
            <a:avLst/>
          </a:prstGeom>
          <a:noFill/>
          <a:ln w="9525">
            <a:noFill/>
          </a:ln>
        </p:spPr>
      </p:pic>
      <p:pic>
        <p:nvPicPr>
          <p:cNvPr id="106500" name="图片 9" descr="C:\Users\Administrator\Desktop\图\4.jpg"/>
          <p:cNvPicPr>
            <a:picLocks noChangeAspect="1"/>
          </p:cNvPicPr>
          <p:nvPr/>
        </p:nvPicPr>
        <p:blipFill>
          <a:blip r:embed="rId2"/>
          <a:stretch>
            <a:fillRect/>
          </a:stretch>
        </p:blipFill>
        <p:spPr>
          <a:xfrm>
            <a:off x="1042988" y="4365625"/>
            <a:ext cx="2808287" cy="2303463"/>
          </a:xfrm>
          <a:prstGeom prst="rect">
            <a:avLst/>
          </a:prstGeom>
          <a:noFill/>
          <a:ln w="9525">
            <a:noFill/>
          </a:ln>
        </p:spPr>
      </p:pic>
      <p:sp>
        <p:nvSpPr>
          <p:cNvPr id="6" name="Rectangle 2"/>
          <p:cNvSpPr>
            <a:spLocks noGrp="1" noChangeArrowheads="1"/>
          </p:cNvSpPr>
          <p:nvPr>
            <p:ph type="title"/>
          </p:nvPr>
        </p:nvSpPr>
        <p:spPr>
          <a:xfrm>
            <a:off x="1071563" y="692150"/>
            <a:ext cx="7143750" cy="609600"/>
          </a:xfrm>
        </p:spPr>
        <p:txBody>
          <a:bodyPr vert="horz" wrap="square" lIns="91440" tIns="45720" rIns="91440" bIns="45720" numCol="1" anchor="b" anchorCtr="0" compatLnSpc="1">
            <a:noAutofit/>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3600" b="1" i="0" u="none" strike="noStrike" kern="1200" cap="none" spc="0" normalizeH="0" baseline="0" noProof="0" dirty="0">
                <a:ln>
                  <a:noFill/>
                </a:ln>
                <a:solidFill>
                  <a:srgbClr val="0000FF"/>
                </a:solidFill>
                <a:effectLst/>
                <a:uLnTx/>
                <a:uFillTx/>
                <a:latin typeface="Times New Roman" panose="02020603050405020304" pitchFamily="18" charset="0"/>
                <a:ea typeface="黑体" panose="02010609060101010101" pitchFamily="49" charset="-122"/>
                <a:cs typeface="Times New Roman" panose="02020603050405020304" pitchFamily="18" charset="0"/>
              </a:rPr>
              <a:t>算法实例</a:t>
            </a:r>
            <a:endParaRPr kumimoji="0" lang="en-US" altLang="zh-CN" sz="3600" b="1" i="0" u="none" strike="noStrike" kern="1200" cap="none" spc="0" normalizeH="0" baseline="0" noProof="0" dirty="0">
              <a:ln>
                <a:noFill/>
              </a:ln>
              <a:solidFill>
                <a:srgbClr val="0000FF"/>
              </a:solidFill>
              <a:effectLst/>
              <a:uLnTx/>
              <a:uFillTx/>
              <a:latin typeface="Times New Roman" panose="02020603050405020304" pitchFamily="18" charset="0"/>
              <a:ea typeface="黑体" panose="02010609060101010101" pitchFamily="49" charset="-122"/>
              <a:cs typeface="Times New Roman" panose="02020603050405020304" pitchFamily="18" charset="0"/>
            </a:endParaRPr>
          </a:p>
        </p:txBody>
      </p:sp>
      <p:sp>
        <p:nvSpPr>
          <p:cNvPr id="7" name="Text Box 5"/>
          <p:cNvSpPr txBox="1"/>
          <p:nvPr/>
        </p:nvSpPr>
        <p:spPr>
          <a:xfrm>
            <a:off x="3224213" y="0"/>
            <a:ext cx="5919788" cy="706438"/>
          </a:xfrm>
          <a:prstGeom prst="rect">
            <a:avLst/>
          </a:prstGeom>
          <a:noFill/>
          <a:ln w="9525">
            <a:noFill/>
          </a:ln>
        </p:spPr>
        <p:txBody>
          <a:bodyPr>
            <a:spAutoFit/>
          </a:bodyPr>
          <a:lstStyle/>
          <a:p>
            <a:pPr marR="0" algn="ctr" defTabSz="914400" eaLnBrk="1" hangingPunct="1">
              <a:buClrTx/>
              <a:buSzTx/>
              <a:buFontTx/>
              <a:buNone/>
              <a:defRPr/>
            </a:pPr>
            <a:r>
              <a:rPr kumimoji="0" lang="en-US" altLang="zh-CN" sz="4000" b="1" kern="1200" cap="none" spc="0" normalizeH="0" baseline="0" noProof="1">
                <a:solidFill>
                  <a:srgbClr val="0000FF"/>
                </a:solidFill>
                <a:latin typeface="Arial" panose="020B0604020202020204" pitchFamily="34" charset="0"/>
                <a:ea typeface="宋体" panose="02010600030101010101" pitchFamily="2" charset="-122"/>
                <a:cs typeface="+mn-cs"/>
                <a:sym typeface="宋体" panose="02010600030101010101" pitchFamily="2" charset="-122"/>
              </a:rPr>
              <a:t>4.2.2 </a:t>
            </a:r>
            <a:r>
              <a:rPr kumimoji="1" lang="en-US" altLang="zh-CN" sz="4000" b="1" kern="0" cap="none" spc="0" normalizeH="0" baseline="0" noProof="0" dirty="0">
                <a:solidFill>
                  <a:srgbClr val="0000CC"/>
                </a:solidFill>
                <a:effectLst>
                  <a:outerShdw blurRad="38100" dist="38100" dir="2700000" algn="tl">
                    <a:srgbClr val="C0C0C0"/>
                  </a:outerShdw>
                </a:effectLst>
                <a:latin typeface="黑体" panose="02010609060101010101" pitchFamily="49" charset="-122"/>
                <a:ea typeface="黑体" panose="02010609060101010101" pitchFamily="49" charset="-122"/>
                <a:cs typeface="Times New Roman" panose="02020603050405020304" pitchFamily="18" charset="0"/>
                <a:sym typeface="+mn-ea"/>
              </a:rPr>
              <a:t> </a:t>
            </a:r>
            <a:r>
              <a:rPr kumimoji="0" lang="en-US" altLang="zh-CN" sz="4000" b="1" kern="1200" cap="none" spc="0" normalizeH="0" baseline="0" noProof="1">
                <a:solidFill>
                  <a:srgbClr val="0000FF"/>
                </a:solidFill>
                <a:latin typeface="Arial" panose="020B0604020202020204" pitchFamily="34" charset="0"/>
                <a:ea typeface="宋体" panose="02010600030101010101" pitchFamily="2" charset="-122"/>
                <a:cs typeface="+mn-cs"/>
                <a:sym typeface="+mn-ea"/>
              </a:rPr>
              <a:t>模糊聚类</a:t>
            </a:r>
            <a:r>
              <a:rPr kumimoji="0" lang="en-US" altLang="zh-CN" sz="4000" b="1" kern="1200" cap="none" spc="0" normalizeH="0" baseline="0" noProof="1">
                <a:solidFill>
                  <a:srgbClr val="0000FF"/>
                </a:solidFill>
                <a:latin typeface="Arial" panose="020B0604020202020204" pitchFamily="34" charset="0"/>
                <a:ea typeface="宋体" panose="02010600030101010101" pitchFamily="2" charset="-122"/>
                <a:cs typeface="+mn-cs"/>
                <a:sym typeface="宋体" panose="02010600030101010101" pitchFamily="2" charset="-122"/>
              </a:rPr>
              <a:t>算法</a:t>
            </a:r>
            <a:endParaRPr kumimoji="0" lang="en-US" altLang="zh-CN" sz="4000" b="1" kern="1200" cap="none" spc="0" normalizeH="0" baseline="0" noProof="1">
              <a:solidFill>
                <a:srgbClr val="0000FF"/>
              </a:solidFill>
              <a:latin typeface="Arial" panose="020B0604020202020204" pitchFamily="34" charset="0"/>
              <a:ea typeface="宋体" panose="02010600030101010101" pitchFamily="2" charset="-122"/>
              <a:cs typeface="+mn-cs"/>
              <a:sym typeface="宋体" panose="02010600030101010101" pitchFamily="2" charset="-122"/>
            </a:endParaRPr>
          </a:p>
        </p:txBody>
      </p:sp>
    </p:spTree>
  </p:cSld>
  <p:clrMapOvr>
    <a:masterClrMapping/>
  </p:clrMapOvr>
  <p:transition/>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7522" name="内容占位符 2"/>
          <p:cNvSpPr>
            <a:spLocks noGrp="1"/>
          </p:cNvSpPr>
          <p:nvPr>
            <p:ph sz="quarter" idx="1"/>
          </p:nvPr>
        </p:nvSpPr>
        <p:spPr/>
        <p:txBody>
          <a:bodyPr vert="horz" wrap="square" lIns="91440" tIns="45720" rIns="91440" bIns="45720" anchor="t" anchorCtr="0"/>
          <a:p>
            <a:pPr algn="just">
              <a:buSzPct val="60000"/>
            </a:pPr>
            <a:r>
              <a:rPr lang="en-US" altLang="zh-CN" sz="2600" dirty="0">
                <a:solidFill>
                  <a:srgbClr val="0000FF"/>
                </a:solidFill>
                <a:latin typeface="Times New Roman" panose="02020603050405020304" pitchFamily="18" charset="0"/>
                <a:ea typeface="+mn-ea"/>
                <a:cs typeface="华文新魏" panose="02010800040101010101" pitchFamily="2" charset="-122"/>
              </a:rPr>
              <a:t>Step 4</a:t>
            </a:r>
            <a:r>
              <a:rPr lang="zh-CN" altLang="en-US" sz="2600" dirty="0">
                <a:latin typeface="Times New Roman" panose="02020603050405020304" pitchFamily="18" charset="0"/>
                <a:ea typeface="+mn-ea"/>
                <a:cs typeface="华文新魏" panose="02010800040101010101" pitchFamily="2" charset="-122"/>
              </a:rPr>
              <a:t>：</a:t>
            </a:r>
            <a:r>
              <a:rPr lang="zh-CN" altLang="en-US" sz="2600" dirty="0">
                <a:solidFill>
                  <a:srgbClr val="FF0000"/>
                </a:solidFill>
                <a:latin typeface="Times New Roman" panose="02020603050405020304" pitchFamily="18" charset="0"/>
                <a:ea typeface="+mn-ea"/>
                <a:cs typeface="华文新魏" panose="02010800040101010101" pitchFamily="2" charset="-122"/>
              </a:rPr>
              <a:t>更新聚类中心</a:t>
            </a:r>
            <a:r>
              <a:rPr lang="en-US" altLang="zh-CN" sz="2600" i="1" dirty="0">
                <a:latin typeface="Times New Roman" panose="02020603050405020304" pitchFamily="18" charset="0"/>
                <a:ea typeface="+mn-ea"/>
                <a:cs typeface="华文新魏" panose="02010800040101010101" pitchFamily="2" charset="-122"/>
              </a:rPr>
              <a:t>m</a:t>
            </a:r>
            <a:r>
              <a:rPr lang="en-US" altLang="zh-CN" sz="2600" i="1" baseline="30000" dirty="0">
                <a:latin typeface="Times New Roman" panose="02020603050405020304" pitchFamily="18" charset="0"/>
                <a:ea typeface="+mn-ea"/>
                <a:cs typeface="华文新魏" panose="02010800040101010101" pitchFamily="2" charset="-122"/>
              </a:rPr>
              <a:t>(3)</a:t>
            </a:r>
            <a:r>
              <a:rPr lang="en-US" altLang="zh-CN" sz="2600" i="1" dirty="0">
                <a:latin typeface="Times New Roman" panose="02020603050405020304" pitchFamily="18" charset="0"/>
                <a:ea typeface="+mn-ea"/>
                <a:cs typeface="华文新魏" panose="02010800040101010101" pitchFamily="2" charset="-122"/>
              </a:rPr>
              <a:t>=</a:t>
            </a:r>
            <a:r>
              <a:rPr lang="en-US" altLang="zh-CN" sz="2600" dirty="0">
                <a:latin typeface="Times New Roman" panose="02020603050405020304" pitchFamily="18" charset="0"/>
                <a:ea typeface="+mn-ea"/>
                <a:cs typeface="华文新魏" panose="02010800040101010101" pitchFamily="2" charset="-122"/>
              </a:rPr>
              <a:t>[1.2446 1.1292; 7.6820 7.3414;]</a:t>
            </a:r>
            <a:endParaRPr lang="en-US" altLang="zh-CN" sz="2600" dirty="0">
              <a:latin typeface="Times New Roman" panose="02020603050405020304" pitchFamily="18" charset="0"/>
              <a:ea typeface="+mn-ea"/>
              <a:cs typeface="华文新魏" panose="02010800040101010101" pitchFamily="2" charset="-122"/>
            </a:endParaRPr>
          </a:p>
          <a:p>
            <a:pPr>
              <a:buSzPct val="60000"/>
            </a:pPr>
            <a:r>
              <a:rPr lang="en-US" altLang="zh-CN" sz="2600" dirty="0">
                <a:solidFill>
                  <a:srgbClr val="0000FF"/>
                </a:solidFill>
                <a:latin typeface="Times New Roman" panose="02020603050405020304" pitchFamily="18" charset="0"/>
                <a:ea typeface="+mn-ea"/>
                <a:cs typeface="华文新魏" panose="02010800040101010101" pitchFamily="2" charset="-122"/>
              </a:rPr>
              <a:t>Step 5</a:t>
            </a:r>
            <a:r>
              <a:rPr lang="zh-CN" altLang="en-US" sz="2600" dirty="0">
                <a:latin typeface="Times New Roman" panose="02020603050405020304" pitchFamily="18" charset="0"/>
                <a:ea typeface="+mn-ea"/>
                <a:cs typeface="华文新魏" panose="02010800040101010101" pitchFamily="2" charset="-122"/>
              </a:rPr>
              <a:t>：如果</a:t>
            </a:r>
            <a:r>
              <a:rPr lang="en-US" altLang="zh-CN" sz="2600" dirty="0">
                <a:latin typeface="Times New Roman" panose="02020603050405020304" pitchFamily="18" charset="0"/>
                <a:ea typeface="+mn-ea"/>
                <a:cs typeface="华文新魏" panose="02010800040101010101" pitchFamily="2" charset="-122"/>
              </a:rPr>
              <a:t>‖</a:t>
            </a:r>
            <a:r>
              <a:rPr lang="en-US" altLang="zh-CN" sz="2600" i="1" dirty="0">
                <a:latin typeface="Times New Roman" panose="02020603050405020304" pitchFamily="18" charset="0"/>
                <a:ea typeface="+mn-ea"/>
                <a:cs typeface="华文新魏" panose="02010800040101010101" pitchFamily="2" charset="-122"/>
              </a:rPr>
              <a:t>m</a:t>
            </a:r>
            <a:r>
              <a:rPr lang="en-US" altLang="zh-CN" sz="2600" baseline="30000" dirty="0">
                <a:latin typeface="Times New Roman" panose="02020603050405020304" pitchFamily="18" charset="0"/>
                <a:ea typeface="+mn-ea"/>
                <a:cs typeface="华文新魏" panose="02010800040101010101" pitchFamily="2" charset="-122"/>
              </a:rPr>
              <a:t>(</a:t>
            </a:r>
            <a:r>
              <a:rPr lang="en-US" altLang="zh-CN" sz="2600" i="1" baseline="30000" dirty="0">
                <a:latin typeface="Times New Roman" panose="02020603050405020304" pitchFamily="18" charset="0"/>
                <a:ea typeface="+mn-ea"/>
                <a:cs typeface="华文新魏" panose="02010800040101010101" pitchFamily="2" charset="-122"/>
              </a:rPr>
              <a:t>3</a:t>
            </a:r>
            <a:r>
              <a:rPr lang="en-US" altLang="zh-CN" sz="2600" baseline="30000" dirty="0">
                <a:latin typeface="Times New Roman" panose="02020603050405020304" pitchFamily="18" charset="0"/>
                <a:ea typeface="+mn-ea"/>
                <a:cs typeface="华文新魏" panose="02010800040101010101" pitchFamily="2" charset="-122"/>
              </a:rPr>
              <a:t>)</a:t>
            </a:r>
            <a:r>
              <a:rPr lang="zh-CN" altLang="en-US" sz="2600" dirty="0">
                <a:latin typeface="Times New Roman" panose="02020603050405020304" pitchFamily="18" charset="0"/>
                <a:ea typeface="+mn-ea"/>
                <a:cs typeface="华文新魏" panose="02010800040101010101" pitchFamily="2" charset="-122"/>
              </a:rPr>
              <a:t>－</a:t>
            </a:r>
            <a:r>
              <a:rPr lang="en-US" altLang="zh-CN" sz="2600" i="1" dirty="0">
                <a:latin typeface="Times New Roman" panose="02020603050405020304" pitchFamily="18" charset="0"/>
                <a:ea typeface="+mn-ea"/>
                <a:cs typeface="华文新魏" panose="02010800040101010101" pitchFamily="2" charset="-122"/>
              </a:rPr>
              <a:t>m</a:t>
            </a:r>
            <a:r>
              <a:rPr lang="en-US" altLang="zh-CN" sz="2600" baseline="30000" dirty="0">
                <a:latin typeface="Times New Roman" panose="02020603050405020304" pitchFamily="18" charset="0"/>
                <a:ea typeface="+mn-ea"/>
                <a:cs typeface="华文新魏" panose="02010800040101010101" pitchFamily="2" charset="-122"/>
              </a:rPr>
              <a:t>(2)</a:t>
            </a:r>
            <a:r>
              <a:rPr lang="en-US" altLang="zh-CN" sz="2600" dirty="0">
                <a:latin typeface="Times New Roman" panose="02020603050405020304" pitchFamily="18" charset="0"/>
                <a:ea typeface="+mn-ea"/>
                <a:cs typeface="华文新魏" panose="02010800040101010101" pitchFamily="2" charset="-122"/>
              </a:rPr>
              <a:t>‖&lt;</a:t>
            </a:r>
            <a:r>
              <a:rPr lang="en-US" altLang="zh-CN" sz="2600" i="1" dirty="0">
                <a:latin typeface="Times New Roman" panose="02020603050405020304" pitchFamily="18" charset="0"/>
                <a:ea typeface="+mn-ea"/>
                <a:cs typeface="华文新魏" panose="02010800040101010101" pitchFamily="2" charset="-122"/>
              </a:rPr>
              <a:t>ε</a:t>
            </a:r>
            <a:r>
              <a:rPr lang="zh-CN" altLang="en-US" sz="2600" dirty="0">
                <a:latin typeface="Times New Roman" panose="02020603050405020304" pitchFamily="18" charset="0"/>
                <a:ea typeface="+mn-ea"/>
                <a:cs typeface="华文新魏" panose="02010800040101010101" pitchFamily="2" charset="-122"/>
              </a:rPr>
              <a:t>，则停止迭代，否则</a:t>
            </a:r>
            <a:r>
              <a:rPr lang="en-US" altLang="zh-CN" sz="2600" i="1" dirty="0">
                <a:latin typeface="Times New Roman" panose="02020603050405020304" pitchFamily="18" charset="0"/>
                <a:ea typeface="+mn-ea"/>
                <a:cs typeface="华文新魏" panose="02010800040101010101" pitchFamily="2" charset="-122"/>
              </a:rPr>
              <a:t>s</a:t>
            </a:r>
            <a:r>
              <a:rPr lang="en-US" altLang="zh-CN" sz="2600" dirty="0">
                <a:latin typeface="Times New Roman" panose="02020603050405020304" pitchFamily="18" charset="0"/>
                <a:ea typeface="+mn-ea"/>
                <a:cs typeface="华文新魏" panose="02010800040101010101" pitchFamily="2" charset="-122"/>
              </a:rPr>
              <a:t>=</a:t>
            </a:r>
            <a:r>
              <a:rPr lang="en-US" altLang="zh-CN" sz="2600" i="1" dirty="0">
                <a:latin typeface="Times New Roman" panose="02020603050405020304" pitchFamily="18" charset="0"/>
                <a:ea typeface="+mn-ea"/>
                <a:cs typeface="华文新魏" panose="02010800040101010101" pitchFamily="2" charset="-122"/>
              </a:rPr>
              <a:t>s</a:t>
            </a:r>
            <a:r>
              <a:rPr lang="en-US" altLang="zh-CN" sz="2600" dirty="0">
                <a:latin typeface="Times New Roman" panose="02020603050405020304" pitchFamily="18" charset="0"/>
                <a:ea typeface="+mn-ea"/>
                <a:cs typeface="华文新魏" panose="02010800040101010101" pitchFamily="2" charset="-122"/>
              </a:rPr>
              <a:t>+1;</a:t>
            </a:r>
            <a:endParaRPr lang="en-US" altLang="zh-CN" sz="2600" dirty="0">
              <a:latin typeface="Times New Roman" panose="02020603050405020304" pitchFamily="18" charset="0"/>
              <a:ea typeface="+mn-ea"/>
              <a:cs typeface="华文新魏" panose="02010800040101010101" pitchFamily="2" charset="-122"/>
            </a:endParaRPr>
          </a:p>
          <a:p>
            <a:pPr>
              <a:buSzPct val="60000"/>
            </a:pPr>
            <a:r>
              <a:rPr lang="en-US" altLang="zh-CN" sz="2600" dirty="0">
                <a:solidFill>
                  <a:srgbClr val="0000FF"/>
                </a:solidFill>
                <a:latin typeface="Times New Roman" panose="02020603050405020304" pitchFamily="18" charset="0"/>
                <a:ea typeface="+mn-ea"/>
                <a:cs typeface="华文新魏" panose="02010800040101010101" pitchFamily="2" charset="-122"/>
              </a:rPr>
              <a:t>Step 3</a:t>
            </a:r>
            <a:r>
              <a:rPr lang="en-US" altLang="zh-CN" sz="2600" dirty="0">
                <a:latin typeface="Times New Roman" panose="02020603050405020304" pitchFamily="18" charset="0"/>
                <a:ea typeface="+mn-ea"/>
                <a:cs typeface="华文新魏" panose="02010800040101010101" pitchFamily="2" charset="-122"/>
              </a:rPr>
              <a:t>:</a:t>
            </a:r>
            <a:r>
              <a:rPr lang="zh-CN" altLang="en-US" sz="2600" dirty="0">
                <a:solidFill>
                  <a:srgbClr val="FF0000"/>
                </a:solidFill>
                <a:latin typeface="Times New Roman" panose="02020603050405020304" pitchFamily="18" charset="0"/>
                <a:ea typeface="+mn-ea"/>
                <a:cs typeface="华文新魏" panose="02010800040101010101" pitchFamily="2" charset="-122"/>
              </a:rPr>
              <a:t>更新隶属度函数</a:t>
            </a:r>
            <a:r>
              <a:rPr lang="en-US" altLang="zh-CN" sz="2600" i="1" dirty="0">
                <a:latin typeface="Times New Roman" panose="02020603050405020304" pitchFamily="18" charset="0"/>
                <a:ea typeface="+mn-ea"/>
                <a:cs typeface="华文新魏" panose="02010800040101010101" pitchFamily="2" charset="-122"/>
              </a:rPr>
              <a:t>U</a:t>
            </a:r>
            <a:r>
              <a:rPr lang="en-US" altLang="zh-CN" sz="2600" baseline="30000" dirty="0">
                <a:latin typeface="Times New Roman" panose="02020603050405020304" pitchFamily="18" charset="0"/>
                <a:ea typeface="+mn-ea"/>
                <a:cs typeface="华文新魏" panose="02010800040101010101" pitchFamily="2" charset="-122"/>
              </a:rPr>
              <a:t>(3) </a:t>
            </a:r>
            <a:r>
              <a:rPr lang="en-US" altLang="zh-CN" sz="2600" dirty="0">
                <a:latin typeface="Times New Roman" panose="02020603050405020304" pitchFamily="18" charset="0"/>
                <a:ea typeface="+mn-ea"/>
                <a:cs typeface="华文新魏" panose="02010800040101010101" pitchFamily="2" charset="-122"/>
              </a:rPr>
              <a:t>=</a:t>
            </a:r>
            <a:endParaRPr lang="en-US" altLang="zh-CN" sz="2600" dirty="0">
              <a:latin typeface="Times New Roman" panose="02020603050405020304" pitchFamily="18" charset="0"/>
              <a:ea typeface="+mn-ea"/>
              <a:cs typeface="华文新魏" panose="02010800040101010101" pitchFamily="2" charset="-122"/>
            </a:endParaRPr>
          </a:p>
          <a:p>
            <a:pPr algn="just">
              <a:buSzPct val="60000"/>
            </a:pPr>
            <a:endParaRPr lang="en-US" altLang="zh-CN" sz="2600" dirty="0">
              <a:latin typeface="Times New Roman" panose="02020603050405020304" pitchFamily="18" charset="0"/>
              <a:ea typeface="+mn-ea"/>
              <a:cs typeface="华文新魏" panose="02010800040101010101" pitchFamily="2" charset="-122"/>
            </a:endParaRPr>
          </a:p>
          <a:p>
            <a:pPr algn="just">
              <a:buSzPct val="60000"/>
            </a:pPr>
            <a:endParaRPr lang="en-US" altLang="zh-CN" sz="2600" dirty="0">
              <a:latin typeface="Times New Roman" panose="02020603050405020304" pitchFamily="18" charset="0"/>
              <a:ea typeface="+mn-ea"/>
              <a:cs typeface="华文新魏" panose="02010800040101010101" pitchFamily="2" charset="-122"/>
            </a:endParaRPr>
          </a:p>
          <a:p>
            <a:pPr algn="just">
              <a:buSzPct val="60000"/>
            </a:pPr>
            <a:endParaRPr lang="en-US" altLang="zh-CN" sz="2600" dirty="0">
              <a:latin typeface="Times New Roman" panose="02020603050405020304" pitchFamily="18" charset="0"/>
              <a:ea typeface="+mn-ea"/>
              <a:cs typeface="华文新魏" panose="02010800040101010101" pitchFamily="2" charset="-122"/>
            </a:endParaRPr>
          </a:p>
          <a:p>
            <a:pPr algn="just">
              <a:buSzPct val="60000"/>
              <a:buFont typeface="Wingdings" panose="05000000000000000000" pitchFamily="2" charset="2"/>
              <a:buNone/>
            </a:pPr>
            <a:endParaRPr lang="en-US" altLang="zh-CN" sz="2600" dirty="0">
              <a:latin typeface="Times New Roman" panose="02020603050405020304" pitchFamily="18" charset="0"/>
              <a:ea typeface="+mn-ea"/>
              <a:cs typeface="华文新魏" panose="02010800040101010101" pitchFamily="2" charset="-122"/>
            </a:endParaRPr>
          </a:p>
          <a:p>
            <a:pPr algn="just">
              <a:buSzPct val="60000"/>
            </a:pPr>
            <a:endParaRPr lang="zh-CN" altLang="en-US" sz="2600" dirty="0">
              <a:latin typeface="+mn-lt"/>
              <a:ea typeface="+mn-ea"/>
              <a:cs typeface="华文新魏" panose="02010800040101010101" pitchFamily="2" charset="-122"/>
            </a:endParaRPr>
          </a:p>
        </p:txBody>
      </p:sp>
      <p:pic>
        <p:nvPicPr>
          <p:cNvPr id="107523" name="图片 9"/>
          <p:cNvPicPr>
            <a:picLocks noChangeAspect="1"/>
          </p:cNvPicPr>
          <p:nvPr/>
        </p:nvPicPr>
        <p:blipFill>
          <a:blip r:embed="rId1"/>
          <a:stretch>
            <a:fillRect/>
          </a:stretch>
        </p:blipFill>
        <p:spPr>
          <a:xfrm>
            <a:off x="1258888" y="3716338"/>
            <a:ext cx="6121400" cy="504825"/>
          </a:xfrm>
          <a:prstGeom prst="rect">
            <a:avLst/>
          </a:prstGeom>
          <a:noFill/>
          <a:ln w="9525">
            <a:noFill/>
          </a:ln>
        </p:spPr>
      </p:pic>
      <p:pic>
        <p:nvPicPr>
          <p:cNvPr id="107524" name="图片 10" descr="C:\Users\Administrator\Desktop\图\5.jpg"/>
          <p:cNvPicPr>
            <a:picLocks noChangeAspect="1"/>
          </p:cNvPicPr>
          <p:nvPr/>
        </p:nvPicPr>
        <p:blipFill>
          <a:blip r:embed="rId2"/>
          <a:stretch>
            <a:fillRect/>
          </a:stretch>
        </p:blipFill>
        <p:spPr>
          <a:xfrm>
            <a:off x="900113" y="4292600"/>
            <a:ext cx="2806700" cy="2305050"/>
          </a:xfrm>
          <a:prstGeom prst="rect">
            <a:avLst/>
          </a:prstGeom>
          <a:noFill/>
          <a:ln w="9525">
            <a:noFill/>
          </a:ln>
        </p:spPr>
      </p:pic>
      <p:sp>
        <p:nvSpPr>
          <p:cNvPr id="7" name="Rectangle 2"/>
          <p:cNvSpPr>
            <a:spLocks noGrp="1" noChangeArrowheads="1"/>
          </p:cNvSpPr>
          <p:nvPr>
            <p:ph type="title"/>
          </p:nvPr>
        </p:nvSpPr>
        <p:spPr>
          <a:xfrm>
            <a:off x="1071563" y="765175"/>
            <a:ext cx="7143750" cy="609600"/>
          </a:xfrm>
        </p:spPr>
        <p:txBody>
          <a:bodyPr vert="horz" wrap="square" lIns="91440" tIns="45720" rIns="91440" bIns="45720" numCol="1" anchor="b" anchorCtr="0" compatLnSpc="1">
            <a:noAutofit/>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3600" b="1" i="0" u="none" strike="noStrike" kern="1200" cap="none" spc="0" normalizeH="0" baseline="0" noProof="0" dirty="0">
                <a:ln>
                  <a:noFill/>
                </a:ln>
                <a:solidFill>
                  <a:srgbClr val="0000FF"/>
                </a:solidFill>
                <a:effectLst/>
                <a:uLnTx/>
                <a:uFillTx/>
                <a:latin typeface="Times New Roman" panose="02020603050405020304" pitchFamily="18" charset="0"/>
                <a:ea typeface="黑体" panose="02010609060101010101" pitchFamily="49" charset="-122"/>
                <a:cs typeface="Times New Roman" panose="02020603050405020304" pitchFamily="18" charset="0"/>
              </a:rPr>
              <a:t>算法实例</a:t>
            </a:r>
            <a:endParaRPr kumimoji="0" lang="en-US" altLang="zh-CN" sz="3600" b="1" i="0" u="none" strike="noStrike" kern="1200" cap="none" spc="0" normalizeH="0" baseline="0" noProof="0" dirty="0">
              <a:ln>
                <a:noFill/>
              </a:ln>
              <a:solidFill>
                <a:srgbClr val="0000FF"/>
              </a:solidFill>
              <a:effectLst/>
              <a:uLnTx/>
              <a:uFillTx/>
              <a:latin typeface="Times New Roman" panose="02020603050405020304" pitchFamily="18" charset="0"/>
              <a:ea typeface="黑体" panose="02010609060101010101" pitchFamily="49" charset="-122"/>
              <a:cs typeface="Times New Roman" panose="02020603050405020304" pitchFamily="18" charset="0"/>
            </a:endParaRPr>
          </a:p>
        </p:txBody>
      </p:sp>
      <p:sp>
        <p:nvSpPr>
          <p:cNvPr id="6" name="Text Box 5"/>
          <p:cNvSpPr txBox="1"/>
          <p:nvPr/>
        </p:nvSpPr>
        <p:spPr>
          <a:xfrm>
            <a:off x="3224213" y="0"/>
            <a:ext cx="5919788" cy="706438"/>
          </a:xfrm>
          <a:prstGeom prst="rect">
            <a:avLst/>
          </a:prstGeom>
          <a:noFill/>
          <a:ln w="9525">
            <a:noFill/>
          </a:ln>
        </p:spPr>
        <p:txBody>
          <a:bodyPr>
            <a:spAutoFit/>
          </a:bodyPr>
          <a:lstStyle/>
          <a:p>
            <a:pPr marR="0" algn="ctr" defTabSz="914400" eaLnBrk="1" hangingPunct="1">
              <a:buClrTx/>
              <a:buSzTx/>
              <a:buFontTx/>
              <a:buNone/>
              <a:defRPr/>
            </a:pPr>
            <a:r>
              <a:rPr kumimoji="0" lang="en-US" altLang="zh-CN" sz="4000" b="1" kern="1200" cap="none" spc="0" normalizeH="0" baseline="0" noProof="1">
                <a:solidFill>
                  <a:srgbClr val="0000FF"/>
                </a:solidFill>
                <a:latin typeface="Arial" panose="020B0604020202020204" pitchFamily="34" charset="0"/>
                <a:ea typeface="宋体" panose="02010600030101010101" pitchFamily="2" charset="-122"/>
                <a:cs typeface="+mn-cs"/>
                <a:sym typeface="宋体" panose="02010600030101010101" pitchFamily="2" charset="-122"/>
              </a:rPr>
              <a:t>4.2.2 </a:t>
            </a:r>
            <a:r>
              <a:rPr kumimoji="1" lang="en-US" altLang="zh-CN" sz="4000" b="1" kern="0" cap="none" spc="0" normalizeH="0" baseline="0" noProof="0" dirty="0">
                <a:solidFill>
                  <a:srgbClr val="0000CC"/>
                </a:solidFill>
                <a:effectLst>
                  <a:outerShdw blurRad="38100" dist="38100" dir="2700000" algn="tl">
                    <a:srgbClr val="C0C0C0"/>
                  </a:outerShdw>
                </a:effectLst>
                <a:latin typeface="黑体" panose="02010609060101010101" pitchFamily="49" charset="-122"/>
                <a:ea typeface="黑体" panose="02010609060101010101" pitchFamily="49" charset="-122"/>
                <a:cs typeface="Times New Roman" panose="02020603050405020304" pitchFamily="18" charset="0"/>
                <a:sym typeface="+mn-ea"/>
              </a:rPr>
              <a:t> </a:t>
            </a:r>
            <a:r>
              <a:rPr kumimoji="0" lang="en-US" altLang="zh-CN" sz="4000" b="1" kern="1200" cap="none" spc="0" normalizeH="0" baseline="0" noProof="1">
                <a:solidFill>
                  <a:srgbClr val="0000FF"/>
                </a:solidFill>
                <a:latin typeface="Arial" panose="020B0604020202020204" pitchFamily="34" charset="0"/>
                <a:ea typeface="宋体" panose="02010600030101010101" pitchFamily="2" charset="-122"/>
                <a:cs typeface="+mn-cs"/>
                <a:sym typeface="+mn-ea"/>
              </a:rPr>
              <a:t>模糊聚类</a:t>
            </a:r>
            <a:r>
              <a:rPr kumimoji="0" lang="en-US" altLang="zh-CN" sz="4000" b="1" kern="1200" cap="none" spc="0" normalizeH="0" baseline="0" noProof="1">
                <a:solidFill>
                  <a:srgbClr val="0000FF"/>
                </a:solidFill>
                <a:latin typeface="Arial" panose="020B0604020202020204" pitchFamily="34" charset="0"/>
                <a:ea typeface="宋体" panose="02010600030101010101" pitchFamily="2" charset="-122"/>
                <a:cs typeface="+mn-cs"/>
                <a:sym typeface="宋体" panose="02010600030101010101" pitchFamily="2" charset="-122"/>
              </a:rPr>
              <a:t>算法</a:t>
            </a:r>
            <a:endParaRPr kumimoji="0" lang="en-US" altLang="zh-CN" sz="4000" b="1" kern="1200" cap="none" spc="0" normalizeH="0" baseline="0" noProof="1">
              <a:solidFill>
                <a:srgbClr val="0000FF"/>
              </a:solidFill>
              <a:latin typeface="Arial" panose="020B0604020202020204" pitchFamily="34" charset="0"/>
              <a:ea typeface="宋体" panose="02010600030101010101" pitchFamily="2" charset="-122"/>
              <a:cs typeface="+mn-cs"/>
              <a:sym typeface="宋体" panose="02010600030101010101" pitchFamily="2" charset="-122"/>
            </a:endParaRPr>
          </a:p>
        </p:txBody>
      </p:sp>
    </p:spTree>
  </p:cSld>
  <p:clrMapOvr>
    <a:masterClrMapping/>
  </p:clrMapOvr>
  <p:transition/>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108546" name="图片 4"/>
          <p:cNvPicPr>
            <a:picLocks noChangeAspect="1"/>
          </p:cNvPicPr>
          <p:nvPr/>
        </p:nvPicPr>
        <p:blipFill>
          <a:blip r:embed="rId1"/>
          <a:stretch>
            <a:fillRect/>
          </a:stretch>
        </p:blipFill>
        <p:spPr>
          <a:xfrm>
            <a:off x="1187450" y="4005263"/>
            <a:ext cx="6192838" cy="576262"/>
          </a:xfrm>
          <a:prstGeom prst="rect">
            <a:avLst/>
          </a:prstGeom>
          <a:noFill/>
          <a:ln w="9525">
            <a:noFill/>
          </a:ln>
        </p:spPr>
      </p:pic>
      <p:pic>
        <p:nvPicPr>
          <p:cNvPr id="108547" name="图片 5" descr="C:\Users\Administrator\Desktop\图\5.jpg"/>
          <p:cNvPicPr>
            <a:picLocks noChangeAspect="1"/>
          </p:cNvPicPr>
          <p:nvPr/>
        </p:nvPicPr>
        <p:blipFill>
          <a:blip r:embed="rId2"/>
          <a:stretch>
            <a:fillRect/>
          </a:stretch>
        </p:blipFill>
        <p:spPr>
          <a:xfrm>
            <a:off x="900113" y="4554538"/>
            <a:ext cx="2806700" cy="2303462"/>
          </a:xfrm>
          <a:prstGeom prst="rect">
            <a:avLst/>
          </a:prstGeom>
          <a:noFill/>
          <a:ln w="9525">
            <a:noFill/>
          </a:ln>
        </p:spPr>
      </p:pic>
      <p:sp>
        <p:nvSpPr>
          <p:cNvPr id="108548" name="矩形 6"/>
          <p:cNvSpPr/>
          <p:nvPr/>
        </p:nvSpPr>
        <p:spPr>
          <a:xfrm>
            <a:off x="827088" y="1700213"/>
            <a:ext cx="7777162" cy="2254250"/>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华文新魏" panose="02010800040101010101" pitchFamily="2" charset="-122"/>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ea typeface="+mn-ea"/>
                <a:cs typeface="华文新魏" panose="02010800040101010101" pitchFamily="2" charset="-122"/>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ea typeface="+mn-ea"/>
                <a:cs typeface="华文新魏" panose="02010800040101010101" pitchFamily="2" charset="-122"/>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ea typeface="+mn-ea"/>
                <a:cs typeface="华文新魏" panose="02010800040101010101" pitchFamily="2" charset="-122"/>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ea typeface="+mn-ea"/>
                <a:cs typeface="华文新魏" panose="02010800040101010101" pitchFamily="2" charset="-122"/>
              </a:defRPr>
            </a:lvl5pPr>
          </a:lstStyle>
          <a:p>
            <a:pPr marL="342900" lvl="0" indent="-342900" algn="just">
              <a:buClr>
                <a:srgbClr val="3333CC"/>
              </a:buClr>
            </a:pPr>
            <a:r>
              <a:rPr lang="en-US" altLang="zh-CN" sz="2600" b="1" dirty="0">
                <a:solidFill>
                  <a:srgbClr val="0000FF"/>
                </a:solidFill>
                <a:latin typeface="Times New Roman" panose="02020603050405020304" pitchFamily="18" charset="0"/>
                <a:ea typeface="华文新魏" panose="02010800040101010101" pitchFamily="2" charset="-122"/>
              </a:rPr>
              <a:t>Step 4</a:t>
            </a:r>
            <a:r>
              <a:rPr lang="zh-CN" altLang="en-US" sz="2600" b="1" dirty="0">
                <a:solidFill>
                  <a:srgbClr val="000000"/>
                </a:solidFill>
                <a:latin typeface="Times New Roman" panose="02020603050405020304" pitchFamily="18" charset="0"/>
                <a:ea typeface="华文新魏" panose="02010800040101010101" pitchFamily="2" charset="-122"/>
              </a:rPr>
              <a:t>：</a:t>
            </a:r>
            <a:r>
              <a:rPr lang="zh-CN" altLang="en-US" sz="2600" b="1" dirty="0">
                <a:solidFill>
                  <a:srgbClr val="FF0000"/>
                </a:solidFill>
                <a:latin typeface="Times New Roman" panose="02020603050405020304" pitchFamily="18" charset="0"/>
                <a:ea typeface="华文新魏" panose="02010800040101010101" pitchFamily="2" charset="-122"/>
              </a:rPr>
              <a:t>更新聚类中心</a:t>
            </a:r>
            <a:r>
              <a:rPr lang="en-US" altLang="zh-CN" sz="2600" b="1" i="1" dirty="0">
                <a:solidFill>
                  <a:srgbClr val="000000"/>
                </a:solidFill>
                <a:latin typeface="Times New Roman" panose="02020603050405020304" pitchFamily="18" charset="0"/>
                <a:ea typeface="华文新魏" panose="02010800040101010101" pitchFamily="2" charset="-122"/>
              </a:rPr>
              <a:t>m</a:t>
            </a:r>
            <a:r>
              <a:rPr lang="en-US" altLang="zh-CN" sz="2600" b="1" i="1" baseline="30000" dirty="0">
                <a:solidFill>
                  <a:srgbClr val="000000"/>
                </a:solidFill>
                <a:latin typeface="Times New Roman" panose="02020603050405020304" pitchFamily="18" charset="0"/>
                <a:ea typeface="华文新魏" panose="02010800040101010101" pitchFamily="2" charset="-122"/>
              </a:rPr>
              <a:t>(4)</a:t>
            </a:r>
            <a:r>
              <a:rPr lang="en-US" altLang="zh-CN" sz="2600" b="1" i="1" dirty="0">
                <a:solidFill>
                  <a:srgbClr val="000000"/>
                </a:solidFill>
                <a:latin typeface="Times New Roman" panose="02020603050405020304" pitchFamily="18" charset="0"/>
                <a:ea typeface="华文新魏" panose="02010800040101010101" pitchFamily="2" charset="-122"/>
              </a:rPr>
              <a:t>=</a:t>
            </a:r>
            <a:r>
              <a:rPr lang="en-US" altLang="zh-CN" sz="2600" b="1" dirty="0">
                <a:solidFill>
                  <a:srgbClr val="000000"/>
                </a:solidFill>
                <a:latin typeface="Times New Roman" panose="02020603050405020304" pitchFamily="18" charset="0"/>
                <a:ea typeface="华文新魏" panose="02010800040101010101" pitchFamily="2" charset="-122"/>
              </a:rPr>
              <a:t>[1.2389 1.1251; 7.6890 7.3480;]</a:t>
            </a:r>
            <a:endParaRPr lang="en-US" altLang="zh-CN" sz="2600" b="1" dirty="0">
              <a:solidFill>
                <a:srgbClr val="000000"/>
              </a:solidFill>
              <a:latin typeface="Times New Roman" panose="02020603050405020304" pitchFamily="18" charset="0"/>
              <a:ea typeface="华文新魏" panose="02010800040101010101" pitchFamily="2" charset="-122"/>
            </a:endParaRPr>
          </a:p>
          <a:p>
            <a:pPr marL="342900" lvl="0" indent="-342900">
              <a:buClr>
                <a:srgbClr val="3333CC"/>
              </a:buClr>
            </a:pPr>
            <a:r>
              <a:rPr lang="en-US" altLang="zh-CN" sz="2600" b="1" dirty="0">
                <a:solidFill>
                  <a:srgbClr val="0000FF"/>
                </a:solidFill>
                <a:latin typeface="Times New Roman" panose="02020603050405020304" pitchFamily="18" charset="0"/>
                <a:ea typeface="华文新魏" panose="02010800040101010101" pitchFamily="2" charset="-122"/>
              </a:rPr>
              <a:t>Step 5</a:t>
            </a:r>
            <a:r>
              <a:rPr lang="zh-CN" altLang="en-US" sz="2600" b="1" dirty="0">
                <a:solidFill>
                  <a:srgbClr val="000000"/>
                </a:solidFill>
                <a:latin typeface="Times New Roman" panose="02020603050405020304" pitchFamily="18" charset="0"/>
                <a:ea typeface="华文新魏" panose="02010800040101010101" pitchFamily="2" charset="-122"/>
              </a:rPr>
              <a:t>：如果</a:t>
            </a:r>
            <a:r>
              <a:rPr lang="en-US" altLang="zh-CN" sz="2600" b="1" dirty="0">
                <a:solidFill>
                  <a:srgbClr val="000000"/>
                </a:solidFill>
                <a:latin typeface="Times New Roman" panose="02020603050405020304" pitchFamily="18" charset="0"/>
                <a:ea typeface="华文新魏" panose="02010800040101010101" pitchFamily="2" charset="-122"/>
              </a:rPr>
              <a:t>‖</a:t>
            </a:r>
            <a:r>
              <a:rPr lang="en-US" altLang="zh-CN" sz="2600" b="1" i="1" dirty="0">
                <a:solidFill>
                  <a:srgbClr val="000000"/>
                </a:solidFill>
                <a:latin typeface="Times New Roman" panose="02020603050405020304" pitchFamily="18" charset="0"/>
                <a:ea typeface="华文新魏" panose="02010800040101010101" pitchFamily="2" charset="-122"/>
              </a:rPr>
              <a:t>m</a:t>
            </a:r>
            <a:r>
              <a:rPr lang="en-US" altLang="zh-CN" sz="2600" b="1" baseline="30000" dirty="0">
                <a:solidFill>
                  <a:srgbClr val="000000"/>
                </a:solidFill>
                <a:latin typeface="Times New Roman" panose="02020603050405020304" pitchFamily="18" charset="0"/>
                <a:ea typeface="华文新魏" panose="02010800040101010101" pitchFamily="2" charset="-122"/>
              </a:rPr>
              <a:t>(</a:t>
            </a:r>
            <a:r>
              <a:rPr lang="en-US" altLang="zh-CN" sz="2600" b="1" i="1" baseline="30000" dirty="0">
                <a:solidFill>
                  <a:srgbClr val="000000"/>
                </a:solidFill>
                <a:latin typeface="Times New Roman" panose="02020603050405020304" pitchFamily="18" charset="0"/>
                <a:ea typeface="华文新魏" panose="02010800040101010101" pitchFamily="2" charset="-122"/>
              </a:rPr>
              <a:t>4</a:t>
            </a:r>
            <a:r>
              <a:rPr lang="en-US" altLang="zh-CN" sz="2600" b="1" baseline="30000" dirty="0">
                <a:solidFill>
                  <a:srgbClr val="000000"/>
                </a:solidFill>
                <a:latin typeface="Times New Roman" panose="02020603050405020304" pitchFamily="18" charset="0"/>
                <a:ea typeface="华文新魏" panose="02010800040101010101" pitchFamily="2" charset="-122"/>
              </a:rPr>
              <a:t>)</a:t>
            </a:r>
            <a:r>
              <a:rPr lang="zh-CN" altLang="en-US" sz="2600" b="1" dirty="0">
                <a:solidFill>
                  <a:srgbClr val="000000"/>
                </a:solidFill>
                <a:latin typeface="Times New Roman" panose="02020603050405020304" pitchFamily="18" charset="0"/>
                <a:ea typeface="华文新魏" panose="02010800040101010101" pitchFamily="2" charset="-122"/>
              </a:rPr>
              <a:t>－</a:t>
            </a:r>
            <a:r>
              <a:rPr lang="en-US" altLang="zh-CN" sz="2600" b="1" i="1" dirty="0">
                <a:solidFill>
                  <a:srgbClr val="000000"/>
                </a:solidFill>
                <a:latin typeface="Times New Roman" panose="02020603050405020304" pitchFamily="18" charset="0"/>
                <a:ea typeface="华文新魏" panose="02010800040101010101" pitchFamily="2" charset="-122"/>
              </a:rPr>
              <a:t>m</a:t>
            </a:r>
            <a:r>
              <a:rPr lang="en-US" altLang="zh-CN" sz="2600" b="1" baseline="30000" dirty="0">
                <a:solidFill>
                  <a:srgbClr val="000000"/>
                </a:solidFill>
                <a:latin typeface="Times New Roman" panose="02020603050405020304" pitchFamily="18" charset="0"/>
                <a:ea typeface="华文新魏" panose="02010800040101010101" pitchFamily="2" charset="-122"/>
              </a:rPr>
              <a:t>(3)</a:t>
            </a:r>
            <a:r>
              <a:rPr lang="en-US" altLang="zh-CN" sz="2600" b="1" dirty="0">
                <a:solidFill>
                  <a:srgbClr val="000000"/>
                </a:solidFill>
                <a:latin typeface="Times New Roman" panose="02020603050405020304" pitchFamily="18" charset="0"/>
                <a:ea typeface="华文新魏" panose="02010800040101010101" pitchFamily="2" charset="-122"/>
              </a:rPr>
              <a:t>‖&lt;</a:t>
            </a:r>
            <a:r>
              <a:rPr lang="en-US" altLang="zh-CN" sz="2600" b="1" i="1" dirty="0">
                <a:solidFill>
                  <a:srgbClr val="000000"/>
                </a:solidFill>
                <a:latin typeface="Times New Roman" panose="02020603050405020304" pitchFamily="18" charset="0"/>
                <a:ea typeface="华文新魏" panose="02010800040101010101" pitchFamily="2" charset="-122"/>
              </a:rPr>
              <a:t>ε</a:t>
            </a:r>
            <a:r>
              <a:rPr lang="zh-CN" altLang="en-US" sz="2600" b="1" dirty="0">
                <a:solidFill>
                  <a:srgbClr val="000000"/>
                </a:solidFill>
                <a:latin typeface="Times New Roman" panose="02020603050405020304" pitchFamily="18" charset="0"/>
                <a:ea typeface="华文新魏" panose="02010800040101010101" pitchFamily="2" charset="-122"/>
              </a:rPr>
              <a:t>，则停止迭代，否则</a:t>
            </a:r>
            <a:r>
              <a:rPr lang="en-US" altLang="zh-CN" sz="2600" b="1" i="1" dirty="0">
                <a:solidFill>
                  <a:srgbClr val="000000"/>
                </a:solidFill>
                <a:latin typeface="Times New Roman" panose="02020603050405020304" pitchFamily="18" charset="0"/>
                <a:ea typeface="华文新魏" panose="02010800040101010101" pitchFamily="2" charset="-122"/>
              </a:rPr>
              <a:t>s</a:t>
            </a:r>
            <a:r>
              <a:rPr lang="en-US" altLang="zh-CN" sz="2600" b="1" dirty="0">
                <a:solidFill>
                  <a:srgbClr val="000000"/>
                </a:solidFill>
                <a:latin typeface="Times New Roman" panose="02020603050405020304" pitchFamily="18" charset="0"/>
                <a:ea typeface="华文新魏" panose="02010800040101010101" pitchFamily="2" charset="-122"/>
              </a:rPr>
              <a:t>=</a:t>
            </a:r>
            <a:r>
              <a:rPr lang="en-US" altLang="zh-CN" sz="2600" b="1" i="1" dirty="0">
                <a:solidFill>
                  <a:srgbClr val="000000"/>
                </a:solidFill>
                <a:latin typeface="Times New Roman" panose="02020603050405020304" pitchFamily="18" charset="0"/>
                <a:ea typeface="华文新魏" panose="02010800040101010101" pitchFamily="2" charset="-122"/>
              </a:rPr>
              <a:t>s</a:t>
            </a:r>
            <a:r>
              <a:rPr lang="en-US" altLang="zh-CN" sz="2600" b="1" dirty="0">
                <a:solidFill>
                  <a:srgbClr val="000000"/>
                </a:solidFill>
                <a:latin typeface="Times New Roman" panose="02020603050405020304" pitchFamily="18" charset="0"/>
                <a:ea typeface="华文新魏" panose="02010800040101010101" pitchFamily="2" charset="-122"/>
              </a:rPr>
              <a:t>+1;</a:t>
            </a:r>
            <a:endParaRPr lang="en-US" altLang="zh-CN" sz="2600" b="1" dirty="0">
              <a:solidFill>
                <a:srgbClr val="000000"/>
              </a:solidFill>
              <a:latin typeface="Times New Roman" panose="02020603050405020304" pitchFamily="18" charset="0"/>
              <a:ea typeface="华文新魏" panose="02010800040101010101" pitchFamily="2" charset="-122"/>
            </a:endParaRPr>
          </a:p>
          <a:p>
            <a:pPr marL="342900" lvl="0" indent="-342900">
              <a:buClr>
                <a:srgbClr val="3333CC"/>
              </a:buClr>
            </a:pPr>
            <a:r>
              <a:rPr lang="en-US" altLang="zh-CN" sz="2600" b="1" dirty="0">
                <a:solidFill>
                  <a:srgbClr val="0000FF"/>
                </a:solidFill>
                <a:latin typeface="Times New Roman" panose="02020603050405020304" pitchFamily="18" charset="0"/>
                <a:ea typeface="华文新魏" panose="02010800040101010101" pitchFamily="2" charset="-122"/>
              </a:rPr>
              <a:t>Step 3</a:t>
            </a:r>
            <a:r>
              <a:rPr lang="en-US" altLang="zh-CN" sz="2600" b="1" dirty="0">
                <a:solidFill>
                  <a:srgbClr val="000000"/>
                </a:solidFill>
                <a:latin typeface="Times New Roman" panose="02020603050405020304" pitchFamily="18" charset="0"/>
                <a:ea typeface="华文新魏" panose="02010800040101010101" pitchFamily="2" charset="-122"/>
              </a:rPr>
              <a:t>:</a:t>
            </a:r>
            <a:r>
              <a:rPr lang="zh-CN" altLang="en-US" sz="2600" b="1" dirty="0">
                <a:solidFill>
                  <a:srgbClr val="FF0000"/>
                </a:solidFill>
                <a:latin typeface="Times New Roman" panose="02020603050405020304" pitchFamily="18" charset="0"/>
                <a:ea typeface="华文新魏" panose="02010800040101010101" pitchFamily="2" charset="-122"/>
              </a:rPr>
              <a:t>更新隶属度函数</a:t>
            </a:r>
            <a:r>
              <a:rPr lang="en-US" altLang="zh-CN" sz="2600" b="1" i="1" dirty="0">
                <a:solidFill>
                  <a:srgbClr val="000000"/>
                </a:solidFill>
                <a:latin typeface="Times New Roman" panose="02020603050405020304" pitchFamily="18" charset="0"/>
                <a:ea typeface="华文新魏" panose="02010800040101010101" pitchFamily="2" charset="-122"/>
              </a:rPr>
              <a:t>U</a:t>
            </a:r>
            <a:r>
              <a:rPr lang="en-US" altLang="zh-CN" sz="2600" b="1" baseline="30000" dirty="0">
                <a:solidFill>
                  <a:srgbClr val="000000"/>
                </a:solidFill>
                <a:latin typeface="Times New Roman" panose="02020603050405020304" pitchFamily="18" charset="0"/>
                <a:ea typeface="华文新魏" panose="02010800040101010101" pitchFamily="2" charset="-122"/>
              </a:rPr>
              <a:t>(4) </a:t>
            </a:r>
            <a:r>
              <a:rPr lang="en-US" altLang="zh-CN" sz="2600" b="1" dirty="0">
                <a:solidFill>
                  <a:srgbClr val="000000"/>
                </a:solidFill>
                <a:latin typeface="Times New Roman" panose="02020603050405020304" pitchFamily="18" charset="0"/>
                <a:ea typeface="华文新魏" panose="02010800040101010101" pitchFamily="2" charset="-122"/>
              </a:rPr>
              <a:t>=</a:t>
            </a:r>
            <a:endParaRPr lang="en-US" altLang="zh-CN" sz="2600" b="1" dirty="0">
              <a:solidFill>
                <a:srgbClr val="000000"/>
              </a:solidFill>
              <a:latin typeface="Times New Roman" panose="02020603050405020304" pitchFamily="18" charset="0"/>
              <a:ea typeface="华文新魏" panose="02010800040101010101" pitchFamily="2" charset="-122"/>
            </a:endParaRPr>
          </a:p>
        </p:txBody>
      </p:sp>
      <p:sp>
        <p:nvSpPr>
          <p:cNvPr id="7" name="Rectangle 2"/>
          <p:cNvSpPr>
            <a:spLocks noGrp="1" noChangeArrowheads="1"/>
          </p:cNvSpPr>
          <p:nvPr>
            <p:ph type="title"/>
          </p:nvPr>
        </p:nvSpPr>
        <p:spPr>
          <a:xfrm>
            <a:off x="1071563" y="908050"/>
            <a:ext cx="7143750" cy="609600"/>
          </a:xfrm>
        </p:spPr>
        <p:txBody>
          <a:bodyPr vert="horz" wrap="square" lIns="91440" tIns="45720" rIns="91440" bIns="45720" numCol="1" anchor="b" anchorCtr="0" compatLnSpc="1">
            <a:noAutofit/>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3600" b="1" i="0" u="none" strike="noStrike" kern="1200" cap="none" spc="0" normalizeH="0" baseline="0" noProof="0" dirty="0">
                <a:ln>
                  <a:noFill/>
                </a:ln>
                <a:solidFill>
                  <a:srgbClr val="0000FF"/>
                </a:solidFill>
                <a:effectLst/>
                <a:uLnTx/>
                <a:uFillTx/>
                <a:latin typeface="Times New Roman" panose="02020603050405020304" pitchFamily="18" charset="0"/>
                <a:ea typeface="黑体" panose="02010609060101010101" pitchFamily="49" charset="-122"/>
                <a:cs typeface="Times New Roman" panose="02020603050405020304" pitchFamily="18" charset="0"/>
              </a:rPr>
              <a:t>算法实例</a:t>
            </a:r>
            <a:endParaRPr kumimoji="0" lang="en-US" altLang="zh-CN" sz="3600" b="1" i="0" u="none" strike="noStrike" kern="1200" cap="none" spc="0" normalizeH="0" baseline="0" noProof="0" dirty="0">
              <a:ln>
                <a:noFill/>
              </a:ln>
              <a:solidFill>
                <a:srgbClr val="0000FF"/>
              </a:solidFill>
              <a:effectLst/>
              <a:uLnTx/>
              <a:uFillTx/>
              <a:latin typeface="Times New Roman" panose="02020603050405020304" pitchFamily="18" charset="0"/>
              <a:ea typeface="黑体" panose="02010609060101010101" pitchFamily="49" charset="-122"/>
              <a:cs typeface="Times New Roman" panose="02020603050405020304" pitchFamily="18" charset="0"/>
            </a:endParaRPr>
          </a:p>
        </p:txBody>
      </p:sp>
      <p:sp>
        <p:nvSpPr>
          <p:cNvPr id="6" name="Text Box 5"/>
          <p:cNvSpPr txBox="1"/>
          <p:nvPr/>
        </p:nvSpPr>
        <p:spPr>
          <a:xfrm>
            <a:off x="3224213" y="0"/>
            <a:ext cx="5919788" cy="706438"/>
          </a:xfrm>
          <a:prstGeom prst="rect">
            <a:avLst/>
          </a:prstGeom>
          <a:noFill/>
          <a:ln w="9525">
            <a:noFill/>
          </a:ln>
        </p:spPr>
        <p:txBody>
          <a:bodyPr>
            <a:spAutoFit/>
          </a:bodyPr>
          <a:lstStyle/>
          <a:p>
            <a:pPr marR="0" algn="ctr" defTabSz="914400" eaLnBrk="1" hangingPunct="1">
              <a:buClrTx/>
              <a:buSzTx/>
              <a:buFontTx/>
              <a:buNone/>
              <a:defRPr/>
            </a:pPr>
            <a:r>
              <a:rPr kumimoji="0" lang="en-US" altLang="zh-CN" sz="4000" b="1" kern="1200" cap="none" spc="0" normalizeH="0" baseline="0" noProof="1">
                <a:solidFill>
                  <a:srgbClr val="0000FF"/>
                </a:solidFill>
                <a:latin typeface="Arial" panose="020B0604020202020204" pitchFamily="34" charset="0"/>
                <a:ea typeface="宋体" panose="02010600030101010101" pitchFamily="2" charset="-122"/>
                <a:cs typeface="+mn-cs"/>
                <a:sym typeface="宋体" panose="02010600030101010101" pitchFamily="2" charset="-122"/>
              </a:rPr>
              <a:t>4.2.2 </a:t>
            </a:r>
            <a:r>
              <a:rPr kumimoji="1" lang="en-US" altLang="zh-CN" sz="4000" b="1" kern="0" cap="none" spc="0" normalizeH="0" baseline="0" noProof="0" dirty="0">
                <a:solidFill>
                  <a:srgbClr val="0000CC"/>
                </a:solidFill>
                <a:effectLst>
                  <a:outerShdw blurRad="38100" dist="38100" dir="2700000" algn="tl">
                    <a:srgbClr val="C0C0C0"/>
                  </a:outerShdw>
                </a:effectLst>
                <a:latin typeface="黑体" panose="02010609060101010101" pitchFamily="49" charset="-122"/>
                <a:ea typeface="黑体" panose="02010609060101010101" pitchFamily="49" charset="-122"/>
                <a:cs typeface="Times New Roman" panose="02020603050405020304" pitchFamily="18" charset="0"/>
                <a:sym typeface="+mn-ea"/>
              </a:rPr>
              <a:t> </a:t>
            </a:r>
            <a:r>
              <a:rPr kumimoji="0" lang="en-US" altLang="zh-CN" sz="4000" b="1" kern="1200" cap="none" spc="0" normalizeH="0" baseline="0" noProof="1">
                <a:solidFill>
                  <a:srgbClr val="0000FF"/>
                </a:solidFill>
                <a:latin typeface="Arial" panose="020B0604020202020204" pitchFamily="34" charset="0"/>
                <a:ea typeface="宋体" panose="02010600030101010101" pitchFamily="2" charset="-122"/>
                <a:cs typeface="+mn-cs"/>
                <a:sym typeface="+mn-ea"/>
              </a:rPr>
              <a:t>模糊聚类</a:t>
            </a:r>
            <a:r>
              <a:rPr kumimoji="0" lang="en-US" altLang="zh-CN" sz="4000" b="1" kern="1200" cap="none" spc="0" normalizeH="0" baseline="0" noProof="1">
                <a:solidFill>
                  <a:srgbClr val="0000FF"/>
                </a:solidFill>
                <a:latin typeface="Arial" panose="020B0604020202020204" pitchFamily="34" charset="0"/>
                <a:ea typeface="宋体" panose="02010600030101010101" pitchFamily="2" charset="-122"/>
                <a:cs typeface="+mn-cs"/>
                <a:sym typeface="宋体" panose="02010600030101010101" pitchFamily="2" charset="-122"/>
              </a:rPr>
              <a:t>算法</a:t>
            </a:r>
            <a:endParaRPr kumimoji="0" lang="en-US" altLang="zh-CN" sz="4000" b="1" kern="1200" cap="none" spc="0" normalizeH="0" baseline="0" noProof="1">
              <a:solidFill>
                <a:srgbClr val="0000FF"/>
              </a:solidFill>
              <a:latin typeface="Arial" panose="020B0604020202020204" pitchFamily="34" charset="0"/>
              <a:ea typeface="宋体" panose="02010600030101010101" pitchFamily="2" charset="-122"/>
              <a:cs typeface="+mn-cs"/>
              <a:sym typeface="宋体" panose="02010600030101010101" pitchFamily="2" charset="-122"/>
            </a:endParaRPr>
          </a:p>
        </p:txBody>
      </p:sp>
    </p:spTree>
  </p:cSld>
  <p:clrMapOvr>
    <a:masterClrMapping/>
  </p:clrMapOvr>
  <p:transition/>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109570" name="图片 5" descr="C:\Users\Administrator\Desktop\图\6.jpg"/>
          <p:cNvPicPr>
            <a:picLocks noChangeAspect="1"/>
          </p:cNvPicPr>
          <p:nvPr/>
        </p:nvPicPr>
        <p:blipFill>
          <a:blip r:embed="rId1"/>
          <a:stretch>
            <a:fillRect/>
          </a:stretch>
        </p:blipFill>
        <p:spPr>
          <a:xfrm>
            <a:off x="827088" y="3284538"/>
            <a:ext cx="2808287" cy="2305050"/>
          </a:xfrm>
          <a:prstGeom prst="rect">
            <a:avLst/>
          </a:prstGeom>
          <a:noFill/>
          <a:ln w="9525">
            <a:noFill/>
          </a:ln>
        </p:spPr>
      </p:pic>
      <p:sp>
        <p:nvSpPr>
          <p:cNvPr id="109571" name="矩形 6"/>
          <p:cNvSpPr/>
          <p:nvPr/>
        </p:nvSpPr>
        <p:spPr>
          <a:xfrm>
            <a:off x="755650" y="1700213"/>
            <a:ext cx="7777163" cy="1373187"/>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华文新魏" panose="02010800040101010101" pitchFamily="2" charset="-122"/>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ea typeface="+mn-ea"/>
                <a:cs typeface="华文新魏" panose="02010800040101010101" pitchFamily="2" charset="-122"/>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ea typeface="+mn-ea"/>
                <a:cs typeface="华文新魏" panose="02010800040101010101" pitchFamily="2" charset="-122"/>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ea typeface="+mn-ea"/>
                <a:cs typeface="华文新魏" panose="02010800040101010101" pitchFamily="2" charset="-122"/>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ea typeface="+mn-ea"/>
                <a:cs typeface="华文新魏" panose="02010800040101010101" pitchFamily="2" charset="-122"/>
              </a:defRPr>
            </a:lvl5pPr>
          </a:lstStyle>
          <a:p>
            <a:pPr marL="342900" lvl="0" indent="-342900" algn="just">
              <a:buClr>
                <a:srgbClr val="3333CC"/>
              </a:buClr>
            </a:pPr>
            <a:r>
              <a:rPr lang="en-US" altLang="zh-CN" sz="2600" b="1" dirty="0">
                <a:solidFill>
                  <a:srgbClr val="0000FF"/>
                </a:solidFill>
                <a:latin typeface="Times New Roman" panose="02020603050405020304" pitchFamily="18" charset="0"/>
                <a:ea typeface="华文新魏" panose="02010800040101010101" pitchFamily="2" charset="-122"/>
              </a:rPr>
              <a:t>Step4</a:t>
            </a:r>
            <a:r>
              <a:rPr lang="zh-CN" altLang="en-US" sz="2600" b="1" dirty="0">
                <a:solidFill>
                  <a:srgbClr val="000000"/>
                </a:solidFill>
                <a:latin typeface="Times New Roman" panose="02020603050405020304" pitchFamily="18" charset="0"/>
                <a:ea typeface="华文新魏" panose="02010800040101010101" pitchFamily="2" charset="-122"/>
              </a:rPr>
              <a:t>：</a:t>
            </a:r>
            <a:r>
              <a:rPr lang="zh-CN" altLang="en-US" sz="2600" b="1" dirty="0">
                <a:solidFill>
                  <a:srgbClr val="FF0000"/>
                </a:solidFill>
                <a:latin typeface="Times New Roman" panose="02020603050405020304" pitchFamily="18" charset="0"/>
                <a:ea typeface="华文新魏" panose="02010800040101010101" pitchFamily="2" charset="-122"/>
              </a:rPr>
              <a:t>更新聚类中心</a:t>
            </a:r>
            <a:r>
              <a:rPr lang="en-US" altLang="zh-CN" sz="2600" b="1" i="1" dirty="0">
                <a:solidFill>
                  <a:srgbClr val="000000"/>
                </a:solidFill>
                <a:latin typeface="Times New Roman" panose="02020603050405020304" pitchFamily="18" charset="0"/>
                <a:ea typeface="华文新魏" panose="02010800040101010101" pitchFamily="2" charset="-122"/>
              </a:rPr>
              <a:t>m</a:t>
            </a:r>
            <a:r>
              <a:rPr lang="en-US" altLang="zh-CN" sz="2600" b="1" i="1" baseline="30000" dirty="0">
                <a:solidFill>
                  <a:srgbClr val="000000"/>
                </a:solidFill>
                <a:latin typeface="Times New Roman" panose="02020603050405020304" pitchFamily="18" charset="0"/>
                <a:ea typeface="华文新魏" panose="02010800040101010101" pitchFamily="2" charset="-122"/>
              </a:rPr>
              <a:t>(5)</a:t>
            </a:r>
            <a:r>
              <a:rPr lang="en-US" altLang="zh-CN" sz="2600" b="1" i="1" dirty="0">
                <a:solidFill>
                  <a:srgbClr val="000000"/>
                </a:solidFill>
                <a:latin typeface="Times New Roman" panose="02020603050405020304" pitchFamily="18" charset="0"/>
                <a:ea typeface="华文新魏" panose="02010800040101010101" pitchFamily="2" charset="-122"/>
              </a:rPr>
              <a:t>=</a:t>
            </a:r>
            <a:r>
              <a:rPr lang="en-US" altLang="zh-CN" sz="2600" b="1" dirty="0">
                <a:solidFill>
                  <a:srgbClr val="000000"/>
                </a:solidFill>
                <a:latin typeface="Times New Roman" panose="02020603050405020304" pitchFamily="18" charset="0"/>
                <a:ea typeface="华文新魏" panose="02010800040101010101" pitchFamily="2" charset="-122"/>
              </a:rPr>
              <a:t>[1.2386 1.1250; 7.6895 7.3485;]</a:t>
            </a:r>
            <a:endParaRPr lang="en-US" altLang="zh-CN" sz="2600" b="1" dirty="0">
              <a:solidFill>
                <a:srgbClr val="000000"/>
              </a:solidFill>
              <a:latin typeface="Times New Roman" panose="02020603050405020304" pitchFamily="18" charset="0"/>
              <a:ea typeface="华文新魏" panose="02010800040101010101" pitchFamily="2" charset="-122"/>
            </a:endParaRPr>
          </a:p>
          <a:p>
            <a:pPr marL="342900" lvl="0" indent="-342900">
              <a:buClr>
                <a:srgbClr val="3333CC"/>
              </a:buClr>
            </a:pPr>
            <a:r>
              <a:rPr lang="en-US" altLang="zh-CN" sz="2600" b="1" dirty="0">
                <a:solidFill>
                  <a:srgbClr val="0000FF"/>
                </a:solidFill>
                <a:latin typeface="Times New Roman" panose="02020603050405020304" pitchFamily="18" charset="0"/>
                <a:ea typeface="华文新魏" panose="02010800040101010101" pitchFamily="2" charset="-122"/>
              </a:rPr>
              <a:t>Step5</a:t>
            </a:r>
            <a:r>
              <a:rPr lang="zh-CN" altLang="en-US" sz="2600" b="1" dirty="0">
                <a:solidFill>
                  <a:srgbClr val="000000"/>
                </a:solidFill>
                <a:latin typeface="Times New Roman" panose="02020603050405020304" pitchFamily="18" charset="0"/>
                <a:ea typeface="华文新魏" panose="02010800040101010101" pitchFamily="2" charset="-122"/>
              </a:rPr>
              <a:t>：如果</a:t>
            </a:r>
            <a:r>
              <a:rPr lang="en-US" altLang="zh-CN" sz="2600" b="1" dirty="0">
                <a:solidFill>
                  <a:srgbClr val="000000"/>
                </a:solidFill>
                <a:latin typeface="Times New Roman" panose="02020603050405020304" pitchFamily="18" charset="0"/>
                <a:ea typeface="华文新魏" panose="02010800040101010101" pitchFamily="2" charset="-122"/>
              </a:rPr>
              <a:t>‖</a:t>
            </a:r>
            <a:r>
              <a:rPr lang="en-US" altLang="zh-CN" sz="2600" b="1" i="1" dirty="0">
                <a:solidFill>
                  <a:srgbClr val="000000"/>
                </a:solidFill>
                <a:latin typeface="Times New Roman" panose="02020603050405020304" pitchFamily="18" charset="0"/>
                <a:ea typeface="华文新魏" panose="02010800040101010101" pitchFamily="2" charset="-122"/>
              </a:rPr>
              <a:t>m</a:t>
            </a:r>
            <a:r>
              <a:rPr lang="en-US" altLang="zh-CN" sz="2600" b="1" baseline="30000" dirty="0">
                <a:solidFill>
                  <a:srgbClr val="000000"/>
                </a:solidFill>
                <a:latin typeface="Times New Roman" panose="02020603050405020304" pitchFamily="18" charset="0"/>
                <a:ea typeface="华文新魏" panose="02010800040101010101" pitchFamily="2" charset="-122"/>
              </a:rPr>
              <a:t>(</a:t>
            </a:r>
            <a:r>
              <a:rPr lang="en-US" altLang="zh-CN" sz="2600" b="1" i="1" baseline="30000" dirty="0">
                <a:solidFill>
                  <a:srgbClr val="000000"/>
                </a:solidFill>
                <a:latin typeface="Times New Roman" panose="02020603050405020304" pitchFamily="18" charset="0"/>
                <a:ea typeface="华文新魏" panose="02010800040101010101" pitchFamily="2" charset="-122"/>
              </a:rPr>
              <a:t>5</a:t>
            </a:r>
            <a:r>
              <a:rPr lang="en-US" altLang="zh-CN" sz="2600" b="1" baseline="30000" dirty="0">
                <a:solidFill>
                  <a:srgbClr val="000000"/>
                </a:solidFill>
                <a:latin typeface="Times New Roman" panose="02020603050405020304" pitchFamily="18" charset="0"/>
                <a:ea typeface="华文新魏" panose="02010800040101010101" pitchFamily="2" charset="-122"/>
              </a:rPr>
              <a:t>)</a:t>
            </a:r>
            <a:r>
              <a:rPr lang="zh-CN" altLang="en-US" sz="2600" b="1" dirty="0">
                <a:solidFill>
                  <a:srgbClr val="000000"/>
                </a:solidFill>
                <a:latin typeface="Times New Roman" panose="02020603050405020304" pitchFamily="18" charset="0"/>
                <a:ea typeface="华文新魏" panose="02010800040101010101" pitchFamily="2" charset="-122"/>
              </a:rPr>
              <a:t>－</a:t>
            </a:r>
            <a:r>
              <a:rPr lang="en-US" altLang="zh-CN" sz="2600" b="1" i="1" dirty="0">
                <a:solidFill>
                  <a:srgbClr val="000000"/>
                </a:solidFill>
                <a:latin typeface="Times New Roman" panose="02020603050405020304" pitchFamily="18" charset="0"/>
                <a:ea typeface="华文新魏" panose="02010800040101010101" pitchFamily="2" charset="-122"/>
              </a:rPr>
              <a:t>m</a:t>
            </a:r>
            <a:r>
              <a:rPr lang="en-US" altLang="zh-CN" sz="2600" b="1" baseline="30000" dirty="0">
                <a:solidFill>
                  <a:srgbClr val="000000"/>
                </a:solidFill>
                <a:latin typeface="Times New Roman" panose="02020603050405020304" pitchFamily="18" charset="0"/>
                <a:ea typeface="华文新魏" panose="02010800040101010101" pitchFamily="2" charset="-122"/>
              </a:rPr>
              <a:t>(4)</a:t>
            </a:r>
            <a:r>
              <a:rPr lang="en-US" altLang="zh-CN" sz="2600" b="1" dirty="0">
                <a:solidFill>
                  <a:srgbClr val="000000"/>
                </a:solidFill>
                <a:latin typeface="Times New Roman" panose="02020603050405020304" pitchFamily="18" charset="0"/>
                <a:ea typeface="华文新魏" panose="02010800040101010101" pitchFamily="2" charset="-122"/>
              </a:rPr>
              <a:t>‖&lt;</a:t>
            </a:r>
            <a:r>
              <a:rPr lang="en-US" altLang="zh-CN" sz="2600" b="1" i="1" dirty="0">
                <a:solidFill>
                  <a:srgbClr val="000000"/>
                </a:solidFill>
                <a:latin typeface="Times New Roman" panose="02020603050405020304" pitchFamily="18" charset="0"/>
                <a:ea typeface="华文新魏" panose="02010800040101010101" pitchFamily="2" charset="-122"/>
              </a:rPr>
              <a:t>ε</a:t>
            </a:r>
            <a:r>
              <a:rPr lang="zh-CN" altLang="en-US" sz="2600" b="1" dirty="0">
                <a:solidFill>
                  <a:srgbClr val="000000"/>
                </a:solidFill>
                <a:latin typeface="Times New Roman" panose="02020603050405020304" pitchFamily="18" charset="0"/>
                <a:ea typeface="华文新魏" panose="02010800040101010101" pitchFamily="2" charset="-122"/>
              </a:rPr>
              <a:t>，则停止迭代，输出：</a:t>
            </a:r>
            <a:endParaRPr lang="en-US" altLang="zh-CN" sz="2600" b="1" dirty="0">
              <a:solidFill>
                <a:srgbClr val="000000"/>
              </a:solidFill>
              <a:latin typeface="Times New Roman" panose="02020603050405020304" pitchFamily="18" charset="0"/>
              <a:ea typeface="华文新魏" panose="02010800040101010101" pitchFamily="2" charset="-122"/>
            </a:endParaRPr>
          </a:p>
        </p:txBody>
      </p:sp>
      <p:sp>
        <p:nvSpPr>
          <p:cNvPr id="6" name="Rectangle 2"/>
          <p:cNvSpPr>
            <a:spLocks noGrp="1" noChangeArrowheads="1"/>
          </p:cNvSpPr>
          <p:nvPr>
            <p:ph type="title"/>
          </p:nvPr>
        </p:nvSpPr>
        <p:spPr>
          <a:xfrm>
            <a:off x="1071563" y="908050"/>
            <a:ext cx="7143750" cy="609600"/>
          </a:xfrm>
        </p:spPr>
        <p:txBody>
          <a:bodyPr vert="horz" wrap="square" lIns="91440" tIns="45720" rIns="91440" bIns="45720" numCol="1" anchor="b" anchorCtr="0" compatLnSpc="1">
            <a:noAutofit/>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3600" b="1" i="0" u="none" strike="noStrike" kern="1200" cap="none" spc="0" normalizeH="0" baseline="0" noProof="0" dirty="0">
                <a:ln>
                  <a:noFill/>
                </a:ln>
                <a:solidFill>
                  <a:srgbClr val="0000FF"/>
                </a:solidFill>
                <a:effectLst/>
                <a:uLnTx/>
                <a:uFillTx/>
                <a:latin typeface="Times New Roman" panose="02020603050405020304" pitchFamily="18" charset="0"/>
                <a:ea typeface="黑体" panose="02010609060101010101" pitchFamily="49" charset="-122"/>
                <a:cs typeface="Times New Roman" panose="02020603050405020304" pitchFamily="18" charset="0"/>
              </a:rPr>
              <a:t>算法实例</a:t>
            </a:r>
            <a:endParaRPr kumimoji="0" lang="en-US" altLang="zh-CN" sz="3600" b="1" i="0" u="none" strike="noStrike" kern="1200" cap="none" spc="0" normalizeH="0" baseline="0" noProof="0" dirty="0">
              <a:ln>
                <a:noFill/>
              </a:ln>
              <a:solidFill>
                <a:srgbClr val="0000FF"/>
              </a:solidFill>
              <a:effectLst/>
              <a:uLnTx/>
              <a:uFillTx/>
              <a:latin typeface="Times New Roman" panose="02020603050405020304" pitchFamily="18" charset="0"/>
              <a:ea typeface="黑体" panose="02010609060101010101" pitchFamily="49" charset="-122"/>
              <a:cs typeface="Times New Roman" panose="02020603050405020304" pitchFamily="18" charset="0"/>
            </a:endParaRPr>
          </a:p>
        </p:txBody>
      </p:sp>
      <p:sp>
        <p:nvSpPr>
          <p:cNvPr id="5" name="Text Box 5"/>
          <p:cNvSpPr txBox="1"/>
          <p:nvPr/>
        </p:nvSpPr>
        <p:spPr>
          <a:xfrm>
            <a:off x="3224213" y="0"/>
            <a:ext cx="5919788" cy="706438"/>
          </a:xfrm>
          <a:prstGeom prst="rect">
            <a:avLst/>
          </a:prstGeom>
          <a:noFill/>
          <a:ln w="9525">
            <a:noFill/>
          </a:ln>
        </p:spPr>
        <p:txBody>
          <a:bodyPr>
            <a:spAutoFit/>
          </a:bodyPr>
          <a:lstStyle/>
          <a:p>
            <a:pPr marR="0" algn="ctr" defTabSz="914400" eaLnBrk="1" hangingPunct="1">
              <a:buClrTx/>
              <a:buSzTx/>
              <a:buFontTx/>
              <a:buNone/>
              <a:defRPr/>
            </a:pPr>
            <a:r>
              <a:rPr kumimoji="0" lang="en-US" altLang="zh-CN" sz="4000" b="1" kern="1200" cap="none" spc="0" normalizeH="0" baseline="0" noProof="1">
                <a:solidFill>
                  <a:srgbClr val="0000FF"/>
                </a:solidFill>
                <a:latin typeface="Arial" panose="020B0604020202020204" pitchFamily="34" charset="0"/>
                <a:ea typeface="宋体" panose="02010600030101010101" pitchFamily="2" charset="-122"/>
                <a:cs typeface="+mn-cs"/>
                <a:sym typeface="宋体" panose="02010600030101010101" pitchFamily="2" charset="-122"/>
              </a:rPr>
              <a:t>4.2.2 </a:t>
            </a:r>
            <a:r>
              <a:rPr kumimoji="1" lang="en-US" altLang="zh-CN" sz="4000" b="1" kern="0" cap="none" spc="0" normalizeH="0" baseline="0" noProof="0" dirty="0">
                <a:solidFill>
                  <a:srgbClr val="0000CC"/>
                </a:solidFill>
                <a:effectLst>
                  <a:outerShdw blurRad="38100" dist="38100" dir="2700000" algn="tl">
                    <a:srgbClr val="C0C0C0"/>
                  </a:outerShdw>
                </a:effectLst>
                <a:latin typeface="黑体" panose="02010609060101010101" pitchFamily="49" charset="-122"/>
                <a:ea typeface="黑体" panose="02010609060101010101" pitchFamily="49" charset="-122"/>
                <a:cs typeface="Times New Roman" panose="02020603050405020304" pitchFamily="18" charset="0"/>
                <a:sym typeface="+mn-ea"/>
              </a:rPr>
              <a:t> </a:t>
            </a:r>
            <a:r>
              <a:rPr kumimoji="0" lang="en-US" altLang="zh-CN" sz="4000" b="1" kern="1200" cap="none" spc="0" normalizeH="0" baseline="0" noProof="1">
                <a:solidFill>
                  <a:srgbClr val="0000FF"/>
                </a:solidFill>
                <a:latin typeface="Arial" panose="020B0604020202020204" pitchFamily="34" charset="0"/>
                <a:ea typeface="宋体" panose="02010600030101010101" pitchFamily="2" charset="-122"/>
                <a:cs typeface="+mn-cs"/>
                <a:sym typeface="+mn-ea"/>
              </a:rPr>
              <a:t>模糊聚类</a:t>
            </a:r>
            <a:r>
              <a:rPr kumimoji="0" lang="en-US" altLang="zh-CN" sz="4000" b="1" kern="1200" cap="none" spc="0" normalizeH="0" baseline="0" noProof="1">
                <a:solidFill>
                  <a:srgbClr val="0000FF"/>
                </a:solidFill>
                <a:latin typeface="Arial" panose="020B0604020202020204" pitchFamily="34" charset="0"/>
                <a:ea typeface="宋体" panose="02010600030101010101" pitchFamily="2" charset="-122"/>
                <a:cs typeface="+mn-cs"/>
                <a:sym typeface="宋体" panose="02010600030101010101" pitchFamily="2" charset="-122"/>
              </a:rPr>
              <a:t>算法</a:t>
            </a:r>
            <a:endParaRPr kumimoji="0" lang="en-US" altLang="zh-CN" sz="4000" b="1" kern="1200" cap="none" spc="0" normalizeH="0" baseline="0" noProof="1">
              <a:solidFill>
                <a:srgbClr val="0000FF"/>
              </a:solidFill>
              <a:latin typeface="Arial" panose="020B0604020202020204" pitchFamily="34" charset="0"/>
              <a:ea typeface="宋体" panose="02010600030101010101" pitchFamily="2" charset="-122"/>
              <a:cs typeface="+mn-cs"/>
              <a:sym typeface="宋体" panose="02010600030101010101" pitchFamily="2" charset="-122"/>
            </a:endParaRPr>
          </a:p>
        </p:txBody>
      </p:sp>
    </p:spTree>
  </p:cSld>
  <p:clrMapOvr>
    <a:masterClrMapping/>
  </p:clrMapOvr>
  <p:transition/>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0594" name="Rectangle 5"/>
          <p:cNvSpPr/>
          <p:nvPr/>
        </p:nvSpPr>
        <p:spPr>
          <a:xfrm>
            <a:off x="611188" y="1673225"/>
            <a:ext cx="8137525" cy="4694238"/>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华文新魏" panose="02010800040101010101" pitchFamily="2" charset="-122"/>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ea typeface="+mn-ea"/>
                <a:cs typeface="华文新魏" panose="02010800040101010101" pitchFamily="2" charset="-122"/>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ea typeface="+mn-ea"/>
                <a:cs typeface="华文新魏" panose="02010800040101010101" pitchFamily="2" charset="-122"/>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ea typeface="+mn-ea"/>
                <a:cs typeface="华文新魏" panose="02010800040101010101" pitchFamily="2" charset="-122"/>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ea typeface="+mn-ea"/>
                <a:cs typeface="华文新魏" panose="02010800040101010101" pitchFamily="2" charset="-122"/>
              </a:defRPr>
            </a:lvl5pPr>
          </a:lstStyle>
          <a:p>
            <a:pPr marL="273050" lvl="0" indent="-273050" algn="just" eaLnBrk="1" hangingPunct="1">
              <a:spcBef>
                <a:spcPts val="575"/>
              </a:spcBef>
              <a:buClr>
                <a:srgbClr val="D34817"/>
              </a:buClr>
              <a:buSzPct val="85000"/>
            </a:pPr>
            <a:r>
              <a:rPr lang="zh-CN" altLang="en-US" sz="2400" b="1" dirty="0">
                <a:solidFill>
                  <a:srgbClr val="0000FF"/>
                </a:solidFill>
                <a:latin typeface="Times New Roman" panose="02020603050405020304" pitchFamily="18" charset="0"/>
              </a:rPr>
              <a:t> </a:t>
            </a:r>
            <a:r>
              <a:rPr lang="en-US" altLang="zh-CN" sz="2400" b="1" dirty="0">
                <a:solidFill>
                  <a:srgbClr val="0000FF"/>
                </a:solidFill>
                <a:latin typeface="Times New Roman" panose="02020603050405020304" pitchFamily="18" charset="0"/>
              </a:rPr>
              <a:t>K</a:t>
            </a:r>
            <a:r>
              <a:rPr lang="zh-CN" altLang="en-US" sz="2400" b="1" dirty="0">
                <a:solidFill>
                  <a:srgbClr val="0000FF"/>
                </a:solidFill>
                <a:latin typeface="Times New Roman" panose="02020603050405020304" pitchFamily="18" charset="0"/>
              </a:rPr>
              <a:t>均值聚类：</a:t>
            </a:r>
            <a:r>
              <a:rPr lang="zh-CN" altLang="en-US" sz="2400" b="1" dirty="0">
                <a:latin typeface="Times New Roman" panose="02020603050405020304" pitchFamily="18" charset="0"/>
              </a:rPr>
              <a:t>硬聚类算法，隶属度只有两个取值</a:t>
            </a:r>
            <a:r>
              <a:rPr lang="en-US" altLang="zh-CN" sz="2400" b="1" dirty="0">
                <a:latin typeface="Times New Roman" panose="02020603050405020304" pitchFamily="18" charset="0"/>
              </a:rPr>
              <a:t>0</a:t>
            </a:r>
            <a:r>
              <a:rPr lang="zh-CN" altLang="en-US" sz="2400" b="1" dirty="0">
                <a:latin typeface="Times New Roman" panose="02020603050405020304" pitchFamily="18" charset="0"/>
              </a:rPr>
              <a:t>或</a:t>
            </a:r>
            <a:r>
              <a:rPr lang="en-US" altLang="zh-CN" sz="2400" b="1" dirty="0">
                <a:latin typeface="Times New Roman" panose="02020603050405020304" pitchFamily="18" charset="0"/>
              </a:rPr>
              <a:t>1</a:t>
            </a:r>
            <a:r>
              <a:rPr lang="zh-CN" altLang="en-US" sz="2400" b="1" dirty="0">
                <a:latin typeface="Times New Roman" panose="02020603050405020304" pitchFamily="18" charset="0"/>
              </a:rPr>
              <a:t>，提出的基本根据是“</a:t>
            </a:r>
            <a:r>
              <a:rPr lang="zh-CN" altLang="en-US" sz="2400" b="1" dirty="0">
                <a:latin typeface="微软雅黑" panose="020B0503020204020204" pitchFamily="34" charset="-122"/>
                <a:ea typeface="微软雅黑" panose="020B0503020204020204" pitchFamily="34" charset="-122"/>
              </a:rPr>
              <a:t>类内误差平方和最小化</a:t>
            </a:r>
            <a:r>
              <a:rPr lang="zh-CN" altLang="en-US" sz="2400" b="1" dirty="0">
                <a:latin typeface="Times New Roman" panose="02020603050405020304" pitchFamily="18" charset="0"/>
              </a:rPr>
              <a:t>”准则；</a:t>
            </a:r>
            <a:endParaRPr lang="en-US" altLang="zh-CN" sz="2400" b="1" dirty="0">
              <a:latin typeface="Times New Roman" panose="02020603050405020304" pitchFamily="18" charset="0"/>
            </a:endParaRPr>
          </a:p>
          <a:p>
            <a:pPr marL="273050" lvl="0" indent="-273050" algn="just" eaLnBrk="1" hangingPunct="1">
              <a:spcBef>
                <a:spcPts val="575"/>
              </a:spcBef>
              <a:buClr>
                <a:srgbClr val="D34817"/>
              </a:buClr>
              <a:buSzPct val="85000"/>
            </a:pPr>
            <a:r>
              <a:rPr lang="zh-CN" altLang="en-US" sz="2400" b="1" dirty="0">
                <a:solidFill>
                  <a:srgbClr val="0000FF"/>
                </a:solidFill>
                <a:latin typeface="Times New Roman" panose="02020603050405020304" pitchFamily="18" charset="0"/>
              </a:rPr>
              <a:t>模糊的</a:t>
            </a:r>
            <a:r>
              <a:rPr lang="en-US" altLang="zh-CN" sz="2400" b="1" dirty="0">
                <a:solidFill>
                  <a:srgbClr val="0000FF"/>
                </a:solidFill>
                <a:latin typeface="Times New Roman" panose="02020603050405020304" pitchFamily="18" charset="0"/>
              </a:rPr>
              <a:t>c</a:t>
            </a:r>
            <a:r>
              <a:rPr lang="zh-CN" altLang="en-US" sz="2400" b="1" dirty="0">
                <a:solidFill>
                  <a:srgbClr val="0000FF"/>
                </a:solidFill>
                <a:latin typeface="Times New Roman" panose="02020603050405020304" pitchFamily="18" charset="0"/>
              </a:rPr>
              <a:t>均值聚类：</a:t>
            </a:r>
            <a:r>
              <a:rPr lang="zh-CN" altLang="en-US" sz="2400" b="1" dirty="0">
                <a:latin typeface="Times New Roman" panose="02020603050405020304" pitchFamily="18" charset="0"/>
              </a:rPr>
              <a:t>模糊聚类算法，是</a:t>
            </a:r>
            <a:r>
              <a:rPr lang="en-US" altLang="zh-CN" sz="2400" b="1" dirty="0">
                <a:latin typeface="Times New Roman" panose="02020603050405020304" pitchFamily="18" charset="0"/>
              </a:rPr>
              <a:t>k</a:t>
            </a:r>
            <a:r>
              <a:rPr lang="zh-CN" altLang="en-US" sz="2400" b="1" dirty="0">
                <a:latin typeface="Times New Roman" panose="02020603050405020304" pitchFamily="18" charset="0"/>
              </a:rPr>
              <a:t>均值聚类算法的推广形式，隶属度取值为</a:t>
            </a:r>
            <a:r>
              <a:rPr lang="en-US" altLang="zh-CN" sz="2400" b="1" dirty="0">
                <a:latin typeface="Times New Roman" panose="02020603050405020304" pitchFamily="18" charset="0"/>
              </a:rPr>
              <a:t>[0 1]</a:t>
            </a:r>
            <a:r>
              <a:rPr lang="zh-CN" altLang="en-US" sz="2400" b="1" dirty="0">
                <a:latin typeface="Times New Roman" panose="02020603050405020304" pitchFamily="18" charset="0"/>
              </a:rPr>
              <a:t>区间内的任何一个数，提出的基本根据是“</a:t>
            </a:r>
            <a:r>
              <a:rPr lang="zh-CN" altLang="en-US" sz="2400" b="1" dirty="0">
                <a:latin typeface="微软雅黑" panose="020B0503020204020204" pitchFamily="34" charset="-122"/>
                <a:ea typeface="微软雅黑" panose="020B0503020204020204" pitchFamily="34" charset="-122"/>
              </a:rPr>
              <a:t>类内加权误差平方和最小化</a:t>
            </a:r>
            <a:r>
              <a:rPr lang="zh-CN" altLang="en-US" sz="2400" b="1" dirty="0">
                <a:latin typeface="Times New Roman" panose="02020603050405020304" pitchFamily="18" charset="0"/>
              </a:rPr>
              <a:t>”准则；</a:t>
            </a:r>
            <a:endParaRPr lang="en-US" altLang="zh-CN" sz="2400" b="1" dirty="0">
              <a:latin typeface="Times New Roman" panose="02020603050405020304" pitchFamily="18" charset="0"/>
            </a:endParaRPr>
          </a:p>
          <a:p>
            <a:pPr marL="273050" lvl="0" indent="-273050" algn="just" eaLnBrk="1" hangingPunct="1">
              <a:spcBef>
                <a:spcPts val="575"/>
              </a:spcBef>
              <a:buClr>
                <a:srgbClr val="D34817"/>
              </a:buClr>
              <a:buSzPct val="85000"/>
            </a:pPr>
            <a:endParaRPr lang="en-US" altLang="zh-CN" sz="2400" b="1" dirty="0">
              <a:solidFill>
                <a:srgbClr val="0070C0"/>
              </a:solidFill>
              <a:latin typeface="Times New Roman" panose="02020603050405020304" pitchFamily="18" charset="0"/>
            </a:endParaRPr>
          </a:p>
          <a:p>
            <a:pPr marL="273050" lvl="0" indent="-273050" algn="just" eaLnBrk="1" hangingPunct="1">
              <a:spcBef>
                <a:spcPts val="575"/>
              </a:spcBef>
              <a:buClr>
                <a:srgbClr val="D34817"/>
              </a:buClr>
              <a:buSzPct val="85000"/>
            </a:pPr>
            <a:r>
              <a:rPr lang="zh-CN" altLang="en-US" sz="2400" b="1" dirty="0">
                <a:solidFill>
                  <a:srgbClr val="0000FF"/>
                </a:solidFill>
                <a:latin typeface="Times New Roman" panose="02020603050405020304" pitchFamily="18" charset="0"/>
              </a:rPr>
              <a:t>优缺点：</a:t>
            </a:r>
            <a:endParaRPr lang="en-US" altLang="zh-CN" sz="2400" b="1" dirty="0">
              <a:solidFill>
                <a:srgbClr val="0000FF"/>
              </a:solidFill>
              <a:latin typeface="Times New Roman" panose="02020603050405020304" pitchFamily="18" charset="0"/>
            </a:endParaRPr>
          </a:p>
          <a:p>
            <a:pPr marL="742950" lvl="1" indent="-285750" algn="just" eaLnBrk="1" hangingPunct="1">
              <a:spcBef>
                <a:spcPts val="575"/>
              </a:spcBef>
              <a:buClr>
                <a:schemeClr val="tx2"/>
              </a:buClr>
              <a:buSzPct val="80000"/>
              <a:buFont typeface="Wingdings" panose="05000000000000000000" pitchFamily="2" charset="2"/>
              <a:buChar char="l"/>
            </a:pPr>
            <a:r>
              <a:rPr lang="zh-CN" altLang="en-US" sz="2400" b="1" dirty="0">
                <a:latin typeface="Times New Roman" panose="02020603050405020304" pitchFamily="18" charset="0"/>
              </a:rPr>
              <a:t>对处理大数据集，该算法是相对可伸缩和高效率的；</a:t>
            </a:r>
            <a:endParaRPr lang="zh-CN" altLang="en-US" sz="2400" b="1" dirty="0">
              <a:latin typeface="Times New Roman" panose="02020603050405020304" pitchFamily="18" charset="0"/>
            </a:endParaRPr>
          </a:p>
          <a:p>
            <a:pPr marL="742950" lvl="1" indent="-285750" algn="just" eaLnBrk="1" hangingPunct="1">
              <a:spcBef>
                <a:spcPts val="575"/>
              </a:spcBef>
              <a:buClr>
                <a:schemeClr val="tx2"/>
              </a:buClr>
              <a:buSzPct val="80000"/>
              <a:buFont typeface="Wingdings" panose="05000000000000000000" pitchFamily="2" charset="2"/>
              <a:buChar char="l"/>
            </a:pPr>
            <a:r>
              <a:rPr lang="zh-CN" altLang="en-US" sz="2400" b="1" dirty="0">
                <a:latin typeface="Times New Roman" panose="02020603050405020304" pitchFamily="18" charset="0"/>
              </a:rPr>
              <a:t>结果与初始聚类中心有关，容易陷入局部极值点；</a:t>
            </a:r>
            <a:endParaRPr lang="en-US" altLang="zh-CN" sz="2400" b="1" dirty="0">
              <a:latin typeface="Times New Roman" panose="02020603050405020304" pitchFamily="18" charset="0"/>
            </a:endParaRPr>
          </a:p>
          <a:p>
            <a:pPr marL="742950" lvl="1" indent="-285750" algn="just" eaLnBrk="1" hangingPunct="1">
              <a:spcBef>
                <a:spcPts val="575"/>
              </a:spcBef>
              <a:buClr>
                <a:schemeClr val="tx2"/>
              </a:buClr>
              <a:buSzPct val="80000"/>
              <a:buFont typeface="Wingdings" panose="05000000000000000000" pitchFamily="2" charset="2"/>
              <a:buChar char="l"/>
            </a:pPr>
            <a:r>
              <a:rPr lang="zh-CN" altLang="en-US" sz="2400" b="1" dirty="0">
                <a:latin typeface="Times New Roman" panose="02020603050405020304" pitchFamily="18" charset="0"/>
              </a:rPr>
              <a:t>必须预先给出聚类的类别数</a:t>
            </a:r>
            <a:r>
              <a:rPr lang="en-US" altLang="zh-CN" sz="2400" b="1" i="1" dirty="0">
                <a:latin typeface="Times New Roman" panose="02020603050405020304" pitchFamily="18" charset="0"/>
              </a:rPr>
              <a:t>k</a:t>
            </a:r>
            <a:r>
              <a:rPr lang="zh-CN" altLang="en-US" sz="2400" b="1" dirty="0">
                <a:latin typeface="Times New Roman" panose="02020603050405020304" pitchFamily="18" charset="0"/>
              </a:rPr>
              <a:t>；</a:t>
            </a:r>
            <a:endParaRPr lang="en-US" altLang="zh-CN" sz="2400" b="1" dirty="0">
              <a:latin typeface="Times New Roman" panose="02020603050405020304" pitchFamily="18" charset="0"/>
            </a:endParaRPr>
          </a:p>
          <a:p>
            <a:pPr marL="742950" lvl="1" indent="-285750" algn="just" eaLnBrk="1" hangingPunct="1">
              <a:spcBef>
                <a:spcPts val="575"/>
              </a:spcBef>
              <a:buClr>
                <a:srgbClr val="D34817"/>
              </a:buClr>
              <a:buSzPct val="80000"/>
              <a:buFontTx/>
              <a:buNone/>
            </a:pPr>
            <a:endParaRPr lang="en-US" altLang="zh-CN" sz="2400" b="1" dirty="0">
              <a:solidFill>
                <a:srgbClr val="0070C0"/>
              </a:solidFill>
              <a:latin typeface="Times New Roman" panose="02020603050405020304" pitchFamily="18" charset="0"/>
            </a:endParaRPr>
          </a:p>
        </p:txBody>
      </p:sp>
      <p:sp>
        <p:nvSpPr>
          <p:cNvPr id="110595" name="Rectangle 2"/>
          <p:cNvSpPr txBox="1"/>
          <p:nvPr/>
        </p:nvSpPr>
        <p:spPr>
          <a:xfrm>
            <a:off x="1071563" y="908050"/>
            <a:ext cx="7143750" cy="609600"/>
          </a:xfrm>
          <a:prstGeom prst="rect">
            <a:avLst/>
          </a:prstGeom>
          <a:noFill/>
          <a:ln w="9525">
            <a:noFill/>
          </a:ln>
        </p:spPr>
        <p:txBody>
          <a:bodyPr anchor="b" anchorCtr="0"/>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华文新魏" panose="02010800040101010101" pitchFamily="2" charset="-122"/>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ea typeface="+mn-ea"/>
                <a:cs typeface="华文新魏" panose="02010800040101010101" pitchFamily="2" charset="-122"/>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ea typeface="+mn-ea"/>
                <a:cs typeface="华文新魏" panose="02010800040101010101" pitchFamily="2" charset="-122"/>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ea typeface="+mn-ea"/>
                <a:cs typeface="华文新魏" panose="02010800040101010101" pitchFamily="2" charset="-122"/>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ea typeface="+mn-ea"/>
                <a:cs typeface="华文新魏" panose="02010800040101010101" pitchFamily="2" charset="-122"/>
              </a:defRPr>
            </a:lvl5pPr>
          </a:lstStyle>
          <a:p>
            <a:pPr marL="0" lvl="0" indent="0" algn="ctr" eaLnBrk="1" hangingPunct="1">
              <a:spcBef>
                <a:spcPct val="0"/>
              </a:spcBef>
              <a:buClrTx/>
              <a:buSzTx/>
              <a:buFontTx/>
              <a:buNone/>
            </a:pPr>
            <a:r>
              <a:rPr lang="zh-CN" altLang="en-US" sz="3600" b="1" dirty="0">
                <a:solidFill>
                  <a:srgbClr val="0000FF"/>
                </a:solidFill>
                <a:latin typeface="Times New Roman" panose="02020603050405020304" pitchFamily="18" charset="0"/>
                <a:ea typeface="黑体" panose="02010609060101010101" pitchFamily="49" charset="-122"/>
              </a:rPr>
              <a:t>动态聚类算法总结与分析</a:t>
            </a:r>
            <a:endParaRPr lang="en-US" altLang="zh-CN" sz="3600" b="1" dirty="0">
              <a:solidFill>
                <a:srgbClr val="0000FF"/>
              </a:solidFill>
              <a:latin typeface="Times New Roman" panose="02020603050405020304" pitchFamily="18" charset="0"/>
              <a:ea typeface="黑体" panose="02010609060101010101" pitchFamily="49" charset="-122"/>
            </a:endParaRPr>
          </a:p>
        </p:txBody>
      </p:sp>
    </p:spTree>
  </p:cSld>
  <p:clrMapOvr>
    <a:masterClrMapping/>
  </p:clrMapOvr>
  <p:transition/>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Rectangle 2"/>
          <p:cNvSpPr txBox="1">
            <a:spLocks noChangeArrowheads="1"/>
          </p:cNvSpPr>
          <p:nvPr/>
        </p:nvSpPr>
        <p:spPr bwMode="auto">
          <a:xfrm>
            <a:off x="1116013" y="908050"/>
            <a:ext cx="7143750" cy="609600"/>
          </a:xfrm>
          <a:prstGeom prst="rect">
            <a:avLst/>
          </a:prstGeom>
          <a:noFill/>
          <a:ln w="9525">
            <a:noFill/>
            <a:miter lim="800000"/>
          </a:ln>
        </p:spPr>
        <p:txBody>
          <a:bodyPr anchor="b"/>
          <a:lstStyle/>
          <a:p>
            <a:pPr marR="0" algn="ctr" defTabSz="914400">
              <a:buClrTx/>
              <a:buSzTx/>
              <a:buFontTx/>
              <a:buNone/>
              <a:defRPr/>
            </a:pPr>
            <a:r>
              <a:rPr kumimoji="1" lang="zh-CN" altLang="en-US" sz="4000" b="1" kern="0" cap="none" spc="0" normalizeH="0" baseline="0" noProof="0" dirty="0">
                <a:solidFill>
                  <a:srgbClr val="0000CC"/>
                </a:solidFill>
                <a:effectLst>
                  <a:outerShdw blurRad="38100" dist="38100" dir="2700000" algn="tl">
                    <a:srgbClr val="C0C0C0"/>
                  </a:outerShdw>
                </a:effectLst>
                <a:latin typeface="Times New Roman" panose="02020603050405020304" pitchFamily="18" charset="0"/>
                <a:ea typeface="黑体" panose="02010609060101010101" pitchFamily="49" charset="-122"/>
                <a:cs typeface="Times New Roman" panose="02020603050405020304" pitchFamily="18" charset="0"/>
              </a:rPr>
              <a:t>第三次大作业</a:t>
            </a:r>
            <a:endParaRPr kumimoji="1" lang="en-US" altLang="zh-CN" sz="4000" b="1" kern="0" cap="none" spc="0" normalizeH="0" baseline="0" noProof="0" dirty="0">
              <a:solidFill>
                <a:srgbClr val="FF0000"/>
              </a:solidFill>
              <a:latin typeface="宋体" panose="02010600030101010101" pitchFamily="2" charset="-122"/>
              <a:ea typeface="黑体" panose="02010609060101010101" pitchFamily="49" charset="-122"/>
              <a:cs typeface="Times New Roman" panose="02020603050405020304" pitchFamily="18" charset="0"/>
            </a:endParaRPr>
          </a:p>
        </p:txBody>
      </p:sp>
      <p:sp>
        <p:nvSpPr>
          <p:cNvPr id="111619" name="Rectangle 1"/>
          <p:cNvSpPr/>
          <p:nvPr/>
        </p:nvSpPr>
        <p:spPr>
          <a:xfrm>
            <a:off x="511175" y="1452563"/>
            <a:ext cx="8353425" cy="4225925"/>
          </a:xfrm>
          <a:prstGeom prst="rect">
            <a:avLst/>
          </a:prstGeom>
          <a:noFill/>
          <a:ln w="9525">
            <a:noFill/>
          </a:ln>
        </p:spPr>
        <p:txBody>
          <a:bodyPr anchor="ctr" anchorCtr="0">
            <a:spAutoFit/>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华文新魏" panose="02010800040101010101" pitchFamily="2" charset="-122"/>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ea typeface="+mn-ea"/>
                <a:cs typeface="华文新魏" panose="02010800040101010101" pitchFamily="2" charset="-122"/>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ea typeface="+mn-ea"/>
                <a:cs typeface="华文新魏" panose="02010800040101010101" pitchFamily="2" charset="-122"/>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ea typeface="+mn-ea"/>
                <a:cs typeface="华文新魏" panose="02010800040101010101" pitchFamily="2" charset="-122"/>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ea typeface="+mn-ea"/>
                <a:cs typeface="华文新魏" panose="02010800040101010101" pitchFamily="2" charset="-122"/>
              </a:defRPr>
            </a:lvl5pPr>
          </a:lstStyle>
          <a:p>
            <a:pPr marL="0" lvl="0" indent="0" eaLnBrk="1" hangingPunct="1">
              <a:lnSpc>
                <a:spcPct val="120000"/>
              </a:lnSpc>
              <a:spcBef>
                <a:spcPct val="0"/>
              </a:spcBef>
              <a:buClrTx/>
              <a:buSzTx/>
              <a:buFontTx/>
              <a:buNone/>
            </a:pPr>
            <a:r>
              <a:rPr lang="en-US" altLang="zh-CN" sz="2800" b="1" dirty="0">
                <a:cs typeface="Times New Roman" panose="02020603050405020304" pitchFamily="18" charset="0"/>
              </a:rPr>
              <a:t>Kmeans</a:t>
            </a:r>
            <a:r>
              <a:rPr lang="zh-CN" altLang="en-US" sz="2800" b="1" dirty="0">
                <a:cs typeface="Times New Roman" panose="02020603050405020304" pitchFamily="18" charset="0"/>
              </a:rPr>
              <a:t>和</a:t>
            </a:r>
            <a:r>
              <a:rPr lang="en-US" altLang="zh-CN" sz="2800" b="1" dirty="0">
                <a:cs typeface="Times New Roman" panose="02020603050405020304" pitchFamily="18" charset="0"/>
              </a:rPr>
              <a:t>FCM</a:t>
            </a:r>
            <a:r>
              <a:rPr lang="zh-CN" altLang="en-US" sz="2800" b="1" dirty="0">
                <a:cs typeface="Times New Roman" panose="02020603050405020304" pitchFamily="18" charset="0"/>
              </a:rPr>
              <a:t>算法</a:t>
            </a:r>
            <a:r>
              <a:rPr lang="en-US" altLang="zh-CN" sz="2800" b="1" dirty="0">
                <a:cs typeface="Times New Roman" panose="02020603050405020304" pitchFamily="18" charset="0"/>
              </a:rPr>
              <a:t>, </a:t>
            </a:r>
            <a:r>
              <a:rPr lang="zh-CN" altLang="en-US" sz="2800" b="1" dirty="0">
                <a:cs typeface="Times New Roman" panose="02020603050405020304" pitchFamily="18" charset="0"/>
              </a:rPr>
              <a:t>基于百度飞浆实现（一个</a:t>
            </a:r>
            <a:r>
              <a:rPr lang="en-US" altLang="zh-CN" sz="2800" b="1" dirty="0">
                <a:cs typeface="Times New Roman" panose="02020603050405020304" pitchFamily="18" charset="0"/>
              </a:rPr>
              <a:t>Notebook</a:t>
            </a:r>
            <a:r>
              <a:rPr lang="zh-CN" altLang="en-US" sz="2800" b="1" dirty="0">
                <a:cs typeface="Times New Roman" panose="02020603050405020304" pitchFamily="18" charset="0"/>
              </a:rPr>
              <a:t>需要包括算法流程，评价准则，数据集，代码和结果</a:t>
            </a:r>
            <a:r>
              <a:rPr lang="zh-CN" altLang="en-US" sz="2800" b="1" dirty="0">
                <a:cs typeface="Times New Roman" panose="02020603050405020304" pitchFamily="18" charset="0"/>
              </a:rPr>
              <a:t>等），并共享链接</a:t>
            </a:r>
            <a:endParaRPr lang="zh-CN" altLang="en-US" sz="2800" dirty="0">
              <a:latin typeface="Arial" panose="020B0604020202020204" pitchFamily="34" charset="0"/>
              <a:cs typeface="Times New Roman" panose="02020603050405020304" pitchFamily="18" charset="0"/>
            </a:endParaRPr>
          </a:p>
          <a:p>
            <a:pPr marL="0" lvl="0" indent="0">
              <a:lnSpc>
                <a:spcPct val="120000"/>
              </a:lnSpc>
              <a:spcBef>
                <a:spcPct val="0"/>
              </a:spcBef>
              <a:buClrTx/>
              <a:buSzTx/>
              <a:buFontTx/>
              <a:buNone/>
            </a:pPr>
            <a:r>
              <a:rPr lang="zh-CN" altLang="en-US" sz="2800" b="1" dirty="0">
                <a:cs typeface="Times New Roman" panose="02020603050405020304" pitchFamily="18" charset="0"/>
              </a:rPr>
              <a:t>要求：</a:t>
            </a:r>
            <a:endParaRPr lang="en-US" altLang="zh-CN" sz="2800" b="1" dirty="0">
              <a:cs typeface="Times New Roman" panose="02020603050405020304" pitchFamily="18" charset="0"/>
            </a:endParaRPr>
          </a:p>
          <a:p>
            <a:pPr marL="0" lvl="0" indent="0" algn="just">
              <a:lnSpc>
                <a:spcPct val="120000"/>
              </a:lnSpc>
              <a:spcBef>
                <a:spcPct val="0"/>
              </a:spcBef>
              <a:buClrTx/>
              <a:buSzTx/>
              <a:buFontTx/>
              <a:buNone/>
            </a:pPr>
            <a:r>
              <a:rPr lang="en-US" altLang="zh-CN" sz="2800" b="1" dirty="0">
                <a:cs typeface="Times New Roman" panose="02020603050405020304" pitchFamily="18" charset="0"/>
              </a:rPr>
              <a:t>1. </a:t>
            </a:r>
            <a:r>
              <a:rPr lang="zh-CN" altLang="en-US" sz="2800" b="1" dirty="0">
                <a:cs typeface="Times New Roman" panose="02020603050405020304" pitchFamily="18" charset="0"/>
              </a:rPr>
              <a:t>查阅无监督聚类的评价标准有哪些，选择其中一个标准作为后续试验的验证指标；</a:t>
            </a:r>
            <a:endParaRPr lang="en-US" altLang="zh-CN" sz="2800" b="1" dirty="0">
              <a:cs typeface="Times New Roman" panose="02020603050405020304" pitchFamily="18" charset="0"/>
            </a:endParaRPr>
          </a:p>
          <a:p>
            <a:pPr marL="0" lvl="0" indent="0" algn="just">
              <a:lnSpc>
                <a:spcPct val="120000"/>
              </a:lnSpc>
              <a:spcBef>
                <a:spcPct val="0"/>
              </a:spcBef>
              <a:buClrTx/>
              <a:buSzTx/>
              <a:buFontTx/>
              <a:buNone/>
            </a:pPr>
            <a:r>
              <a:rPr lang="en-US" altLang="zh-CN" sz="2800" b="1" dirty="0">
                <a:cs typeface="Times New Roman" panose="02020603050405020304" pitchFamily="18" charset="0"/>
              </a:rPr>
              <a:t>2. sonar</a:t>
            </a:r>
            <a:r>
              <a:rPr lang="zh-CN" altLang="en-US" sz="2800" b="1" dirty="0">
                <a:cs typeface="Times New Roman" panose="02020603050405020304" pitchFamily="18" charset="0"/>
              </a:rPr>
              <a:t>和</a:t>
            </a:r>
            <a:r>
              <a:rPr lang="en-US" altLang="zh-CN" sz="2800" b="1" dirty="0">
                <a:cs typeface="Times New Roman" panose="02020603050405020304" pitchFamily="18" charset="0"/>
              </a:rPr>
              <a:t>minist</a:t>
            </a:r>
            <a:r>
              <a:rPr lang="zh-CN" altLang="en-US" sz="2800" b="1" dirty="0">
                <a:cs typeface="Times New Roman" panose="02020603050405020304" pitchFamily="18" charset="0"/>
              </a:rPr>
              <a:t>数据上分别验证两种聚类算法；</a:t>
            </a:r>
            <a:endParaRPr lang="en-US" altLang="zh-CN" sz="2800" b="1" dirty="0">
              <a:cs typeface="Times New Roman" panose="02020603050405020304" pitchFamily="18" charset="0"/>
            </a:endParaRPr>
          </a:p>
          <a:p>
            <a:pPr marL="0" lvl="0" indent="0" algn="just">
              <a:lnSpc>
                <a:spcPct val="120000"/>
              </a:lnSpc>
              <a:spcBef>
                <a:spcPct val="0"/>
              </a:spcBef>
              <a:buClrTx/>
              <a:buSzTx/>
              <a:buFontTx/>
              <a:buNone/>
            </a:pPr>
            <a:r>
              <a:rPr lang="en-US" altLang="zh-CN" sz="2800" b="1" dirty="0">
                <a:cs typeface="Times New Roman" panose="02020603050405020304" pitchFamily="18" charset="0"/>
              </a:rPr>
              <a:t>3. </a:t>
            </a:r>
            <a:r>
              <a:rPr lang="zh-CN" altLang="en-US" sz="2800" b="1" dirty="0">
                <a:cs typeface="Times New Roman" panose="02020603050405020304" pitchFamily="18" charset="0"/>
              </a:rPr>
              <a:t>任选三张图像数据验证两种聚类算法。</a:t>
            </a:r>
            <a:endParaRPr lang="zh-CN" altLang="en-US" sz="2800" dirty="0">
              <a:latin typeface="Arial" panose="020B0604020202020204" pitchFamily="34" charset="0"/>
              <a:ea typeface="Times New Roman" panose="02020603050405020304" pitchFamily="18" charset="0"/>
            </a:endParaRPr>
          </a:p>
        </p:txBody>
      </p:sp>
    </p:spTree>
  </p:cSld>
  <p:clrMapOvr>
    <a:masterClrMapping/>
  </p:clrMapOvr>
  <p:transition/>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Rectangle 2"/>
          <p:cNvSpPr txBox="1">
            <a:spLocks noChangeArrowheads="1"/>
          </p:cNvSpPr>
          <p:nvPr/>
        </p:nvSpPr>
        <p:spPr bwMode="auto">
          <a:xfrm>
            <a:off x="1116013" y="908050"/>
            <a:ext cx="7143750" cy="4105275"/>
          </a:xfrm>
          <a:prstGeom prst="rect">
            <a:avLst/>
          </a:prstGeom>
          <a:noFill/>
          <a:ln w="9525">
            <a:noFill/>
            <a:miter lim="800000"/>
          </a:ln>
        </p:spPr>
        <p:txBody>
          <a:bodyPr anchor="b"/>
          <a:lstStyle/>
          <a:p>
            <a:pPr marR="0" defTabSz="914400">
              <a:buClrTx/>
              <a:buSzTx/>
              <a:buFontTx/>
              <a:buNone/>
              <a:defRPr/>
            </a:pPr>
            <a:r>
              <a:rPr kumimoji="1" lang="en-US" altLang="zh-CN" sz="3200" b="1" kern="0" cap="none" spc="0" normalizeH="0" baseline="0" noProof="0" dirty="0">
                <a:solidFill>
                  <a:srgbClr val="0000CC"/>
                </a:solidFill>
                <a:effectLst>
                  <a:outerShdw blurRad="38100" dist="38100" dir="2700000" algn="tl">
                    <a:srgbClr val="C0C0C0"/>
                  </a:outerShdw>
                </a:effectLst>
                <a:latin typeface="Times New Roman" panose="02020603050405020304" pitchFamily="18" charset="0"/>
                <a:ea typeface="黑体" panose="02010609060101010101" pitchFamily="49" charset="-122"/>
                <a:cs typeface="Times New Roman" panose="02020603050405020304" pitchFamily="18" charset="0"/>
              </a:rPr>
              <a:t>FCM </a:t>
            </a:r>
            <a:r>
              <a:rPr kumimoji="1" lang="zh-CN" altLang="en-US" sz="3200" b="1" kern="0" cap="none" spc="0" normalizeH="0" baseline="0" noProof="0" dirty="0">
                <a:solidFill>
                  <a:srgbClr val="0000CC"/>
                </a:solidFill>
                <a:effectLst>
                  <a:outerShdw blurRad="38100" dist="38100" dir="2700000" algn="tl">
                    <a:srgbClr val="C0C0C0"/>
                  </a:outerShdw>
                </a:effectLst>
                <a:latin typeface="Times New Roman" panose="02020603050405020304" pitchFamily="18" charset="0"/>
                <a:ea typeface="黑体" panose="02010609060101010101" pitchFamily="49" charset="-122"/>
                <a:cs typeface="Times New Roman" panose="02020603050405020304" pitchFamily="18" charset="0"/>
              </a:rPr>
              <a:t>公式详细推导</a:t>
            </a:r>
            <a:endParaRPr kumimoji="1" lang="en-US" altLang="zh-CN" sz="3200" b="1" kern="0" cap="none" spc="0" normalizeH="0" baseline="0" noProof="0" dirty="0">
              <a:solidFill>
                <a:srgbClr val="0000CC"/>
              </a:solidFill>
              <a:effectLst>
                <a:outerShdw blurRad="38100" dist="38100" dir="2700000" algn="tl">
                  <a:srgbClr val="C0C0C0"/>
                </a:outerShdw>
              </a:effectLst>
              <a:latin typeface="Times New Roman" panose="02020603050405020304" pitchFamily="18" charset="0"/>
              <a:ea typeface="黑体" panose="02010609060101010101" pitchFamily="49" charset="-122"/>
              <a:cs typeface="Times New Roman" panose="02020603050405020304" pitchFamily="18" charset="0"/>
            </a:endParaRPr>
          </a:p>
          <a:p>
            <a:pPr marR="0" defTabSz="914400">
              <a:buClrTx/>
              <a:buSzTx/>
              <a:buFontTx/>
              <a:buNone/>
              <a:defRPr/>
            </a:pPr>
            <a:r>
              <a:rPr kumimoji="1" lang="en-US" altLang="zh-CN" sz="3200" b="1" kern="0" cap="none" spc="0" normalizeH="0" baseline="0" noProof="0" dirty="0">
                <a:solidFill>
                  <a:srgbClr val="FF0000"/>
                </a:solidFill>
                <a:latin typeface="宋体" panose="02010600030101010101" pitchFamily="2" charset="-122"/>
                <a:ea typeface="黑体" panose="02010609060101010101" pitchFamily="49" charset="-122"/>
                <a:cs typeface="Times New Roman" panose="02020603050405020304" pitchFamily="18" charset="0"/>
                <a:hlinkClick r:id="rId1"/>
              </a:rPr>
              <a:t>https://blog.csdn.net/qq_44106818/article/details/104447781</a:t>
            </a:r>
            <a:endParaRPr kumimoji="1" lang="en-US" altLang="zh-CN" sz="3200" b="1" kern="0" cap="none" spc="0" normalizeH="0" baseline="0" noProof="0" dirty="0">
              <a:solidFill>
                <a:srgbClr val="FF0000"/>
              </a:solidFill>
              <a:latin typeface="宋体" panose="02010600030101010101" pitchFamily="2" charset="-122"/>
              <a:ea typeface="黑体" panose="02010609060101010101" pitchFamily="49" charset="-122"/>
              <a:cs typeface="Times New Roman" panose="02020603050405020304" pitchFamily="18" charset="0"/>
            </a:endParaRPr>
          </a:p>
          <a:p>
            <a:pPr marR="0" defTabSz="914400">
              <a:buClrTx/>
              <a:buSzTx/>
              <a:buFontTx/>
              <a:buNone/>
              <a:defRPr/>
            </a:pPr>
            <a:endParaRPr kumimoji="1" lang="en-US" altLang="zh-CN" sz="3200" b="1" kern="0" cap="none" spc="0" normalizeH="0" baseline="0" noProof="0" dirty="0">
              <a:solidFill>
                <a:srgbClr val="FF0000"/>
              </a:solidFill>
              <a:latin typeface="宋体" panose="02010600030101010101" pitchFamily="2" charset="-122"/>
              <a:ea typeface="黑体" panose="02010609060101010101" pitchFamily="49" charset="-122"/>
              <a:cs typeface="Times New Roman" panose="02020603050405020304" pitchFamily="18" charset="0"/>
            </a:endParaRPr>
          </a:p>
          <a:p>
            <a:pPr marR="0" defTabSz="914400">
              <a:buClrTx/>
              <a:buSzTx/>
              <a:buFontTx/>
              <a:buNone/>
              <a:defRPr/>
            </a:pPr>
            <a:r>
              <a:rPr kumimoji="1" lang="zh-CN" altLang="en-US" sz="3200" b="1" kern="0" cap="none" spc="0" normalizeH="0" baseline="0" noProof="0" dirty="0">
                <a:solidFill>
                  <a:srgbClr val="0000CC"/>
                </a:solidFill>
                <a:effectLst>
                  <a:outerShdw blurRad="38100" dist="38100" dir="2700000" algn="tl">
                    <a:srgbClr val="C0C0C0"/>
                  </a:outerShdw>
                </a:effectLst>
                <a:latin typeface="Times New Roman" panose="02020603050405020304" pitchFamily="18" charset="0"/>
                <a:ea typeface="黑体" panose="02010609060101010101" pitchFamily="49" charset="-122"/>
                <a:cs typeface="Times New Roman" panose="02020603050405020304" pitchFamily="18" charset="0"/>
              </a:rPr>
              <a:t>聚类结果的评价指标</a:t>
            </a:r>
            <a:endParaRPr kumimoji="1" lang="en-US" altLang="zh-CN" sz="3200" b="1" kern="0" cap="none" spc="0" normalizeH="0" baseline="0" noProof="0" dirty="0">
              <a:solidFill>
                <a:srgbClr val="0000CC"/>
              </a:solidFill>
              <a:effectLst>
                <a:outerShdw blurRad="38100" dist="38100" dir="2700000" algn="tl">
                  <a:srgbClr val="C0C0C0"/>
                </a:outerShdw>
              </a:effectLst>
              <a:latin typeface="Times New Roman" panose="02020603050405020304" pitchFamily="18" charset="0"/>
              <a:ea typeface="黑体" panose="02010609060101010101" pitchFamily="49" charset="-122"/>
              <a:cs typeface="Times New Roman" panose="02020603050405020304" pitchFamily="18" charset="0"/>
            </a:endParaRPr>
          </a:p>
          <a:p>
            <a:pPr marR="0" defTabSz="914400">
              <a:buClrTx/>
              <a:buSzTx/>
              <a:buFontTx/>
              <a:buNone/>
              <a:defRPr/>
            </a:pPr>
            <a:r>
              <a:rPr kumimoji="1" lang="en-US" altLang="zh-CN" sz="3200" b="1" kern="0" cap="none" spc="0" normalizeH="0" baseline="0" noProof="0" dirty="0">
                <a:solidFill>
                  <a:srgbClr val="FF0000"/>
                </a:solidFill>
                <a:latin typeface="宋体" panose="02010600030101010101" pitchFamily="2" charset="-122"/>
                <a:ea typeface="黑体" panose="02010609060101010101" pitchFamily="49" charset="-122"/>
                <a:cs typeface="Times New Roman" panose="02020603050405020304" pitchFamily="18" charset="0"/>
              </a:rPr>
              <a:t>https://blog.csdn.net/qq_36064669/article/details/82586582</a:t>
            </a:r>
            <a:endParaRPr kumimoji="1" lang="en-US" altLang="zh-CN" sz="3200" b="1" kern="0" cap="none" spc="0" normalizeH="0" baseline="0" noProof="0" dirty="0">
              <a:solidFill>
                <a:srgbClr val="FF0000"/>
              </a:solidFill>
              <a:latin typeface="宋体" panose="02010600030101010101" pitchFamily="2" charset="-122"/>
              <a:ea typeface="黑体" panose="02010609060101010101" pitchFamily="49" charset="-122"/>
              <a:cs typeface="Times New Roman" panose="02020603050405020304" pitchFamily="18" charset="0"/>
            </a:endParaRPr>
          </a:p>
        </p:txBody>
      </p:sp>
    </p:spTree>
  </p:cSld>
  <p:clrMapOvr>
    <a:masterClrMapping/>
  </p:clrMapOvr>
  <p:transition/>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3666" name="Rectangle 3"/>
          <p:cNvSpPr txBox="1"/>
          <p:nvPr/>
        </p:nvSpPr>
        <p:spPr>
          <a:xfrm>
            <a:off x="1854200" y="2151063"/>
            <a:ext cx="5651500" cy="3354387"/>
          </a:xfrm>
          <a:prstGeom prst="rect">
            <a:avLst/>
          </a:prstGeom>
          <a:noFill/>
          <a:ln w="9525">
            <a:noFill/>
          </a:ln>
        </p:spPr>
        <p:txBody>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华文新魏" panose="02010800040101010101" pitchFamily="2" charset="-122"/>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ea typeface="+mn-ea"/>
                <a:cs typeface="华文新魏" panose="02010800040101010101" pitchFamily="2" charset="-122"/>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ea typeface="+mn-ea"/>
                <a:cs typeface="华文新魏" panose="02010800040101010101" pitchFamily="2" charset="-122"/>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ea typeface="+mn-ea"/>
                <a:cs typeface="华文新魏" panose="02010800040101010101" pitchFamily="2" charset="-122"/>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ea typeface="+mn-ea"/>
                <a:cs typeface="华文新魏" panose="02010800040101010101" pitchFamily="2" charset="-122"/>
              </a:defRPr>
            </a:lvl5pPr>
          </a:lstStyle>
          <a:p>
            <a:pPr marL="0" lvl="0" indent="0" eaLnBrk="1" hangingPunct="1">
              <a:lnSpc>
                <a:spcPct val="150000"/>
              </a:lnSpc>
              <a:buClr>
                <a:srgbClr val="C00000"/>
              </a:buClr>
              <a:buFont typeface="Wingdings" panose="05000000000000000000" pitchFamily="2" charset="2"/>
              <a:buChar char="u"/>
            </a:pPr>
            <a:r>
              <a:rPr lang="en-US" altLang="zh-CN" sz="3600" b="1" dirty="0">
                <a:latin typeface="黑体" panose="02010609060101010101" pitchFamily="49" charset="-122"/>
                <a:ea typeface="黑体" panose="02010609060101010101" pitchFamily="49" charset="-122"/>
              </a:rPr>
              <a:t>4.1</a:t>
            </a:r>
            <a:r>
              <a:rPr lang="en-US" altLang="zh-CN" sz="3600" b="1" dirty="0">
                <a:solidFill>
                  <a:srgbClr val="0000FF"/>
                </a:solidFill>
                <a:latin typeface="黑体" panose="02010609060101010101" pitchFamily="49" charset="-122"/>
                <a:ea typeface="黑体" panose="02010609060101010101" pitchFamily="49" charset="-122"/>
              </a:rPr>
              <a:t> </a:t>
            </a:r>
            <a:r>
              <a:rPr lang="zh-CN" altLang="en-US" sz="3600" b="1" dirty="0">
                <a:latin typeface="黑体" panose="02010609060101010101" pitchFamily="49" charset="-122"/>
                <a:ea typeface="黑体" panose="02010609060101010101" pitchFamily="49" charset="-122"/>
                <a:sym typeface="宋体" panose="02010600030101010101" pitchFamily="2" charset="-122"/>
              </a:rPr>
              <a:t>高斯混合模型</a:t>
            </a:r>
            <a:endParaRPr lang="en-US" altLang="zh-CN" sz="3600" b="1" dirty="0">
              <a:solidFill>
                <a:srgbClr val="0000FF"/>
              </a:solidFill>
              <a:latin typeface="黑体" panose="02010609060101010101" pitchFamily="49" charset="-122"/>
              <a:ea typeface="黑体" panose="02010609060101010101" pitchFamily="49" charset="-122"/>
            </a:endParaRPr>
          </a:p>
          <a:p>
            <a:pPr marL="0" lvl="0" indent="0" eaLnBrk="1" hangingPunct="1">
              <a:lnSpc>
                <a:spcPct val="150000"/>
              </a:lnSpc>
              <a:buClr>
                <a:srgbClr val="C00000"/>
              </a:buClr>
              <a:buFont typeface="Wingdings" panose="05000000000000000000" pitchFamily="2" charset="2"/>
              <a:buChar char="u"/>
            </a:pPr>
            <a:r>
              <a:rPr lang="en-US" altLang="zh-CN" sz="3600" b="1" dirty="0">
                <a:latin typeface="黑体" panose="02010609060101010101" pitchFamily="49" charset="-122"/>
                <a:ea typeface="黑体" panose="02010609060101010101" pitchFamily="49" charset="-122"/>
              </a:rPr>
              <a:t>4.2 </a:t>
            </a:r>
            <a:r>
              <a:rPr lang="zh-CN" altLang="en-US" sz="3600" b="1" dirty="0">
                <a:latin typeface="黑体" panose="02010609060101010101" pitchFamily="49" charset="-122"/>
                <a:ea typeface="黑体" panose="02010609060101010101" pitchFamily="49" charset="-122"/>
                <a:sym typeface="宋体" panose="02010600030101010101" pitchFamily="2" charset="-122"/>
              </a:rPr>
              <a:t>动态聚类算法</a:t>
            </a:r>
            <a:endParaRPr lang="en-US" altLang="zh-CN" sz="3600" b="1" dirty="0">
              <a:latin typeface="黑体" panose="02010609060101010101" pitchFamily="49" charset="-122"/>
              <a:ea typeface="黑体" panose="02010609060101010101" pitchFamily="49" charset="-122"/>
            </a:endParaRPr>
          </a:p>
          <a:p>
            <a:pPr marL="0" lvl="0" indent="0" eaLnBrk="1" hangingPunct="1">
              <a:lnSpc>
                <a:spcPct val="150000"/>
              </a:lnSpc>
              <a:buClr>
                <a:srgbClr val="C00000"/>
              </a:buClr>
              <a:buFont typeface="Wingdings" panose="05000000000000000000" pitchFamily="2" charset="2"/>
              <a:buChar char="u"/>
            </a:pPr>
            <a:r>
              <a:rPr lang="en-US" altLang="zh-CN" sz="3600" b="1" dirty="0">
                <a:solidFill>
                  <a:srgbClr val="0000FF"/>
                </a:solidFill>
                <a:latin typeface="黑体" panose="02010609060101010101" pitchFamily="49" charset="-122"/>
                <a:ea typeface="黑体" panose="02010609060101010101" pitchFamily="49" charset="-122"/>
              </a:rPr>
              <a:t>4.3 </a:t>
            </a:r>
            <a:r>
              <a:rPr lang="en-US" altLang="zh-CN" sz="3600" b="1" dirty="0">
                <a:solidFill>
                  <a:srgbClr val="0000FF"/>
                </a:solidFill>
                <a:latin typeface="黑体" panose="02010609060101010101" pitchFamily="49" charset="-122"/>
                <a:ea typeface="黑体" panose="02010609060101010101" pitchFamily="49" charset="-122"/>
                <a:sym typeface="宋体" panose="02010600030101010101" pitchFamily="2" charset="-122"/>
              </a:rPr>
              <a:t>层次聚类算法</a:t>
            </a:r>
            <a:r>
              <a:rPr lang="en-US" altLang="zh-CN" sz="3600" b="1" dirty="0">
                <a:solidFill>
                  <a:srgbClr val="0000FF"/>
                </a:solidFill>
                <a:latin typeface="黑体" panose="02010609060101010101" pitchFamily="49" charset="-122"/>
                <a:ea typeface="黑体" panose="02010609060101010101" pitchFamily="49" charset="-122"/>
              </a:rPr>
              <a:t> </a:t>
            </a:r>
            <a:endParaRPr lang="en-US" altLang="zh-CN" sz="3600" b="1" dirty="0">
              <a:solidFill>
                <a:srgbClr val="0000FF"/>
              </a:solidFill>
              <a:latin typeface="黑体" panose="02010609060101010101" pitchFamily="49" charset="-122"/>
              <a:ea typeface="黑体" panose="02010609060101010101" pitchFamily="49" charset="-122"/>
            </a:endParaRPr>
          </a:p>
        </p:txBody>
      </p:sp>
      <p:sp>
        <p:nvSpPr>
          <p:cNvPr id="113667" name="Text Box 5"/>
          <p:cNvSpPr txBox="1"/>
          <p:nvPr/>
        </p:nvSpPr>
        <p:spPr>
          <a:xfrm>
            <a:off x="2343150" y="1155700"/>
            <a:ext cx="4248150" cy="644525"/>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华文新魏" panose="02010800040101010101" pitchFamily="2" charset="-122"/>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ea typeface="+mn-ea"/>
                <a:cs typeface="华文新魏" panose="02010800040101010101" pitchFamily="2" charset="-122"/>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ea typeface="+mn-ea"/>
                <a:cs typeface="华文新魏" panose="02010800040101010101" pitchFamily="2" charset="-122"/>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ea typeface="+mn-ea"/>
                <a:cs typeface="华文新魏" panose="02010800040101010101" pitchFamily="2" charset="-122"/>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ea typeface="+mn-ea"/>
                <a:cs typeface="华文新魏" panose="02010800040101010101" pitchFamily="2" charset="-122"/>
              </a:defRPr>
            </a:lvl5pPr>
          </a:lstStyle>
          <a:p>
            <a:pPr marL="0" lvl="0" indent="0" eaLnBrk="1" hangingPunct="1">
              <a:spcBef>
                <a:spcPct val="50000"/>
              </a:spcBef>
              <a:buClrTx/>
              <a:buSzTx/>
              <a:buFontTx/>
              <a:buNone/>
            </a:pPr>
            <a:r>
              <a:rPr lang="zh-CN" altLang="en-US" sz="4400" b="1" dirty="0">
                <a:solidFill>
                  <a:srgbClr val="FF0000"/>
                </a:solidFill>
                <a:latin typeface="Arial" panose="020B0604020202020204" pitchFamily="34" charset="0"/>
              </a:rPr>
              <a:t>无监督模式识别</a:t>
            </a:r>
            <a:endParaRPr lang="zh-CN" altLang="en-US" sz="4400" b="1" dirty="0">
              <a:solidFill>
                <a:srgbClr val="FF0000"/>
              </a:solidFill>
              <a:latin typeface="Arial" panose="020B0604020202020204" pitchFamily="34" charset="0"/>
            </a:endParaRPr>
          </a:p>
        </p:txBody>
      </p:sp>
    </p:spTree>
  </p:cSld>
  <p:clrMapOvr>
    <a:masterClrMapping/>
  </p:clrMapOvr>
  <p:transition/>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3426" name="Rectangle 2"/>
          <p:cNvSpPr>
            <a:spLocks noGrp="1" noChangeArrowheads="1"/>
          </p:cNvSpPr>
          <p:nvPr>
            <p:ph type="title"/>
          </p:nvPr>
        </p:nvSpPr>
        <p:spPr>
          <a:xfrm>
            <a:off x="1071563" y="836613"/>
            <a:ext cx="7143750" cy="609600"/>
          </a:xfrm>
        </p:spPr>
        <p:txBody>
          <a:bodyPr vert="horz" wrap="square" lIns="91440" tIns="45720" rIns="91440" bIns="45720" numCol="1" anchor="b" anchorCtr="0" compatLnSpc="1">
            <a:noAutofit/>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en-US" altLang="zh-CN" sz="3600" b="1" i="0" u="none" strike="noStrike" kern="1200" cap="none" spc="0" normalizeH="0" baseline="0" noProof="0" dirty="0">
                <a:ln>
                  <a:noFill/>
                </a:ln>
                <a:solidFill>
                  <a:srgbClr val="0000CC"/>
                </a:solidFill>
                <a:effectLst>
                  <a:outerShdw blurRad="38100" dist="38100" dir="2700000" algn="tl">
                    <a:srgbClr val="C0C0C0"/>
                  </a:outerShdw>
                </a:effectLst>
                <a:uLnTx/>
                <a:uFillTx/>
                <a:latin typeface="黑体" panose="02010609060101010101" pitchFamily="49" charset="-122"/>
                <a:ea typeface="黑体" panose="02010609060101010101" pitchFamily="49" charset="-122"/>
                <a:cs typeface="华文新魏" panose="02010800040101010101" pitchFamily="2" charset="-122"/>
              </a:rPr>
              <a:t>4.3 </a:t>
            </a:r>
            <a:r>
              <a:rPr kumimoji="1" lang="zh-CN" altLang="en-US" sz="3600" b="1" i="0" u="none" strike="noStrike" kern="0" cap="none" spc="0" normalizeH="0" baseline="0" noProof="1">
                <a:ln>
                  <a:noFill/>
                </a:ln>
                <a:solidFill>
                  <a:srgbClr val="0000FF"/>
                </a:solidFill>
                <a:effectLst/>
                <a:uLnTx/>
                <a:uFillTx/>
                <a:latin typeface="黑体" panose="02010609060101010101" pitchFamily="49" charset="-122"/>
                <a:ea typeface="黑体" panose="02010609060101010101" pitchFamily="49" charset="-122"/>
                <a:cs typeface="华文新魏" panose="02010800040101010101" pitchFamily="2" charset="-122"/>
                <a:sym typeface="宋体" panose="02010600030101010101" pitchFamily="2" charset="-122"/>
              </a:rPr>
              <a:t>层次</a:t>
            </a:r>
            <a:r>
              <a:rPr kumimoji="1" lang="en-US" altLang="zh-CN" sz="3600" b="1" i="0" u="none" strike="noStrike" kern="0" cap="none" spc="0" normalizeH="0" baseline="0" noProof="1">
                <a:ln>
                  <a:noFill/>
                </a:ln>
                <a:solidFill>
                  <a:srgbClr val="0000FF"/>
                </a:solidFill>
                <a:effectLst/>
                <a:uLnTx/>
                <a:uFillTx/>
                <a:latin typeface="黑体" panose="02010609060101010101" pitchFamily="49" charset="-122"/>
                <a:ea typeface="黑体" panose="02010609060101010101" pitchFamily="49" charset="-122"/>
                <a:cs typeface="华文新魏" panose="02010800040101010101" pitchFamily="2" charset="-122"/>
                <a:sym typeface="宋体" panose="02010600030101010101" pitchFamily="2" charset="-122"/>
              </a:rPr>
              <a:t>聚类</a:t>
            </a:r>
            <a:r>
              <a:rPr kumimoji="1" lang="zh-CN" altLang="en-US" sz="3600" b="1" i="0" u="none" strike="noStrike" kern="0" cap="none" spc="0" normalizeH="0" baseline="0" noProof="1">
                <a:ln>
                  <a:noFill/>
                </a:ln>
                <a:solidFill>
                  <a:srgbClr val="0000FF"/>
                </a:solidFill>
                <a:effectLst/>
                <a:uLnTx/>
                <a:uFillTx/>
                <a:latin typeface="黑体" panose="02010609060101010101" pitchFamily="49" charset="-122"/>
                <a:ea typeface="黑体" panose="02010609060101010101" pitchFamily="49" charset="-122"/>
                <a:cs typeface="华文新魏" panose="02010800040101010101" pitchFamily="2" charset="-122"/>
                <a:sym typeface="宋体" panose="02010600030101010101" pitchFamily="2" charset="-122"/>
              </a:rPr>
              <a:t>算</a:t>
            </a:r>
            <a:r>
              <a:rPr kumimoji="1" lang="en-US" altLang="zh-CN" sz="3600" b="1" i="0" u="none" strike="noStrike" kern="0" cap="none" spc="0" normalizeH="0" baseline="0" noProof="1">
                <a:ln>
                  <a:noFill/>
                </a:ln>
                <a:solidFill>
                  <a:srgbClr val="0000FF"/>
                </a:solidFill>
                <a:effectLst/>
                <a:uLnTx/>
                <a:uFillTx/>
                <a:latin typeface="黑体" panose="02010609060101010101" pitchFamily="49" charset="-122"/>
                <a:ea typeface="黑体" panose="02010609060101010101" pitchFamily="49" charset="-122"/>
                <a:cs typeface="华文新魏" panose="02010800040101010101" pitchFamily="2" charset="-122"/>
                <a:sym typeface="宋体" panose="02010600030101010101" pitchFamily="2" charset="-122"/>
              </a:rPr>
              <a:t>法</a:t>
            </a:r>
            <a:endParaRPr kumimoji="1" lang="zh-CN" altLang="en-US" sz="3600" b="1" i="0" u="none" strike="noStrike" kern="1200" cap="none" spc="0" normalizeH="0" baseline="0" noProof="0" dirty="0">
              <a:ln>
                <a:noFill/>
              </a:ln>
              <a:solidFill>
                <a:srgbClr val="0000CC"/>
              </a:solidFill>
              <a:effectLst>
                <a:outerShdw blurRad="38100" dist="38100" dir="2700000" algn="tl">
                  <a:srgbClr val="C0C0C0"/>
                </a:outerShdw>
              </a:effectLst>
              <a:uLnTx/>
              <a:uFillTx/>
              <a:latin typeface="黑体" panose="02010609060101010101" pitchFamily="49" charset="-122"/>
              <a:ea typeface="黑体" panose="02010609060101010101" pitchFamily="49" charset="-122"/>
              <a:cs typeface="华文新魏" panose="02010800040101010101" pitchFamily="2" charset="-122"/>
            </a:endParaRPr>
          </a:p>
        </p:txBody>
      </p:sp>
      <p:sp>
        <p:nvSpPr>
          <p:cNvPr id="114691" name="Rectangle 5"/>
          <p:cNvSpPr/>
          <p:nvPr/>
        </p:nvSpPr>
        <p:spPr>
          <a:xfrm>
            <a:off x="827088" y="1446213"/>
            <a:ext cx="7848600" cy="5114925"/>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华文新魏" panose="02010800040101010101" pitchFamily="2" charset="-122"/>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ea typeface="+mn-ea"/>
                <a:cs typeface="华文新魏" panose="02010800040101010101" pitchFamily="2" charset="-122"/>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ea typeface="+mn-ea"/>
                <a:cs typeface="华文新魏" panose="02010800040101010101" pitchFamily="2" charset="-122"/>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ea typeface="+mn-ea"/>
                <a:cs typeface="华文新魏" panose="02010800040101010101" pitchFamily="2" charset="-122"/>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ea typeface="+mn-ea"/>
                <a:cs typeface="华文新魏" panose="02010800040101010101" pitchFamily="2" charset="-122"/>
              </a:defRPr>
            </a:lvl5pPr>
          </a:lstStyle>
          <a:p>
            <a:pPr marL="0" lvl="0" indent="0" algn="just" eaLnBrk="1" hangingPunct="1">
              <a:spcBef>
                <a:spcPts val="575"/>
              </a:spcBef>
              <a:buClr>
                <a:srgbClr val="D34817"/>
              </a:buClr>
              <a:buSzPct val="85000"/>
              <a:buNone/>
            </a:pPr>
            <a:r>
              <a:rPr lang="en-US" altLang="zh-CN" sz="2800" b="1" dirty="0">
                <a:latin typeface="宋体" panose="02010600030101010101" pitchFamily="2" charset="-122"/>
              </a:rPr>
              <a:t>    </a:t>
            </a:r>
            <a:r>
              <a:rPr lang="zh-CN" altLang="zh-CN" sz="2800" b="1" dirty="0">
                <a:latin typeface="宋体" panose="02010600030101010101" pitchFamily="2" charset="-122"/>
                <a:sym typeface="宋体" panose="02010600030101010101" pitchFamily="2" charset="-122"/>
              </a:rPr>
              <a:t>基于划分的聚类算法可以将数据集划分为指定数量的聚类簇，但在某些情况下，数据集需要在</a:t>
            </a:r>
            <a:r>
              <a:rPr lang="en-US" altLang="zh-CN" sz="2800" b="1" dirty="0">
                <a:solidFill>
                  <a:srgbClr val="0000CC"/>
                </a:solidFill>
                <a:latin typeface="Times New Roman" panose="02020603050405020304" pitchFamily="18" charset="0"/>
                <a:sym typeface="宋体" panose="02010600030101010101" pitchFamily="2" charset="-122"/>
              </a:rPr>
              <a:t>不同的级别</a:t>
            </a:r>
            <a:r>
              <a:rPr lang="zh-CN" altLang="zh-CN" sz="2800" b="1" dirty="0">
                <a:latin typeface="宋体" panose="02010600030101010101" pitchFamily="2" charset="-122"/>
                <a:sym typeface="宋体" panose="02010600030101010101" pitchFamily="2" charset="-122"/>
              </a:rPr>
              <a:t>进行划分。</a:t>
            </a:r>
            <a:endParaRPr lang="zh-CN" altLang="zh-CN" sz="2800" b="1" dirty="0">
              <a:latin typeface="宋体" panose="02010600030101010101" pitchFamily="2" charset="-122"/>
              <a:sym typeface="宋体" panose="02010600030101010101" pitchFamily="2" charset="-122"/>
            </a:endParaRPr>
          </a:p>
          <a:p>
            <a:pPr marL="0" lvl="0" indent="0" algn="just" eaLnBrk="1" hangingPunct="1">
              <a:spcBef>
                <a:spcPts val="575"/>
              </a:spcBef>
              <a:buClr>
                <a:srgbClr val="D34817"/>
              </a:buClr>
              <a:buSzPct val="85000"/>
              <a:buNone/>
            </a:pPr>
            <a:r>
              <a:rPr lang="zh-CN" altLang="zh-CN" sz="2800" b="1" dirty="0">
                <a:latin typeface="宋体" panose="02010600030101010101" pitchFamily="2" charset="-122"/>
                <a:sym typeface="宋体" panose="02010600030101010101" pitchFamily="2" charset="-122"/>
              </a:rPr>
              <a:t>    例如，作为</a:t>
            </a:r>
            <a:r>
              <a:rPr lang="zh-CN" altLang="en-US" sz="2800" b="1" dirty="0">
                <a:solidFill>
                  <a:srgbClr val="0000FF"/>
                </a:solidFill>
                <a:latin typeface="微软雅黑" panose="020B0503020204020204" pitchFamily="34" charset="-122"/>
                <a:ea typeface="微软雅黑" panose="020B0503020204020204" pitchFamily="34" charset="-122"/>
                <a:sym typeface="宋体" panose="02010600030101010101" pitchFamily="2" charset="-122"/>
              </a:rPr>
              <a:t>班主任</a:t>
            </a:r>
            <a:r>
              <a:rPr lang="zh-CN" altLang="en-US" sz="2800" b="1" dirty="0">
                <a:latin typeface="宋体" panose="02010600030101010101" pitchFamily="2" charset="-122"/>
                <a:sym typeface="宋体" panose="02010600030101010101" pitchFamily="2" charset="-122"/>
              </a:rPr>
              <a:t>，</a:t>
            </a:r>
            <a:r>
              <a:rPr lang="zh-CN" altLang="zh-CN" sz="2800" b="1" dirty="0">
                <a:latin typeface="宋体" panose="02010600030101010101" pitchFamily="2" charset="-122"/>
                <a:sym typeface="宋体" panose="02010600030101010101" pitchFamily="2" charset="-122"/>
              </a:rPr>
              <a:t>可以将所有</a:t>
            </a:r>
            <a:r>
              <a:rPr lang="zh-CN" altLang="en-US" sz="2800" b="1" dirty="0">
                <a:latin typeface="宋体" panose="02010600030101010101" pitchFamily="2" charset="-122"/>
                <a:sym typeface="宋体" panose="02010600030101010101" pitchFamily="2" charset="-122"/>
              </a:rPr>
              <a:t>同学</a:t>
            </a:r>
            <a:r>
              <a:rPr lang="zh-CN" altLang="zh-CN" sz="2800" b="1" dirty="0">
                <a:latin typeface="宋体" panose="02010600030101010101" pitchFamily="2" charset="-122"/>
                <a:sym typeface="宋体" panose="02010600030101010101" pitchFamily="2" charset="-122"/>
              </a:rPr>
              <a:t>组织成较大的团队，例如</a:t>
            </a:r>
            <a:r>
              <a:rPr lang="zh-CN" altLang="en-US" sz="2800" b="1" dirty="0">
                <a:latin typeface="微软雅黑" panose="020B0503020204020204" pitchFamily="34" charset="-122"/>
                <a:ea typeface="微软雅黑" panose="020B0503020204020204" pitchFamily="34" charset="-122"/>
                <a:sym typeface="宋体" panose="02010600030101010101" pitchFamily="2" charset="-122"/>
              </a:rPr>
              <a:t>班委</a:t>
            </a:r>
            <a:r>
              <a:rPr lang="zh-CN" altLang="zh-CN" sz="2800" b="1" dirty="0">
                <a:latin typeface="宋体" panose="02010600030101010101" pitchFamily="2" charset="-122"/>
                <a:sym typeface="宋体" panose="02010600030101010101" pitchFamily="2" charset="-122"/>
              </a:rPr>
              <a:t>和</a:t>
            </a:r>
            <a:r>
              <a:rPr lang="zh-CN" altLang="en-US" sz="2800" b="1" dirty="0">
                <a:latin typeface="微软雅黑" panose="020B0503020204020204" pitchFamily="34" charset="-122"/>
                <a:ea typeface="微软雅黑" panose="020B0503020204020204" pitchFamily="34" charset="-122"/>
                <a:sym typeface="宋体" panose="02010600030101010101" pitchFamily="2" charset="-122"/>
              </a:rPr>
              <a:t>同学</a:t>
            </a:r>
            <a:r>
              <a:rPr lang="zh-CN" altLang="zh-CN" sz="2800" b="1" dirty="0">
                <a:latin typeface="宋体" panose="02010600030101010101" pitchFamily="2" charset="-122"/>
                <a:sym typeface="宋体" panose="02010600030101010101" pitchFamily="2" charset="-122"/>
              </a:rPr>
              <a:t>; 然后可以将它们进一步分成更小的组。例如，</a:t>
            </a:r>
            <a:r>
              <a:rPr lang="zh-CN" altLang="en-US" sz="2800" b="1" dirty="0">
                <a:latin typeface="宋体" panose="02010600030101010101" pitchFamily="2" charset="-122"/>
                <a:sym typeface="宋体" panose="02010600030101010101" pitchFamily="2" charset="-122"/>
              </a:rPr>
              <a:t>班委</a:t>
            </a:r>
            <a:r>
              <a:rPr lang="zh-CN" altLang="zh-CN" sz="2800" b="1" dirty="0">
                <a:latin typeface="宋体" panose="02010600030101010101" pitchFamily="2" charset="-122"/>
                <a:sym typeface="宋体" panose="02010600030101010101" pitchFamily="2" charset="-122"/>
              </a:rPr>
              <a:t>可以进一步分为几组：</a:t>
            </a:r>
            <a:r>
              <a:rPr lang="zh-CN" altLang="en-US" sz="2800" b="1" dirty="0">
                <a:latin typeface="微软雅黑" panose="020B0503020204020204" pitchFamily="34" charset="-122"/>
                <a:ea typeface="微软雅黑" panose="020B0503020204020204" pitchFamily="34" charset="-122"/>
                <a:sym typeface="宋体" panose="02010600030101010101" pitchFamily="2" charset="-122"/>
              </a:rPr>
              <a:t>学生负责人</a:t>
            </a:r>
            <a:r>
              <a:rPr lang="zh-CN" altLang="en-US" sz="2800" b="1" dirty="0">
                <a:latin typeface="宋体" panose="02010600030101010101" pitchFamily="2" charset="-122"/>
                <a:sym typeface="宋体" panose="02010600030101010101" pitchFamily="2" charset="-122"/>
              </a:rPr>
              <a:t>（班长</a:t>
            </a:r>
            <a:r>
              <a:rPr lang="zh-CN" altLang="zh-CN" sz="2800" b="1" dirty="0">
                <a:latin typeface="宋体" panose="02010600030101010101" pitchFamily="2" charset="-122"/>
                <a:sym typeface="宋体" panose="02010600030101010101" pitchFamily="2" charset="-122"/>
              </a:rPr>
              <a:t>、</a:t>
            </a:r>
            <a:r>
              <a:rPr lang="zh-CN" altLang="en-US" sz="2800" b="1" dirty="0">
                <a:latin typeface="宋体" panose="02010600030101010101" pitchFamily="2" charset="-122"/>
                <a:sym typeface="宋体" panose="02010600030101010101" pitchFamily="2" charset="-122"/>
              </a:rPr>
              <a:t>副班长）、</a:t>
            </a:r>
            <a:r>
              <a:rPr lang="zh-CN" altLang="en-US" sz="2800" b="1" dirty="0">
                <a:latin typeface="微软雅黑" panose="020B0503020204020204" pitchFamily="34" charset="-122"/>
                <a:ea typeface="微软雅黑" panose="020B0503020204020204" pitchFamily="34" charset="-122"/>
                <a:sym typeface="宋体" panose="02010600030101010101" pitchFamily="2" charset="-122"/>
              </a:rPr>
              <a:t>学习类班委</a:t>
            </a:r>
            <a:r>
              <a:rPr lang="zh-CN" altLang="en-US" sz="2800" b="1" dirty="0">
                <a:latin typeface="宋体" panose="02010600030101010101" pitchFamily="2" charset="-122"/>
                <a:sym typeface="宋体" panose="02010600030101010101" pitchFamily="2" charset="-122"/>
              </a:rPr>
              <a:t>（学习委员、纪律委员）</a:t>
            </a:r>
            <a:r>
              <a:rPr lang="zh-CN" altLang="zh-CN" sz="2800" b="1" dirty="0">
                <a:latin typeface="宋体" panose="02010600030101010101" pitchFamily="2" charset="-122"/>
                <a:sym typeface="宋体" panose="02010600030101010101" pitchFamily="2" charset="-122"/>
              </a:rPr>
              <a:t>和</a:t>
            </a:r>
            <a:r>
              <a:rPr lang="zh-CN" altLang="en-US" sz="2800" b="1" dirty="0">
                <a:latin typeface="微软雅黑" panose="020B0503020204020204" pitchFamily="34" charset="-122"/>
                <a:ea typeface="微软雅黑" panose="020B0503020204020204" pitchFamily="34" charset="-122"/>
                <a:sym typeface="宋体" panose="02010600030101010101" pitchFamily="2" charset="-122"/>
              </a:rPr>
              <a:t>生活类班委</a:t>
            </a:r>
            <a:r>
              <a:rPr lang="zh-CN" altLang="en-US" sz="2800" b="1" dirty="0">
                <a:latin typeface="宋体" panose="02010600030101010101" pitchFamily="2" charset="-122"/>
                <a:sym typeface="宋体" panose="02010600030101010101" pitchFamily="2" charset="-122"/>
              </a:rPr>
              <a:t>（生活委员、宣传委员）等</a:t>
            </a:r>
            <a:r>
              <a:rPr lang="zh-CN" altLang="zh-CN" sz="2800" b="1" dirty="0">
                <a:latin typeface="宋体" panose="02010600030101010101" pitchFamily="2" charset="-122"/>
                <a:sym typeface="宋体" panose="02010600030101010101" pitchFamily="2" charset="-122"/>
              </a:rPr>
              <a:t>。</a:t>
            </a:r>
            <a:endParaRPr lang="en-US" altLang="zh-CN" sz="2800" b="1" dirty="0">
              <a:latin typeface="宋体" panose="02010600030101010101" pitchFamily="2" charset="-122"/>
              <a:sym typeface="宋体" panose="02010600030101010101" pitchFamily="2" charset="-122"/>
            </a:endParaRPr>
          </a:p>
          <a:p>
            <a:pPr marL="0" lvl="0" indent="0" algn="just" eaLnBrk="1" hangingPunct="1">
              <a:lnSpc>
                <a:spcPct val="120000"/>
              </a:lnSpc>
              <a:spcBef>
                <a:spcPts val="575"/>
              </a:spcBef>
              <a:buClr>
                <a:srgbClr val="D34817"/>
              </a:buClr>
              <a:buSzPct val="85000"/>
              <a:buNone/>
            </a:pPr>
            <a:r>
              <a:rPr lang="en-US" altLang="zh-CN" sz="2800" b="1" dirty="0">
                <a:solidFill>
                  <a:srgbClr val="0000CC"/>
                </a:solidFill>
                <a:latin typeface="微软雅黑" panose="020B0503020204020204" pitchFamily="34" charset="-122"/>
                <a:ea typeface="微软雅黑" panose="020B0503020204020204" pitchFamily="34" charset="-122"/>
                <a:sym typeface="宋体" panose="02010600030101010101" pitchFamily="2" charset="-122"/>
              </a:rPr>
              <a:t>       </a:t>
            </a:r>
            <a:r>
              <a:rPr lang="zh-CN" altLang="zh-CN" sz="2800" b="1" dirty="0">
                <a:solidFill>
                  <a:srgbClr val="0000CC"/>
                </a:solidFill>
                <a:latin typeface="微软雅黑" panose="020B0503020204020204" pitchFamily="34" charset="-122"/>
                <a:ea typeface="微软雅黑" panose="020B0503020204020204" pitchFamily="34" charset="-122"/>
                <a:sym typeface="宋体" panose="02010600030101010101" pitchFamily="2" charset="-122"/>
              </a:rPr>
              <a:t>这些组织方法形成一个层次结构，从中可以轻松地汇总或表征每个级别的数据</a:t>
            </a:r>
            <a:r>
              <a:rPr lang="zh-CN" altLang="en-US" sz="2800" b="1" dirty="0">
                <a:solidFill>
                  <a:srgbClr val="0000CC"/>
                </a:solidFill>
                <a:latin typeface="微软雅黑" panose="020B0503020204020204" pitchFamily="34" charset="-122"/>
                <a:ea typeface="微软雅黑" panose="020B0503020204020204" pitchFamily="34" charset="-122"/>
                <a:sym typeface="宋体" panose="02010600030101010101" pitchFamily="2" charset="-122"/>
              </a:rPr>
              <a:t>。</a:t>
            </a:r>
            <a:endParaRPr lang="zh-CN" altLang="en-US" sz="2800" b="1" dirty="0">
              <a:solidFill>
                <a:srgbClr val="0000CC"/>
              </a:solidFill>
              <a:latin typeface="微软雅黑" panose="020B0503020204020204" pitchFamily="34" charset="-122"/>
              <a:ea typeface="微软雅黑" panose="020B0503020204020204" pitchFamily="34" charset="-122"/>
              <a:sym typeface="宋体" panose="02010600030101010101" pitchFamily="2" charset="-122"/>
            </a:endParaRPr>
          </a:p>
        </p:txBody>
      </p:sp>
    </p:spTree>
  </p:cSld>
  <p:clrMapOvr>
    <a:masterClrMapping/>
  </p:clrMapOvr>
  <p:transition/>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5" name="图片 4"/>
          <p:cNvPicPr/>
          <p:nvPr/>
        </p:nvPicPr>
        <p:blipFill>
          <a:blip r:embed="rId1"/>
          <a:stretch>
            <a:fillRect/>
          </a:stretch>
        </p:blipFill>
        <p:spPr>
          <a:xfrm>
            <a:off x="1764030" y="1917065"/>
            <a:ext cx="6061710" cy="4246245"/>
          </a:xfrm>
          <a:prstGeom prst="rect">
            <a:avLst/>
          </a:prstGeom>
        </p:spPr>
      </p:pic>
      <p:sp>
        <p:nvSpPr>
          <p:cNvPr id="6" name="Rectangle 2"/>
          <p:cNvSpPr>
            <a:spLocks noGrp="1" noChangeArrowheads="1"/>
          </p:cNvSpPr>
          <p:nvPr>
            <p:ph type="title"/>
          </p:nvPr>
        </p:nvSpPr>
        <p:spPr>
          <a:xfrm>
            <a:off x="1071563" y="836613"/>
            <a:ext cx="7143750" cy="609600"/>
          </a:xfrm>
        </p:spPr>
        <p:txBody>
          <a:bodyPr vert="horz" wrap="square" lIns="91440" tIns="45720" rIns="91440" bIns="45720" numCol="1" anchor="b" anchorCtr="0" compatLnSpc="1">
            <a:noAutofit/>
          </a:bodyPr>
          <a:p>
            <a:pPr marL="0" marR="0" lvl="0" indent="0" algn="ctr" defTabSz="914400" rtl="0" eaLnBrk="1" fontAlgn="base" latinLnBrk="0" hangingPunct="1">
              <a:lnSpc>
                <a:spcPct val="100000"/>
              </a:lnSpc>
              <a:spcBef>
                <a:spcPct val="0"/>
              </a:spcBef>
              <a:spcAft>
                <a:spcPct val="0"/>
              </a:spcAft>
              <a:buClrTx/>
              <a:buSzTx/>
              <a:buFontTx/>
              <a:buNone/>
              <a:defRPr/>
            </a:pPr>
            <a:r>
              <a:rPr kumimoji="1" lang="en-US" altLang="zh-CN" sz="3600" b="1" i="0" u="none" strike="noStrike" kern="1200" cap="none" spc="0" normalizeH="0" baseline="0" noProof="0" dirty="0">
                <a:ln>
                  <a:noFill/>
                </a:ln>
                <a:solidFill>
                  <a:srgbClr val="0000CC"/>
                </a:solidFill>
                <a:effectLst>
                  <a:outerShdw blurRad="38100" dist="38100" dir="2700000" algn="tl">
                    <a:srgbClr val="C0C0C0"/>
                  </a:outerShdw>
                </a:effectLst>
                <a:uLnTx/>
                <a:uFillTx/>
                <a:latin typeface="黑体" panose="02010609060101010101" pitchFamily="49" charset="-122"/>
                <a:ea typeface="黑体" panose="02010609060101010101" pitchFamily="49" charset="-122"/>
                <a:cs typeface="华文新魏" panose="02010800040101010101" pitchFamily="2" charset="-122"/>
              </a:rPr>
              <a:t>4.3 </a:t>
            </a:r>
            <a:r>
              <a:rPr kumimoji="1" lang="zh-CN" altLang="en-US" sz="3600" b="1" i="0" u="none" strike="noStrike" kern="0" cap="none" spc="0" normalizeH="0" baseline="0" noProof="1">
                <a:ln>
                  <a:noFill/>
                </a:ln>
                <a:solidFill>
                  <a:srgbClr val="0000FF"/>
                </a:solidFill>
                <a:effectLst/>
                <a:uLnTx/>
                <a:uFillTx/>
                <a:latin typeface="黑体" panose="02010609060101010101" pitchFamily="49" charset="-122"/>
                <a:ea typeface="黑体" panose="02010609060101010101" pitchFamily="49" charset="-122"/>
                <a:cs typeface="华文新魏" panose="02010800040101010101" pitchFamily="2" charset="-122"/>
                <a:sym typeface="宋体" panose="02010600030101010101" pitchFamily="2" charset="-122"/>
              </a:rPr>
              <a:t>层次</a:t>
            </a:r>
            <a:r>
              <a:rPr kumimoji="1" lang="en-US" altLang="zh-CN" sz="3600" b="1" i="0" u="none" strike="noStrike" kern="0" cap="none" spc="0" normalizeH="0" baseline="0" noProof="1">
                <a:ln>
                  <a:noFill/>
                </a:ln>
                <a:solidFill>
                  <a:srgbClr val="0000FF"/>
                </a:solidFill>
                <a:effectLst/>
                <a:uLnTx/>
                <a:uFillTx/>
                <a:latin typeface="黑体" panose="02010609060101010101" pitchFamily="49" charset="-122"/>
                <a:ea typeface="黑体" panose="02010609060101010101" pitchFamily="49" charset="-122"/>
                <a:cs typeface="华文新魏" panose="02010800040101010101" pitchFamily="2" charset="-122"/>
                <a:sym typeface="宋体" panose="02010600030101010101" pitchFamily="2" charset="-122"/>
              </a:rPr>
              <a:t>聚类</a:t>
            </a:r>
            <a:r>
              <a:rPr kumimoji="1" lang="zh-CN" altLang="en-US" sz="3600" b="1" i="0" u="none" strike="noStrike" kern="0" cap="none" spc="0" normalizeH="0" baseline="0" noProof="1">
                <a:ln>
                  <a:noFill/>
                </a:ln>
                <a:solidFill>
                  <a:srgbClr val="0000FF"/>
                </a:solidFill>
                <a:effectLst/>
                <a:uLnTx/>
                <a:uFillTx/>
                <a:latin typeface="黑体" panose="02010609060101010101" pitchFamily="49" charset="-122"/>
                <a:ea typeface="黑体" panose="02010609060101010101" pitchFamily="49" charset="-122"/>
                <a:cs typeface="华文新魏" panose="02010800040101010101" pitchFamily="2" charset="-122"/>
                <a:sym typeface="宋体" panose="02010600030101010101" pitchFamily="2" charset="-122"/>
              </a:rPr>
              <a:t>算</a:t>
            </a:r>
            <a:r>
              <a:rPr kumimoji="1" lang="en-US" altLang="zh-CN" sz="3600" b="1" i="0" u="none" strike="noStrike" kern="0" cap="none" spc="0" normalizeH="0" baseline="0" noProof="1">
                <a:ln>
                  <a:noFill/>
                </a:ln>
                <a:solidFill>
                  <a:srgbClr val="0000FF"/>
                </a:solidFill>
                <a:effectLst/>
                <a:uLnTx/>
                <a:uFillTx/>
                <a:latin typeface="黑体" panose="02010609060101010101" pitchFamily="49" charset="-122"/>
                <a:ea typeface="黑体" panose="02010609060101010101" pitchFamily="49" charset="-122"/>
                <a:cs typeface="华文新魏" panose="02010800040101010101" pitchFamily="2" charset="-122"/>
                <a:sym typeface="宋体" panose="02010600030101010101" pitchFamily="2" charset="-122"/>
              </a:rPr>
              <a:t>法</a:t>
            </a:r>
            <a:endParaRPr kumimoji="1" lang="zh-CN" altLang="en-US" sz="3600" b="1" i="0" u="none" strike="noStrike" kern="1200" cap="none" spc="0" normalizeH="0" baseline="0" noProof="0" dirty="0">
              <a:ln>
                <a:noFill/>
              </a:ln>
              <a:solidFill>
                <a:srgbClr val="0000CC"/>
              </a:solidFill>
              <a:effectLst>
                <a:outerShdw blurRad="38100" dist="38100" dir="2700000" algn="tl">
                  <a:srgbClr val="C0C0C0"/>
                </a:outerShdw>
              </a:effectLst>
              <a:uLnTx/>
              <a:uFillTx/>
              <a:latin typeface="黑体" panose="02010609060101010101" pitchFamily="49" charset="-122"/>
              <a:ea typeface="黑体" panose="02010609060101010101" pitchFamily="49" charset="-122"/>
              <a:cs typeface="华文新魏" panose="02010800040101010101" pitchFamily="2" charset="-122"/>
            </a:endParaRPr>
          </a:p>
        </p:txBody>
      </p:sp>
    </p:spTree>
  </p:cSld>
  <p:clrMapOvr>
    <a:masterClrMapping/>
  </p:clrMapOvr>
  <p:transition/>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116738" name="Picture 2"/>
          <p:cNvPicPr>
            <a:picLocks noChangeAspect="1"/>
          </p:cNvPicPr>
          <p:nvPr/>
        </p:nvPicPr>
        <p:blipFill>
          <a:blip r:embed="rId1"/>
          <a:stretch>
            <a:fillRect/>
          </a:stretch>
        </p:blipFill>
        <p:spPr>
          <a:xfrm>
            <a:off x="1166813" y="2205038"/>
            <a:ext cx="7048500" cy="3171825"/>
          </a:xfrm>
          <a:prstGeom prst="rect">
            <a:avLst/>
          </a:prstGeom>
          <a:noFill/>
          <a:ln w="9525">
            <a:noFill/>
          </a:ln>
        </p:spPr>
      </p:pic>
      <p:sp>
        <p:nvSpPr>
          <p:cNvPr id="5" name="Rectangle 2"/>
          <p:cNvSpPr>
            <a:spLocks noGrp="1" noChangeArrowheads="1"/>
          </p:cNvSpPr>
          <p:nvPr>
            <p:ph type="title"/>
          </p:nvPr>
        </p:nvSpPr>
        <p:spPr>
          <a:xfrm>
            <a:off x="1071563" y="836613"/>
            <a:ext cx="7143750" cy="609600"/>
          </a:xfrm>
        </p:spPr>
        <p:txBody>
          <a:bodyPr vert="horz" wrap="square" lIns="91440" tIns="45720" rIns="91440" bIns="45720" numCol="1" anchor="b" anchorCtr="0" compatLnSpc="1">
            <a:noAutofit/>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en-US" altLang="zh-CN" sz="3600" b="1" i="0" u="none" strike="noStrike" kern="1200" cap="none" spc="0" normalizeH="0" baseline="0" noProof="0" dirty="0">
                <a:ln>
                  <a:noFill/>
                </a:ln>
                <a:solidFill>
                  <a:srgbClr val="0000CC"/>
                </a:solidFill>
                <a:effectLst>
                  <a:outerShdw blurRad="38100" dist="38100" dir="2700000" algn="tl">
                    <a:srgbClr val="C0C0C0"/>
                  </a:outerShdw>
                </a:effectLst>
                <a:uLnTx/>
                <a:uFillTx/>
                <a:latin typeface="黑体" panose="02010609060101010101" pitchFamily="49" charset="-122"/>
                <a:ea typeface="黑体" panose="02010609060101010101" pitchFamily="49" charset="-122"/>
                <a:cs typeface="华文新魏" panose="02010800040101010101" pitchFamily="2" charset="-122"/>
              </a:rPr>
              <a:t>4.3 </a:t>
            </a:r>
            <a:r>
              <a:rPr kumimoji="1" lang="zh-CN" altLang="en-US" sz="3600" b="1" i="0" u="none" strike="noStrike" kern="0" cap="none" spc="0" normalizeH="0" baseline="0" noProof="1">
                <a:ln>
                  <a:noFill/>
                </a:ln>
                <a:solidFill>
                  <a:srgbClr val="0000FF"/>
                </a:solidFill>
                <a:effectLst/>
                <a:uLnTx/>
                <a:uFillTx/>
                <a:latin typeface="黑体" panose="02010609060101010101" pitchFamily="49" charset="-122"/>
                <a:ea typeface="黑体" panose="02010609060101010101" pitchFamily="49" charset="-122"/>
                <a:cs typeface="华文新魏" panose="02010800040101010101" pitchFamily="2" charset="-122"/>
                <a:sym typeface="宋体" panose="02010600030101010101" pitchFamily="2" charset="-122"/>
              </a:rPr>
              <a:t>层次</a:t>
            </a:r>
            <a:r>
              <a:rPr kumimoji="1" lang="en-US" altLang="zh-CN" sz="3600" b="1" i="0" u="none" strike="noStrike" kern="0" cap="none" spc="0" normalizeH="0" baseline="0" noProof="1">
                <a:ln>
                  <a:noFill/>
                </a:ln>
                <a:solidFill>
                  <a:srgbClr val="0000FF"/>
                </a:solidFill>
                <a:effectLst/>
                <a:uLnTx/>
                <a:uFillTx/>
                <a:latin typeface="黑体" panose="02010609060101010101" pitchFamily="49" charset="-122"/>
                <a:ea typeface="黑体" panose="02010609060101010101" pitchFamily="49" charset="-122"/>
                <a:cs typeface="华文新魏" panose="02010800040101010101" pitchFamily="2" charset="-122"/>
                <a:sym typeface="宋体" panose="02010600030101010101" pitchFamily="2" charset="-122"/>
              </a:rPr>
              <a:t>聚类</a:t>
            </a:r>
            <a:r>
              <a:rPr kumimoji="1" lang="zh-CN" altLang="en-US" sz="3600" b="1" i="0" u="none" strike="noStrike" kern="0" cap="none" spc="0" normalizeH="0" baseline="0" noProof="1">
                <a:ln>
                  <a:noFill/>
                </a:ln>
                <a:solidFill>
                  <a:srgbClr val="0000FF"/>
                </a:solidFill>
                <a:effectLst/>
                <a:uLnTx/>
                <a:uFillTx/>
                <a:latin typeface="黑体" panose="02010609060101010101" pitchFamily="49" charset="-122"/>
                <a:ea typeface="黑体" panose="02010609060101010101" pitchFamily="49" charset="-122"/>
                <a:cs typeface="华文新魏" panose="02010800040101010101" pitchFamily="2" charset="-122"/>
                <a:sym typeface="宋体" panose="02010600030101010101" pitchFamily="2" charset="-122"/>
              </a:rPr>
              <a:t>算</a:t>
            </a:r>
            <a:r>
              <a:rPr kumimoji="1" lang="en-US" altLang="zh-CN" sz="3600" b="1" i="0" u="none" strike="noStrike" kern="0" cap="none" spc="0" normalizeH="0" baseline="0" noProof="1">
                <a:ln>
                  <a:noFill/>
                </a:ln>
                <a:solidFill>
                  <a:srgbClr val="0000FF"/>
                </a:solidFill>
                <a:effectLst/>
                <a:uLnTx/>
                <a:uFillTx/>
                <a:latin typeface="黑体" panose="02010609060101010101" pitchFamily="49" charset="-122"/>
                <a:ea typeface="黑体" panose="02010609060101010101" pitchFamily="49" charset="-122"/>
                <a:cs typeface="华文新魏" panose="02010800040101010101" pitchFamily="2" charset="-122"/>
                <a:sym typeface="宋体" panose="02010600030101010101" pitchFamily="2" charset="-122"/>
              </a:rPr>
              <a:t>法</a:t>
            </a:r>
            <a:endParaRPr kumimoji="1" lang="zh-CN" altLang="en-US" sz="3600" b="1" i="0" u="none" strike="noStrike" kern="1200" cap="none" spc="0" normalizeH="0" baseline="0" noProof="0" dirty="0">
              <a:ln>
                <a:noFill/>
              </a:ln>
              <a:solidFill>
                <a:srgbClr val="0000CC"/>
              </a:solidFill>
              <a:effectLst>
                <a:outerShdw blurRad="38100" dist="38100" dir="2700000" algn="tl">
                  <a:srgbClr val="C0C0C0"/>
                </a:outerShdw>
              </a:effectLst>
              <a:uLnTx/>
              <a:uFillTx/>
              <a:latin typeface="黑体" panose="02010609060101010101" pitchFamily="49" charset="-122"/>
              <a:ea typeface="黑体" panose="02010609060101010101" pitchFamily="49" charset="-122"/>
              <a:cs typeface="华文新魏" panose="02010800040101010101" pitchFamily="2" charset="-122"/>
            </a:endParaRPr>
          </a:p>
        </p:txBody>
      </p:sp>
    </p:spTree>
  </p:cSld>
  <p:clrMapOvr>
    <a:masterClrMapping/>
  </p:clrMapOvr>
  <p:transition/>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4034" name="Text Box 5"/>
          <p:cNvSpPr txBox="1"/>
          <p:nvPr/>
        </p:nvSpPr>
        <p:spPr>
          <a:xfrm>
            <a:off x="3224213" y="0"/>
            <a:ext cx="5919788" cy="706438"/>
          </a:xfrm>
          <a:prstGeom prst="rect">
            <a:avLst/>
          </a:prstGeom>
          <a:noFill/>
          <a:ln w="9525">
            <a:noFill/>
          </a:ln>
        </p:spPr>
        <p:txBody>
          <a:bodyPr>
            <a:spAutoFit/>
          </a:bodyPr>
          <a:lstStyle/>
          <a:p>
            <a:pPr marR="0" algn="ctr" defTabSz="914400" eaLnBrk="1" hangingPunct="1">
              <a:buClrTx/>
              <a:buSzTx/>
              <a:buFontTx/>
              <a:buNone/>
              <a:defRPr/>
            </a:pPr>
            <a:r>
              <a:rPr kumimoji="0" lang="en-US" altLang="zh-CN" sz="4000" b="1" kern="1200" cap="none" spc="0" normalizeH="0" baseline="0" noProof="1">
                <a:solidFill>
                  <a:srgbClr val="0000FF"/>
                </a:solidFill>
                <a:latin typeface="Arial" panose="020B0604020202020204" pitchFamily="34" charset="0"/>
                <a:ea typeface="宋体" panose="02010600030101010101" pitchFamily="2" charset="-122"/>
                <a:cs typeface="+mn-cs"/>
                <a:sym typeface="宋体" panose="02010600030101010101" pitchFamily="2" charset="-122"/>
              </a:rPr>
              <a:t>4.</a:t>
            </a:r>
            <a:r>
              <a:rPr kumimoji="0" lang="en-US" altLang="zh-CN" sz="4000" b="1" kern="1200" cap="none" spc="0" normalizeH="0" baseline="0" noProof="1">
                <a:solidFill>
                  <a:srgbClr val="0000FF"/>
                </a:solidFill>
                <a:latin typeface="Arial" panose="020B0604020202020204" pitchFamily="34" charset="0"/>
                <a:ea typeface="宋体" panose="02010600030101010101" pitchFamily="2" charset="-122"/>
                <a:cs typeface="+mn-cs"/>
                <a:sym typeface="+mn-ea"/>
              </a:rPr>
              <a:t>3</a:t>
            </a:r>
            <a:r>
              <a:rPr kumimoji="1" lang="en-US" altLang="zh-CN" sz="4000" b="1" kern="1200" cap="none" spc="0" normalizeH="0" baseline="0" noProof="0" dirty="0">
                <a:solidFill>
                  <a:srgbClr val="0000CC"/>
                </a:solidFill>
                <a:effectLst>
                  <a:outerShdw blurRad="38100" dist="38100" dir="2700000" algn="tl">
                    <a:srgbClr val="C0C0C0"/>
                  </a:outerShdw>
                </a:effectLst>
                <a:latin typeface="黑体" panose="02010609060101010101" pitchFamily="49" charset="-122"/>
                <a:ea typeface="黑体" panose="02010609060101010101" pitchFamily="49" charset="-122"/>
                <a:cs typeface="华文新魏" panose="02010800040101010101" pitchFamily="2" charset="-122"/>
                <a:sym typeface="+mn-ea"/>
              </a:rPr>
              <a:t> </a:t>
            </a:r>
            <a:r>
              <a:rPr kumimoji="0" lang="en-US" altLang="zh-CN" sz="4000" b="1" kern="1200" cap="none" spc="0" normalizeH="0" baseline="0" noProof="1">
                <a:solidFill>
                  <a:srgbClr val="0000FF"/>
                </a:solidFill>
                <a:latin typeface="Arial" panose="020B0604020202020204" pitchFamily="34" charset="0"/>
                <a:ea typeface="宋体" panose="02010600030101010101" pitchFamily="2" charset="-122"/>
                <a:cs typeface="+mn-cs"/>
                <a:sym typeface="宋体" panose="02010600030101010101" pitchFamily="2" charset="-122"/>
              </a:rPr>
              <a:t>层次聚类算法</a:t>
            </a:r>
            <a:endParaRPr kumimoji="0" lang="en-US" altLang="zh-CN" sz="4000" b="1" kern="1200" cap="none" spc="0" normalizeH="0" baseline="0" noProof="1">
              <a:solidFill>
                <a:srgbClr val="0000FF"/>
              </a:solidFill>
              <a:latin typeface="Arial" panose="020B0604020202020204" pitchFamily="34" charset="0"/>
              <a:ea typeface="宋体" panose="02010600030101010101" pitchFamily="2" charset="-122"/>
              <a:cs typeface="+mn-cs"/>
              <a:sym typeface="宋体" panose="02010600030101010101" pitchFamily="2" charset="-122"/>
            </a:endParaRPr>
          </a:p>
        </p:txBody>
      </p:sp>
      <p:sp>
        <p:nvSpPr>
          <p:cNvPr id="118787" name="文本框 2"/>
          <p:cNvSpPr txBox="1"/>
          <p:nvPr/>
        </p:nvSpPr>
        <p:spPr>
          <a:xfrm>
            <a:off x="839788" y="1022350"/>
            <a:ext cx="7342187" cy="4400550"/>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华文新魏" panose="02010800040101010101" pitchFamily="2" charset="-122"/>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ea typeface="+mn-ea"/>
                <a:cs typeface="华文新魏" panose="02010800040101010101" pitchFamily="2" charset="-122"/>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ea typeface="+mn-ea"/>
                <a:cs typeface="华文新魏" panose="02010800040101010101" pitchFamily="2" charset="-122"/>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ea typeface="+mn-ea"/>
                <a:cs typeface="华文新魏" panose="02010800040101010101" pitchFamily="2" charset="-122"/>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ea typeface="+mn-ea"/>
                <a:cs typeface="华文新魏" panose="02010800040101010101" pitchFamily="2" charset="-122"/>
              </a:defRPr>
            </a:lvl5pPr>
          </a:lstStyle>
          <a:p>
            <a:pPr marL="0" lvl="0" indent="0" eaLnBrk="1" hangingPunct="1">
              <a:spcBef>
                <a:spcPct val="0"/>
              </a:spcBef>
              <a:buClrTx/>
              <a:buSzTx/>
              <a:buFontTx/>
              <a:buNone/>
            </a:pPr>
            <a:r>
              <a:rPr lang="en-US" altLang="zh-CN" sz="2800" b="1" dirty="0">
                <a:latin typeface="宋体" panose="02010600030101010101" pitchFamily="2" charset="-122"/>
              </a:rPr>
              <a:t>    </a:t>
            </a:r>
            <a:r>
              <a:rPr lang="zh-CN" altLang="zh-CN" sz="2800" b="1" dirty="0">
                <a:latin typeface="宋体" panose="02010600030101010101" pitchFamily="2" charset="-122"/>
                <a:sym typeface="宋体" panose="02010600030101010101" pitchFamily="2" charset="-122"/>
              </a:rPr>
              <a:t>使用基于划分的聚类算法（例如</a:t>
            </a:r>
            <a:r>
              <a:rPr lang="zh-CN" altLang="zh-CN" sz="2800" b="1" dirty="0">
                <a:latin typeface="Times New Roman" panose="02020603050405020304" pitchFamily="18" charset="0"/>
                <a:sym typeface="宋体" panose="02010600030101010101" pitchFamily="2" charset="-122"/>
              </a:rPr>
              <a:t>K</a:t>
            </a:r>
            <a:r>
              <a:rPr lang="zh-CN" altLang="zh-CN" sz="2800" b="1" dirty="0">
                <a:latin typeface="宋体" panose="02010600030101010101" pitchFamily="2" charset="-122"/>
                <a:sym typeface="宋体" panose="02010600030101010101" pitchFamily="2" charset="-122"/>
              </a:rPr>
              <a:t>-均值）的一个问题是需要指定聚类的数目</a:t>
            </a:r>
            <a:r>
              <a:rPr lang="zh-CN" altLang="zh-CN" sz="2800" b="1" dirty="0">
                <a:latin typeface="Times New Roman" panose="02020603050405020304" pitchFamily="18" charset="0"/>
                <a:sym typeface="宋体" panose="02010600030101010101" pitchFamily="2" charset="-122"/>
              </a:rPr>
              <a:t>K</a:t>
            </a:r>
            <a:r>
              <a:rPr lang="zh-CN" altLang="zh-CN" sz="2800" b="1" dirty="0">
                <a:latin typeface="宋体" panose="02010600030101010101" pitchFamily="2" charset="-122"/>
                <a:sym typeface="宋体" panose="02010600030101010101" pitchFamily="2" charset="-122"/>
              </a:rPr>
              <a:t>。 </a:t>
            </a:r>
            <a:endParaRPr lang="zh-CN" altLang="zh-CN" sz="2800" b="1" dirty="0">
              <a:latin typeface="宋体" panose="02010600030101010101" pitchFamily="2" charset="-122"/>
              <a:sym typeface="宋体" panose="02010600030101010101" pitchFamily="2" charset="-122"/>
            </a:endParaRPr>
          </a:p>
          <a:p>
            <a:pPr marL="0" lvl="0" indent="0" eaLnBrk="1" hangingPunct="1">
              <a:spcBef>
                <a:spcPct val="0"/>
              </a:spcBef>
              <a:buClrTx/>
              <a:buSzTx/>
              <a:buFontTx/>
              <a:buNone/>
            </a:pPr>
            <a:r>
              <a:rPr lang="zh-CN" altLang="zh-CN" sz="2800" b="1" dirty="0">
                <a:latin typeface="宋体" panose="02010600030101010101" pitchFamily="2" charset="-122"/>
                <a:sym typeface="宋体" panose="02010600030101010101" pitchFamily="2" charset="-122"/>
              </a:rPr>
              <a:t>    然而，在实际应用中，往往</a:t>
            </a:r>
            <a:r>
              <a:rPr lang="en-US" altLang="zh-CN" sz="2800" b="1" dirty="0">
                <a:solidFill>
                  <a:srgbClr val="0000CC"/>
                </a:solidFill>
                <a:latin typeface="Times New Roman" panose="02020603050405020304" pitchFamily="18" charset="0"/>
                <a:sym typeface="宋体" panose="02010600030101010101" pitchFamily="2" charset="-122"/>
              </a:rPr>
              <a:t>不能预先确定簇的数目</a:t>
            </a:r>
            <a:r>
              <a:rPr lang="zh-CN" altLang="zh-CN" sz="2800" b="1" dirty="0">
                <a:latin typeface="宋体" panose="02010600030101010101" pitchFamily="2" charset="-122"/>
                <a:sym typeface="宋体" panose="02010600030101010101" pitchFamily="2" charset="-122"/>
              </a:rPr>
              <a:t>，有时根据数据的不同特点，所需的</a:t>
            </a:r>
            <a:r>
              <a:rPr lang="zh-CN" altLang="zh-CN" sz="2800" b="1" dirty="0">
                <a:latin typeface="Times New Roman" panose="02020603050405020304" pitchFamily="18" charset="0"/>
                <a:sym typeface="宋体" panose="02010600030101010101" pitchFamily="2" charset="-122"/>
              </a:rPr>
              <a:t>K</a:t>
            </a:r>
            <a:r>
              <a:rPr lang="zh-CN" altLang="zh-CN" sz="2800" b="1" dirty="0">
                <a:latin typeface="宋体" panose="02010600030101010101" pitchFamily="2" charset="-122"/>
                <a:sym typeface="宋体" panose="02010600030101010101" pitchFamily="2" charset="-122"/>
              </a:rPr>
              <a:t>值也可能会发生变化。</a:t>
            </a:r>
            <a:endParaRPr lang="zh-CN" altLang="zh-CN" sz="2800" b="1" dirty="0">
              <a:latin typeface="宋体" panose="02010600030101010101" pitchFamily="2" charset="-122"/>
              <a:sym typeface="宋体" panose="02010600030101010101" pitchFamily="2" charset="-122"/>
            </a:endParaRPr>
          </a:p>
          <a:p>
            <a:pPr marL="0" lvl="0" indent="0" eaLnBrk="1" hangingPunct="1">
              <a:spcBef>
                <a:spcPct val="0"/>
              </a:spcBef>
              <a:buClrTx/>
              <a:buSzTx/>
              <a:buFontTx/>
              <a:buNone/>
            </a:pPr>
            <a:r>
              <a:rPr lang="zh-CN" altLang="zh-CN" sz="2800" b="1" dirty="0">
                <a:latin typeface="宋体" panose="02010600030101010101" pitchFamily="2" charset="-122"/>
                <a:sym typeface="宋体" panose="02010600030101010101" pitchFamily="2" charset="-122"/>
              </a:rPr>
              <a:t>    例如对于如下图所示的数据分布：</a:t>
            </a:r>
            <a:endParaRPr lang="zh-CN" altLang="zh-CN" sz="2800" b="1" dirty="0">
              <a:latin typeface="宋体" panose="02010600030101010101" pitchFamily="2" charset="-122"/>
              <a:sym typeface="宋体" panose="02010600030101010101" pitchFamily="2" charset="-122"/>
            </a:endParaRPr>
          </a:p>
          <a:p>
            <a:pPr marL="0" lvl="0" indent="0" eaLnBrk="1" hangingPunct="1">
              <a:spcBef>
                <a:spcPct val="0"/>
              </a:spcBef>
              <a:buClrTx/>
              <a:buSzTx/>
              <a:buFontTx/>
              <a:buNone/>
            </a:pPr>
            <a:endParaRPr lang="zh-CN" altLang="zh-CN" sz="2800" b="1" dirty="0">
              <a:latin typeface="宋体" panose="02010600030101010101" pitchFamily="2" charset="-122"/>
              <a:sym typeface="宋体" panose="02010600030101010101" pitchFamily="2" charset="-122"/>
            </a:endParaRPr>
          </a:p>
          <a:p>
            <a:pPr marL="0" lvl="0" indent="0" eaLnBrk="1" hangingPunct="1">
              <a:spcBef>
                <a:spcPct val="0"/>
              </a:spcBef>
              <a:buClrTx/>
              <a:buSzTx/>
              <a:buFontTx/>
              <a:buNone/>
            </a:pPr>
            <a:endParaRPr lang="zh-CN" altLang="zh-CN" sz="2800" b="1" dirty="0">
              <a:latin typeface="宋体" panose="02010600030101010101" pitchFamily="2" charset="-122"/>
              <a:sym typeface="宋体" panose="02010600030101010101" pitchFamily="2" charset="-122"/>
            </a:endParaRPr>
          </a:p>
          <a:p>
            <a:pPr marL="0" lvl="0" indent="0" eaLnBrk="1" hangingPunct="1">
              <a:spcBef>
                <a:spcPct val="0"/>
              </a:spcBef>
              <a:buClrTx/>
              <a:buSzTx/>
              <a:buFontTx/>
              <a:buNone/>
            </a:pPr>
            <a:endParaRPr lang="zh-CN" altLang="zh-CN" sz="2800" b="1" dirty="0">
              <a:latin typeface="宋体" panose="02010600030101010101" pitchFamily="2" charset="-122"/>
              <a:sym typeface="宋体" panose="02010600030101010101" pitchFamily="2" charset="-122"/>
            </a:endParaRPr>
          </a:p>
          <a:p>
            <a:pPr marL="0" lvl="0" indent="0" eaLnBrk="1" hangingPunct="1">
              <a:spcBef>
                <a:spcPct val="0"/>
              </a:spcBef>
              <a:buClrTx/>
              <a:buSzTx/>
              <a:buFontTx/>
              <a:buNone/>
            </a:pPr>
            <a:endParaRPr lang="zh-CN" altLang="zh-CN" sz="2800" b="1" dirty="0">
              <a:latin typeface="宋体" panose="02010600030101010101" pitchFamily="2" charset="-122"/>
              <a:sym typeface="宋体" panose="02010600030101010101" pitchFamily="2" charset="-122"/>
            </a:endParaRPr>
          </a:p>
        </p:txBody>
      </p:sp>
      <p:graphicFrame>
        <p:nvGraphicFramePr>
          <p:cNvPr id="118788" name="内容占位符 -2147482526"/>
          <p:cNvGraphicFramePr>
            <a:graphicFrameLocks noGrp="1" noChangeAspect="1"/>
          </p:cNvGraphicFramePr>
          <p:nvPr>
            <p:ph sz="quarter" idx="1"/>
          </p:nvPr>
        </p:nvGraphicFramePr>
        <p:xfrm>
          <a:off x="1858963" y="3805238"/>
          <a:ext cx="5824537" cy="2200275"/>
        </p:xfrm>
        <a:graphic>
          <a:graphicData uri="http://schemas.openxmlformats.org/presentationml/2006/ole">
            <mc:AlternateContent xmlns:mc="http://schemas.openxmlformats.org/markup-compatibility/2006">
              <mc:Choice xmlns:v="urn:schemas-microsoft-com:vml" Requires="v">
                <p:oleObj spid="_x0000_s3180" name="" r:id="rId1" imgW="5588000" imgH="2120900" progId="Visio.Drawing.15">
                  <p:embed/>
                </p:oleObj>
              </mc:Choice>
              <mc:Fallback>
                <p:oleObj name="" r:id="rId1" imgW="5588000" imgH="2120900" progId="Visio.Drawing.15">
                  <p:embed/>
                  <p:pic>
                    <p:nvPicPr>
                      <p:cNvPr id="0" name="图片 3179"/>
                      <p:cNvPicPr/>
                      <p:nvPr/>
                    </p:nvPicPr>
                    <p:blipFill>
                      <a:blip r:embed="rId2"/>
                      <a:srcRect/>
                      <a:stretch>
                        <a:fillRect/>
                      </a:stretch>
                    </p:blipFill>
                    <p:spPr>
                      <a:xfrm>
                        <a:off x="1858963" y="3805238"/>
                        <a:ext cx="5824537" cy="2200275"/>
                      </a:xfrm>
                      <a:prstGeom prst="rect">
                        <a:avLst/>
                      </a:prstGeom>
                      <a:noFill/>
                      <a:ln w="38100">
                        <a:miter/>
                      </a:ln>
                    </p:spPr>
                  </p:pic>
                </p:oleObj>
              </mc:Fallback>
            </mc:AlternateContent>
          </a:graphicData>
        </a:graphic>
      </p:graphicFrame>
    </p:spTree>
  </p:cSld>
  <p:clrMapOvr>
    <a:masterClrMapping/>
  </p:clrMapOvr>
  <p:transition/>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文本框 2"/>
          <p:cNvSpPr txBox="1"/>
          <p:nvPr/>
        </p:nvSpPr>
        <p:spPr>
          <a:xfrm>
            <a:off x="784225" y="3454400"/>
            <a:ext cx="7340600" cy="1814513"/>
          </a:xfrm>
          <a:prstGeom prst="rect">
            <a:avLst/>
          </a:prstGeom>
          <a:noFill/>
        </p:spPr>
        <p:txBody>
          <a:bodyPr>
            <a:spAutoFit/>
          </a:bodyPr>
          <a:lstStyle/>
          <a:p>
            <a:pPr marR="0" defTabSz="914400" eaLnBrk="1" hangingPunct="1">
              <a:buClrTx/>
              <a:buSzTx/>
              <a:buFontTx/>
              <a:buNone/>
              <a:defRPr/>
            </a:pPr>
            <a:r>
              <a:rPr kumimoji="0" lang="en-US" sz="2800" b="1" kern="1200" cap="none" spc="0" normalizeH="0" baseline="0" noProof="1">
                <a:latin typeface="宋体" panose="02010600030101010101" pitchFamily="2" charset="-122"/>
                <a:ea typeface="宋体" panose="02010600030101010101" pitchFamily="2" charset="-122"/>
                <a:cs typeface="+mn-cs"/>
                <a:sym typeface="+mn-ea"/>
              </a:rPr>
              <a:t>    </a:t>
            </a:r>
            <a:r>
              <a:rPr kumimoji="0" sz="2800" b="1" kern="1200" cap="none" spc="0" normalizeH="0" baseline="0" noProof="1">
                <a:latin typeface="宋体" panose="02010600030101010101" pitchFamily="2" charset="-122"/>
                <a:ea typeface="宋体" panose="02010600030101010101" pitchFamily="2" charset="-122"/>
                <a:cs typeface="+mn-cs"/>
                <a:sym typeface="+mn-ea"/>
              </a:rPr>
              <a:t>直观地，将上图中所示的数据划分为2个簇，4个簇或甚至16个簇都是合理的。</a:t>
            </a:r>
            <a:endParaRPr kumimoji="0" sz="2800" b="1" kern="1200" cap="none" spc="0" normalizeH="0" baseline="0" noProof="1">
              <a:latin typeface="宋体" panose="02010600030101010101" pitchFamily="2" charset="-122"/>
              <a:ea typeface="宋体" panose="02010600030101010101" pitchFamily="2" charset="-122"/>
              <a:cs typeface="+mn-cs"/>
              <a:sym typeface="+mn-ea"/>
            </a:endParaRPr>
          </a:p>
          <a:p>
            <a:pPr marR="0" defTabSz="914400" eaLnBrk="1" hangingPunct="1">
              <a:buClrTx/>
              <a:buSzTx/>
              <a:buFontTx/>
              <a:buNone/>
              <a:defRPr/>
            </a:pPr>
            <a:r>
              <a:rPr kumimoji="0" sz="2800" b="1" kern="1200" cap="none" spc="0" normalizeH="0" baseline="0" noProof="1">
                <a:latin typeface="宋体" panose="02010600030101010101" pitchFamily="2" charset="-122"/>
                <a:ea typeface="宋体" panose="02010600030101010101" pitchFamily="2" charset="-122"/>
                <a:cs typeface="+mn-cs"/>
                <a:sym typeface="+mn-ea"/>
              </a:rPr>
              <a:t>    因此，特定数据集应该聚成多少个簇通常取决于我们研究</a:t>
            </a:r>
            <a:r>
              <a:rPr kumimoji="1" lang="en-US" altLang="zh-CN" sz="2800" b="1" kern="0" cap="none" spc="0" normalizeH="0" baseline="0" noProof="0" dirty="0">
                <a:effectLst>
                  <a:outerShdw blurRad="38100" dist="38100" dir="2700000" algn="tl">
                    <a:srgbClr val="C0C0C0"/>
                  </a:outerShdw>
                </a:effectLst>
                <a:latin typeface="Times New Roman" panose="02020603050405020304" pitchFamily="18" charset="0"/>
                <a:ea typeface="宋体" panose="02010600030101010101" pitchFamily="2" charset="-122"/>
                <a:cs typeface="Times New Roman" panose="02020603050405020304" pitchFamily="18" charset="0"/>
                <a:sym typeface="+mn-ea"/>
              </a:rPr>
              <a:t>该</a:t>
            </a:r>
            <a:r>
              <a:rPr kumimoji="1" lang="en-US" altLang="zh-CN" sz="2800" b="1" kern="0" cap="none" spc="0" normalizeH="0" baseline="0" noProof="0" dirty="0">
                <a:solidFill>
                  <a:srgbClr val="0000CC"/>
                </a:solidFill>
                <a:latin typeface="微软雅黑" panose="020B0503020204020204" pitchFamily="34" charset="-122"/>
                <a:ea typeface="微软雅黑" panose="020B0503020204020204" pitchFamily="34" charset="-122"/>
                <a:cs typeface="Times New Roman" panose="02020603050405020304" pitchFamily="18" charset="0"/>
                <a:sym typeface="+mn-ea"/>
              </a:rPr>
              <a:t>数据集的尺度</a:t>
            </a:r>
            <a:r>
              <a:rPr kumimoji="0" lang="zh-CN" sz="2800" b="1" kern="1200" cap="none" spc="0" normalizeH="0" baseline="0" noProof="1">
                <a:latin typeface="宋体" panose="02010600030101010101" pitchFamily="2" charset="-122"/>
                <a:ea typeface="宋体" panose="02010600030101010101" pitchFamily="2" charset="-122"/>
                <a:cs typeface="+mn-cs"/>
                <a:sym typeface="+mn-ea"/>
              </a:rPr>
              <a:t>。</a:t>
            </a:r>
            <a:endParaRPr kumimoji="0" lang="zh-CN" sz="2800" b="1" kern="1200" cap="none" spc="0" normalizeH="0" baseline="0" noProof="1">
              <a:latin typeface="宋体" panose="02010600030101010101" pitchFamily="2" charset="-122"/>
              <a:ea typeface="宋体" panose="02010600030101010101" pitchFamily="2" charset="-122"/>
              <a:cs typeface="+mn-cs"/>
              <a:sym typeface="+mn-ea"/>
            </a:endParaRPr>
          </a:p>
        </p:txBody>
      </p:sp>
      <p:graphicFrame>
        <p:nvGraphicFramePr>
          <p:cNvPr id="119811" name="内容占位符 -2147482526"/>
          <p:cNvGraphicFramePr>
            <a:graphicFrameLocks noGrp="1" noChangeAspect="1"/>
          </p:cNvGraphicFramePr>
          <p:nvPr>
            <p:ph sz="quarter" idx="1"/>
          </p:nvPr>
        </p:nvGraphicFramePr>
        <p:xfrm>
          <a:off x="1730375" y="987425"/>
          <a:ext cx="5448300" cy="2057400"/>
        </p:xfrm>
        <a:graphic>
          <a:graphicData uri="http://schemas.openxmlformats.org/presentationml/2006/ole">
            <mc:AlternateContent xmlns:mc="http://schemas.openxmlformats.org/markup-compatibility/2006">
              <mc:Choice xmlns:v="urn:schemas-microsoft-com:vml" Requires="v">
                <p:oleObj spid="_x0000_s3179" name="" r:id="rId1" imgW="5588000" imgH="2120900" progId="Visio.Drawing.15">
                  <p:embed/>
                </p:oleObj>
              </mc:Choice>
              <mc:Fallback>
                <p:oleObj name="" r:id="rId1" imgW="5588000" imgH="2120900" progId="Visio.Drawing.15">
                  <p:embed/>
                  <p:pic>
                    <p:nvPicPr>
                      <p:cNvPr id="0" name="图片 3178"/>
                      <p:cNvPicPr/>
                      <p:nvPr/>
                    </p:nvPicPr>
                    <p:blipFill>
                      <a:blip r:embed="rId2"/>
                      <a:srcRect/>
                      <a:stretch>
                        <a:fillRect/>
                      </a:stretch>
                    </p:blipFill>
                    <p:spPr>
                      <a:xfrm>
                        <a:off x="1730375" y="987425"/>
                        <a:ext cx="5448300" cy="2057400"/>
                      </a:xfrm>
                      <a:prstGeom prst="rect">
                        <a:avLst/>
                      </a:prstGeom>
                      <a:noFill/>
                      <a:ln w="38100">
                        <a:miter/>
                      </a:ln>
                    </p:spPr>
                  </p:pic>
                </p:oleObj>
              </mc:Fallback>
            </mc:AlternateContent>
          </a:graphicData>
        </a:graphic>
      </p:graphicFrame>
      <p:sp>
        <p:nvSpPr>
          <p:cNvPr id="2" name="Text Box 5"/>
          <p:cNvSpPr txBox="1"/>
          <p:nvPr/>
        </p:nvSpPr>
        <p:spPr>
          <a:xfrm>
            <a:off x="3224213" y="0"/>
            <a:ext cx="5919788" cy="706438"/>
          </a:xfrm>
          <a:prstGeom prst="rect">
            <a:avLst/>
          </a:prstGeom>
          <a:noFill/>
          <a:ln w="9525">
            <a:noFill/>
          </a:ln>
        </p:spPr>
        <p:txBody>
          <a:bodyPr>
            <a:spAutoFit/>
          </a:bodyPr>
          <a:lstStyle/>
          <a:p>
            <a:pPr marR="0" algn="ctr" defTabSz="914400" eaLnBrk="1" hangingPunct="1">
              <a:buClrTx/>
              <a:buSzTx/>
              <a:buFontTx/>
              <a:buNone/>
              <a:defRPr/>
            </a:pPr>
            <a:r>
              <a:rPr kumimoji="0" lang="en-US" altLang="zh-CN" sz="4000" b="1" kern="1200" cap="none" spc="0" normalizeH="0" baseline="0" noProof="1">
                <a:solidFill>
                  <a:srgbClr val="0000FF"/>
                </a:solidFill>
                <a:latin typeface="Arial" panose="020B0604020202020204" pitchFamily="34" charset="0"/>
                <a:ea typeface="宋体" panose="02010600030101010101" pitchFamily="2" charset="-122"/>
                <a:cs typeface="+mn-cs"/>
                <a:sym typeface="宋体" panose="02010600030101010101" pitchFamily="2" charset="-122"/>
              </a:rPr>
              <a:t>4.</a:t>
            </a:r>
            <a:r>
              <a:rPr kumimoji="0" lang="en-US" altLang="zh-CN" sz="4000" b="1" kern="1200" cap="none" spc="0" normalizeH="0" baseline="0" noProof="1">
                <a:solidFill>
                  <a:srgbClr val="0000FF"/>
                </a:solidFill>
                <a:latin typeface="Arial" panose="020B0604020202020204" pitchFamily="34" charset="0"/>
                <a:ea typeface="宋体" panose="02010600030101010101" pitchFamily="2" charset="-122"/>
                <a:cs typeface="+mn-cs"/>
                <a:sym typeface="+mn-ea"/>
              </a:rPr>
              <a:t>3</a:t>
            </a:r>
            <a:r>
              <a:rPr kumimoji="1" lang="en-US" altLang="zh-CN" sz="4000" b="1" kern="1200" cap="none" spc="0" normalizeH="0" baseline="0" noProof="0" dirty="0">
                <a:solidFill>
                  <a:srgbClr val="0000CC"/>
                </a:solidFill>
                <a:effectLst>
                  <a:outerShdw blurRad="38100" dist="38100" dir="2700000" algn="tl">
                    <a:srgbClr val="C0C0C0"/>
                  </a:outerShdw>
                </a:effectLst>
                <a:latin typeface="黑体" panose="02010609060101010101" pitchFamily="49" charset="-122"/>
                <a:ea typeface="黑体" panose="02010609060101010101" pitchFamily="49" charset="-122"/>
                <a:cs typeface="华文新魏" panose="02010800040101010101" pitchFamily="2" charset="-122"/>
                <a:sym typeface="+mn-ea"/>
              </a:rPr>
              <a:t> </a:t>
            </a:r>
            <a:r>
              <a:rPr kumimoji="0" lang="en-US" altLang="zh-CN" sz="4000" b="1" kern="1200" cap="none" spc="0" normalizeH="0" baseline="0" noProof="1">
                <a:solidFill>
                  <a:srgbClr val="0000FF"/>
                </a:solidFill>
                <a:latin typeface="Arial" panose="020B0604020202020204" pitchFamily="34" charset="0"/>
                <a:ea typeface="宋体" panose="02010600030101010101" pitchFamily="2" charset="-122"/>
                <a:cs typeface="+mn-cs"/>
                <a:sym typeface="宋体" panose="02010600030101010101" pitchFamily="2" charset="-122"/>
              </a:rPr>
              <a:t>层次聚类算法</a:t>
            </a:r>
            <a:endParaRPr kumimoji="0" lang="en-US" altLang="zh-CN" sz="4000" b="1" kern="1200" cap="none" spc="0" normalizeH="0" baseline="0" noProof="1">
              <a:solidFill>
                <a:srgbClr val="0000FF"/>
              </a:solidFill>
              <a:latin typeface="Arial" panose="020B0604020202020204" pitchFamily="34" charset="0"/>
              <a:ea typeface="宋体" panose="02010600030101010101" pitchFamily="2" charset="-122"/>
              <a:cs typeface="+mn-cs"/>
              <a:sym typeface="宋体" panose="02010600030101010101" pitchFamily="2" charset="-122"/>
            </a:endParaRPr>
          </a:p>
        </p:txBody>
      </p:sp>
    </p:spTree>
  </p:cSld>
  <p:clrMapOvr>
    <a:masterClrMapping/>
  </p:clrMapOvr>
  <p:transition/>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0834" name="文本框 2"/>
          <p:cNvSpPr txBox="1"/>
          <p:nvPr/>
        </p:nvSpPr>
        <p:spPr>
          <a:xfrm>
            <a:off x="250825" y="1022350"/>
            <a:ext cx="8785225" cy="5248275"/>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华文新魏" panose="02010800040101010101" pitchFamily="2" charset="-122"/>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ea typeface="+mn-ea"/>
                <a:cs typeface="华文新魏" panose="02010800040101010101" pitchFamily="2" charset="-122"/>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ea typeface="+mn-ea"/>
                <a:cs typeface="华文新魏" panose="02010800040101010101" pitchFamily="2" charset="-122"/>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ea typeface="+mn-ea"/>
                <a:cs typeface="华文新魏" panose="02010800040101010101" pitchFamily="2" charset="-122"/>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ea typeface="+mn-ea"/>
                <a:cs typeface="华文新魏" panose="02010800040101010101" pitchFamily="2" charset="-122"/>
              </a:defRPr>
            </a:lvl5pPr>
          </a:lstStyle>
          <a:p>
            <a:pPr marL="0" lvl="0" indent="0" eaLnBrk="1" hangingPunct="1">
              <a:lnSpc>
                <a:spcPct val="110000"/>
              </a:lnSpc>
              <a:spcBef>
                <a:spcPct val="0"/>
              </a:spcBef>
              <a:buClrTx/>
              <a:buSzTx/>
              <a:buFontTx/>
              <a:buNone/>
            </a:pPr>
            <a:r>
              <a:rPr lang="en-US" altLang="zh-CN" sz="2800" b="1" dirty="0">
                <a:latin typeface="宋体" panose="02010600030101010101" pitchFamily="2" charset="-122"/>
              </a:rPr>
              <a:t>    </a:t>
            </a:r>
            <a:r>
              <a:rPr lang="zh-CN" altLang="zh-CN" sz="2800" b="1" dirty="0">
                <a:latin typeface="宋体" panose="02010600030101010101" pitchFamily="2" charset="-122"/>
                <a:sym typeface="宋体" panose="02010600030101010101" pitchFamily="2" charset="-122"/>
              </a:rPr>
              <a:t>层次聚类算法主要分为</a:t>
            </a:r>
            <a:r>
              <a:rPr lang="en-US" altLang="zh-CN" sz="2800" b="1" dirty="0">
                <a:solidFill>
                  <a:srgbClr val="0000CC"/>
                </a:solidFill>
                <a:latin typeface="宋体" panose="02010600030101010101" pitchFamily="2" charset="-122"/>
                <a:sym typeface="宋体" panose="02010600030101010101" pitchFamily="2" charset="-122"/>
              </a:rPr>
              <a:t>分裂的</a:t>
            </a:r>
            <a:r>
              <a:rPr lang="zh-CN" altLang="zh-CN" sz="2800" b="1" dirty="0">
                <a:latin typeface="宋体" panose="02010600030101010101" pitchFamily="2" charset="-122"/>
                <a:sym typeface="宋体" panose="02010600030101010101" pitchFamily="2" charset="-122"/>
              </a:rPr>
              <a:t>和</a:t>
            </a:r>
            <a:r>
              <a:rPr lang="en-US" altLang="zh-CN" sz="2800" b="1" dirty="0">
                <a:solidFill>
                  <a:srgbClr val="0000CC"/>
                </a:solidFill>
                <a:latin typeface="宋体" panose="02010600030101010101" pitchFamily="2" charset="-122"/>
                <a:sym typeface="宋体" panose="02010600030101010101" pitchFamily="2" charset="-122"/>
              </a:rPr>
              <a:t>凝聚的</a:t>
            </a:r>
            <a:r>
              <a:rPr lang="zh-CN" altLang="zh-CN" sz="2800" b="1" dirty="0">
                <a:latin typeface="宋体" panose="02010600030101010101" pitchFamily="2" charset="-122"/>
                <a:sym typeface="宋体" panose="02010600030101010101" pitchFamily="2" charset="-122"/>
              </a:rPr>
              <a:t>两类，具体决于其层次结构是“</a:t>
            </a:r>
            <a:r>
              <a:rPr lang="en-US" altLang="zh-CN" sz="2800" b="1" dirty="0">
                <a:solidFill>
                  <a:srgbClr val="0000CC"/>
                </a:solidFill>
                <a:latin typeface="宋体" panose="02010600030101010101" pitchFamily="2" charset="-122"/>
                <a:sym typeface="宋体" panose="02010600030101010101" pitchFamily="2" charset="-122"/>
              </a:rPr>
              <a:t>自上而下</a:t>
            </a:r>
            <a:r>
              <a:rPr lang="zh-CN" altLang="zh-CN" sz="2800" b="1" dirty="0">
                <a:latin typeface="宋体" panose="02010600030101010101" pitchFamily="2" charset="-122"/>
                <a:sym typeface="宋体" panose="02010600030101010101" pitchFamily="2" charset="-122"/>
              </a:rPr>
              <a:t>”还是“</a:t>
            </a:r>
            <a:r>
              <a:rPr lang="en-US" altLang="zh-CN" sz="2800" b="1" dirty="0">
                <a:solidFill>
                  <a:srgbClr val="0000CC"/>
                </a:solidFill>
                <a:latin typeface="宋体" panose="02010600030101010101" pitchFamily="2" charset="-122"/>
                <a:sym typeface="宋体" panose="02010600030101010101" pitchFamily="2" charset="-122"/>
              </a:rPr>
              <a:t>自下而上</a:t>
            </a:r>
            <a:r>
              <a:rPr lang="zh-CN" altLang="zh-CN" sz="2800" b="1" dirty="0">
                <a:latin typeface="宋体" panose="02010600030101010101" pitchFamily="2" charset="-122"/>
                <a:sym typeface="宋体" panose="02010600030101010101" pitchFamily="2" charset="-122"/>
              </a:rPr>
              <a:t>”的。</a:t>
            </a:r>
            <a:endParaRPr lang="zh-CN" altLang="zh-CN" sz="2800" b="1" dirty="0">
              <a:latin typeface="宋体" panose="02010600030101010101" pitchFamily="2" charset="-122"/>
              <a:sym typeface="宋体" panose="02010600030101010101" pitchFamily="2" charset="-122"/>
            </a:endParaRPr>
          </a:p>
          <a:p>
            <a:pPr marL="0" lvl="0" indent="0" eaLnBrk="1" hangingPunct="1">
              <a:lnSpc>
                <a:spcPct val="110000"/>
              </a:lnSpc>
              <a:spcBef>
                <a:spcPct val="0"/>
              </a:spcBef>
              <a:buClrTx/>
              <a:buSzTx/>
              <a:buFontTx/>
              <a:buNone/>
            </a:pPr>
            <a:r>
              <a:rPr lang="zh-CN" altLang="zh-CN" sz="2800" b="1" dirty="0">
                <a:latin typeface="宋体" panose="02010600030101010101" pitchFamily="2" charset="-122"/>
                <a:sym typeface="宋体" panose="02010600030101010101" pitchFamily="2" charset="-122"/>
              </a:rPr>
              <a:t>    </a:t>
            </a:r>
            <a:r>
              <a:rPr lang="en-US" altLang="zh-CN" sz="2800" b="1" dirty="0">
                <a:solidFill>
                  <a:srgbClr val="0000CC"/>
                </a:solidFill>
                <a:latin typeface="微软雅黑" panose="020B0503020204020204" pitchFamily="34" charset="-122"/>
                <a:ea typeface="微软雅黑" panose="020B0503020204020204" pitchFamily="34" charset="-122"/>
                <a:sym typeface="宋体" panose="02010600030101010101" pitchFamily="2" charset="-122"/>
              </a:rPr>
              <a:t>分裂方法</a:t>
            </a:r>
            <a:r>
              <a:rPr lang="zh-CN" altLang="zh-CN" sz="2800" b="1" dirty="0">
                <a:latin typeface="宋体" panose="02010600030101010101" pitchFamily="2" charset="-122"/>
                <a:sym typeface="宋体" panose="02010600030101010101" pitchFamily="2" charset="-122"/>
              </a:rPr>
              <a:t>：自</a:t>
            </a:r>
            <a:r>
              <a:rPr lang="zh-CN" altLang="zh-CN" sz="2800" b="1" dirty="0">
                <a:latin typeface="微软雅黑" panose="020B0503020204020204" pitchFamily="34" charset="-122"/>
                <a:ea typeface="微软雅黑" panose="020B0503020204020204" pitchFamily="34" charset="-122"/>
                <a:sym typeface="宋体" panose="02010600030101010101" pitchFamily="2" charset="-122"/>
              </a:rPr>
              <a:t>上</a:t>
            </a:r>
            <a:r>
              <a:rPr lang="zh-CN" altLang="zh-CN" sz="2800" b="1" dirty="0">
                <a:latin typeface="宋体" panose="02010600030101010101" pitchFamily="2" charset="-122"/>
                <a:sym typeface="宋体" panose="02010600030101010101" pitchFamily="2" charset="-122"/>
              </a:rPr>
              <a:t>而下，首先把所有样本数据归为同一个聚类簇。然后递归地把这些聚类簇划分成更小的子聚类簇，直到每一个样本都单独作为一个聚类簇，或满足某个终止条件。常见的基于分裂方的的算法有层次</a:t>
            </a:r>
            <a:r>
              <a:rPr lang="zh-CN" altLang="zh-CN" sz="2800" b="1" dirty="0">
                <a:latin typeface="Times New Roman" panose="02020603050405020304" pitchFamily="18" charset="0"/>
                <a:sym typeface="宋体" panose="02010600030101010101" pitchFamily="2" charset="-122"/>
              </a:rPr>
              <a:t>K</a:t>
            </a:r>
            <a:r>
              <a:rPr lang="zh-CN" altLang="zh-CN" sz="2800" b="1" dirty="0">
                <a:latin typeface="宋体" panose="02010600030101010101" pitchFamily="2" charset="-122"/>
                <a:sym typeface="宋体" panose="02010600030101010101" pitchFamily="2" charset="-122"/>
              </a:rPr>
              <a:t>-均值算法。</a:t>
            </a:r>
            <a:endParaRPr lang="zh-CN" altLang="zh-CN" sz="2800" b="1" dirty="0">
              <a:latin typeface="宋体" panose="02010600030101010101" pitchFamily="2" charset="-122"/>
              <a:sym typeface="宋体" panose="02010600030101010101" pitchFamily="2" charset="-122"/>
            </a:endParaRPr>
          </a:p>
          <a:p>
            <a:pPr marL="0" lvl="0" indent="0" eaLnBrk="1" hangingPunct="1">
              <a:lnSpc>
                <a:spcPct val="110000"/>
              </a:lnSpc>
              <a:spcBef>
                <a:spcPct val="0"/>
              </a:spcBef>
              <a:buClrTx/>
              <a:buSzTx/>
              <a:buFontTx/>
              <a:buNone/>
            </a:pPr>
            <a:r>
              <a:rPr lang="zh-CN" altLang="zh-CN" sz="2800" b="1" dirty="0">
                <a:latin typeface="宋体" panose="02010600030101010101" pitchFamily="2" charset="-122"/>
                <a:sym typeface="宋体" panose="02010600030101010101" pitchFamily="2" charset="-122"/>
              </a:rPr>
              <a:t>    </a:t>
            </a:r>
            <a:r>
              <a:rPr lang="en-US" altLang="zh-CN" sz="2800" b="1" dirty="0">
                <a:solidFill>
                  <a:srgbClr val="0000CC"/>
                </a:solidFill>
                <a:latin typeface="微软雅黑" panose="020B0503020204020204" pitchFamily="34" charset="-122"/>
                <a:ea typeface="微软雅黑" panose="020B0503020204020204" pitchFamily="34" charset="-122"/>
                <a:sym typeface="宋体" panose="02010600030101010101" pitchFamily="2" charset="-122"/>
              </a:rPr>
              <a:t>凝聚方法</a:t>
            </a:r>
            <a:r>
              <a:rPr lang="zh-CN" altLang="zh-CN" sz="2800" b="1" dirty="0">
                <a:latin typeface="宋体" panose="02010600030101010101" pitchFamily="2" charset="-122"/>
                <a:sym typeface="宋体" panose="02010600030101010101" pitchFamily="2" charset="-122"/>
              </a:rPr>
              <a:t>：自</a:t>
            </a:r>
            <a:r>
              <a:rPr lang="zh-CN" altLang="zh-CN" sz="2800" b="1" dirty="0">
                <a:latin typeface="微软雅黑" panose="020B0503020204020204" pitchFamily="34" charset="-122"/>
                <a:ea typeface="微软雅黑" panose="020B0503020204020204" pitchFamily="34" charset="-122"/>
                <a:sym typeface="宋体" panose="02010600030101010101" pitchFamily="2" charset="-122"/>
              </a:rPr>
              <a:t>下</a:t>
            </a:r>
            <a:r>
              <a:rPr lang="zh-CN" altLang="zh-CN" sz="2800" b="1" dirty="0">
                <a:latin typeface="宋体" panose="02010600030101010101" pitchFamily="2" charset="-122"/>
                <a:sym typeface="宋体" panose="02010600030101010101" pitchFamily="2" charset="-122"/>
              </a:rPr>
              <a:t>而上，数据集中的每个样本首先被视为一个聚类簇，然后迭代地将这些较小的簇合并为更大的聚类簇。直到最后所有样本被归为一个大聚类簇，或满足某个终止条件。</a:t>
            </a:r>
            <a:endParaRPr lang="zh-CN" altLang="zh-CN" sz="2800" b="1" dirty="0">
              <a:latin typeface="宋体" panose="02010600030101010101" pitchFamily="2" charset="-122"/>
              <a:sym typeface="宋体" panose="02010600030101010101" pitchFamily="2" charset="-122"/>
            </a:endParaRPr>
          </a:p>
        </p:txBody>
      </p:sp>
      <p:sp>
        <p:nvSpPr>
          <p:cNvPr id="2" name="Text Box 5"/>
          <p:cNvSpPr txBox="1"/>
          <p:nvPr/>
        </p:nvSpPr>
        <p:spPr>
          <a:xfrm>
            <a:off x="3224213" y="0"/>
            <a:ext cx="5919788" cy="706438"/>
          </a:xfrm>
          <a:prstGeom prst="rect">
            <a:avLst/>
          </a:prstGeom>
          <a:noFill/>
          <a:ln w="9525">
            <a:noFill/>
          </a:ln>
        </p:spPr>
        <p:txBody>
          <a:bodyPr>
            <a:spAutoFit/>
          </a:bodyPr>
          <a:lstStyle/>
          <a:p>
            <a:pPr marR="0" algn="ctr" defTabSz="914400" eaLnBrk="1" hangingPunct="1">
              <a:buClrTx/>
              <a:buSzTx/>
              <a:buFontTx/>
              <a:buNone/>
              <a:defRPr/>
            </a:pPr>
            <a:r>
              <a:rPr kumimoji="0" lang="en-US" altLang="zh-CN" sz="4000" b="1" kern="1200" cap="none" spc="0" normalizeH="0" baseline="0" noProof="1">
                <a:solidFill>
                  <a:srgbClr val="0000FF"/>
                </a:solidFill>
                <a:latin typeface="Arial" panose="020B0604020202020204" pitchFamily="34" charset="0"/>
                <a:ea typeface="宋体" panose="02010600030101010101" pitchFamily="2" charset="-122"/>
                <a:cs typeface="+mn-cs"/>
                <a:sym typeface="宋体" panose="02010600030101010101" pitchFamily="2" charset="-122"/>
              </a:rPr>
              <a:t>4.</a:t>
            </a:r>
            <a:r>
              <a:rPr kumimoji="0" lang="en-US" altLang="zh-CN" sz="4000" b="1" kern="1200" cap="none" spc="0" normalizeH="0" baseline="0" noProof="1">
                <a:solidFill>
                  <a:srgbClr val="0000FF"/>
                </a:solidFill>
                <a:latin typeface="Arial" panose="020B0604020202020204" pitchFamily="34" charset="0"/>
                <a:ea typeface="宋体" panose="02010600030101010101" pitchFamily="2" charset="-122"/>
                <a:cs typeface="+mn-cs"/>
                <a:sym typeface="+mn-ea"/>
              </a:rPr>
              <a:t>3</a:t>
            </a:r>
            <a:r>
              <a:rPr kumimoji="1" lang="en-US" altLang="zh-CN" sz="4000" b="1" kern="1200" cap="none" spc="0" normalizeH="0" baseline="0" noProof="0" dirty="0">
                <a:solidFill>
                  <a:srgbClr val="0000CC"/>
                </a:solidFill>
                <a:effectLst>
                  <a:outerShdw blurRad="38100" dist="38100" dir="2700000" algn="tl">
                    <a:srgbClr val="C0C0C0"/>
                  </a:outerShdw>
                </a:effectLst>
                <a:latin typeface="黑体" panose="02010609060101010101" pitchFamily="49" charset="-122"/>
                <a:ea typeface="黑体" panose="02010609060101010101" pitchFamily="49" charset="-122"/>
                <a:cs typeface="华文新魏" panose="02010800040101010101" pitchFamily="2" charset="-122"/>
                <a:sym typeface="+mn-ea"/>
              </a:rPr>
              <a:t> </a:t>
            </a:r>
            <a:r>
              <a:rPr kumimoji="0" lang="en-US" altLang="zh-CN" sz="4000" b="1" kern="1200" cap="none" spc="0" normalizeH="0" baseline="0" noProof="1">
                <a:solidFill>
                  <a:srgbClr val="0000FF"/>
                </a:solidFill>
                <a:latin typeface="Arial" panose="020B0604020202020204" pitchFamily="34" charset="0"/>
                <a:ea typeface="宋体" panose="02010600030101010101" pitchFamily="2" charset="-122"/>
                <a:cs typeface="+mn-cs"/>
                <a:sym typeface="宋体" panose="02010600030101010101" pitchFamily="2" charset="-122"/>
              </a:rPr>
              <a:t>层次聚类算法</a:t>
            </a:r>
            <a:endParaRPr kumimoji="0" lang="en-US" altLang="zh-CN" sz="4000" b="1" kern="1200" cap="none" spc="0" normalizeH="0" baseline="0" noProof="1">
              <a:solidFill>
                <a:srgbClr val="0000FF"/>
              </a:solidFill>
              <a:latin typeface="Arial" panose="020B0604020202020204" pitchFamily="34" charset="0"/>
              <a:ea typeface="宋体" panose="02010600030101010101" pitchFamily="2" charset="-122"/>
              <a:cs typeface="+mn-cs"/>
              <a:sym typeface="宋体" panose="02010600030101010101" pitchFamily="2" charset="-122"/>
            </a:endParaRPr>
          </a:p>
        </p:txBody>
      </p:sp>
    </p:spTree>
  </p:cSld>
  <p:clrMapOvr>
    <a:masterClrMapping/>
  </p:clrMapOvr>
  <p:transition/>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121858" name="图片 4"/>
          <p:cNvPicPr>
            <a:picLocks noChangeAspect="1"/>
          </p:cNvPicPr>
          <p:nvPr/>
        </p:nvPicPr>
        <p:blipFill>
          <a:blip r:embed="rId1"/>
          <a:stretch>
            <a:fillRect/>
          </a:stretch>
        </p:blipFill>
        <p:spPr>
          <a:xfrm>
            <a:off x="306388" y="1052513"/>
            <a:ext cx="8531225" cy="4500562"/>
          </a:xfrm>
          <a:prstGeom prst="rect">
            <a:avLst/>
          </a:prstGeom>
          <a:noFill/>
          <a:ln w="9525">
            <a:noFill/>
          </a:ln>
        </p:spPr>
      </p:pic>
    </p:spTree>
  </p:cSld>
  <p:clrMapOvr>
    <a:masterClrMapping/>
  </p:clrMapOvr>
  <p:transition/>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 name="Rectangle 5"/>
          <p:cNvSpPr/>
          <p:nvPr/>
        </p:nvSpPr>
        <p:spPr>
          <a:xfrm>
            <a:off x="715963" y="827088"/>
            <a:ext cx="7970838" cy="5680075"/>
          </a:xfrm>
          <a:prstGeom prst="rect">
            <a:avLst/>
          </a:prstGeom>
          <a:noFill/>
          <a:ln w="9525">
            <a:noFill/>
          </a:ln>
        </p:spPr>
        <p:txBody>
          <a:bodyPr>
            <a:spAutoFit/>
          </a:bodyPr>
          <a:lstStyle/>
          <a:p>
            <a:pPr marL="0" marR="0" lvl="0" indent="0" algn="ctr" defTabSz="914400" rtl="0" eaLnBrk="1" fontAlgn="base" latinLnBrk="0" hangingPunct="1">
              <a:lnSpc>
                <a:spcPct val="100000"/>
              </a:lnSpc>
              <a:spcBef>
                <a:spcPts val="575"/>
              </a:spcBef>
              <a:spcAft>
                <a:spcPct val="0"/>
              </a:spcAft>
              <a:buClr>
                <a:srgbClr val="D34817"/>
              </a:buClr>
              <a:buSzPct val="85000"/>
              <a:buFont typeface="Wingdings" panose="05000000000000000000" pitchFamily="2" charset="2"/>
              <a:buNone/>
              <a:defRPr/>
            </a:pPr>
            <a:r>
              <a:rPr kumimoji="1" lang="en-US" altLang="zh-CN" sz="3600" b="1" i="0" u="none" strike="noStrike" kern="0" cap="none" spc="0" normalizeH="0" baseline="0" noProof="0" dirty="0">
                <a:ln>
                  <a:noFill/>
                </a:ln>
                <a:solidFill>
                  <a:srgbClr val="0000CC"/>
                </a:solidFill>
                <a:effectLst/>
                <a:uLnTx/>
                <a:uFillTx/>
                <a:latin typeface="黑体" panose="02010609060101010101" pitchFamily="49" charset="-122"/>
                <a:ea typeface="黑体" panose="02010609060101010101" pitchFamily="49" charset="-122"/>
                <a:cs typeface="Times New Roman" panose="02020603050405020304" pitchFamily="18" charset="0"/>
                <a:sym typeface="+mn-ea"/>
              </a:rPr>
              <a:t>4.3.1 自上而下的算法</a:t>
            </a:r>
            <a:endParaRPr kumimoji="1" lang="en-US" altLang="zh-CN" sz="3600" b="1" i="0" u="none" strike="noStrike" kern="0" cap="none" spc="0" normalizeH="0" baseline="0" noProof="0" dirty="0">
              <a:ln>
                <a:noFill/>
              </a:ln>
              <a:solidFill>
                <a:srgbClr val="0000CC"/>
              </a:solidFill>
              <a:effectLst/>
              <a:uLnTx/>
              <a:uFillTx/>
              <a:latin typeface="黑体" panose="02010609060101010101" pitchFamily="49" charset="-122"/>
              <a:ea typeface="黑体" panose="02010609060101010101" pitchFamily="49" charset="-122"/>
              <a:cs typeface="Times New Roman" panose="02020603050405020304" pitchFamily="18" charset="0"/>
              <a:sym typeface="+mn-ea"/>
            </a:endParaRPr>
          </a:p>
          <a:p>
            <a:pPr marL="0" marR="0" lvl="0" indent="0" algn="just" defTabSz="914400" rtl="0" eaLnBrk="1" fontAlgn="base" latinLnBrk="0" hangingPunct="1">
              <a:lnSpc>
                <a:spcPct val="100000"/>
              </a:lnSpc>
              <a:spcBef>
                <a:spcPts val="575"/>
              </a:spcBef>
              <a:spcAft>
                <a:spcPct val="0"/>
              </a:spcAft>
              <a:buClr>
                <a:srgbClr val="D34817"/>
              </a:buClr>
              <a:buSzPct val="85000"/>
              <a:buFont typeface="Wingdings" panose="05000000000000000000" charset="0"/>
              <a:buNone/>
              <a:defRPr/>
            </a:pPr>
            <a:r>
              <a:rPr kumimoji="0" sz="2800" b="1" i="0" u="none" strike="noStrike" kern="0" cap="none" spc="0" normalizeH="0" baseline="0" noProof="1">
                <a:ln>
                  <a:noFill/>
                </a:ln>
                <a:solidFill>
                  <a:schemeClr val="tx1"/>
                </a:solidFill>
                <a:effectLst/>
                <a:uLnTx/>
                <a:uFillTx/>
                <a:latin typeface="Arial" panose="020B0604020202020204" pitchFamily="34" charset="0"/>
                <a:ea typeface="宋体" panose="02010600030101010101" pitchFamily="2" charset="-122"/>
                <a:cs typeface="+mn-cs"/>
              </a:rPr>
              <a:t>        </a:t>
            </a:r>
            <a:r>
              <a:rPr kumimoji="1" lang="en-US" altLang="zh-CN" sz="2800" b="1" i="0" u="none" strike="noStrike" kern="0" cap="none" spc="0" normalizeH="0" baseline="0" noProof="0" dirty="0">
                <a:ln>
                  <a:noFill/>
                </a:ln>
                <a:solidFill>
                  <a:srgbClr val="0000CC"/>
                </a:solidFill>
                <a:effectLst/>
                <a:uLnTx/>
                <a:uFillTx/>
                <a:latin typeface="Times New Roman" panose="02020603050405020304" pitchFamily="18" charset="0"/>
                <a:ea typeface="宋体" panose="02010600030101010101" pitchFamily="2" charset="-122"/>
                <a:cs typeface="Times New Roman" panose="02020603050405020304" pitchFamily="18" charset="0"/>
              </a:rPr>
              <a:t>层次K-均值算法</a:t>
            </a:r>
            <a:r>
              <a:rPr kumimoji="0" sz="2800" b="1" i="0" u="none" strike="noStrike" kern="0" cap="none" spc="0" normalizeH="0" baseline="0" noProof="1">
                <a:ln>
                  <a:noFill/>
                </a:ln>
                <a:solidFill>
                  <a:schemeClr val="tx1"/>
                </a:solidFill>
                <a:effectLst/>
                <a:uLnTx/>
                <a:uFillTx/>
                <a:latin typeface="Times New Roman" panose="02020603050405020304" pitchFamily="18" charset="0"/>
                <a:ea typeface="宋体" panose="02010600030101010101" pitchFamily="2" charset="-122"/>
                <a:cs typeface="Times New Roman" panose="02020603050405020304" pitchFamily="18" charset="0"/>
              </a:rPr>
              <a:t>是一种典型的“</a:t>
            </a:r>
            <a:r>
              <a:rPr kumimoji="1" lang="en-US" altLang="zh-CN" sz="2800" b="1" i="0" u="none" strike="noStrike" kern="0" cap="none" spc="0" normalizeH="0" baseline="0" noProof="0" dirty="0">
                <a:ln>
                  <a:noFill/>
                </a:ln>
                <a:solidFill>
                  <a:srgbClr val="0000CC"/>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自上而下</a:t>
            </a:r>
            <a:r>
              <a:rPr kumimoji="0" sz="2800" b="1" i="0" u="none" strike="noStrike" kern="0" cap="none" spc="0" normalizeH="0" baseline="0" noProof="1">
                <a:ln>
                  <a:noFill/>
                </a:ln>
                <a:solidFill>
                  <a:schemeClr val="tx1"/>
                </a:solidFill>
                <a:effectLst/>
                <a:uLnTx/>
                <a:uFillTx/>
                <a:latin typeface="Times New Roman" panose="02020603050405020304" pitchFamily="18" charset="0"/>
                <a:ea typeface="宋体" panose="02010600030101010101" pitchFamily="2" charset="-122"/>
                <a:cs typeface="Times New Roman" panose="02020603050405020304" pitchFamily="18" charset="0"/>
              </a:rPr>
              <a:t>”的层次聚类算法，它使用到了基于划分的动态聚类算法：K-均值，具体算法步骤如下：</a:t>
            </a:r>
            <a:endParaRPr kumimoji="0" sz="2800" b="1" i="0" u="none" strike="noStrike" kern="0" cap="none" spc="0" normalizeH="0" baseline="0" noProof="1">
              <a:ln>
                <a:noFill/>
              </a:ln>
              <a:solidFill>
                <a:schemeClr val="tx1"/>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just" defTabSz="914400" rtl="0" eaLnBrk="1" fontAlgn="base" latinLnBrk="0" hangingPunct="1">
              <a:lnSpc>
                <a:spcPct val="100000"/>
              </a:lnSpc>
              <a:spcBef>
                <a:spcPts val="575"/>
              </a:spcBef>
              <a:spcAft>
                <a:spcPct val="0"/>
              </a:spcAft>
              <a:buClr>
                <a:srgbClr val="D34817"/>
              </a:buClr>
              <a:buSzPct val="85000"/>
              <a:buFont typeface="Wingdings" panose="05000000000000000000" charset="0"/>
              <a:buNone/>
              <a:defRPr/>
            </a:pPr>
            <a:r>
              <a:rPr kumimoji="0" lang="en-US" altLang="zh-CN" sz="2800" b="1" i="0" u="none" strike="noStrike" kern="1200" cap="none" spc="0" normalizeH="0" baseline="0" noProof="1">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sym typeface="+mn-ea"/>
              </a:rPr>
              <a:t>Step 1：</a:t>
            </a:r>
            <a:r>
              <a:rPr kumimoji="0" sz="2800" b="1" i="0" u="none" strike="noStrike" kern="0" cap="none" spc="0" normalizeH="0" baseline="0" noProof="1">
                <a:ln>
                  <a:noFill/>
                </a:ln>
                <a:solidFill>
                  <a:schemeClr val="tx1"/>
                </a:solidFill>
                <a:effectLst/>
                <a:uLnTx/>
                <a:uFillTx/>
                <a:latin typeface="Times New Roman" panose="02020603050405020304" pitchFamily="18" charset="0"/>
                <a:ea typeface="宋体" panose="02010600030101010101" pitchFamily="2" charset="-122"/>
                <a:cs typeface="Times New Roman" panose="02020603050405020304" pitchFamily="18" charset="0"/>
              </a:rPr>
              <a:t>把所有样本数据归到一个簇C中，这个簇</a:t>
            </a:r>
            <a:r>
              <a:rPr kumimoji="0" lang="en-US" sz="2800" b="1" i="0" u="none" strike="noStrike" kern="0" cap="none" spc="0" normalizeH="0" baseline="0" noProof="1">
                <a:ln>
                  <a:noFill/>
                </a:ln>
                <a:solidFill>
                  <a:schemeClr val="tx1"/>
                </a:solidFill>
                <a:effectLst/>
                <a:uLnTx/>
                <a:uFillTx/>
                <a:latin typeface="Times New Roman" panose="02020603050405020304" pitchFamily="18" charset="0"/>
                <a:ea typeface="宋体" panose="02010600030101010101" pitchFamily="2" charset="-122"/>
                <a:cs typeface="Times New Roman" panose="02020603050405020304" pitchFamily="18" charset="0"/>
              </a:rPr>
              <a:t>	    </a:t>
            </a:r>
            <a:r>
              <a:rPr kumimoji="0" sz="2800" b="1" i="0" u="none" strike="noStrike" kern="0" cap="none" spc="0" normalizeH="0" baseline="0" noProof="1">
                <a:ln>
                  <a:noFill/>
                </a:ln>
                <a:solidFill>
                  <a:schemeClr val="tx1"/>
                </a:solidFill>
                <a:effectLst/>
                <a:uLnTx/>
                <a:uFillTx/>
                <a:latin typeface="Times New Roman" panose="02020603050405020304" pitchFamily="18" charset="0"/>
                <a:ea typeface="宋体" panose="02010600030101010101" pitchFamily="2" charset="-122"/>
                <a:cs typeface="Times New Roman" panose="02020603050405020304" pitchFamily="18" charset="0"/>
              </a:rPr>
              <a:t>就是层次结构的根；</a:t>
            </a:r>
            <a:endParaRPr kumimoji="0" sz="2800" b="1" i="0" u="none" strike="noStrike" kern="0" cap="none" spc="0" normalizeH="0" baseline="0" noProof="1">
              <a:ln>
                <a:noFill/>
              </a:ln>
              <a:solidFill>
                <a:schemeClr val="tx1"/>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just" defTabSz="914400" rtl="0" eaLnBrk="1" fontAlgn="base" latinLnBrk="0" hangingPunct="1">
              <a:lnSpc>
                <a:spcPct val="100000"/>
              </a:lnSpc>
              <a:spcBef>
                <a:spcPts val="575"/>
              </a:spcBef>
              <a:spcAft>
                <a:spcPct val="0"/>
              </a:spcAft>
              <a:buClr>
                <a:srgbClr val="D34817"/>
              </a:buClr>
              <a:buSzPct val="85000"/>
              <a:buFont typeface="Wingdings" panose="05000000000000000000" charset="0"/>
              <a:buNone/>
              <a:defRPr/>
            </a:pPr>
            <a:r>
              <a:rPr kumimoji="0" lang="en-US" altLang="zh-CN" sz="2800" b="1" i="0" u="none" strike="noStrike" kern="1200" cap="none" spc="0" normalizeH="0" baseline="0" noProof="1">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sym typeface="+mn-ea"/>
              </a:rPr>
              <a:t>Step 2：</a:t>
            </a:r>
            <a:r>
              <a:rPr kumimoji="0" sz="2800" b="1" i="0" u="none" strike="noStrike" kern="0" cap="none" spc="0" normalizeH="0" baseline="0" noProof="1">
                <a:ln>
                  <a:noFill/>
                </a:ln>
                <a:solidFill>
                  <a:schemeClr val="tx1"/>
                </a:solidFill>
                <a:effectLst/>
                <a:uLnTx/>
                <a:uFillTx/>
                <a:latin typeface="Times New Roman" panose="02020603050405020304" pitchFamily="18" charset="0"/>
                <a:ea typeface="宋体" panose="02010600030101010101" pitchFamily="2" charset="-122"/>
                <a:cs typeface="Times New Roman" panose="02020603050405020304" pitchFamily="18" charset="0"/>
              </a:rPr>
              <a:t>使用K-均值算法把簇C划分成指定的K个 </a:t>
            </a:r>
            <a:r>
              <a:rPr kumimoji="0" lang="en-US" sz="2800" b="1" i="0" u="none" strike="noStrike" kern="0" cap="none" spc="0" normalizeH="0" baseline="0" noProof="1">
                <a:ln>
                  <a:noFill/>
                </a:ln>
                <a:solidFill>
                  <a:schemeClr val="tx1"/>
                </a:solidFill>
                <a:effectLst/>
                <a:uLnTx/>
                <a:uFillTx/>
                <a:latin typeface="Times New Roman" panose="02020603050405020304" pitchFamily="18" charset="0"/>
                <a:ea typeface="宋体" panose="02010600030101010101" pitchFamily="2" charset="-122"/>
                <a:cs typeface="Times New Roman" panose="02020603050405020304" pitchFamily="18" charset="0"/>
              </a:rPr>
              <a:t>	    </a:t>
            </a:r>
            <a:r>
              <a:rPr kumimoji="0" sz="2800" b="1" i="0" u="none" strike="noStrike" kern="0" cap="none" spc="0" normalizeH="0" baseline="0" noProof="1">
                <a:ln>
                  <a:noFill/>
                </a:ln>
                <a:solidFill>
                  <a:schemeClr val="tx1"/>
                </a:solidFill>
                <a:effectLst/>
                <a:uLnTx/>
                <a:uFillTx/>
                <a:latin typeface="Times New Roman" panose="02020603050405020304" pitchFamily="18" charset="0"/>
                <a:ea typeface="宋体" panose="02010600030101010101" pitchFamily="2" charset="-122"/>
                <a:cs typeface="Times New Roman" panose="02020603050405020304" pitchFamily="18" charset="0"/>
              </a:rPr>
              <a:t>子簇，i = 1,2,…,k，形成一个新的层；</a:t>
            </a:r>
            <a:endParaRPr kumimoji="0" sz="2800" b="1" i="0" u="none" strike="noStrike" kern="0" cap="none" spc="0" normalizeH="0" baseline="0" noProof="1">
              <a:ln>
                <a:noFill/>
              </a:ln>
              <a:solidFill>
                <a:schemeClr val="tx1"/>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just" defTabSz="914400" rtl="0" eaLnBrk="1" fontAlgn="base" latinLnBrk="0" hangingPunct="1">
              <a:lnSpc>
                <a:spcPct val="100000"/>
              </a:lnSpc>
              <a:spcBef>
                <a:spcPts val="575"/>
              </a:spcBef>
              <a:spcAft>
                <a:spcPct val="0"/>
              </a:spcAft>
              <a:buClr>
                <a:srgbClr val="D34817"/>
              </a:buClr>
              <a:buSzPct val="85000"/>
              <a:buFont typeface="Wingdings" panose="05000000000000000000" charset="0"/>
              <a:buNone/>
              <a:defRPr/>
            </a:pPr>
            <a:r>
              <a:rPr kumimoji="0" lang="en-US" altLang="zh-CN" sz="2800" b="1" i="0" u="none" strike="noStrike" kern="1200" cap="none" spc="0" normalizeH="0" baseline="0" noProof="1">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sym typeface="+mn-ea"/>
              </a:rPr>
              <a:t>Step 3：</a:t>
            </a:r>
            <a:r>
              <a:rPr kumimoji="0" sz="2800" b="1" i="0" u="none" strike="noStrike" kern="0" cap="none" spc="0" normalizeH="0" baseline="0" noProof="1">
                <a:ln>
                  <a:noFill/>
                </a:ln>
                <a:solidFill>
                  <a:schemeClr val="tx1"/>
                </a:solidFill>
                <a:effectLst/>
                <a:uLnTx/>
                <a:uFillTx/>
                <a:latin typeface="Times New Roman" panose="02020603050405020304" pitchFamily="18" charset="0"/>
                <a:ea typeface="宋体" panose="02010600030101010101" pitchFamily="2" charset="-122"/>
                <a:cs typeface="Times New Roman" panose="02020603050405020304" pitchFamily="18" charset="0"/>
              </a:rPr>
              <a:t>对于在步骤2中生成的K个簇，使用K均值</a:t>
            </a:r>
            <a:r>
              <a:rPr kumimoji="0" lang="en-US" sz="2800" b="1" i="0" u="none" strike="noStrike" kern="0" cap="none" spc="0" normalizeH="0" baseline="0" noProof="1">
                <a:ln>
                  <a:noFill/>
                </a:ln>
                <a:solidFill>
                  <a:schemeClr val="tx1"/>
                </a:solidFill>
                <a:effectLst/>
                <a:uLnTx/>
                <a:uFillTx/>
                <a:latin typeface="Times New Roman" panose="02020603050405020304" pitchFamily="18" charset="0"/>
                <a:ea typeface="宋体" panose="02010600030101010101" pitchFamily="2" charset="-122"/>
                <a:cs typeface="Times New Roman" panose="02020603050405020304" pitchFamily="18" charset="0"/>
              </a:rPr>
              <a:t>	    </a:t>
            </a:r>
            <a:r>
              <a:rPr kumimoji="0" sz="2800" b="1" i="0" u="none" strike="noStrike" kern="0" cap="none" spc="0" normalizeH="0" baseline="0" noProof="1">
                <a:ln>
                  <a:noFill/>
                </a:ln>
                <a:solidFill>
                  <a:schemeClr val="tx1"/>
                </a:solidFill>
                <a:effectLst/>
                <a:uLnTx/>
                <a:uFillTx/>
                <a:latin typeface="Times New Roman" panose="02020603050405020304" pitchFamily="18" charset="0"/>
                <a:ea typeface="宋体" panose="02010600030101010101" pitchFamily="2" charset="-122"/>
                <a:cs typeface="Times New Roman" panose="02020603050405020304" pitchFamily="18" charset="0"/>
              </a:rPr>
              <a:t>算法将它们递归地划分为更小的子簇。直</a:t>
            </a:r>
            <a:r>
              <a:rPr kumimoji="0" lang="en-US" sz="2800" b="1" i="0" u="none" strike="noStrike" kern="0" cap="none" spc="0" normalizeH="0" baseline="0" noProof="1">
                <a:ln>
                  <a:noFill/>
                </a:ln>
                <a:solidFill>
                  <a:schemeClr val="tx1"/>
                </a:solidFill>
                <a:effectLst/>
                <a:uLnTx/>
                <a:uFillTx/>
                <a:latin typeface="Times New Roman" panose="02020603050405020304" pitchFamily="18" charset="0"/>
                <a:ea typeface="宋体" panose="02010600030101010101" pitchFamily="2" charset="-122"/>
                <a:cs typeface="Times New Roman" panose="02020603050405020304" pitchFamily="18" charset="0"/>
              </a:rPr>
              <a:t>	    </a:t>
            </a:r>
            <a:r>
              <a:rPr kumimoji="0" sz="2800" b="1" i="0" u="none" strike="noStrike" kern="0" cap="none" spc="0" normalizeH="0" baseline="0" noProof="1">
                <a:ln>
                  <a:noFill/>
                </a:ln>
                <a:solidFill>
                  <a:schemeClr val="tx1"/>
                </a:solidFill>
                <a:effectLst/>
                <a:uLnTx/>
                <a:uFillTx/>
                <a:latin typeface="Times New Roman" panose="02020603050405020304" pitchFamily="18" charset="0"/>
                <a:ea typeface="宋体" panose="02010600030101010101" pitchFamily="2" charset="-122"/>
                <a:cs typeface="Times New Roman" panose="02020603050405020304" pitchFamily="18" charset="0"/>
              </a:rPr>
              <a:t>到无法再划分（每个群集中只包含一个样</a:t>
            </a:r>
            <a:r>
              <a:rPr kumimoji="0" lang="en-US" sz="2800" b="1" i="0" u="none" strike="noStrike" kern="0" cap="none" spc="0" normalizeH="0" baseline="0" noProof="1">
                <a:ln>
                  <a:noFill/>
                </a:ln>
                <a:solidFill>
                  <a:schemeClr val="tx1"/>
                </a:solidFill>
                <a:effectLst/>
                <a:uLnTx/>
                <a:uFillTx/>
                <a:latin typeface="Times New Roman" panose="02020603050405020304" pitchFamily="18" charset="0"/>
                <a:ea typeface="宋体" panose="02010600030101010101" pitchFamily="2" charset="-122"/>
                <a:cs typeface="Times New Roman" panose="02020603050405020304" pitchFamily="18" charset="0"/>
              </a:rPr>
              <a:t>	    </a:t>
            </a:r>
            <a:r>
              <a:rPr kumimoji="0" sz="2800" b="1" i="0" u="none" strike="noStrike" kern="0" cap="none" spc="0" normalizeH="0" baseline="0" noProof="1">
                <a:ln>
                  <a:noFill/>
                </a:ln>
                <a:solidFill>
                  <a:schemeClr val="tx1"/>
                </a:solidFill>
                <a:effectLst/>
                <a:uLnTx/>
                <a:uFillTx/>
                <a:latin typeface="Times New Roman" panose="02020603050405020304" pitchFamily="18" charset="0"/>
                <a:ea typeface="宋体" panose="02010600030101010101" pitchFamily="2" charset="-122"/>
                <a:cs typeface="Times New Roman" panose="02020603050405020304" pitchFamily="18" charset="0"/>
              </a:rPr>
              <a:t>本），或满足终止条件。</a:t>
            </a:r>
            <a:endParaRPr kumimoji="0" lang="zh-CN" altLang="en-US" sz="2800" b="1" i="0" u="none" strike="noStrike" kern="1200" cap="none" spc="0" normalizeH="0" baseline="0" noProof="1">
              <a:ln>
                <a:noFill/>
              </a:ln>
              <a:solidFill>
                <a:srgbClr val="000000"/>
              </a:solidFill>
              <a:effectLst/>
              <a:uLnTx/>
              <a:uFillTx/>
              <a:latin typeface="Calibri" panose="020F0502020204030204" pitchFamily="34" charset="0"/>
              <a:ea typeface="宋体" panose="02010600030101010101" pitchFamily="2" charset="-122"/>
              <a:cs typeface="+mn-cs"/>
            </a:endParaRPr>
          </a:p>
        </p:txBody>
      </p:sp>
      <p:sp>
        <p:nvSpPr>
          <p:cNvPr id="122883" name="Rectangle 5"/>
          <p:cNvSpPr/>
          <p:nvPr/>
        </p:nvSpPr>
        <p:spPr>
          <a:xfrm>
            <a:off x="0" y="0"/>
            <a:ext cx="9144000" cy="0"/>
          </a:xfrm>
          <a:prstGeom prst="rect">
            <a:avLst/>
          </a:prstGeom>
          <a:noFill/>
          <a:ln w="9525">
            <a:noFill/>
          </a:ln>
        </p:spPr>
        <p:txBody>
          <a:bodyPr wrap="none" anchor="ctr" anchorCtr="0">
            <a:spAutoFit/>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华文新魏" panose="02010800040101010101" pitchFamily="2" charset="-122"/>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ea typeface="+mn-ea"/>
                <a:cs typeface="华文新魏" panose="02010800040101010101" pitchFamily="2" charset="-122"/>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ea typeface="+mn-ea"/>
                <a:cs typeface="华文新魏" panose="02010800040101010101" pitchFamily="2" charset="-122"/>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ea typeface="+mn-ea"/>
                <a:cs typeface="华文新魏" panose="02010800040101010101" pitchFamily="2" charset="-122"/>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ea typeface="+mn-ea"/>
                <a:cs typeface="华文新魏" panose="02010800040101010101" pitchFamily="2" charset="-122"/>
              </a:defRPr>
            </a:lvl5pPr>
          </a:lstStyle>
          <a:p>
            <a:pPr marL="0" lvl="0" indent="0" eaLnBrk="1" hangingPunct="1">
              <a:spcBef>
                <a:spcPct val="0"/>
              </a:spcBef>
              <a:buClrTx/>
              <a:buSzTx/>
              <a:buFontTx/>
              <a:buNone/>
            </a:pPr>
            <a:endParaRPr lang="zh-CN" altLang="en-US" sz="1800" dirty="0">
              <a:latin typeface="Arial" panose="020B0604020202020204" pitchFamily="34" charset="0"/>
            </a:endParaRPr>
          </a:p>
        </p:txBody>
      </p:sp>
    </p:spTree>
  </p:cSld>
  <p:clrMapOvr>
    <a:masterClrMapping/>
  </p:clrMapOvr>
  <p:transition/>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3426" name="Rectangle 2"/>
          <p:cNvSpPr>
            <a:spLocks noGrp="1" noChangeArrowheads="1"/>
          </p:cNvSpPr>
          <p:nvPr>
            <p:ph type="title"/>
          </p:nvPr>
        </p:nvSpPr>
        <p:spPr>
          <a:xfrm>
            <a:off x="827088" y="404813"/>
            <a:ext cx="7793038" cy="1143000"/>
          </a:xfrm>
        </p:spPr>
        <p:txBody>
          <a:bodyPr vert="horz" wrap="square" lIns="91440" tIns="45720" rIns="91440" bIns="45720" numCol="1" anchor="b" anchorCtr="0" compatLnSpc="1">
            <a:noAutofit/>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zh-CN" altLang="en-US" sz="3200" b="1" i="0" u="none" strike="noStrike" kern="1200" cap="none" spc="0" normalizeH="0" baseline="0" noProof="0" dirty="0">
                <a:ln>
                  <a:noFill/>
                </a:ln>
                <a:solidFill>
                  <a:srgbClr val="0000CC"/>
                </a:solidFill>
                <a:effectLst/>
                <a:uLnTx/>
                <a:uFillTx/>
                <a:latin typeface="Times New Roman" panose="02020603050405020304" pitchFamily="18" charset="0"/>
                <a:ea typeface="黑体" panose="02010609060101010101" pitchFamily="49" charset="-122"/>
                <a:cs typeface="Times New Roman" panose="02020603050405020304" pitchFamily="18" charset="0"/>
              </a:rPr>
              <a:t>算法实例</a:t>
            </a:r>
            <a:endParaRPr kumimoji="1" lang="zh-CN" altLang="en-US" sz="3200" b="1" i="0" u="none" strike="noStrike" kern="1200" cap="none" spc="0" normalizeH="0" baseline="0" noProof="0" dirty="0">
              <a:ln>
                <a:noFill/>
              </a:ln>
              <a:solidFill>
                <a:srgbClr val="0000CC"/>
              </a:solidFill>
              <a:effectLst/>
              <a:uLnTx/>
              <a:uFillTx/>
              <a:latin typeface="Times New Roman" panose="02020603050405020304" pitchFamily="18" charset="0"/>
              <a:ea typeface="黑体" panose="02010609060101010101" pitchFamily="49" charset="-122"/>
              <a:cs typeface="Times New Roman" panose="02020603050405020304" pitchFamily="18" charset="0"/>
            </a:endParaRPr>
          </a:p>
        </p:txBody>
      </p:sp>
      <p:sp>
        <p:nvSpPr>
          <p:cNvPr id="5" name="Rectangle 5"/>
          <p:cNvSpPr>
            <a:spLocks noChangeArrowheads="1"/>
          </p:cNvSpPr>
          <p:nvPr/>
        </p:nvSpPr>
        <p:spPr bwMode="auto">
          <a:xfrm>
            <a:off x="1143000" y="1841500"/>
            <a:ext cx="7678738" cy="952500"/>
          </a:xfrm>
          <a:prstGeom prst="rect">
            <a:avLst/>
          </a:prstGeom>
          <a:noFill/>
          <a:ln w="9525">
            <a:noFill/>
            <a:miter lim="800000"/>
          </a:ln>
          <a:effectLst/>
        </p:spPr>
        <p:txBody>
          <a:bodyPr>
            <a:spAutoFit/>
          </a:bodyPr>
          <a:lstStyle/>
          <a:p>
            <a:pPr marL="273050" marR="0" lvl="0" indent="-273050" algn="l" defTabSz="914400" rtl="0" eaLnBrk="1" fontAlgn="base" latinLnBrk="0" hangingPunct="1">
              <a:lnSpc>
                <a:spcPct val="100000"/>
              </a:lnSpc>
              <a:spcBef>
                <a:spcPts val="575"/>
              </a:spcBef>
              <a:spcAft>
                <a:spcPct val="0"/>
              </a:spcAft>
              <a:buClr>
                <a:srgbClr val="D34817"/>
              </a:buClr>
              <a:buSzTx/>
              <a:buFont typeface="Wingdings" panose="05000000000000000000" pitchFamily="2" charset="2"/>
              <a:buChar char="n"/>
              <a:defRPr/>
            </a:pPr>
            <a:r>
              <a:rPr kumimoji="0" lang="zh-CN" altLang="en-US" sz="2800" b="1" i="0" u="none" strike="noStrike" kern="1200" cap="none" spc="0" normalizeH="0" baseline="0" noProof="0">
                <a:ln>
                  <a:noFill/>
                </a:ln>
                <a:solidFill>
                  <a:srgbClr val="0070C0"/>
                </a:solidFill>
                <a:effectLst/>
                <a:uLnTx/>
                <a:uFillTx/>
                <a:latin typeface="宋体" panose="02010600030101010101" pitchFamily="2" charset="-122"/>
                <a:ea typeface="宋体" panose="02010600030101010101" pitchFamily="2" charset="-122"/>
                <a:cs typeface="+mn-cs"/>
              </a:rPr>
              <a:t>例</a:t>
            </a:r>
            <a:r>
              <a:rPr kumimoji="0" lang="zh-CN" altLang="en-US" sz="2800" b="1" i="0" u="none" strike="noStrike" kern="1200" cap="none" spc="0" normalizeH="0" baseline="0" noProof="0">
                <a:ln>
                  <a:noFill/>
                </a:ln>
                <a:solidFill>
                  <a:srgbClr val="0070C0"/>
                </a:solidFill>
                <a:effectLst/>
                <a:uLnTx/>
                <a:uFillTx/>
                <a:latin typeface="华文中宋" panose="02010600040101010101" pitchFamily="2" charset="-122"/>
                <a:ea typeface="华文中宋" panose="02010600040101010101" pitchFamily="2" charset="-122"/>
                <a:cs typeface="+mn-cs"/>
              </a:rPr>
              <a:t>：</a:t>
            </a:r>
            <a:r>
              <a:rPr kumimoji="0" sz="2800" b="1" i="0" u="none" strike="noStrike" kern="1200" cap="none" spc="0" normalizeH="0" baseline="0" noProof="0">
                <a:ln>
                  <a:noFill/>
                </a:ln>
                <a:solidFill>
                  <a:schemeClr val="tx1"/>
                </a:solidFill>
                <a:effectLst/>
                <a:uLnTx/>
                <a:uFillTx/>
                <a:latin typeface="宋体" panose="02010600030101010101" pitchFamily="2" charset="-122"/>
                <a:ea typeface="宋体" panose="02010600030101010101" pitchFamily="2" charset="-122"/>
                <a:cs typeface="+mn-cs"/>
              </a:rPr>
              <a:t>如下图，展示了一组数据经过两次层次K-均值算法迭代的过程。</a:t>
            </a:r>
            <a:endParaRPr kumimoji="0" lang="zh-CN" altLang="en-US" sz="2800" b="1" i="0" u="none" strike="noStrike" kern="1200" cap="none" spc="0" normalizeH="0" baseline="0" noProof="0">
              <a:ln>
                <a:noFill/>
              </a:ln>
              <a:solidFill>
                <a:schemeClr val="tx1"/>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endParaRPr>
          </a:p>
        </p:txBody>
      </p:sp>
      <p:sp>
        <p:nvSpPr>
          <p:cNvPr id="2" name="Text Box 5"/>
          <p:cNvSpPr txBox="1"/>
          <p:nvPr/>
        </p:nvSpPr>
        <p:spPr>
          <a:xfrm>
            <a:off x="3224213" y="0"/>
            <a:ext cx="5919788" cy="706438"/>
          </a:xfrm>
          <a:prstGeom prst="rect">
            <a:avLst/>
          </a:prstGeom>
          <a:noFill/>
          <a:ln w="9525">
            <a:noFill/>
          </a:ln>
        </p:spPr>
        <p:txBody>
          <a:bodyPr>
            <a:spAutoFit/>
          </a:bodyPr>
          <a:lstStyle/>
          <a:p>
            <a:pPr marR="0" algn="ctr" defTabSz="914400" eaLnBrk="1" hangingPunct="1">
              <a:buClrTx/>
              <a:buSzTx/>
              <a:buFontTx/>
              <a:buNone/>
              <a:defRPr/>
            </a:pPr>
            <a:r>
              <a:rPr kumimoji="0" lang="en-US" altLang="zh-CN" sz="4000" b="1" kern="1200" cap="none" spc="0" normalizeH="0" baseline="0" noProof="1">
                <a:solidFill>
                  <a:srgbClr val="0000FF"/>
                </a:solidFill>
                <a:latin typeface="Arial" panose="020B0604020202020204" pitchFamily="34" charset="0"/>
                <a:ea typeface="宋体" panose="02010600030101010101" pitchFamily="2" charset="-122"/>
                <a:cs typeface="+mn-cs"/>
                <a:sym typeface="宋体" panose="02010600030101010101" pitchFamily="2" charset="-122"/>
              </a:rPr>
              <a:t>4.</a:t>
            </a:r>
            <a:r>
              <a:rPr kumimoji="0" lang="en-US" altLang="zh-CN" sz="4000" b="1" kern="1200" cap="none" spc="0" normalizeH="0" baseline="0" noProof="1">
                <a:solidFill>
                  <a:srgbClr val="0000FF"/>
                </a:solidFill>
                <a:latin typeface="Arial" panose="020B0604020202020204" pitchFamily="34" charset="0"/>
                <a:ea typeface="宋体" panose="02010600030101010101" pitchFamily="2" charset="-122"/>
                <a:cs typeface="+mn-cs"/>
                <a:sym typeface="+mn-ea"/>
              </a:rPr>
              <a:t>3.1</a:t>
            </a:r>
            <a:r>
              <a:rPr kumimoji="1" lang="en-US" altLang="zh-CN" sz="4000" b="1" kern="0" cap="none" spc="0" normalizeH="0" baseline="0" noProof="0" dirty="0">
                <a:solidFill>
                  <a:srgbClr val="0000CC"/>
                </a:solidFill>
                <a:effectLst>
                  <a:outerShdw blurRad="38100" dist="38100" dir="2700000" algn="tl">
                    <a:srgbClr val="C0C0C0"/>
                  </a:outerShdw>
                </a:effectLst>
                <a:latin typeface="黑体" panose="02010609060101010101" pitchFamily="49" charset="-122"/>
                <a:ea typeface="黑体" panose="02010609060101010101" pitchFamily="49" charset="-122"/>
                <a:cs typeface="Times New Roman" panose="02020603050405020304" pitchFamily="18" charset="0"/>
                <a:sym typeface="+mn-ea"/>
              </a:rPr>
              <a:t> </a:t>
            </a:r>
            <a:r>
              <a:rPr kumimoji="0" lang="en-US" altLang="zh-CN" sz="4000" b="1" kern="1200" cap="none" spc="0" normalizeH="0" baseline="0" noProof="1">
                <a:solidFill>
                  <a:srgbClr val="0000FF"/>
                </a:solidFill>
                <a:latin typeface="Arial" panose="020B0604020202020204" pitchFamily="34" charset="0"/>
                <a:ea typeface="宋体" panose="02010600030101010101" pitchFamily="2" charset="-122"/>
                <a:cs typeface="+mn-cs"/>
                <a:sym typeface="+mn-ea"/>
              </a:rPr>
              <a:t>自上而下的</a:t>
            </a:r>
            <a:r>
              <a:rPr kumimoji="0" lang="en-US" altLang="zh-CN" sz="4000" b="1" kern="1200" cap="none" spc="0" normalizeH="0" baseline="0" noProof="1">
                <a:solidFill>
                  <a:srgbClr val="0000FF"/>
                </a:solidFill>
                <a:latin typeface="Arial" panose="020B0604020202020204" pitchFamily="34" charset="0"/>
                <a:ea typeface="宋体" panose="02010600030101010101" pitchFamily="2" charset="-122"/>
                <a:cs typeface="+mn-cs"/>
                <a:sym typeface="宋体" panose="02010600030101010101" pitchFamily="2" charset="-122"/>
              </a:rPr>
              <a:t>算法</a:t>
            </a:r>
            <a:endParaRPr kumimoji="0" lang="en-US" altLang="zh-CN" sz="4000" b="1" kern="1200" cap="none" spc="0" normalizeH="0" baseline="0" noProof="1">
              <a:solidFill>
                <a:srgbClr val="0000FF"/>
              </a:solidFill>
              <a:latin typeface="Arial" panose="020B0604020202020204" pitchFamily="34" charset="0"/>
              <a:ea typeface="宋体" panose="02010600030101010101" pitchFamily="2" charset="-122"/>
              <a:cs typeface="+mn-cs"/>
              <a:sym typeface="宋体" panose="02010600030101010101" pitchFamily="2" charset="-122"/>
            </a:endParaRPr>
          </a:p>
        </p:txBody>
      </p:sp>
      <p:graphicFrame>
        <p:nvGraphicFramePr>
          <p:cNvPr id="123909" name="内容占位符 -2147482523"/>
          <p:cNvGraphicFramePr>
            <a:graphicFrameLocks noGrp="1" noChangeAspect="1"/>
          </p:cNvGraphicFramePr>
          <p:nvPr>
            <p:ph sz="quarter" idx="1"/>
          </p:nvPr>
        </p:nvGraphicFramePr>
        <p:xfrm>
          <a:off x="1733550" y="2901950"/>
          <a:ext cx="6499225" cy="2587625"/>
        </p:xfrm>
        <a:graphic>
          <a:graphicData uri="http://schemas.openxmlformats.org/presentationml/2006/ole">
            <mc:AlternateContent xmlns:mc="http://schemas.openxmlformats.org/markup-compatibility/2006">
              <mc:Choice xmlns:v="urn:schemas-microsoft-com:vml" Requires="v">
                <p:oleObj spid="_x0000_s3184" name="" r:id="rId1" imgW="7061200" imgH="2819400" progId="Visio.Drawing.15">
                  <p:embed/>
                </p:oleObj>
              </mc:Choice>
              <mc:Fallback>
                <p:oleObj name="" r:id="rId1" imgW="7061200" imgH="2819400" progId="Visio.Drawing.15">
                  <p:embed/>
                  <p:pic>
                    <p:nvPicPr>
                      <p:cNvPr id="0" name="图片 3183"/>
                      <p:cNvPicPr/>
                      <p:nvPr/>
                    </p:nvPicPr>
                    <p:blipFill>
                      <a:blip r:embed="rId2"/>
                      <a:srcRect/>
                      <a:stretch>
                        <a:fillRect/>
                      </a:stretch>
                    </p:blipFill>
                    <p:spPr>
                      <a:xfrm>
                        <a:off x="1733550" y="2901950"/>
                        <a:ext cx="6499225" cy="2587625"/>
                      </a:xfrm>
                      <a:prstGeom prst="rect">
                        <a:avLst/>
                      </a:prstGeom>
                      <a:noFill/>
                      <a:ln w="38100">
                        <a:miter/>
                      </a:ln>
                    </p:spPr>
                  </p:pic>
                </p:oleObj>
              </mc:Fallback>
            </mc:AlternateContent>
          </a:graphicData>
        </a:graphic>
      </p:graphicFrame>
    </p:spTree>
  </p:cSld>
  <p:clrMapOvr>
    <a:masterClrMapping/>
  </p:clrMapOvr>
  <p:transition/>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3426" name="Rectangle 2"/>
          <p:cNvSpPr>
            <a:spLocks noGrp="1" noChangeArrowheads="1"/>
          </p:cNvSpPr>
          <p:nvPr>
            <p:ph type="title"/>
          </p:nvPr>
        </p:nvSpPr>
        <p:spPr>
          <a:xfrm>
            <a:off x="827088" y="404813"/>
            <a:ext cx="7793038" cy="1143000"/>
          </a:xfrm>
        </p:spPr>
        <p:txBody>
          <a:bodyPr vert="horz" wrap="square" lIns="91440" tIns="45720" rIns="91440" bIns="45720" numCol="1" anchor="b" anchorCtr="0" compatLnSpc="1">
            <a:noAutofit/>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zh-CN" altLang="en-US" sz="3200" b="1" i="0" u="none" strike="noStrike" kern="1200" cap="none" spc="0" normalizeH="0" baseline="0" noProof="0" dirty="0">
                <a:ln>
                  <a:noFill/>
                </a:ln>
                <a:solidFill>
                  <a:srgbClr val="0000CC"/>
                </a:solidFill>
                <a:effectLst/>
                <a:uLnTx/>
                <a:uFillTx/>
                <a:latin typeface="Times New Roman" panose="02020603050405020304" pitchFamily="18" charset="0"/>
                <a:ea typeface="黑体" panose="02010609060101010101" pitchFamily="49" charset="-122"/>
                <a:cs typeface="Times New Roman" panose="02020603050405020304" pitchFamily="18" charset="0"/>
              </a:rPr>
              <a:t>算法实例</a:t>
            </a:r>
            <a:endParaRPr kumimoji="1" lang="zh-CN" altLang="en-US" sz="3200" b="1" i="0" u="none" strike="noStrike" kern="1200" cap="none" spc="0" normalizeH="0" baseline="0" noProof="0" dirty="0">
              <a:ln>
                <a:noFill/>
              </a:ln>
              <a:solidFill>
                <a:srgbClr val="0000CC"/>
              </a:solidFill>
              <a:effectLst/>
              <a:uLnTx/>
              <a:uFillTx/>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24931" name="Rectangle 5"/>
          <p:cNvSpPr/>
          <p:nvPr/>
        </p:nvSpPr>
        <p:spPr>
          <a:xfrm>
            <a:off x="731838" y="3941763"/>
            <a:ext cx="7678737" cy="2246312"/>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华文新魏" panose="02010800040101010101" pitchFamily="2" charset="-122"/>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ea typeface="+mn-ea"/>
                <a:cs typeface="华文新魏" panose="02010800040101010101" pitchFamily="2" charset="-122"/>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ea typeface="+mn-ea"/>
                <a:cs typeface="华文新魏" panose="02010800040101010101" pitchFamily="2" charset="-122"/>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ea typeface="+mn-ea"/>
                <a:cs typeface="华文新魏" panose="02010800040101010101" pitchFamily="2" charset="-122"/>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ea typeface="+mn-ea"/>
                <a:cs typeface="华文新魏" panose="02010800040101010101" pitchFamily="2" charset="-122"/>
              </a:defRPr>
            </a:lvl5pPr>
          </a:lstStyle>
          <a:p>
            <a:pPr marL="0" lvl="0" indent="0" algn="just" eaLnBrk="1" hangingPunct="1">
              <a:spcBef>
                <a:spcPts val="575"/>
              </a:spcBef>
              <a:buClr>
                <a:srgbClr val="D34817"/>
              </a:buClr>
              <a:buSzTx/>
              <a:buNone/>
            </a:pPr>
            <a:r>
              <a:rPr lang="en-US" altLang="zh-CN" sz="2800" b="1" dirty="0">
                <a:latin typeface="Times New Roman" panose="02020603050405020304" pitchFamily="18" charset="0"/>
              </a:rPr>
              <a:t>         </a:t>
            </a:r>
            <a:r>
              <a:rPr lang="zh-CN" altLang="zh-CN" sz="2800" b="1" dirty="0">
                <a:latin typeface="Times New Roman" panose="02020603050405020304" pitchFamily="18" charset="0"/>
              </a:rPr>
              <a:t>首先对一组数据进行K=2的</a:t>
            </a:r>
            <a:r>
              <a:rPr lang="en-US" altLang="zh-CN" sz="2800" b="1" dirty="0">
                <a:solidFill>
                  <a:srgbClr val="0000CC"/>
                </a:solidFill>
                <a:latin typeface="Times New Roman" panose="02020603050405020304" pitchFamily="18" charset="0"/>
              </a:rPr>
              <a:t>K-均值聚类</a:t>
            </a:r>
            <a:r>
              <a:rPr lang="zh-CN" altLang="zh-CN" sz="2800" b="1" dirty="0">
                <a:latin typeface="Times New Roman" panose="02020603050405020304" pitchFamily="18" charset="0"/>
              </a:rPr>
              <a:t>，得到两组数据。再对这两组数据分别进行K=2 的K-均值聚类，此时数据被划分为四组。之后再进一步对数据进行划分，就可以得出自上而下的聚类结果。</a:t>
            </a:r>
            <a:endParaRPr lang="zh-CN" altLang="zh-CN" sz="2800" b="1" dirty="0">
              <a:latin typeface="Times New Roman" panose="02020603050405020304" pitchFamily="18" charset="0"/>
            </a:endParaRPr>
          </a:p>
        </p:txBody>
      </p:sp>
      <p:graphicFrame>
        <p:nvGraphicFramePr>
          <p:cNvPr id="124932" name="内容占位符 -2147482523"/>
          <p:cNvGraphicFramePr>
            <a:graphicFrameLocks noGrp="1" noChangeAspect="1"/>
          </p:cNvGraphicFramePr>
          <p:nvPr>
            <p:ph sz="quarter" idx="1"/>
          </p:nvPr>
        </p:nvGraphicFramePr>
        <p:xfrm>
          <a:off x="2219325" y="1630363"/>
          <a:ext cx="5194300" cy="2066925"/>
        </p:xfrm>
        <a:graphic>
          <a:graphicData uri="http://schemas.openxmlformats.org/presentationml/2006/ole">
            <mc:AlternateContent xmlns:mc="http://schemas.openxmlformats.org/markup-compatibility/2006">
              <mc:Choice xmlns:v="urn:schemas-microsoft-com:vml" Requires="v">
                <p:oleObj spid="_x0000_s3181" name="" r:id="rId1" imgW="7061200" imgH="2819400" progId="Visio.Drawing.15">
                  <p:embed/>
                </p:oleObj>
              </mc:Choice>
              <mc:Fallback>
                <p:oleObj name="" r:id="rId1" imgW="7061200" imgH="2819400" progId="Visio.Drawing.15">
                  <p:embed/>
                  <p:pic>
                    <p:nvPicPr>
                      <p:cNvPr id="0" name="图片 3180"/>
                      <p:cNvPicPr/>
                      <p:nvPr/>
                    </p:nvPicPr>
                    <p:blipFill>
                      <a:blip r:embed="rId2"/>
                      <a:srcRect/>
                      <a:stretch>
                        <a:fillRect/>
                      </a:stretch>
                    </p:blipFill>
                    <p:spPr>
                      <a:xfrm>
                        <a:off x="2219325" y="1630363"/>
                        <a:ext cx="5194300" cy="2066925"/>
                      </a:xfrm>
                      <a:prstGeom prst="rect">
                        <a:avLst/>
                      </a:prstGeom>
                      <a:noFill/>
                      <a:ln w="38100">
                        <a:miter/>
                      </a:ln>
                    </p:spPr>
                  </p:pic>
                </p:oleObj>
              </mc:Fallback>
            </mc:AlternateContent>
          </a:graphicData>
        </a:graphic>
      </p:graphicFrame>
      <p:sp>
        <p:nvSpPr>
          <p:cNvPr id="3" name="Text Box 5"/>
          <p:cNvSpPr txBox="1"/>
          <p:nvPr/>
        </p:nvSpPr>
        <p:spPr>
          <a:xfrm>
            <a:off x="3224213" y="0"/>
            <a:ext cx="5919788" cy="706438"/>
          </a:xfrm>
          <a:prstGeom prst="rect">
            <a:avLst/>
          </a:prstGeom>
          <a:noFill/>
          <a:ln w="9525">
            <a:noFill/>
          </a:ln>
        </p:spPr>
        <p:txBody>
          <a:bodyPr>
            <a:spAutoFit/>
          </a:bodyPr>
          <a:lstStyle/>
          <a:p>
            <a:pPr marR="0" algn="ctr" defTabSz="914400" eaLnBrk="1" hangingPunct="1">
              <a:buClrTx/>
              <a:buSzTx/>
              <a:buFontTx/>
              <a:buNone/>
              <a:defRPr/>
            </a:pPr>
            <a:r>
              <a:rPr kumimoji="0" lang="en-US" altLang="zh-CN" sz="4000" b="1" kern="1200" cap="none" spc="0" normalizeH="0" baseline="0" noProof="1">
                <a:solidFill>
                  <a:srgbClr val="0000FF"/>
                </a:solidFill>
                <a:latin typeface="Arial" panose="020B0604020202020204" pitchFamily="34" charset="0"/>
                <a:ea typeface="宋体" panose="02010600030101010101" pitchFamily="2" charset="-122"/>
                <a:cs typeface="+mn-cs"/>
                <a:sym typeface="宋体" panose="02010600030101010101" pitchFamily="2" charset="-122"/>
              </a:rPr>
              <a:t>4.</a:t>
            </a:r>
            <a:r>
              <a:rPr kumimoji="0" lang="en-US" altLang="zh-CN" sz="4000" b="1" kern="1200" cap="none" spc="0" normalizeH="0" baseline="0" noProof="1">
                <a:solidFill>
                  <a:srgbClr val="0000FF"/>
                </a:solidFill>
                <a:latin typeface="Arial" panose="020B0604020202020204" pitchFamily="34" charset="0"/>
                <a:ea typeface="宋体" panose="02010600030101010101" pitchFamily="2" charset="-122"/>
                <a:cs typeface="+mn-cs"/>
                <a:sym typeface="+mn-ea"/>
              </a:rPr>
              <a:t>3.1</a:t>
            </a:r>
            <a:r>
              <a:rPr kumimoji="1" lang="en-US" altLang="zh-CN" sz="4000" b="1" kern="0" cap="none" spc="0" normalizeH="0" baseline="0" noProof="0" dirty="0">
                <a:solidFill>
                  <a:srgbClr val="0000CC"/>
                </a:solidFill>
                <a:effectLst>
                  <a:outerShdw blurRad="38100" dist="38100" dir="2700000" algn="tl">
                    <a:srgbClr val="C0C0C0"/>
                  </a:outerShdw>
                </a:effectLst>
                <a:latin typeface="黑体" panose="02010609060101010101" pitchFamily="49" charset="-122"/>
                <a:ea typeface="黑体" panose="02010609060101010101" pitchFamily="49" charset="-122"/>
                <a:cs typeface="Times New Roman" panose="02020603050405020304" pitchFamily="18" charset="0"/>
                <a:sym typeface="+mn-ea"/>
              </a:rPr>
              <a:t> </a:t>
            </a:r>
            <a:r>
              <a:rPr kumimoji="0" lang="en-US" altLang="zh-CN" sz="4000" b="1" kern="1200" cap="none" spc="0" normalizeH="0" baseline="0" noProof="1">
                <a:solidFill>
                  <a:srgbClr val="0000FF"/>
                </a:solidFill>
                <a:latin typeface="Arial" panose="020B0604020202020204" pitchFamily="34" charset="0"/>
                <a:ea typeface="宋体" panose="02010600030101010101" pitchFamily="2" charset="-122"/>
                <a:cs typeface="+mn-cs"/>
                <a:sym typeface="+mn-ea"/>
              </a:rPr>
              <a:t>自上而下的</a:t>
            </a:r>
            <a:r>
              <a:rPr kumimoji="0" lang="en-US" altLang="zh-CN" sz="4000" b="1" kern="1200" cap="none" spc="0" normalizeH="0" baseline="0" noProof="1">
                <a:solidFill>
                  <a:srgbClr val="0000FF"/>
                </a:solidFill>
                <a:latin typeface="Arial" panose="020B0604020202020204" pitchFamily="34" charset="0"/>
                <a:ea typeface="宋体" panose="02010600030101010101" pitchFamily="2" charset="-122"/>
                <a:cs typeface="+mn-cs"/>
                <a:sym typeface="宋体" panose="02010600030101010101" pitchFamily="2" charset="-122"/>
              </a:rPr>
              <a:t>算法</a:t>
            </a:r>
            <a:endParaRPr kumimoji="0" lang="en-US" altLang="zh-CN" sz="4000" b="1" kern="1200" cap="none" spc="0" normalizeH="0" baseline="0" noProof="1">
              <a:solidFill>
                <a:srgbClr val="0000FF"/>
              </a:solidFill>
              <a:latin typeface="Arial" panose="020B0604020202020204" pitchFamily="34" charset="0"/>
              <a:ea typeface="宋体" panose="02010600030101010101" pitchFamily="2" charset="-122"/>
              <a:cs typeface="+mn-cs"/>
              <a:sym typeface="宋体" panose="02010600030101010101" pitchFamily="2" charset="-122"/>
            </a:endParaRPr>
          </a:p>
        </p:txBody>
      </p:sp>
    </p:spTree>
  </p:cSld>
  <p:clrMapOvr>
    <a:masterClrMapping/>
  </p:clrMapOvr>
  <p:transition/>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 name="Rectangle 5"/>
          <p:cNvSpPr/>
          <p:nvPr/>
        </p:nvSpPr>
        <p:spPr>
          <a:xfrm>
            <a:off x="703263" y="1192213"/>
            <a:ext cx="7970838" cy="1814513"/>
          </a:xfrm>
          <a:prstGeom prst="rect">
            <a:avLst/>
          </a:prstGeom>
          <a:noFill/>
          <a:ln w="9525">
            <a:noFill/>
          </a:ln>
        </p:spPr>
        <p:txBody>
          <a:bodyPr>
            <a:spAutoFit/>
          </a:bodyPr>
          <a:lstStyle/>
          <a:p>
            <a:pPr marL="0" marR="0" lvl="0" indent="0" algn="just" defTabSz="914400" rtl="0" eaLnBrk="1" fontAlgn="base" latinLnBrk="0" hangingPunct="1">
              <a:lnSpc>
                <a:spcPct val="100000"/>
              </a:lnSpc>
              <a:spcBef>
                <a:spcPts val="575"/>
              </a:spcBef>
              <a:spcAft>
                <a:spcPct val="0"/>
              </a:spcAft>
              <a:buClr>
                <a:srgbClr val="D34817"/>
              </a:buClr>
              <a:buSzPct val="85000"/>
              <a:buFont typeface="Wingdings" panose="05000000000000000000" charset="0"/>
              <a:buNone/>
              <a:defRPr/>
            </a:pPr>
            <a:r>
              <a:rPr kumimoji="1" lang="en-US" altLang="zh-CN" sz="2800" b="1" i="0" u="none" strike="noStrike" kern="0" cap="none" spc="0" normalizeH="0" baseline="0" noProof="0" dirty="0">
                <a:ln>
                  <a:noFill/>
                </a:ln>
                <a:solidFill>
                  <a:srgbClr val="0000CC"/>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cs typeface="Times New Roman" panose="02020603050405020304" pitchFamily="18" charset="0"/>
              </a:rPr>
              <a:t>        </a:t>
            </a:r>
            <a:r>
              <a:rPr kumimoji="1" lang="en-US" altLang="zh-CN" sz="2800" b="1" i="0" u="none" strike="noStrike" kern="0" cap="none" spc="0" normalizeH="0" baseline="0" noProof="0" dirty="0">
                <a:ln>
                  <a:noFill/>
                </a:ln>
                <a:solidFill>
                  <a:srgbClr val="0000CC"/>
                </a:solidFill>
                <a:effectLst/>
                <a:uLnTx/>
                <a:uFillTx/>
                <a:latin typeface="Times New Roman" panose="02020603050405020304" pitchFamily="18" charset="0"/>
                <a:ea typeface="宋体" panose="02010600030101010101" pitchFamily="2" charset="-122"/>
                <a:cs typeface="Times New Roman" panose="02020603050405020304" pitchFamily="18" charset="0"/>
              </a:rPr>
              <a:t> 层次K-均值算法</a:t>
            </a:r>
            <a:r>
              <a:rPr kumimoji="0" sz="2800" b="1" i="0" u="none" strike="noStrike" kern="0" cap="none" spc="0" normalizeH="0" baseline="0" noProof="1">
                <a:ln>
                  <a:noFill/>
                </a:ln>
                <a:solidFill>
                  <a:schemeClr val="tx1"/>
                </a:solidFill>
                <a:effectLst/>
                <a:uLnTx/>
                <a:uFillTx/>
                <a:latin typeface="Arial" panose="020B0604020202020204" pitchFamily="34" charset="0"/>
                <a:ea typeface="宋体" panose="02010600030101010101" pitchFamily="2" charset="-122"/>
                <a:cs typeface="+mn-cs"/>
              </a:rPr>
              <a:t>的一个问题是，一旦两个样本在开始时被分成不同的簇，即使两点之间的距离非常接近，它们也不会在以后的聚类过程中聚在一起。</a:t>
            </a:r>
            <a:endParaRPr kumimoji="0" sz="2800" b="1" i="0" u="none" strike="noStrike" kern="0" cap="none" spc="0" normalizeH="0" baseline="0" noProof="1">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25955" name="Rectangle 5"/>
          <p:cNvSpPr/>
          <p:nvPr/>
        </p:nvSpPr>
        <p:spPr>
          <a:xfrm>
            <a:off x="0" y="0"/>
            <a:ext cx="9144000" cy="0"/>
          </a:xfrm>
          <a:prstGeom prst="rect">
            <a:avLst/>
          </a:prstGeom>
          <a:noFill/>
          <a:ln w="9525">
            <a:noFill/>
          </a:ln>
        </p:spPr>
        <p:txBody>
          <a:bodyPr wrap="none" anchor="ctr" anchorCtr="0">
            <a:spAutoFit/>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华文新魏" panose="02010800040101010101" pitchFamily="2" charset="-122"/>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ea typeface="+mn-ea"/>
                <a:cs typeface="华文新魏" panose="02010800040101010101" pitchFamily="2" charset="-122"/>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ea typeface="+mn-ea"/>
                <a:cs typeface="华文新魏" panose="02010800040101010101" pitchFamily="2" charset="-122"/>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ea typeface="+mn-ea"/>
                <a:cs typeface="华文新魏" panose="02010800040101010101" pitchFamily="2" charset="-122"/>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ea typeface="+mn-ea"/>
                <a:cs typeface="华文新魏" panose="02010800040101010101" pitchFamily="2" charset="-122"/>
              </a:defRPr>
            </a:lvl5pPr>
          </a:lstStyle>
          <a:p>
            <a:pPr marL="0" lvl="0" indent="0" eaLnBrk="1" hangingPunct="1">
              <a:spcBef>
                <a:spcPct val="0"/>
              </a:spcBef>
              <a:buClrTx/>
              <a:buSzTx/>
              <a:buFontTx/>
              <a:buNone/>
            </a:pPr>
            <a:endParaRPr lang="zh-CN" altLang="en-US" sz="1800" dirty="0">
              <a:latin typeface="Arial" panose="020B0604020202020204" pitchFamily="34" charset="0"/>
            </a:endParaRPr>
          </a:p>
        </p:txBody>
      </p:sp>
      <p:graphicFrame>
        <p:nvGraphicFramePr>
          <p:cNvPr id="125956" name="内容占位符 -2147482522"/>
          <p:cNvGraphicFramePr>
            <a:graphicFrameLocks noGrp="1" noChangeAspect="1"/>
          </p:cNvGraphicFramePr>
          <p:nvPr>
            <p:ph sz="quarter" idx="1"/>
          </p:nvPr>
        </p:nvGraphicFramePr>
        <p:xfrm>
          <a:off x="2870200" y="2838450"/>
          <a:ext cx="3132138" cy="3333750"/>
        </p:xfrm>
        <a:graphic>
          <a:graphicData uri="http://schemas.openxmlformats.org/presentationml/2006/ole">
            <mc:AlternateContent xmlns:mc="http://schemas.openxmlformats.org/markup-compatibility/2006">
              <mc:Choice xmlns:v="urn:schemas-microsoft-com:vml" Requires="v">
                <p:oleObj spid="_x0000_s3182" name="" r:id="rId1" imgW="2159000" imgH="2298700" progId="Visio.Drawing.15">
                  <p:embed/>
                </p:oleObj>
              </mc:Choice>
              <mc:Fallback>
                <p:oleObj name="" r:id="rId1" imgW="2159000" imgH="2298700" progId="Visio.Drawing.15">
                  <p:embed/>
                  <p:pic>
                    <p:nvPicPr>
                      <p:cNvPr id="0" name="图片 3181"/>
                      <p:cNvPicPr/>
                      <p:nvPr/>
                    </p:nvPicPr>
                    <p:blipFill>
                      <a:blip r:embed="rId2"/>
                      <a:srcRect/>
                      <a:stretch>
                        <a:fillRect/>
                      </a:stretch>
                    </p:blipFill>
                    <p:spPr>
                      <a:xfrm>
                        <a:off x="2870200" y="2838450"/>
                        <a:ext cx="3132138" cy="3333750"/>
                      </a:xfrm>
                      <a:prstGeom prst="rect">
                        <a:avLst/>
                      </a:prstGeom>
                      <a:noFill/>
                      <a:ln w="38100">
                        <a:miter/>
                      </a:ln>
                    </p:spPr>
                  </p:pic>
                </p:oleObj>
              </mc:Fallback>
            </mc:AlternateContent>
          </a:graphicData>
        </a:graphic>
      </p:graphicFrame>
      <p:sp>
        <p:nvSpPr>
          <p:cNvPr id="2" name="Text Box 5"/>
          <p:cNvSpPr txBox="1"/>
          <p:nvPr/>
        </p:nvSpPr>
        <p:spPr>
          <a:xfrm>
            <a:off x="3224213" y="0"/>
            <a:ext cx="5919788" cy="706438"/>
          </a:xfrm>
          <a:prstGeom prst="rect">
            <a:avLst/>
          </a:prstGeom>
          <a:noFill/>
          <a:ln w="9525">
            <a:noFill/>
          </a:ln>
        </p:spPr>
        <p:txBody>
          <a:bodyPr>
            <a:spAutoFit/>
          </a:bodyPr>
          <a:lstStyle/>
          <a:p>
            <a:pPr marR="0" algn="ctr" defTabSz="914400" eaLnBrk="1" hangingPunct="1">
              <a:buClrTx/>
              <a:buSzTx/>
              <a:buFontTx/>
              <a:buNone/>
              <a:defRPr/>
            </a:pPr>
            <a:r>
              <a:rPr kumimoji="0" lang="en-US" altLang="zh-CN" sz="4000" b="1" kern="1200" cap="none" spc="0" normalizeH="0" baseline="0" noProof="1">
                <a:solidFill>
                  <a:srgbClr val="0000FF"/>
                </a:solidFill>
                <a:latin typeface="Arial" panose="020B0604020202020204" pitchFamily="34" charset="0"/>
                <a:ea typeface="宋体" panose="02010600030101010101" pitchFamily="2" charset="-122"/>
                <a:cs typeface="+mn-cs"/>
                <a:sym typeface="宋体" panose="02010600030101010101" pitchFamily="2" charset="-122"/>
              </a:rPr>
              <a:t>4.</a:t>
            </a:r>
            <a:r>
              <a:rPr kumimoji="0" lang="en-US" altLang="zh-CN" sz="4000" b="1" kern="1200" cap="none" spc="0" normalizeH="0" baseline="0" noProof="1">
                <a:solidFill>
                  <a:srgbClr val="0000FF"/>
                </a:solidFill>
                <a:latin typeface="Arial" panose="020B0604020202020204" pitchFamily="34" charset="0"/>
                <a:ea typeface="宋体" panose="02010600030101010101" pitchFamily="2" charset="-122"/>
                <a:cs typeface="+mn-cs"/>
                <a:sym typeface="+mn-ea"/>
              </a:rPr>
              <a:t>3.1</a:t>
            </a:r>
            <a:r>
              <a:rPr kumimoji="1" lang="en-US" altLang="zh-CN" sz="4000" b="1" kern="0" cap="none" spc="0" normalizeH="0" baseline="0" noProof="0" dirty="0">
                <a:solidFill>
                  <a:srgbClr val="0000CC"/>
                </a:solidFill>
                <a:effectLst>
                  <a:outerShdw blurRad="38100" dist="38100" dir="2700000" algn="tl">
                    <a:srgbClr val="C0C0C0"/>
                  </a:outerShdw>
                </a:effectLst>
                <a:latin typeface="黑体" panose="02010609060101010101" pitchFamily="49" charset="-122"/>
                <a:ea typeface="黑体" panose="02010609060101010101" pitchFamily="49" charset="-122"/>
                <a:cs typeface="Times New Roman" panose="02020603050405020304" pitchFamily="18" charset="0"/>
                <a:sym typeface="+mn-ea"/>
              </a:rPr>
              <a:t> </a:t>
            </a:r>
            <a:r>
              <a:rPr kumimoji="0" lang="en-US" altLang="zh-CN" sz="4000" b="1" kern="1200" cap="none" spc="0" normalizeH="0" baseline="0" noProof="1">
                <a:solidFill>
                  <a:srgbClr val="0000FF"/>
                </a:solidFill>
                <a:latin typeface="Arial" panose="020B0604020202020204" pitchFamily="34" charset="0"/>
                <a:ea typeface="宋体" panose="02010600030101010101" pitchFamily="2" charset="-122"/>
                <a:cs typeface="+mn-cs"/>
                <a:sym typeface="+mn-ea"/>
              </a:rPr>
              <a:t>自上而下的</a:t>
            </a:r>
            <a:r>
              <a:rPr kumimoji="0" lang="en-US" altLang="zh-CN" sz="4000" b="1" kern="1200" cap="none" spc="0" normalizeH="0" baseline="0" noProof="1">
                <a:solidFill>
                  <a:srgbClr val="0000FF"/>
                </a:solidFill>
                <a:latin typeface="Arial" panose="020B0604020202020204" pitchFamily="34" charset="0"/>
                <a:ea typeface="宋体" panose="02010600030101010101" pitchFamily="2" charset="-122"/>
                <a:cs typeface="+mn-cs"/>
                <a:sym typeface="宋体" panose="02010600030101010101" pitchFamily="2" charset="-122"/>
              </a:rPr>
              <a:t>算法</a:t>
            </a:r>
            <a:endParaRPr kumimoji="0" lang="en-US" altLang="zh-CN" sz="4000" b="1" kern="1200" cap="none" spc="0" normalizeH="0" baseline="0" noProof="1">
              <a:solidFill>
                <a:srgbClr val="0000FF"/>
              </a:solidFill>
              <a:latin typeface="Arial" panose="020B0604020202020204" pitchFamily="34" charset="0"/>
              <a:ea typeface="宋体" panose="02010600030101010101" pitchFamily="2" charset="-122"/>
              <a:cs typeface="+mn-cs"/>
              <a:sym typeface="宋体" panose="02010600030101010101" pitchFamily="2" charset="-122"/>
            </a:endParaRPr>
          </a:p>
        </p:txBody>
      </p:sp>
    </p:spTree>
  </p:cSld>
  <p:clrMapOvr>
    <a:masterClrMapping/>
  </p:clrMapOvr>
  <p:transition/>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 name="Rectangle 5"/>
          <p:cNvSpPr/>
          <p:nvPr/>
        </p:nvSpPr>
        <p:spPr>
          <a:xfrm>
            <a:off x="809625" y="3660775"/>
            <a:ext cx="7675563" cy="2246313"/>
          </a:xfrm>
          <a:prstGeom prst="rect">
            <a:avLst/>
          </a:prstGeom>
          <a:noFill/>
          <a:ln w="9525">
            <a:noFill/>
          </a:ln>
        </p:spPr>
        <p:txBody>
          <a:bodyPr>
            <a:spAutoFit/>
          </a:bodyPr>
          <a:lstStyle/>
          <a:p>
            <a:pPr marL="0" marR="0" lvl="0" indent="0" algn="just" defTabSz="914400" rtl="0" eaLnBrk="1" fontAlgn="base" latinLnBrk="0" hangingPunct="1">
              <a:lnSpc>
                <a:spcPct val="100000"/>
              </a:lnSpc>
              <a:spcBef>
                <a:spcPts val="575"/>
              </a:spcBef>
              <a:spcAft>
                <a:spcPct val="0"/>
              </a:spcAft>
              <a:buClr>
                <a:srgbClr val="D34817"/>
              </a:buClr>
              <a:buSzPct val="85000"/>
              <a:buFont typeface="Wingdings" panose="05000000000000000000" charset="0"/>
              <a:buNone/>
              <a:defRPr/>
            </a:pPr>
            <a:r>
              <a:rPr kumimoji="1" lang="en-US" altLang="zh-CN" sz="2800" b="1" i="0" u="none" strike="noStrike" kern="0" cap="none" spc="0" normalizeH="0" baseline="0" noProof="0" dirty="0">
                <a:ln>
                  <a:noFill/>
                </a:ln>
                <a:solidFill>
                  <a:srgbClr val="0000CC"/>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cs typeface="Times New Roman" panose="02020603050405020304" pitchFamily="18" charset="0"/>
              </a:rPr>
              <a:t>         </a:t>
            </a:r>
            <a:r>
              <a:rPr kumimoji="0" sz="2800" b="1" i="0" u="none" strike="noStrike" kern="0" cap="none" spc="0" normalizeH="0" baseline="0" noProof="1">
                <a:ln>
                  <a:noFill/>
                </a:ln>
                <a:solidFill>
                  <a:schemeClr val="tx1"/>
                </a:solidFill>
                <a:effectLst/>
                <a:uLnTx/>
                <a:uFillTx/>
                <a:latin typeface="Arial" panose="020B0604020202020204" pitchFamily="34" charset="0"/>
                <a:ea typeface="宋体" panose="02010600030101010101" pitchFamily="2" charset="-122"/>
                <a:cs typeface="+mn-cs"/>
              </a:rPr>
              <a:t>如图所示，将红色椭圆虚线中的物体聚类成一个簇可能是一个较好的聚类结果，但由于橙色和绿色的样本在第一次划分时就聚类成不同的簇，在之后的划分中它们也不会再聚类到同一个簇中；</a:t>
            </a:r>
            <a:endParaRPr kumimoji="0" sz="2800" b="1" i="0" u="none" strike="noStrike" kern="0" cap="none" spc="0" normalizeH="0" baseline="0" noProof="1">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26979" name="Rectangle 5"/>
          <p:cNvSpPr/>
          <p:nvPr/>
        </p:nvSpPr>
        <p:spPr>
          <a:xfrm>
            <a:off x="0" y="0"/>
            <a:ext cx="9144000" cy="0"/>
          </a:xfrm>
          <a:prstGeom prst="rect">
            <a:avLst/>
          </a:prstGeom>
          <a:noFill/>
          <a:ln w="9525">
            <a:noFill/>
          </a:ln>
        </p:spPr>
        <p:txBody>
          <a:bodyPr wrap="none" anchor="ctr" anchorCtr="0">
            <a:spAutoFit/>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华文新魏" panose="02010800040101010101" pitchFamily="2" charset="-122"/>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ea typeface="+mn-ea"/>
                <a:cs typeface="华文新魏" panose="02010800040101010101" pitchFamily="2" charset="-122"/>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ea typeface="+mn-ea"/>
                <a:cs typeface="华文新魏" panose="02010800040101010101" pitchFamily="2" charset="-122"/>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ea typeface="+mn-ea"/>
                <a:cs typeface="华文新魏" panose="02010800040101010101" pitchFamily="2" charset="-122"/>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ea typeface="+mn-ea"/>
                <a:cs typeface="华文新魏" panose="02010800040101010101" pitchFamily="2" charset="-122"/>
              </a:defRPr>
            </a:lvl5pPr>
          </a:lstStyle>
          <a:p>
            <a:pPr marL="0" lvl="0" indent="0" eaLnBrk="1" hangingPunct="1">
              <a:spcBef>
                <a:spcPct val="0"/>
              </a:spcBef>
              <a:buClrTx/>
              <a:buSzTx/>
              <a:buFontTx/>
              <a:buNone/>
            </a:pPr>
            <a:endParaRPr lang="zh-CN" altLang="en-US" sz="1800" dirty="0">
              <a:latin typeface="Arial" panose="020B0604020202020204" pitchFamily="34" charset="0"/>
            </a:endParaRPr>
          </a:p>
        </p:txBody>
      </p:sp>
      <p:graphicFrame>
        <p:nvGraphicFramePr>
          <p:cNvPr id="126980" name="内容占位符 -2147482522"/>
          <p:cNvGraphicFramePr>
            <a:graphicFrameLocks noGrp="1" noChangeAspect="1"/>
          </p:cNvGraphicFramePr>
          <p:nvPr>
            <p:ph sz="quarter" idx="1"/>
          </p:nvPr>
        </p:nvGraphicFramePr>
        <p:xfrm>
          <a:off x="3271838" y="733425"/>
          <a:ext cx="2749550" cy="2927350"/>
        </p:xfrm>
        <a:graphic>
          <a:graphicData uri="http://schemas.openxmlformats.org/presentationml/2006/ole">
            <mc:AlternateContent xmlns:mc="http://schemas.openxmlformats.org/markup-compatibility/2006">
              <mc:Choice xmlns:v="urn:schemas-microsoft-com:vml" Requires="v">
                <p:oleObj spid="_x0000_s3183" name="" r:id="rId1" imgW="2159000" imgH="2298700" progId="Visio.Drawing.15">
                  <p:embed/>
                </p:oleObj>
              </mc:Choice>
              <mc:Fallback>
                <p:oleObj name="" r:id="rId1" imgW="2159000" imgH="2298700" progId="Visio.Drawing.15">
                  <p:embed/>
                  <p:pic>
                    <p:nvPicPr>
                      <p:cNvPr id="0" name="图片 3182"/>
                      <p:cNvPicPr/>
                      <p:nvPr/>
                    </p:nvPicPr>
                    <p:blipFill>
                      <a:blip r:embed="rId2"/>
                      <a:srcRect/>
                      <a:stretch>
                        <a:fillRect/>
                      </a:stretch>
                    </p:blipFill>
                    <p:spPr>
                      <a:xfrm>
                        <a:off x="3271838" y="733425"/>
                        <a:ext cx="2749550" cy="2927350"/>
                      </a:xfrm>
                      <a:prstGeom prst="rect">
                        <a:avLst/>
                      </a:prstGeom>
                      <a:noFill/>
                      <a:ln w="38100">
                        <a:miter/>
                      </a:ln>
                    </p:spPr>
                  </p:pic>
                </p:oleObj>
              </mc:Fallback>
            </mc:AlternateContent>
          </a:graphicData>
        </a:graphic>
      </p:graphicFrame>
      <p:sp>
        <p:nvSpPr>
          <p:cNvPr id="2" name="Text Box 5"/>
          <p:cNvSpPr txBox="1"/>
          <p:nvPr/>
        </p:nvSpPr>
        <p:spPr>
          <a:xfrm>
            <a:off x="3224213" y="0"/>
            <a:ext cx="5919788" cy="706438"/>
          </a:xfrm>
          <a:prstGeom prst="rect">
            <a:avLst/>
          </a:prstGeom>
          <a:noFill/>
          <a:ln w="9525">
            <a:noFill/>
          </a:ln>
        </p:spPr>
        <p:txBody>
          <a:bodyPr>
            <a:spAutoFit/>
          </a:bodyPr>
          <a:lstStyle/>
          <a:p>
            <a:pPr marR="0" algn="ctr" defTabSz="914400" eaLnBrk="1" hangingPunct="1">
              <a:buClrTx/>
              <a:buSzTx/>
              <a:buFontTx/>
              <a:buNone/>
              <a:defRPr/>
            </a:pPr>
            <a:r>
              <a:rPr kumimoji="0" lang="en-US" altLang="zh-CN" sz="4000" b="1" kern="1200" cap="none" spc="0" normalizeH="0" baseline="0" noProof="1">
                <a:solidFill>
                  <a:srgbClr val="0000FF"/>
                </a:solidFill>
                <a:latin typeface="Arial" panose="020B0604020202020204" pitchFamily="34" charset="0"/>
                <a:ea typeface="宋体" panose="02010600030101010101" pitchFamily="2" charset="-122"/>
                <a:cs typeface="+mn-cs"/>
                <a:sym typeface="宋体" panose="02010600030101010101" pitchFamily="2" charset="-122"/>
              </a:rPr>
              <a:t>4.</a:t>
            </a:r>
            <a:r>
              <a:rPr kumimoji="0" lang="en-US" altLang="zh-CN" sz="4000" b="1" kern="1200" cap="none" spc="0" normalizeH="0" baseline="0" noProof="1">
                <a:solidFill>
                  <a:srgbClr val="0000FF"/>
                </a:solidFill>
                <a:latin typeface="Arial" panose="020B0604020202020204" pitchFamily="34" charset="0"/>
                <a:ea typeface="宋体" panose="02010600030101010101" pitchFamily="2" charset="-122"/>
                <a:cs typeface="+mn-cs"/>
                <a:sym typeface="+mn-ea"/>
              </a:rPr>
              <a:t>3.1</a:t>
            </a:r>
            <a:r>
              <a:rPr kumimoji="1" lang="en-US" altLang="zh-CN" sz="4000" b="1" kern="0" cap="none" spc="0" normalizeH="0" baseline="0" noProof="0" dirty="0">
                <a:solidFill>
                  <a:srgbClr val="0000CC"/>
                </a:solidFill>
                <a:effectLst>
                  <a:outerShdw blurRad="38100" dist="38100" dir="2700000" algn="tl">
                    <a:srgbClr val="C0C0C0"/>
                  </a:outerShdw>
                </a:effectLst>
                <a:latin typeface="黑体" panose="02010609060101010101" pitchFamily="49" charset="-122"/>
                <a:ea typeface="黑体" panose="02010609060101010101" pitchFamily="49" charset="-122"/>
                <a:cs typeface="Times New Roman" panose="02020603050405020304" pitchFamily="18" charset="0"/>
                <a:sym typeface="+mn-ea"/>
              </a:rPr>
              <a:t> </a:t>
            </a:r>
            <a:r>
              <a:rPr kumimoji="0" lang="en-US" altLang="zh-CN" sz="4000" b="1" kern="1200" cap="none" spc="0" normalizeH="0" baseline="0" noProof="1">
                <a:solidFill>
                  <a:srgbClr val="0000FF"/>
                </a:solidFill>
                <a:latin typeface="Arial" panose="020B0604020202020204" pitchFamily="34" charset="0"/>
                <a:ea typeface="宋体" panose="02010600030101010101" pitchFamily="2" charset="-122"/>
                <a:cs typeface="+mn-cs"/>
                <a:sym typeface="+mn-ea"/>
              </a:rPr>
              <a:t>自上而下的</a:t>
            </a:r>
            <a:r>
              <a:rPr kumimoji="0" lang="en-US" altLang="zh-CN" sz="4000" b="1" kern="1200" cap="none" spc="0" normalizeH="0" baseline="0" noProof="1">
                <a:solidFill>
                  <a:srgbClr val="0000FF"/>
                </a:solidFill>
                <a:latin typeface="Arial" panose="020B0604020202020204" pitchFamily="34" charset="0"/>
                <a:ea typeface="宋体" panose="02010600030101010101" pitchFamily="2" charset="-122"/>
                <a:cs typeface="+mn-cs"/>
                <a:sym typeface="宋体" panose="02010600030101010101" pitchFamily="2" charset="-122"/>
              </a:rPr>
              <a:t>算法</a:t>
            </a:r>
            <a:endParaRPr kumimoji="0" lang="en-US" altLang="zh-CN" sz="4000" b="1" kern="1200" cap="none" spc="0" normalizeH="0" baseline="0" noProof="1">
              <a:solidFill>
                <a:srgbClr val="0000FF"/>
              </a:solidFill>
              <a:latin typeface="Arial" panose="020B0604020202020204" pitchFamily="34" charset="0"/>
              <a:ea typeface="宋体" panose="02010600030101010101" pitchFamily="2" charset="-122"/>
              <a:cs typeface="+mn-cs"/>
              <a:sym typeface="宋体" panose="02010600030101010101" pitchFamily="2" charset="-122"/>
            </a:endParaRPr>
          </a:p>
        </p:txBody>
      </p:sp>
    </p:spTree>
  </p:cSld>
  <p:clrMapOvr>
    <a:masterClrMapping/>
  </p:clrMapOvr>
  <p:transition/>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 name="Rectangle 5"/>
          <p:cNvSpPr/>
          <p:nvPr/>
        </p:nvSpPr>
        <p:spPr>
          <a:xfrm>
            <a:off x="715963" y="827088"/>
            <a:ext cx="7970838" cy="4860925"/>
          </a:xfrm>
          <a:prstGeom prst="rect">
            <a:avLst/>
          </a:prstGeom>
          <a:noFill/>
          <a:ln w="9525">
            <a:noFill/>
          </a:ln>
        </p:spPr>
        <p:txBody>
          <a:bodyPr>
            <a:spAutoFit/>
          </a:bodyPr>
          <a:lstStyle/>
          <a:p>
            <a:pPr marL="0" marR="0" lvl="0" indent="0" algn="ctr" defTabSz="914400" rtl="0" eaLnBrk="1" fontAlgn="base" latinLnBrk="0" hangingPunct="1">
              <a:lnSpc>
                <a:spcPct val="100000"/>
              </a:lnSpc>
              <a:spcBef>
                <a:spcPts val="575"/>
              </a:spcBef>
              <a:spcAft>
                <a:spcPct val="0"/>
              </a:spcAft>
              <a:buClr>
                <a:srgbClr val="D34817"/>
              </a:buClr>
              <a:buSzPct val="85000"/>
              <a:buFont typeface="Wingdings" panose="05000000000000000000" pitchFamily="2" charset="2"/>
              <a:buNone/>
              <a:defRPr/>
            </a:pPr>
            <a:r>
              <a:rPr kumimoji="1" lang="en-US" altLang="zh-CN" sz="3600" b="1" i="0" u="none" strike="noStrike" kern="0" cap="none" spc="0" normalizeH="0" baseline="0" noProof="0" dirty="0">
                <a:ln>
                  <a:noFill/>
                </a:ln>
                <a:solidFill>
                  <a:srgbClr val="0000CC"/>
                </a:solidFill>
                <a:effectLst/>
                <a:uLnTx/>
                <a:uFillTx/>
                <a:latin typeface="黑体" panose="02010609060101010101" pitchFamily="49" charset="-122"/>
                <a:ea typeface="黑体" panose="02010609060101010101" pitchFamily="49" charset="-122"/>
                <a:cs typeface="Times New Roman" panose="02020603050405020304" pitchFamily="18" charset="0"/>
                <a:sym typeface="+mn-ea"/>
              </a:rPr>
              <a:t>4.3.2 自下而上的算法</a:t>
            </a:r>
            <a:endParaRPr kumimoji="1" lang="en-US" altLang="zh-CN" sz="3600" b="1" i="0" u="none" strike="noStrike" kern="0" cap="none" spc="0" normalizeH="0" baseline="0" noProof="0" dirty="0">
              <a:ln>
                <a:noFill/>
              </a:ln>
              <a:solidFill>
                <a:srgbClr val="0000CC"/>
              </a:solidFill>
              <a:effectLst/>
              <a:uLnTx/>
              <a:uFillTx/>
              <a:latin typeface="黑体" panose="02010609060101010101" pitchFamily="49" charset="-122"/>
              <a:ea typeface="黑体" panose="02010609060101010101" pitchFamily="49" charset="-122"/>
              <a:cs typeface="Times New Roman" panose="02020603050405020304" pitchFamily="18" charset="0"/>
              <a:sym typeface="+mn-ea"/>
            </a:endParaRPr>
          </a:p>
          <a:p>
            <a:pPr marL="0" marR="0" lvl="0" indent="0" algn="just" defTabSz="914400" rtl="0" eaLnBrk="1" fontAlgn="base" latinLnBrk="0" hangingPunct="1">
              <a:lnSpc>
                <a:spcPct val="100000"/>
              </a:lnSpc>
              <a:spcBef>
                <a:spcPts val="2000"/>
              </a:spcBef>
              <a:spcAft>
                <a:spcPct val="0"/>
              </a:spcAft>
              <a:buClr>
                <a:srgbClr val="D34817"/>
              </a:buClr>
              <a:buSzPct val="85000"/>
              <a:buFont typeface="Wingdings" panose="05000000000000000000" charset="0"/>
              <a:buNone/>
              <a:defRPr/>
            </a:pPr>
            <a:r>
              <a:rPr kumimoji="0" sz="2800" b="1" i="0" u="none" strike="noStrike" kern="0" cap="none" spc="0" normalizeH="0" baseline="0" noProof="1">
                <a:ln>
                  <a:noFill/>
                </a:ln>
                <a:solidFill>
                  <a:schemeClr val="tx1"/>
                </a:solidFill>
                <a:effectLst/>
                <a:uLnTx/>
                <a:uFillTx/>
                <a:latin typeface="Arial" panose="020B0604020202020204" pitchFamily="34" charset="0"/>
                <a:ea typeface="宋体" panose="02010600030101010101" pitchFamily="2" charset="-122"/>
                <a:cs typeface="+mn-cs"/>
              </a:rPr>
              <a:t>        </a:t>
            </a:r>
            <a:r>
              <a:rPr kumimoji="0" sz="2800" b="1" i="0" u="none" strike="noStrike" kern="0" cap="none" spc="0" normalizeH="0" baseline="0" noProof="1">
                <a:ln>
                  <a:noFill/>
                </a:ln>
                <a:solidFill>
                  <a:schemeClr val="tx1"/>
                </a:solidFill>
                <a:effectLst/>
                <a:uLnTx/>
                <a:uFillTx/>
                <a:latin typeface="Times New Roman" panose="02020603050405020304" pitchFamily="18" charset="0"/>
                <a:ea typeface="宋体" panose="02010600030101010101" pitchFamily="2" charset="-122"/>
                <a:cs typeface="Times New Roman" panose="02020603050405020304" pitchFamily="18" charset="0"/>
              </a:rPr>
              <a:t>与层次K-均值算法相比，</a:t>
            </a:r>
            <a:r>
              <a:rPr kumimoji="1" lang="en-US" altLang="zh-CN" sz="2800" b="1" i="0" u="none" strike="noStrike" kern="0" cap="none" spc="0" normalizeH="0" baseline="0" noProof="0" dirty="0">
                <a:ln>
                  <a:noFill/>
                </a:ln>
                <a:solidFill>
                  <a:srgbClr val="0000CC"/>
                </a:solidFill>
                <a:effectLst/>
                <a:uLnTx/>
                <a:uFillTx/>
                <a:latin typeface="Times New Roman" panose="02020603050405020304" pitchFamily="18" charset="0"/>
                <a:ea typeface="宋体" panose="02010600030101010101" pitchFamily="2" charset="-122"/>
                <a:cs typeface="Times New Roman" panose="02020603050405020304" pitchFamily="18" charset="0"/>
              </a:rPr>
              <a:t>凝聚聚类算法</a:t>
            </a:r>
            <a:r>
              <a:rPr kumimoji="0" sz="2800" b="1" i="0" u="none" strike="noStrike" kern="0" cap="none" spc="0" normalizeH="0" baseline="0" noProof="1">
                <a:ln>
                  <a:noFill/>
                </a:ln>
                <a:solidFill>
                  <a:schemeClr val="tx1"/>
                </a:solidFill>
                <a:effectLst/>
                <a:uLnTx/>
                <a:uFillTx/>
                <a:latin typeface="Times New Roman" panose="02020603050405020304" pitchFamily="18" charset="0"/>
                <a:ea typeface="宋体" panose="02010600030101010101" pitchFamily="2" charset="-122"/>
                <a:cs typeface="Times New Roman" panose="02020603050405020304" pitchFamily="18" charset="0"/>
              </a:rPr>
              <a:t>采用了“</a:t>
            </a:r>
            <a:r>
              <a:rPr kumimoji="0" sz="2800" b="1" i="0" u="none" strike="noStrike" kern="0" cap="none" spc="0" normalizeH="0" baseline="0" noProof="1">
                <a:ln>
                  <a:noFill/>
                </a:ln>
                <a:solidFill>
                  <a:srgbClr val="FF0000"/>
                </a:solidFill>
                <a:effectLst/>
                <a:uLnTx/>
                <a:uFillTx/>
                <a:latin typeface="Times New Roman" panose="02020603050405020304" pitchFamily="18" charset="0"/>
                <a:ea typeface="宋体" panose="02010600030101010101" pitchFamily="2" charset="-122"/>
                <a:cs typeface="Times New Roman" panose="02020603050405020304" pitchFamily="18" charset="0"/>
              </a:rPr>
              <a:t>自下而上</a:t>
            </a:r>
            <a:r>
              <a:rPr kumimoji="0" sz="2800" b="1" i="0" u="none" strike="noStrike" kern="0" cap="none" spc="0" normalizeH="0" baseline="0" noProof="1">
                <a:ln>
                  <a:noFill/>
                </a:ln>
                <a:solidFill>
                  <a:schemeClr val="tx1"/>
                </a:solidFill>
                <a:effectLst/>
                <a:uLnTx/>
                <a:uFillTx/>
                <a:latin typeface="Times New Roman" panose="02020603050405020304" pitchFamily="18" charset="0"/>
                <a:ea typeface="宋体" panose="02010600030101010101" pitchFamily="2" charset="-122"/>
                <a:cs typeface="Times New Roman" panose="02020603050405020304" pitchFamily="18" charset="0"/>
              </a:rPr>
              <a:t>”聚类的思想，这可以确保距离的近的样本可以被分到相同的簇。具体地，凝聚聚类算法的思路为：</a:t>
            </a:r>
            <a:endParaRPr kumimoji="0" sz="2800" b="1" i="0" u="none" strike="noStrike" kern="0" cap="none" spc="0" normalizeH="0" baseline="0" noProof="1">
              <a:ln>
                <a:noFill/>
              </a:ln>
              <a:solidFill>
                <a:schemeClr val="tx1"/>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just" defTabSz="914400" rtl="0" eaLnBrk="1" fontAlgn="base" latinLnBrk="0" hangingPunct="1">
              <a:lnSpc>
                <a:spcPct val="100000"/>
              </a:lnSpc>
              <a:spcBef>
                <a:spcPts val="2000"/>
              </a:spcBef>
              <a:spcAft>
                <a:spcPct val="0"/>
              </a:spcAft>
              <a:buClr>
                <a:srgbClr val="D34817"/>
              </a:buClr>
              <a:buSzPct val="85000"/>
              <a:buFont typeface="Wingdings" panose="05000000000000000000" charset="0"/>
              <a:buNone/>
              <a:defRPr/>
            </a:pPr>
            <a:r>
              <a:rPr kumimoji="0" sz="2800" b="1" i="0" u="none" strike="noStrike" kern="0" cap="none" spc="0" normalizeH="0" baseline="0" noProof="1">
                <a:ln>
                  <a:noFill/>
                </a:ln>
                <a:solidFill>
                  <a:schemeClr val="tx1"/>
                </a:solidFill>
                <a:effectLst/>
                <a:uLnTx/>
                <a:uFillTx/>
                <a:latin typeface="Times New Roman" panose="02020603050405020304" pitchFamily="18" charset="0"/>
                <a:ea typeface="宋体" panose="02010600030101010101" pitchFamily="2" charset="-122"/>
                <a:cs typeface="Times New Roman" panose="02020603050405020304" pitchFamily="18" charset="0"/>
              </a:rPr>
              <a:t>        对于样本数据集                       </a:t>
            </a:r>
            <a:r>
              <a:rPr kumimoji="0" lang="zh-CN" sz="2800" b="1" i="0" u="none" strike="noStrike" kern="0" cap="none" spc="0" normalizeH="0" baseline="0" noProof="1">
                <a:ln>
                  <a:noFill/>
                </a:ln>
                <a:solidFill>
                  <a:schemeClr val="tx1"/>
                </a:solidFill>
                <a:effectLst/>
                <a:uLnTx/>
                <a:uFillTx/>
                <a:latin typeface="Times New Roman" panose="02020603050405020304" pitchFamily="18" charset="0"/>
                <a:ea typeface="宋体" panose="02010600030101010101" pitchFamily="2" charset="-122"/>
                <a:cs typeface="Times New Roman" panose="02020603050405020304" pitchFamily="18" charset="0"/>
              </a:rPr>
              <a:t>：</a:t>
            </a:r>
            <a:endParaRPr kumimoji="0" sz="2800" b="1" i="0" u="none" strike="noStrike" kern="0" cap="none" spc="0" normalizeH="0" baseline="0" noProof="1">
              <a:ln>
                <a:noFill/>
              </a:ln>
              <a:solidFill>
                <a:schemeClr val="tx1"/>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just" defTabSz="914400" rtl="0" eaLnBrk="1" fontAlgn="base" latinLnBrk="0" hangingPunct="1">
              <a:lnSpc>
                <a:spcPct val="100000"/>
              </a:lnSpc>
              <a:spcBef>
                <a:spcPts val="2000"/>
              </a:spcBef>
              <a:spcAft>
                <a:spcPct val="0"/>
              </a:spcAft>
              <a:buClr>
                <a:srgbClr val="D34817"/>
              </a:buClr>
              <a:buSzPct val="85000"/>
              <a:buFont typeface="Wingdings" panose="05000000000000000000" charset="0"/>
              <a:buNone/>
              <a:defRPr/>
            </a:pPr>
            <a:r>
              <a:rPr kumimoji="0" lang="en-US" altLang="zh-CN" sz="2800" b="1" i="0" u="none" strike="noStrike" kern="1200" cap="none" spc="0" normalizeH="0" baseline="0" noProof="1">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sym typeface="+mn-ea"/>
              </a:rPr>
              <a:t>Step 1：</a:t>
            </a:r>
            <a:r>
              <a:rPr kumimoji="0" sz="2800" b="1" i="0" u="none" strike="noStrike" kern="0" cap="none" spc="0" normalizeH="0" baseline="0" noProof="1">
                <a:ln>
                  <a:noFill/>
                </a:ln>
                <a:solidFill>
                  <a:schemeClr val="tx1"/>
                </a:solidFill>
                <a:effectLst/>
                <a:uLnTx/>
                <a:uFillTx/>
                <a:latin typeface="Times New Roman" panose="02020603050405020304" pitchFamily="18" charset="0"/>
                <a:ea typeface="宋体" panose="02010600030101010101" pitchFamily="2" charset="-122"/>
                <a:cs typeface="Times New Roman" panose="02020603050405020304" pitchFamily="18" charset="0"/>
              </a:rPr>
              <a:t>把将数据集中的每个样本单独看成一个簇，</a:t>
            </a:r>
            <a:r>
              <a:rPr kumimoji="0" lang="en-US" sz="2800" b="1" i="0" u="none" strike="noStrike" kern="0" cap="none" spc="0" normalizeH="0" baseline="0" noProof="1">
                <a:ln>
                  <a:noFill/>
                </a:ln>
                <a:solidFill>
                  <a:schemeClr val="tx1"/>
                </a:solidFill>
                <a:effectLst/>
                <a:uLnTx/>
                <a:uFillTx/>
                <a:latin typeface="Times New Roman" panose="02020603050405020304" pitchFamily="18" charset="0"/>
                <a:ea typeface="宋体" panose="02010600030101010101" pitchFamily="2" charset="-122"/>
                <a:cs typeface="Times New Roman" panose="02020603050405020304" pitchFamily="18" charset="0"/>
              </a:rPr>
              <a:t>	    </a:t>
            </a:r>
            <a:r>
              <a:rPr kumimoji="0" sz="2800" b="1" i="0" u="none" strike="noStrike" kern="0" cap="none" spc="0" normalizeH="0" baseline="0" noProof="1">
                <a:ln>
                  <a:noFill/>
                </a:ln>
                <a:solidFill>
                  <a:schemeClr val="tx1"/>
                </a:solidFill>
                <a:effectLst/>
                <a:uLnTx/>
                <a:uFillTx/>
                <a:latin typeface="Times New Roman" panose="02020603050405020304" pitchFamily="18" charset="0"/>
                <a:ea typeface="宋体" panose="02010600030101010101" pitchFamily="2" charset="-122"/>
                <a:cs typeface="Times New Roman" panose="02020603050405020304" pitchFamily="18" charset="0"/>
              </a:rPr>
              <a:t>得到最底层的簇的集合                         ，其</a:t>
            </a:r>
            <a:r>
              <a:rPr kumimoji="0" lang="en-US" sz="2800" b="1" i="0" u="none" strike="noStrike" kern="0" cap="none" spc="0" normalizeH="0" baseline="0" noProof="1">
                <a:ln>
                  <a:noFill/>
                </a:ln>
                <a:solidFill>
                  <a:schemeClr val="tx1"/>
                </a:solidFill>
                <a:effectLst/>
                <a:uLnTx/>
                <a:uFillTx/>
                <a:latin typeface="Times New Roman" panose="02020603050405020304" pitchFamily="18" charset="0"/>
                <a:ea typeface="宋体" panose="02010600030101010101" pitchFamily="2" charset="-122"/>
                <a:cs typeface="Times New Roman" panose="02020603050405020304" pitchFamily="18" charset="0"/>
              </a:rPr>
              <a:t>	    </a:t>
            </a:r>
            <a:r>
              <a:rPr kumimoji="0" sz="2800" b="1" i="0" u="none" strike="noStrike" kern="0" cap="none" spc="0" normalizeH="0" baseline="0" noProof="1">
                <a:ln>
                  <a:noFill/>
                </a:ln>
                <a:solidFill>
                  <a:schemeClr val="tx1"/>
                </a:solidFill>
                <a:effectLst/>
                <a:uLnTx/>
                <a:uFillTx/>
                <a:latin typeface="Times New Roman" panose="02020603050405020304" pitchFamily="18" charset="0"/>
                <a:ea typeface="宋体" panose="02010600030101010101" pitchFamily="2" charset="-122"/>
                <a:cs typeface="Times New Roman" panose="02020603050405020304" pitchFamily="18" charset="0"/>
              </a:rPr>
              <a:t>中每个簇只含有一个样本           ；</a:t>
            </a:r>
            <a:r>
              <a:rPr kumimoji="0" lang="zh-CN" altLang="en-US" sz="2800" b="1" i="0" u="none" strike="noStrike" kern="1200" cap="none" spc="0" normalizeH="0" baseline="0" noProof="1">
                <a:ln>
                  <a:noFill/>
                </a:ln>
                <a:solidFill>
                  <a:srgbClr val="000000"/>
                </a:solidFill>
                <a:effectLst/>
                <a:uLnTx/>
                <a:uFillTx/>
                <a:latin typeface="Calibri" panose="020F0502020204030204" pitchFamily="34" charset="0"/>
                <a:ea typeface="宋体" panose="02010600030101010101" pitchFamily="2" charset="-122"/>
                <a:cs typeface="+mn-cs"/>
              </a:rPr>
              <a:t>         </a:t>
            </a:r>
            <a:endParaRPr kumimoji="0" lang="zh-CN" altLang="en-US" sz="2800" b="1" i="0" u="none" strike="noStrike" kern="1200" cap="none" spc="0" normalizeH="0" baseline="0" noProof="1">
              <a:ln>
                <a:noFill/>
              </a:ln>
              <a:solidFill>
                <a:srgbClr val="000000"/>
              </a:solidFill>
              <a:effectLst/>
              <a:uLnTx/>
              <a:uFillTx/>
              <a:latin typeface="Calibri" panose="020F0502020204030204" pitchFamily="34" charset="0"/>
              <a:ea typeface="宋体" panose="02010600030101010101" pitchFamily="2" charset="-122"/>
              <a:cs typeface="+mn-cs"/>
            </a:endParaRPr>
          </a:p>
        </p:txBody>
      </p:sp>
      <p:sp>
        <p:nvSpPr>
          <p:cNvPr id="128003" name="Rectangle 5"/>
          <p:cNvSpPr/>
          <p:nvPr/>
        </p:nvSpPr>
        <p:spPr>
          <a:xfrm>
            <a:off x="0" y="0"/>
            <a:ext cx="9144000" cy="0"/>
          </a:xfrm>
          <a:prstGeom prst="rect">
            <a:avLst/>
          </a:prstGeom>
          <a:noFill/>
          <a:ln w="9525">
            <a:noFill/>
          </a:ln>
        </p:spPr>
        <p:txBody>
          <a:bodyPr wrap="none" anchor="ctr" anchorCtr="0">
            <a:spAutoFit/>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华文新魏" panose="02010800040101010101" pitchFamily="2" charset="-122"/>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ea typeface="+mn-ea"/>
                <a:cs typeface="华文新魏" panose="02010800040101010101" pitchFamily="2" charset="-122"/>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ea typeface="+mn-ea"/>
                <a:cs typeface="华文新魏" panose="02010800040101010101" pitchFamily="2" charset="-122"/>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ea typeface="+mn-ea"/>
                <a:cs typeface="华文新魏" panose="02010800040101010101" pitchFamily="2" charset="-122"/>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ea typeface="+mn-ea"/>
                <a:cs typeface="华文新魏" panose="02010800040101010101" pitchFamily="2" charset="-122"/>
              </a:defRPr>
            </a:lvl5pPr>
          </a:lstStyle>
          <a:p>
            <a:pPr marL="0" lvl="0" indent="0" eaLnBrk="1" hangingPunct="1">
              <a:spcBef>
                <a:spcPct val="0"/>
              </a:spcBef>
              <a:buClrTx/>
              <a:buSzTx/>
              <a:buFontTx/>
              <a:buNone/>
            </a:pPr>
            <a:endParaRPr lang="zh-CN" altLang="en-US" sz="1800" dirty="0">
              <a:latin typeface="Arial" panose="020B0604020202020204" pitchFamily="34" charset="0"/>
            </a:endParaRPr>
          </a:p>
        </p:txBody>
      </p:sp>
      <p:graphicFrame>
        <p:nvGraphicFramePr>
          <p:cNvPr id="128004" name="内容占位符 -2147482521"/>
          <p:cNvGraphicFramePr>
            <a:graphicFrameLocks noGrp="1" noChangeAspect="1"/>
          </p:cNvGraphicFramePr>
          <p:nvPr>
            <p:ph sz="half" idx="1"/>
          </p:nvPr>
        </p:nvGraphicFramePr>
        <p:xfrm>
          <a:off x="4024313" y="3638550"/>
          <a:ext cx="2019300" cy="457200"/>
        </p:xfrm>
        <a:graphic>
          <a:graphicData uri="http://schemas.openxmlformats.org/presentationml/2006/ole">
            <mc:AlternateContent xmlns:mc="http://schemas.openxmlformats.org/markup-compatibility/2006">
              <mc:Choice xmlns:v="urn:schemas-microsoft-com:vml" Requires="v">
                <p:oleObj spid="_x0000_s3189" name="" r:id="rId1" imgW="1129665" imgH="254000" progId="Equation.DSMT4">
                  <p:embed/>
                </p:oleObj>
              </mc:Choice>
              <mc:Fallback>
                <p:oleObj name="" r:id="rId1" imgW="1129665" imgH="254000" progId="Equation.DSMT4">
                  <p:embed/>
                  <p:pic>
                    <p:nvPicPr>
                      <p:cNvPr id="0" name="图片 3188"/>
                      <p:cNvPicPr/>
                      <p:nvPr/>
                    </p:nvPicPr>
                    <p:blipFill>
                      <a:blip r:embed="rId2"/>
                      <a:srcRect/>
                      <a:stretch>
                        <a:fillRect/>
                      </a:stretch>
                    </p:blipFill>
                    <p:spPr>
                      <a:xfrm>
                        <a:off x="4024313" y="3638550"/>
                        <a:ext cx="2019300" cy="457200"/>
                      </a:xfrm>
                      <a:prstGeom prst="rect">
                        <a:avLst/>
                      </a:prstGeom>
                      <a:noFill/>
                      <a:ln w="38100">
                        <a:miter/>
                      </a:ln>
                    </p:spPr>
                  </p:pic>
                </p:oleObj>
              </mc:Fallback>
            </mc:AlternateContent>
          </a:graphicData>
        </a:graphic>
      </p:graphicFrame>
      <p:graphicFrame>
        <p:nvGraphicFramePr>
          <p:cNvPr id="128005" name="内容占位符 -2147482520"/>
          <p:cNvGraphicFramePr>
            <a:graphicFrameLocks noGrp="1" noChangeAspect="1"/>
          </p:cNvGraphicFramePr>
          <p:nvPr>
            <p:ph sz="half" idx="2"/>
          </p:nvPr>
        </p:nvGraphicFramePr>
        <p:xfrm>
          <a:off x="5603875" y="4740275"/>
          <a:ext cx="2151063" cy="501650"/>
        </p:xfrm>
        <a:graphic>
          <a:graphicData uri="http://schemas.openxmlformats.org/presentationml/2006/ole">
            <mc:AlternateContent xmlns:mc="http://schemas.openxmlformats.org/markup-compatibility/2006">
              <mc:Choice xmlns:v="urn:schemas-microsoft-com:vml" Requires="v">
                <p:oleObj spid="_x0000_s3188" name="" r:id="rId3" imgW="1091565" imgH="254000" progId="Equation.DSMT4">
                  <p:embed/>
                </p:oleObj>
              </mc:Choice>
              <mc:Fallback>
                <p:oleObj name="" r:id="rId3" imgW="1091565" imgH="254000" progId="Equation.DSMT4">
                  <p:embed/>
                  <p:pic>
                    <p:nvPicPr>
                      <p:cNvPr id="0" name="图片 3187"/>
                      <p:cNvPicPr/>
                      <p:nvPr/>
                    </p:nvPicPr>
                    <p:blipFill>
                      <a:blip r:embed="rId4"/>
                      <a:srcRect/>
                      <a:stretch>
                        <a:fillRect/>
                      </a:stretch>
                    </p:blipFill>
                    <p:spPr>
                      <a:xfrm>
                        <a:off x="5603875" y="4740275"/>
                        <a:ext cx="2151063" cy="501650"/>
                      </a:xfrm>
                      <a:prstGeom prst="rect">
                        <a:avLst/>
                      </a:prstGeom>
                      <a:noFill/>
                      <a:ln w="38100">
                        <a:miter/>
                      </a:ln>
                    </p:spPr>
                  </p:pic>
                </p:oleObj>
              </mc:Fallback>
            </mc:AlternateContent>
          </a:graphicData>
        </a:graphic>
      </p:graphicFrame>
      <p:graphicFrame>
        <p:nvGraphicFramePr>
          <p:cNvPr id="128006" name="对象 -2147482519"/>
          <p:cNvGraphicFramePr>
            <a:graphicFrameLocks noChangeAspect="1"/>
          </p:cNvGraphicFramePr>
          <p:nvPr/>
        </p:nvGraphicFramePr>
        <p:xfrm>
          <a:off x="5961063" y="5148263"/>
          <a:ext cx="1122362" cy="528637"/>
        </p:xfrm>
        <a:graphic>
          <a:graphicData uri="http://schemas.openxmlformats.org/presentationml/2006/ole">
            <mc:AlternateContent xmlns:mc="http://schemas.openxmlformats.org/markup-compatibility/2006">
              <mc:Choice xmlns:v="urn:schemas-microsoft-com:vml" Requires="v">
                <p:oleObj spid="_x0000_s3198" name="" r:id="rId5" imgW="545465" imgH="254000" progId="Equation.DSMT4">
                  <p:embed/>
                </p:oleObj>
              </mc:Choice>
              <mc:Fallback>
                <p:oleObj name="" r:id="rId5" imgW="545465" imgH="254000" progId="Equation.DSMT4">
                  <p:embed/>
                  <p:pic>
                    <p:nvPicPr>
                      <p:cNvPr id="0" name="图片 3197"/>
                      <p:cNvPicPr/>
                      <p:nvPr/>
                    </p:nvPicPr>
                    <p:blipFill>
                      <a:blip r:embed="rId6"/>
                      <a:stretch>
                        <a:fillRect/>
                      </a:stretch>
                    </p:blipFill>
                    <p:spPr>
                      <a:xfrm>
                        <a:off x="5961063" y="5148263"/>
                        <a:ext cx="1122362" cy="528637"/>
                      </a:xfrm>
                      <a:prstGeom prst="rect">
                        <a:avLst/>
                      </a:prstGeom>
                      <a:noFill/>
                      <a:ln w="38100">
                        <a:noFill/>
                        <a:miter/>
                      </a:ln>
                    </p:spPr>
                  </p:pic>
                </p:oleObj>
              </mc:Fallback>
            </mc:AlternateContent>
          </a:graphicData>
        </a:graphic>
      </p:graphicFrame>
    </p:spTree>
  </p:cSld>
  <p:clrMapOvr>
    <a:masterClrMapping/>
  </p:clrMapOvr>
  <p:transition/>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9026" name="Rectangle 5"/>
          <p:cNvSpPr/>
          <p:nvPr/>
        </p:nvSpPr>
        <p:spPr>
          <a:xfrm>
            <a:off x="811213" y="1276350"/>
            <a:ext cx="7970837" cy="3476625"/>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华文新魏" panose="02010800040101010101" pitchFamily="2" charset="-122"/>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ea typeface="+mn-ea"/>
                <a:cs typeface="华文新魏" panose="02010800040101010101" pitchFamily="2" charset="-122"/>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ea typeface="+mn-ea"/>
                <a:cs typeface="华文新魏" panose="02010800040101010101" pitchFamily="2" charset="-122"/>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ea typeface="+mn-ea"/>
                <a:cs typeface="华文新魏" panose="02010800040101010101" pitchFamily="2" charset="-122"/>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ea typeface="+mn-ea"/>
                <a:cs typeface="华文新魏" panose="02010800040101010101" pitchFamily="2" charset="-122"/>
              </a:defRPr>
            </a:lvl5pPr>
          </a:lstStyle>
          <a:p>
            <a:pPr marL="0" lvl="0" indent="0" algn="just" eaLnBrk="1" hangingPunct="1">
              <a:spcBef>
                <a:spcPts val="575"/>
              </a:spcBef>
              <a:buClr>
                <a:srgbClr val="D34817"/>
              </a:buClr>
              <a:buSzPct val="85000"/>
              <a:buNone/>
            </a:pPr>
            <a:r>
              <a:rPr lang="en-US" altLang="zh-CN" sz="2800" b="1" dirty="0">
                <a:solidFill>
                  <a:srgbClr val="000000"/>
                </a:solidFill>
                <a:latin typeface="Times New Roman" panose="02020603050405020304" pitchFamily="18" charset="0"/>
                <a:sym typeface="宋体" panose="02010600030101010101" pitchFamily="2" charset="-122"/>
              </a:rPr>
              <a:t>Step 2：</a:t>
            </a:r>
            <a:r>
              <a:rPr lang="zh-CN" altLang="zh-CN" sz="2800" b="1" dirty="0">
                <a:latin typeface="Times New Roman" panose="02020603050405020304" pitchFamily="18" charset="0"/>
              </a:rPr>
              <a:t>重复以下步骤，直到所有样本被聚类到同</a:t>
            </a:r>
            <a:r>
              <a:rPr lang="en-US" altLang="zh-CN" sz="2800" b="1" dirty="0">
                <a:latin typeface="Times New Roman" panose="02020603050405020304" pitchFamily="18" charset="0"/>
              </a:rPr>
              <a:t>	    </a:t>
            </a:r>
            <a:r>
              <a:rPr lang="zh-CN" altLang="zh-CN" sz="2800" b="1" dirty="0">
                <a:latin typeface="Times New Roman" panose="02020603050405020304" pitchFamily="18" charset="0"/>
              </a:rPr>
              <a:t>一个簇或者满足特定的停止条件：</a:t>
            </a:r>
            <a:endParaRPr lang="zh-CN" altLang="zh-CN" sz="2800" b="1" dirty="0">
              <a:latin typeface="Times New Roman" panose="02020603050405020304" pitchFamily="18" charset="0"/>
            </a:endParaRPr>
          </a:p>
          <a:p>
            <a:pPr marL="0" lvl="0" indent="0" algn="just" eaLnBrk="1" hangingPunct="1">
              <a:spcBef>
                <a:spcPts val="575"/>
              </a:spcBef>
              <a:buClr>
                <a:srgbClr val="D34817"/>
              </a:buClr>
              <a:buSzPct val="85000"/>
              <a:buNone/>
            </a:pPr>
            <a:r>
              <a:rPr lang="zh-CN" altLang="en-US" sz="2800" b="1" dirty="0">
                <a:solidFill>
                  <a:srgbClr val="000000"/>
                </a:solidFill>
              </a:rPr>
              <a:t>            （</a:t>
            </a:r>
            <a:r>
              <a:rPr lang="en-US" altLang="zh-CN" sz="2800" b="1" dirty="0">
                <a:solidFill>
                  <a:srgbClr val="000000"/>
                </a:solidFill>
              </a:rPr>
              <a:t>1</a:t>
            </a:r>
            <a:r>
              <a:rPr lang="zh-CN" altLang="en-US" sz="2800" b="1" dirty="0">
                <a:solidFill>
                  <a:srgbClr val="000000"/>
                </a:solidFill>
              </a:rPr>
              <a:t>） 从</a:t>
            </a:r>
            <a:r>
              <a:rPr lang="zh-CN" altLang="en-US" sz="2800" b="1" dirty="0">
                <a:solidFill>
                  <a:srgbClr val="000000"/>
                </a:solidFill>
                <a:latin typeface="Times New Roman" panose="02020603050405020304" pitchFamily="18" charset="0"/>
              </a:rPr>
              <a:t>C</a:t>
            </a:r>
            <a:r>
              <a:rPr lang="zh-CN" altLang="en-US" sz="2800" b="1" dirty="0">
                <a:solidFill>
                  <a:srgbClr val="000000"/>
                </a:solidFill>
              </a:rPr>
              <a:t>中找到两个“距离”最近的簇；</a:t>
            </a:r>
            <a:endParaRPr lang="zh-CN" altLang="en-US" sz="2800" b="1" dirty="0">
              <a:solidFill>
                <a:srgbClr val="000000"/>
              </a:solidFill>
            </a:endParaRPr>
          </a:p>
          <a:p>
            <a:pPr marL="0" lvl="0" indent="0" algn="just" eaLnBrk="1" hangingPunct="1">
              <a:spcBef>
                <a:spcPts val="575"/>
              </a:spcBef>
              <a:buClr>
                <a:srgbClr val="D34817"/>
              </a:buClr>
              <a:buSzPct val="85000"/>
              <a:buNone/>
            </a:pPr>
            <a:r>
              <a:rPr lang="zh-CN" altLang="en-US" sz="2800" b="1" dirty="0">
                <a:solidFill>
                  <a:srgbClr val="000000"/>
                </a:solidFill>
              </a:rPr>
              <a:t> </a:t>
            </a:r>
            <a:endParaRPr lang="zh-CN" altLang="en-US" sz="2800" b="1" dirty="0">
              <a:solidFill>
                <a:srgbClr val="000000"/>
              </a:solidFill>
            </a:endParaRPr>
          </a:p>
          <a:p>
            <a:pPr marL="0" lvl="0" indent="0" algn="just" eaLnBrk="1" hangingPunct="1">
              <a:spcBef>
                <a:spcPts val="575"/>
              </a:spcBef>
              <a:buClr>
                <a:srgbClr val="D34817"/>
              </a:buClr>
              <a:buSzPct val="85000"/>
              <a:buNone/>
            </a:pPr>
            <a:r>
              <a:rPr lang="zh-CN" altLang="en-US" sz="2800" b="1" dirty="0">
                <a:solidFill>
                  <a:srgbClr val="000000"/>
                </a:solidFill>
              </a:rPr>
              <a:t>            </a:t>
            </a:r>
            <a:endParaRPr lang="zh-CN" altLang="en-US" sz="2800" b="1" dirty="0">
              <a:solidFill>
                <a:srgbClr val="000000"/>
              </a:solidFill>
            </a:endParaRPr>
          </a:p>
          <a:p>
            <a:pPr marL="0" lvl="0" indent="0" algn="just" eaLnBrk="1" hangingPunct="1">
              <a:spcBef>
                <a:spcPts val="575"/>
              </a:spcBef>
              <a:buClr>
                <a:srgbClr val="D34817"/>
              </a:buClr>
              <a:buSzPct val="85000"/>
              <a:buNone/>
            </a:pPr>
            <a:r>
              <a:rPr lang="zh-CN" altLang="en-US" sz="2800" b="1" dirty="0">
                <a:solidFill>
                  <a:srgbClr val="000000"/>
                </a:solidFill>
              </a:rPr>
              <a:t>            （</a:t>
            </a:r>
            <a:r>
              <a:rPr lang="en-US" altLang="zh-CN" sz="2800" b="1" dirty="0">
                <a:solidFill>
                  <a:srgbClr val="000000"/>
                </a:solidFill>
              </a:rPr>
              <a:t>2</a:t>
            </a:r>
            <a:r>
              <a:rPr lang="zh-CN" altLang="en-US" sz="2800" b="1" dirty="0">
                <a:solidFill>
                  <a:srgbClr val="000000"/>
                </a:solidFill>
              </a:rPr>
              <a:t>）合并簇    和     ，形成新的簇</a:t>
            </a:r>
            <a:r>
              <a:rPr lang="zh-CN" altLang="en-US" sz="2800" b="1" dirty="0">
                <a:solidFill>
                  <a:srgbClr val="000000"/>
                </a:solidFill>
                <a:latin typeface="Times New Roman" panose="02020603050405020304" pitchFamily="18" charset="0"/>
              </a:rPr>
              <a:t>c(i+j)</a:t>
            </a:r>
            <a:r>
              <a:rPr lang="zh-CN" altLang="en-US" sz="2800" b="1" dirty="0">
                <a:solidFill>
                  <a:srgbClr val="000000"/>
                </a:solidFill>
              </a:rPr>
              <a:t>； </a:t>
            </a:r>
            <a:endParaRPr lang="zh-CN" altLang="en-US" sz="2800" b="1" dirty="0">
              <a:solidFill>
                <a:srgbClr val="000000"/>
              </a:solidFill>
            </a:endParaRPr>
          </a:p>
          <a:p>
            <a:pPr marL="0" lvl="0" indent="0" algn="just" eaLnBrk="1" hangingPunct="1">
              <a:spcBef>
                <a:spcPts val="575"/>
              </a:spcBef>
              <a:buClr>
                <a:srgbClr val="D34817"/>
              </a:buClr>
              <a:buSzPct val="85000"/>
              <a:buNone/>
            </a:pPr>
            <a:r>
              <a:rPr lang="zh-CN" altLang="en-US" sz="2800" b="1" dirty="0">
                <a:solidFill>
                  <a:srgbClr val="000000"/>
                </a:solidFill>
              </a:rPr>
              <a:t>            （</a:t>
            </a:r>
            <a:r>
              <a:rPr lang="en-US" altLang="zh-CN" sz="2800" b="1" dirty="0">
                <a:solidFill>
                  <a:srgbClr val="000000"/>
                </a:solidFill>
              </a:rPr>
              <a:t>3</a:t>
            </a:r>
            <a:r>
              <a:rPr lang="zh-CN" altLang="en-US" sz="2800" b="1" dirty="0">
                <a:solidFill>
                  <a:srgbClr val="000000"/>
                </a:solidFill>
              </a:rPr>
              <a:t>） 从</a:t>
            </a:r>
            <a:r>
              <a:rPr lang="zh-CN" altLang="en-US" sz="2800" b="1" dirty="0">
                <a:solidFill>
                  <a:srgbClr val="000000"/>
                </a:solidFill>
                <a:latin typeface="Times New Roman" panose="02020603050405020304" pitchFamily="18" charset="0"/>
              </a:rPr>
              <a:t>C</a:t>
            </a:r>
            <a:r>
              <a:rPr lang="zh-CN" altLang="en-US" sz="2800" b="1" dirty="0">
                <a:solidFill>
                  <a:srgbClr val="000000"/>
                </a:solidFill>
              </a:rPr>
              <a:t>中删除簇     和      ，添加簇</a:t>
            </a:r>
            <a:r>
              <a:rPr lang="zh-CN" altLang="en-US" sz="2800" b="1" dirty="0">
                <a:solidFill>
                  <a:srgbClr val="000000"/>
                </a:solidFill>
                <a:latin typeface="Times New Roman" panose="02020603050405020304" pitchFamily="18" charset="0"/>
              </a:rPr>
              <a:t>c(i+j)</a:t>
            </a:r>
            <a:endParaRPr lang="zh-CN" altLang="en-US" sz="2800" b="1" dirty="0">
              <a:solidFill>
                <a:srgbClr val="000000"/>
              </a:solidFill>
              <a:latin typeface="Times New Roman" panose="02020603050405020304" pitchFamily="18" charset="0"/>
            </a:endParaRPr>
          </a:p>
        </p:txBody>
      </p:sp>
      <p:sp>
        <p:nvSpPr>
          <p:cNvPr id="129027" name="Rectangle 5"/>
          <p:cNvSpPr/>
          <p:nvPr/>
        </p:nvSpPr>
        <p:spPr>
          <a:xfrm>
            <a:off x="0" y="0"/>
            <a:ext cx="9144000" cy="0"/>
          </a:xfrm>
          <a:prstGeom prst="rect">
            <a:avLst/>
          </a:prstGeom>
          <a:noFill/>
          <a:ln w="9525">
            <a:noFill/>
          </a:ln>
        </p:spPr>
        <p:txBody>
          <a:bodyPr wrap="none" anchor="ctr" anchorCtr="0">
            <a:spAutoFit/>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华文新魏" panose="02010800040101010101" pitchFamily="2" charset="-122"/>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ea typeface="+mn-ea"/>
                <a:cs typeface="华文新魏" panose="02010800040101010101" pitchFamily="2" charset="-122"/>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ea typeface="+mn-ea"/>
                <a:cs typeface="华文新魏" panose="02010800040101010101" pitchFamily="2" charset="-122"/>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ea typeface="+mn-ea"/>
                <a:cs typeface="华文新魏" panose="02010800040101010101" pitchFamily="2" charset="-122"/>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ea typeface="+mn-ea"/>
                <a:cs typeface="华文新魏" panose="02010800040101010101" pitchFamily="2" charset="-122"/>
              </a:defRPr>
            </a:lvl5pPr>
          </a:lstStyle>
          <a:p>
            <a:pPr marL="0" lvl="0" indent="0" eaLnBrk="1" hangingPunct="1">
              <a:spcBef>
                <a:spcPct val="0"/>
              </a:spcBef>
              <a:buClrTx/>
              <a:buSzTx/>
              <a:buFontTx/>
              <a:buNone/>
            </a:pPr>
            <a:endParaRPr lang="zh-CN" altLang="en-US" sz="1800" dirty="0">
              <a:latin typeface="Arial" panose="020B0604020202020204" pitchFamily="34" charset="0"/>
            </a:endParaRPr>
          </a:p>
        </p:txBody>
      </p:sp>
      <p:sp>
        <p:nvSpPr>
          <p:cNvPr id="37891" name="Text Box 5"/>
          <p:cNvSpPr txBox="1"/>
          <p:nvPr/>
        </p:nvSpPr>
        <p:spPr>
          <a:xfrm>
            <a:off x="3224213" y="0"/>
            <a:ext cx="5919788" cy="706438"/>
          </a:xfrm>
          <a:prstGeom prst="rect">
            <a:avLst/>
          </a:prstGeom>
          <a:noFill/>
          <a:ln w="9525">
            <a:noFill/>
          </a:ln>
        </p:spPr>
        <p:txBody>
          <a:bodyPr>
            <a:spAutoFit/>
          </a:bodyPr>
          <a:lstStyle/>
          <a:p>
            <a:pPr marR="0" algn="ctr" defTabSz="914400" eaLnBrk="1" hangingPunct="1">
              <a:buClrTx/>
              <a:buSzTx/>
              <a:buFontTx/>
              <a:buNone/>
              <a:defRPr/>
            </a:pPr>
            <a:r>
              <a:rPr kumimoji="0" lang="en-US" altLang="zh-CN" sz="4000" b="1" kern="1200" cap="none" spc="0" normalizeH="0" baseline="0" noProof="1">
                <a:solidFill>
                  <a:srgbClr val="0000FF"/>
                </a:solidFill>
                <a:latin typeface="Arial" panose="020B0604020202020204" pitchFamily="34" charset="0"/>
                <a:ea typeface="宋体" panose="02010600030101010101" pitchFamily="2" charset="-122"/>
                <a:cs typeface="+mn-cs"/>
                <a:sym typeface="宋体" panose="02010600030101010101" pitchFamily="2" charset="-122"/>
              </a:rPr>
              <a:t>4.</a:t>
            </a:r>
            <a:r>
              <a:rPr kumimoji="0" lang="en-US" altLang="zh-CN" sz="4000" b="1" kern="1200" cap="none" spc="0" normalizeH="0" baseline="0" noProof="1">
                <a:solidFill>
                  <a:srgbClr val="0000FF"/>
                </a:solidFill>
                <a:latin typeface="Arial" panose="020B0604020202020204" pitchFamily="34" charset="0"/>
                <a:ea typeface="宋体" panose="02010600030101010101" pitchFamily="2" charset="-122"/>
                <a:cs typeface="+mn-cs"/>
                <a:sym typeface="+mn-ea"/>
              </a:rPr>
              <a:t>3.2</a:t>
            </a:r>
            <a:r>
              <a:rPr kumimoji="1" lang="en-US" altLang="zh-CN" sz="4000" b="1" kern="0" cap="none" spc="0" normalizeH="0" baseline="0" noProof="0" dirty="0">
                <a:solidFill>
                  <a:srgbClr val="0000CC"/>
                </a:solidFill>
                <a:effectLst>
                  <a:outerShdw blurRad="38100" dist="38100" dir="2700000" algn="tl">
                    <a:srgbClr val="C0C0C0"/>
                  </a:outerShdw>
                </a:effectLst>
                <a:latin typeface="黑体" panose="02010609060101010101" pitchFamily="49" charset="-122"/>
                <a:ea typeface="黑体" panose="02010609060101010101" pitchFamily="49" charset="-122"/>
                <a:cs typeface="Times New Roman" panose="02020603050405020304" pitchFamily="18" charset="0"/>
                <a:sym typeface="+mn-ea"/>
              </a:rPr>
              <a:t> </a:t>
            </a:r>
            <a:r>
              <a:rPr kumimoji="0" lang="en-US" altLang="zh-CN" sz="4000" b="1" kern="1200" cap="none" spc="0" normalizeH="0" baseline="0" noProof="1">
                <a:solidFill>
                  <a:srgbClr val="0000FF"/>
                </a:solidFill>
                <a:latin typeface="Arial" panose="020B0604020202020204" pitchFamily="34" charset="0"/>
                <a:ea typeface="宋体" panose="02010600030101010101" pitchFamily="2" charset="-122"/>
                <a:cs typeface="+mn-cs"/>
                <a:sym typeface="+mn-ea"/>
              </a:rPr>
              <a:t>自下而上的</a:t>
            </a:r>
            <a:r>
              <a:rPr kumimoji="0" lang="en-US" altLang="zh-CN" sz="4000" b="1" kern="1200" cap="none" spc="0" normalizeH="0" baseline="0" noProof="1">
                <a:solidFill>
                  <a:srgbClr val="0000FF"/>
                </a:solidFill>
                <a:latin typeface="Arial" panose="020B0604020202020204" pitchFamily="34" charset="0"/>
                <a:ea typeface="宋体" panose="02010600030101010101" pitchFamily="2" charset="-122"/>
                <a:cs typeface="+mn-cs"/>
                <a:sym typeface="宋体" panose="02010600030101010101" pitchFamily="2" charset="-122"/>
              </a:rPr>
              <a:t>算法</a:t>
            </a:r>
            <a:endParaRPr kumimoji="0" lang="en-US" altLang="zh-CN" sz="4000" b="1" kern="1200" cap="none" spc="0" normalizeH="0" baseline="0" noProof="1">
              <a:solidFill>
                <a:srgbClr val="0000FF"/>
              </a:solidFill>
              <a:latin typeface="Arial" panose="020B0604020202020204" pitchFamily="34" charset="0"/>
              <a:ea typeface="宋体" panose="02010600030101010101" pitchFamily="2" charset="-122"/>
              <a:cs typeface="+mn-cs"/>
              <a:sym typeface="宋体" panose="02010600030101010101" pitchFamily="2" charset="-122"/>
            </a:endParaRPr>
          </a:p>
        </p:txBody>
      </p:sp>
      <p:graphicFrame>
        <p:nvGraphicFramePr>
          <p:cNvPr id="129029" name="内容占位符 -2147482518"/>
          <p:cNvGraphicFramePr>
            <a:graphicFrameLocks noGrp="1" noChangeAspect="1"/>
          </p:cNvGraphicFramePr>
          <p:nvPr>
            <p:ph sz="half" idx="1"/>
          </p:nvPr>
        </p:nvGraphicFramePr>
        <p:xfrm>
          <a:off x="3638550" y="2838450"/>
          <a:ext cx="2054225" cy="703263"/>
        </p:xfrm>
        <a:graphic>
          <a:graphicData uri="http://schemas.openxmlformats.org/presentationml/2006/ole">
            <mc:AlternateContent xmlns:mc="http://schemas.openxmlformats.org/markup-compatibility/2006">
              <mc:Choice xmlns:v="urn:schemas-microsoft-com:vml" Requires="v">
                <p:oleObj spid="_x0000_s3191" name="" r:id="rId1" imgW="812165" imgH="279400" progId="Equation.DSMT4">
                  <p:embed/>
                </p:oleObj>
              </mc:Choice>
              <mc:Fallback>
                <p:oleObj name="" r:id="rId1" imgW="812165" imgH="279400" progId="Equation.DSMT4">
                  <p:embed/>
                  <p:pic>
                    <p:nvPicPr>
                      <p:cNvPr id="0" name="图片 3190"/>
                      <p:cNvPicPr/>
                      <p:nvPr/>
                    </p:nvPicPr>
                    <p:blipFill>
                      <a:blip r:embed="rId2"/>
                      <a:srcRect/>
                      <a:stretch>
                        <a:fillRect/>
                      </a:stretch>
                    </p:blipFill>
                    <p:spPr>
                      <a:xfrm>
                        <a:off x="3638550" y="2838450"/>
                        <a:ext cx="2054225" cy="703263"/>
                      </a:xfrm>
                      <a:prstGeom prst="rect">
                        <a:avLst/>
                      </a:prstGeom>
                      <a:noFill/>
                      <a:ln w="38100">
                        <a:miter/>
                      </a:ln>
                    </p:spPr>
                  </p:pic>
                </p:oleObj>
              </mc:Fallback>
            </mc:AlternateContent>
          </a:graphicData>
        </a:graphic>
      </p:graphicFrame>
      <p:graphicFrame>
        <p:nvGraphicFramePr>
          <p:cNvPr id="129030" name="对象 15"/>
          <p:cNvGraphicFramePr>
            <a:graphicFrameLocks noChangeAspect="1"/>
          </p:cNvGraphicFramePr>
          <p:nvPr/>
        </p:nvGraphicFramePr>
        <p:xfrm>
          <a:off x="4879975" y="4189413"/>
          <a:ext cx="317500" cy="512762"/>
        </p:xfrm>
        <a:graphic>
          <a:graphicData uri="http://schemas.openxmlformats.org/presentationml/2006/ole">
            <mc:AlternateContent xmlns:mc="http://schemas.openxmlformats.org/markup-compatibility/2006">
              <mc:Choice xmlns:v="urn:schemas-microsoft-com:vml" Requires="v">
                <p:oleObj spid="_x0000_s3199" name="" r:id="rId3" imgW="139700" imgH="228600" progId="Equation.DSMT4">
                  <p:embed/>
                </p:oleObj>
              </mc:Choice>
              <mc:Fallback>
                <p:oleObj name="" r:id="rId3" imgW="139700" imgH="228600" progId="Equation.DSMT4">
                  <p:embed/>
                  <p:pic>
                    <p:nvPicPr>
                      <p:cNvPr id="0" name="图片 3198"/>
                      <p:cNvPicPr/>
                      <p:nvPr/>
                    </p:nvPicPr>
                    <p:blipFill>
                      <a:blip r:embed="rId4"/>
                      <a:stretch>
                        <a:fillRect/>
                      </a:stretch>
                    </p:blipFill>
                    <p:spPr>
                      <a:xfrm>
                        <a:off x="4879975" y="4189413"/>
                        <a:ext cx="317500" cy="512762"/>
                      </a:xfrm>
                      <a:prstGeom prst="rect">
                        <a:avLst/>
                      </a:prstGeom>
                      <a:noFill/>
                      <a:ln w="38100">
                        <a:noFill/>
                        <a:miter/>
                      </a:ln>
                    </p:spPr>
                  </p:pic>
                </p:oleObj>
              </mc:Fallback>
            </mc:AlternateContent>
          </a:graphicData>
        </a:graphic>
      </p:graphicFrame>
      <p:graphicFrame>
        <p:nvGraphicFramePr>
          <p:cNvPr id="129031" name="内容占位符 -2147482517"/>
          <p:cNvGraphicFramePr>
            <a:graphicFrameLocks noChangeAspect="1"/>
          </p:cNvGraphicFramePr>
          <p:nvPr/>
        </p:nvGraphicFramePr>
        <p:xfrm>
          <a:off x="5610225" y="4173538"/>
          <a:ext cx="366713" cy="528637"/>
        </p:xfrm>
        <a:graphic>
          <a:graphicData uri="http://schemas.openxmlformats.org/presentationml/2006/ole">
            <mc:AlternateContent xmlns:mc="http://schemas.openxmlformats.org/markup-compatibility/2006">
              <mc:Choice xmlns:v="urn:schemas-microsoft-com:vml" Requires="v">
                <p:oleObj spid="_x0000_s3186" name="" r:id="rId5" imgW="165100" imgH="241300" progId="Equation.DSMT4">
                  <p:embed/>
                </p:oleObj>
              </mc:Choice>
              <mc:Fallback>
                <p:oleObj name="" r:id="rId5" imgW="165100" imgH="241300" progId="Equation.DSMT4">
                  <p:embed/>
                  <p:pic>
                    <p:nvPicPr>
                      <p:cNvPr id="0" name="图片 3185"/>
                      <p:cNvPicPr/>
                      <p:nvPr/>
                    </p:nvPicPr>
                    <p:blipFill>
                      <a:blip r:embed="rId6"/>
                      <a:stretch>
                        <a:fillRect/>
                      </a:stretch>
                    </p:blipFill>
                    <p:spPr>
                      <a:xfrm>
                        <a:off x="5610225" y="4173538"/>
                        <a:ext cx="366713" cy="528637"/>
                      </a:xfrm>
                      <a:prstGeom prst="rect">
                        <a:avLst/>
                      </a:prstGeom>
                      <a:noFill/>
                      <a:ln w="38100">
                        <a:noFill/>
                        <a:miter/>
                      </a:ln>
                    </p:spPr>
                  </p:pic>
                </p:oleObj>
              </mc:Fallback>
            </mc:AlternateContent>
          </a:graphicData>
        </a:graphic>
      </p:graphicFrame>
      <p:graphicFrame>
        <p:nvGraphicFramePr>
          <p:cNvPr id="129032" name="内容占位符 -2147482517"/>
          <p:cNvGraphicFramePr>
            <a:graphicFrameLocks noChangeAspect="1"/>
          </p:cNvGraphicFramePr>
          <p:nvPr/>
        </p:nvGraphicFramePr>
        <p:xfrm>
          <a:off x="4618038" y="3676650"/>
          <a:ext cx="355600" cy="512763"/>
        </p:xfrm>
        <a:graphic>
          <a:graphicData uri="http://schemas.openxmlformats.org/presentationml/2006/ole">
            <mc:AlternateContent xmlns:mc="http://schemas.openxmlformats.org/markup-compatibility/2006">
              <mc:Choice xmlns:v="urn:schemas-microsoft-com:vml" Requires="v">
                <p:oleObj spid="_x0000_s3185" name="" r:id="rId7" imgW="165100" imgH="241300" progId="Equation.DSMT4">
                  <p:embed/>
                </p:oleObj>
              </mc:Choice>
              <mc:Fallback>
                <p:oleObj name="" r:id="rId7" imgW="165100" imgH="241300" progId="Equation.DSMT4">
                  <p:embed/>
                  <p:pic>
                    <p:nvPicPr>
                      <p:cNvPr id="0" name="图片 3184"/>
                      <p:cNvPicPr/>
                      <p:nvPr/>
                    </p:nvPicPr>
                    <p:blipFill>
                      <a:blip r:embed="rId6"/>
                      <a:stretch>
                        <a:fillRect/>
                      </a:stretch>
                    </p:blipFill>
                    <p:spPr>
                      <a:xfrm>
                        <a:off x="4618038" y="3676650"/>
                        <a:ext cx="355600" cy="512763"/>
                      </a:xfrm>
                      <a:prstGeom prst="rect">
                        <a:avLst/>
                      </a:prstGeom>
                      <a:noFill/>
                      <a:ln w="38100">
                        <a:noFill/>
                        <a:miter/>
                      </a:ln>
                    </p:spPr>
                  </p:pic>
                </p:oleObj>
              </mc:Fallback>
            </mc:AlternateContent>
          </a:graphicData>
        </a:graphic>
      </p:graphicFrame>
      <p:graphicFrame>
        <p:nvGraphicFramePr>
          <p:cNvPr id="129033" name="对象 21"/>
          <p:cNvGraphicFramePr>
            <a:graphicFrameLocks noChangeAspect="1"/>
          </p:cNvGraphicFramePr>
          <p:nvPr/>
        </p:nvGraphicFramePr>
        <p:xfrm>
          <a:off x="3892550" y="3649663"/>
          <a:ext cx="317500" cy="514350"/>
        </p:xfrm>
        <a:graphic>
          <a:graphicData uri="http://schemas.openxmlformats.org/presentationml/2006/ole">
            <mc:AlternateContent xmlns:mc="http://schemas.openxmlformats.org/markup-compatibility/2006">
              <mc:Choice xmlns:v="urn:schemas-microsoft-com:vml" Requires="v">
                <p:oleObj spid="_x0000_s3187" name="" r:id="rId8" imgW="139700" imgH="228600" progId="Equation.DSMT4">
                  <p:embed/>
                </p:oleObj>
              </mc:Choice>
              <mc:Fallback>
                <p:oleObj name="" r:id="rId8" imgW="139700" imgH="228600" progId="Equation.DSMT4">
                  <p:embed/>
                  <p:pic>
                    <p:nvPicPr>
                      <p:cNvPr id="0" name="图片 3186"/>
                      <p:cNvPicPr/>
                      <p:nvPr/>
                    </p:nvPicPr>
                    <p:blipFill>
                      <a:blip r:embed="rId4"/>
                      <a:stretch>
                        <a:fillRect/>
                      </a:stretch>
                    </p:blipFill>
                    <p:spPr>
                      <a:xfrm>
                        <a:off x="3892550" y="3649663"/>
                        <a:ext cx="317500" cy="514350"/>
                      </a:xfrm>
                      <a:prstGeom prst="rect">
                        <a:avLst/>
                      </a:prstGeom>
                      <a:noFill/>
                      <a:ln w="38100">
                        <a:noFill/>
                        <a:miter/>
                      </a:ln>
                    </p:spPr>
                  </p:pic>
                </p:oleObj>
              </mc:Fallback>
            </mc:AlternateContent>
          </a:graphicData>
        </a:graphic>
      </p:graphicFrame>
    </p:spTree>
  </p:cSld>
  <p:clrMapOvr>
    <a:masterClrMapping/>
  </p:clrMapOvr>
  <p:transition/>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0050" name="Rectangle 5"/>
          <p:cNvSpPr/>
          <p:nvPr/>
        </p:nvSpPr>
        <p:spPr>
          <a:xfrm>
            <a:off x="811213" y="1276350"/>
            <a:ext cx="7970837" cy="4841875"/>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华文新魏" panose="02010800040101010101" pitchFamily="2" charset="-122"/>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ea typeface="+mn-ea"/>
                <a:cs typeface="华文新魏" panose="02010800040101010101" pitchFamily="2" charset="-122"/>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ea typeface="+mn-ea"/>
                <a:cs typeface="华文新魏" panose="02010800040101010101" pitchFamily="2" charset="-122"/>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ea typeface="+mn-ea"/>
                <a:cs typeface="华文新魏" panose="02010800040101010101" pitchFamily="2" charset="-122"/>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ea typeface="+mn-ea"/>
                <a:cs typeface="华文新魏" panose="02010800040101010101" pitchFamily="2" charset="-122"/>
              </a:defRPr>
            </a:lvl5pPr>
          </a:lstStyle>
          <a:p>
            <a:pPr marL="0" lvl="0" indent="0" algn="just" eaLnBrk="1" hangingPunct="1">
              <a:spcBef>
                <a:spcPts val="575"/>
              </a:spcBef>
              <a:buClr>
                <a:srgbClr val="D34817"/>
              </a:buClr>
              <a:buSzPct val="85000"/>
              <a:buNone/>
            </a:pPr>
            <a:r>
              <a:rPr lang="en-US" altLang="zh-CN" sz="2800" b="1" dirty="0">
                <a:latin typeface="Times New Roman" panose="02020603050405020304" pitchFamily="18" charset="0"/>
              </a:rPr>
              <a:t>        </a:t>
            </a:r>
            <a:r>
              <a:rPr lang="zh-CN" altLang="zh-CN" sz="2800" b="1" dirty="0">
                <a:latin typeface="Times New Roman" panose="02020603050405020304" pitchFamily="18" charset="0"/>
              </a:rPr>
              <a:t>在前面描述的算法中涉及到计算</a:t>
            </a:r>
            <a:r>
              <a:rPr lang="en-US" altLang="zh-CN" sz="2800" b="1" dirty="0">
                <a:solidFill>
                  <a:srgbClr val="0000CC"/>
                </a:solidFill>
                <a:latin typeface="Times New Roman" panose="02020603050405020304" pitchFamily="18" charset="0"/>
              </a:rPr>
              <a:t>两个簇之间的距离</a:t>
            </a:r>
            <a:r>
              <a:rPr lang="zh-CN" altLang="zh-CN" sz="2800" b="1" dirty="0">
                <a:latin typeface="Times New Roman" panose="02020603050405020304" pitchFamily="18" charset="0"/>
              </a:rPr>
              <a:t>，即聚类簇间的相似性，也称作</a:t>
            </a:r>
            <a:r>
              <a:rPr lang="zh-CN" altLang="zh-CN" sz="2800" b="1" dirty="0">
                <a:latin typeface="微软雅黑" panose="020B0503020204020204" pitchFamily="34" charset="-122"/>
                <a:ea typeface="微软雅黑" panose="020B0503020204020204" pitchFamily="34" charset="-122"/>
              </a:rPr>
              <a:t>簇间连接</a:t>
            </a:r>
            <a:r>
              <a:rPr lang="zh-CN" altLang="zh-CN" sz="2800" b="1" dirty="0">
                <a:latin typeface="Times New Roman" panose="02020603050405020304" pitchFamily="18" charset="0"/>
              </a:rPr>
              <a:t>。</a:t>
            </a:r>
            <a:endParaRPr lang="zh-CN" altLang="zh-CN" sz="2800" b="1" dirty="0">
              <a:latin typeface="Times New Roman" panose="02020603050405020304" pitchFamily="18" charset="0"/>
            </a:endParaRPr>
          </a:p>
          <a:p>
            <a:pPr marL="0" lvl="0" indent="0" algn="just" eaLnBrk="1" hangingPunct="1">
              <a:spcBef>
                <a:spcPts val="575"/>
              </a:spcBef>
              <a:buClr>
                <a:srgbClr val="D34817"/>
              </a:buClr>
              <a:buSzPct val="85000"/>
              <a:buNone/>
            </a:pPr>
            <a:r>
              <a:rPr lang="zh-CN" altLang="en-US" sz="2800" b="1" dirty="0">
                <a:solidFill>
                  <a:srgbClr val="000000"/>
                </a:solidFill>
              </a:rPr>
              <a:t>         对于簇    和    ，计算             ，有以下几种计算方式：</a:t>
            </a:r>
            <a:endParaRPr lang="zh-CN" altLang="en-US" sz="2800" b="1" dirty="0">
              <a:solidFill>
                <a:srgbClr val="000000"/>
              </a:solidFill>
            </a:endParaRPr>
          </a:p>
          <a:p>
            <a:pPr marL="0" lvl="0" indent="0" algn="just" eaLnBrk="1" hangingPunct="1">
              <a:spcBef>
                <a:spcPts val="575"/>
              </a:spcBef>
              <a:buClr>
                <a:srgbClr val="D34817"/>
              </a:buClr>
              <a:buSzPct val="85000"/>
              <a:buNone/>
            </a:pPr>
            <a:r>
              <a:rPr lang="zh-CN" altLang="en-US" sz="2800" b="1" dirty="0">
                <a:solidFill>
                  <a:srgbClr val="000000"/>
                </a:solidFill>
              </a:rPr>
              <a:t>（1）单连锁：</a:t>
            </a:r>
            <a:endParaRPr lang="zh-CN" altLang="en-US" sz="2800" b="1" dirty="0">
              <a:solidFill>
                <a:srgbClr val="000000"/>
              </a:solidFill>
            </a:endParaRPr>
          </a:p>
          <a:p>
            <a:pPr marL="0" lvl="0" indent="0" algn="just" eaLnBrk="1" hangingPunct="1">
              <a:spcBef>
                <a:spcPts val="575"/>
              </a:spcBef>
              <a:buClr>
                <a:srgbClr val="D34817"/>
              </a:buClr>
              <a:buSzPct val="85000"/>
              <a:buNone/>
            </a:pPr>
            <a:endParaRPr lang="zh-CN" altLang="en-US" sz="2800" b="1" dirty="0">
              <a:solidFill>
                <a:srgbClr val="000000"/>
              </a:solidFill>
            </a:endParaRPr>
          </a:p>
          <a:p>
            <a:pPr marL="0" lvl="0" indent="0" algn="just" eaLnBrk="1" hangingPunct="1">
              <a:spcBef>
                <a:spcPts val="575"/>
              </a:spcBef>
              <a:buClr>
                <a:srgbClr val="D34817"/>
              </a:buClr>
              <a:buSzPct val="85000"/>
              <a:buNone/>
            </a:pPr>
            <a:endParaRPr lang="zh-CN" altLang="en-US" sz="2800" b="1" dirty="0">
              <a:solidFill>
                <a:srgbClr val="000000"/>
              </a:solidFill>
            </a:endParaRPr>
          </a:p>
          <a:p>
            <a:pPr marL="0" lvl="0" indent="0" algn="just" eaLnBrk="1" hangingPunct="1">
              <a:spcBef>
                <a:spcPts val="575"/>
              </a:spcBef>
              <a:buClr>
                <a:srgbClr val="D34817"/>
              </a:buClr>
              <a:buSzPct val="85000"/>
              <a:buNone/>
            </a:pPr>
            <a:endParaRPr lang="zh-CN" altLang="en-US" sz="2800" b="1" dirty="0">
              <a:solidFill>
                <a:srgbClr val="000000"/>
              </a:solidFill>
            </a:endParaRPr>
          </a:p>
          <a:p>
            <a:pPr marL="0" lvl="0" indent="0" algn="just" eaLnBrk="1" hangingPunct="1">
              <a:spcBef>
                <a:spcPts val="575"/>
              </a:spcBef>
              <a:buClr>
                <a:srgbClr val="D34817"/>
              </a:buClr>
              <a:buSzPct val="85000"/>
              <a:buNone/>
            </a:pPr>
            <a:r>
              <a:rPr lang="zh-CN" altLang="en-US" sz="2800" b="1" dirty="0">
                <a:solidFill>
                  <a:srgbClr val="000000"/>
                </a:solidFill>
              </a:rPr>
              <a:t>         把两个簇中</a:t>
            </a:r>
            <a:r>
              <a:rPr lang="zh-CN" altLang="en-US" sz="2800" b="1" dirty="0">
                <a:solidFill>
                  <a:srgbClr val="FF0000"/>
                </a:solidFill>
              </a:rPr>
              <a:t>相距最近的两个点</a:t>
            </a:r>
            <a:r>
              <a:rPr lang="zh-CN" altLang="en-US" sz="2800" b="1" dirty="0">
                <a:solidFill>
                  <a:srgbClr val="000000"/>
                </a:solidFill>
              </a:rPr>
              <a:t>之间的距离作为簇间距离。</a:t>
            </a:r>
            <a:endParaRPr lang="zh-CN" altLang="en-US" sz="2800" b="1" dirty="0">
              <a:solidFill>
                <a:srgbClr val="000000"/>
              </a:solidFill>
            </a:endParaRPr>
          </a:p>
        </p:txBody>
      </p:sp>
      <p:sp>
        <p:nvSpPr>
          <p:cNvPr id="130051" name="Rectangle 5"/>
          <p:cNvSpPr/>
          <p:nvPr/>
        </p:nvSpPr>
        <p:spPr>
          <a:xfrm>
            <a:off x="0" y="0"/>
            <a:ext cx="9144000" cy="0"/>
          </a:xfrm>
          <a:prstGeom prst="rect">
            <a:avLst/>
          </a:prstGeom>
          <a:noFill/>
          <a:ln w="9525">
            <a:noFill/>
          </a:ln>
        </p:spPr>
        <p:txBody>
          <a:bodyPr wrap="none" anchor="ctr" anchorCtr="0">
            <a:spAutoFit/>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华文新魏" panose="02010800040101010101" pitchFamily="2" charset="-122"/>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ea typeface="+mn-ea"/>
                <a:cs typeface="华文新魏" panose="02010800040101010101" pitchFamily="2" charset="-122"/>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ea typeface="+mn-ea"/>
                <a:cs typeface="华文新魏" panose="02010800040101010101" pitchFamily="2" charset="-122"/>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ea typeface="+mn-ea"/>
                <a:cs typeface="华文新魏" panose="02010800040101010101" pitchFamily="2" charset="-122"/>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ea typeface="+mn-ea"/>
                <a:cs typeface="华文新魏" panose="02010800040101010101" pitchFamily="2" charset="-122"/>
              </a:defRPr>
            </a:lvl5pPr>
          </a:lstStyle>
          <a:p>
            <a:pPr marL="0" lvl="0" indent="0" eaLnBrk="1" hangingPunct="1">
              <a:spcBef>
                <a:spcPct val="0"/>
              </a:spcBef>
              <a:buClrTx/>
              <a:buSzTx/>
              <a:buFontTx/>
              <a:buNone/>
            </a:pPr>
            <a:endParaRPr lang="zh-CN" altLang="en-US" sz="1800" dirty="0">
              <a:latin typeface="Arial" panose="020B0604020202020204" pitchFamily="34" charset="0"/>
            </a:endParaRPr>
          </a:p>
        </p:txBody>
      </p:sp>
      <p:graphicFrame>
        <p:nvGraphicFramePr>
          <p:cNvPr id="130052" name="内容占位符 -2147482517"/>
          <p:cNvGraphicFramePr>
            <a:graphicFrameLocks noChangeAspect="1"/>
          </p:cNvGraphicFramePr>
          <p:nvPr/>
        </p:nvGraphicFramePr>
        <p:xfrm>
          <a:off x="3375025" y="2127250"/>
          <a:ext cx="414338" cy="596900"/>
        </p:xfrm>
        <a:graphic>
          <a:graphicData uri="http://schemas.openxmlformats.org/presentationml/2006/ole">
            <mc:AlternateContent xmlns:mc="http://schemas.openxmlformats.org/markup-compatibility/2006">
              <mc:Choice xmlns:v="urn:schemas-microsoft-com:vml" Requires="v">
                <p:oleObj spid="_x0000_s3195" name="" r:id="rId1" imgW="165100" imgH="241300" progId="Equation.DSMT4">
                  <p:embed/>
                </p:oleObj>
              </mc:Choice>
              <mc:Fallback>
                <p:oleObj name="" r:id="rId1" imgW="165100" imgH="241300" progId="Equation.DSMT4">
                  <p:embed/>
                  <p:pic>
                    <p:nvPicPr>
                      <p:cNvPr id="0" name="图片 3194"/>
                      <p:cNvPicPr/>
                      <p:nvPr/>
                    </p:nvPicPr>
                    <p:blipFill>
                      <a:blip r:embed="rId2"/>
                      <a:stretch>
                        <a:fillRect/>
                      </a:stretch>
                    </p:blipFill>
                    <p:spPr>
                      <a:xfrm>
                        <a:off x="3375025" y="2127250"/>
                        <a:ext cx="414338" cy="596900"/>
                      </a:xfrm>
                      <a:prstGeom prst="rect">
                        <a:avLst/>
                      </a:prstGeom>
                      <a:noFill/>
                      <a:ln w="38100">
                        <a:noFill/>
                        <a:miter/>
                      </a:ln>
                    </p:spPr>
                  </p:pic>
                </p:oleObj>
              </mc:Fallback>
            </mc:AlternateContent>
          </a:graphicData>
        </a:graphic>
      </p:graphicFrame>
      <p:graphicFrame>
        <p:nvGraphicFramePr>
          <p:cNvPr id="130053" name="对象 6"/>
          <p:cNvGraphicFramePr>
            <a:graphicFrameLocks noChangeAspect="1"/>
          </p:cNvGraphicFramePr>
          <p:nvPr/>
        </p:nvGraphicFramePr>
        <p:xfrm>
          <a:off x="2755900" y="2168525"/>
          <a:ext cx="319088" cy="514350"/>
        </p:xfrm>
        <a:graphic>
          <a:graphicData uri="http://schemas.openxmlformats.org/presentationml/2006/ole">
            <mc:AlternateContent xmlns:mc="http://schemas.openxmlformats.org/markup-compatibility/2006">
              <mc:Choice xmlns:v="urn:schemas-microsoft-com:vml" Requires="v">
                <p:oleObj spid="_x0000_s3190" name="" r:id="rId3" imgW="139700" imgH="228600" progId="Equation.DSMT4">
                  <p:embed/>
                </p:oleObj>
              </mc:Choice>
              <mc:Fallback>
                <p:oleObj name="" r:id="rId3" imgW="139700" imgH="228600" progId="Equation.DSMT4">
                  <p:embed/>
                  <p:pic>
                    <p:nvPicPr>
                      <p:cNvPr id="0" name="图片 3189"/>
                      <p:cNvPicPr/>
                      <p:nvPr/>
                    </p:nvPicPr>
                    <p:blipFill>
                      <a:blip r:embed="rId4"/>
                      <a:stretch>
                        <a:fillRect/>
                      </a:stretch>
                    </p:blipFill>
                    <p:spPr>
                      <a:xfrm>
                        <a:off x="2755900" y="2168525"/>
                        <a:ext cx="319088" cy="514350"/>
                      </a:xfrm>
                      <a:prstGeom prst="rect">
                        <a:avLst/>
                      </a:prstGeom>
                      <a:noFill/>
                      <a:ln w="38100">
                        <a:noFill/>
                        <a:miter/>
                      </a:ln>
                    </p:spPr>
                  </p:pic>
                </p:oleObj>
              </mc:Fallback>
            </mc:AlternateContent>
          </a:graphicData>
        </a:graphic>
      </p:graphicFrame>
      <p:graphicFrame>
        <p:nvGraphicFramePr>
          <p:cNvPr id="130054" name="内容占位符 -2147482511"/>
          <p:cNvGraphicFramePr>
            <a:graphicFrameLocks noGrp="1" noChangeAspect="1"/>
          </p:cNvGraphicFramePr>
          <p:nvPr>
            <p:ph sz="half" idx="1"/>
          </p:nvPr>
        </p:nvGraphicFramePr>
        <p:xfrm>
          <a:off x="4830763" y="2225675"/>
          <a:ext cx="1068387" cy="457200"/>
        </p:xfrm>
        <a:graphic>
          <a:graphicData uri="http://schemas.openxmlformats.org/presentationml/2006/ole">
            <mc:AlternateContent xmlns:mc="http://schemas.openxmlformats.org/markup-compatibility/2006">
              <mc:Choice xmlns:v="urn:schemas-microsoft-com:vml" Requires="v">
                <p:oleObj spid="_x0000_s3192" name="" r:id="rId5" imgW="596900" imgH="254000" progId="Equation.DSMT4">
                  <p:embed/>
                </p:oleObj>
              </mc:Choice>
              <mc:Fallback>
                <p:oleObj name="" r:id="rId5" imgW="596900" imgH="254000" progId="Equation.DSMT4">
                  <p:embed/>
                  <p:pic>
                    <p:nvPicPr>
                      <p:cNvPr id="0" name="图片 3191"/>
                      <p:cNvPicPr/>
                      <p:nvPr/>
                    </p:nvPicPr>
                    <p:blipFill>
                      <a:blip r:embed="rId6"/>
                      <a:srcRect/>
                      <a:stretch>
                        <a:fillRect/>
                      </a:stretch>
                    </p:blipFill>
                    <p:spPr>
                      <a:xfrm>
                        <a:off x="4830763" y="2225675"/>
                        <a:ext cx="1068387" cy="457200"/>
                      </a:xfrm>
                      <a:prstGeom prst="rect">
                        <a:avLst/>
                      </a:prstGeom>
                      <a:noFill/>
                      <a:ln w="38100">
                        <a:miter/>
                      </a:ln>
                    </p:spPr>
                  </p:pic>
                </p:oleObj>
              </mc:Fallback>
            </mc:AlternateContent>
          </a:graphicData>
        </a:graphic>
      </p:graphicFrame>
      <p:graphicFrame>
        <p:nvGraphicFramePr>
          <p:cNvPr id="130055" name="内容占位符 -2147482510"/>
          <p:cNvGraphicFramePr>
            <a:graphicFrameLocks noGrp="1" noChangeAspect="1"/>
          </p:cNvGraphicFramePr>
          <p:nvPr>
            <p:ph sz="half" idx="2"/>
          </p:nvPr>
        </p:nvGraphicFramePr>
        <p:xfrm>
          <a:off x="5456238" y="2878138"/>
          <a:ext cx="3116262" cy="2008187"/>
        </p:xfrm>
        <a:graphic>
          <a:graphicData uri="http://schemas.openxmlformats.org/presentationml/2006/ole">
            <mc:AlternateContent xmlns:mc="http://schemas.openxmlformats.org/markup-compatibility/2006">
              <mc:Choice xmlns:v="urn:schemas-microsoft-com:vml" Requires="v">
                <p:oleObj spid="_x0000_s3193" name="" r:id="rId7" imgW="2298700" imgH="1485900" progId="Visio.Drawing.15">
                  <p:embed/>
                </p:oleObj>
              </mc:Choice>
              <mc:Fallback>
                <p:oleObj name="" r:id="rId7" imgW="2298700" imgH="1485900" progId="Visio.Drawing.15">
                  <p:embed/>
                  <p:pic>
                    <p:nvPicPr>
                      <p:cNvPr id="0" name="图片 3192"/>
                      <p:cNvPicPr/>
                      <p:nvPr/>
                    </p:nvPicPr>
                    <p:blipFill>
                      <a:blip r:embed="rId8"/>
                      <a:srcRect/>
                      <a:stretch>
                        <a:fillRect/>
                      </a:stretch>
                    </p:blipFill>
                    <p:spPr>
                      <a:xfrm>
                        <a:off x="5456238" y="2878138"/>
                        <a:ext cx="3116262" cy="2008187"/>
                      </a:xfrm>
                      <a:prstGeom prst="rect">
                        <a:avLst/>
                      </a:prstGeom>
                      <a:noFill/>
                      <a:ln w="38100">
                        <a:miter/>
                      </a:ln>
                    </p:spPr>
                  </p:pic>
                </p:oleObj>
              </mc:Fallback>
            </mc:AlternateContent>
          </a:graphicData>
        </a:graphic>
      </p:graphicFrame>
      <p:graphicFrame>
        <p:nvGraphicFramePr>
          <p:cNvPr id="130056" name="对象 -2147482509"/>
          <p:cNvGraphicFramePr>
            <a:graphicFrameLocks noChangeAspect="1"/>
          </p:cNvGraphicFramePr>
          <p:nvPr/>
        </p:nvGraphicFramePr>
        <p:xfrm>
          <a:off x="1000125" y="3971925"/>
          <a:ext cx="4149725" cy="725488"/>
        </p:xfrm>
        <a:graphic>
          <a:graphicData uri="http://schemas.openxmlformats.org/presentationml/2006/ole">
            <mc:AlternateContent xmlns:mc="http://schemas.openxmlformats.org/markup-compatibility/2006">
              <mc:Choice xmlns:v="urn:schemas-microsoft-com:vml" Requires="v">
                <p:oleObj spid="_x0000_s3194" name="" r:id="rId9" imgW="1739900" imgH="304800" progId="Equation.DSMT4">
                  <p:embed/>
                </p:oleObj>
              </mc:Choice>
              <mc:Fallback>
                <p:oleObj name="" r:id="rId9" imgW="1739900" imgH="304800" progId="Equation.DSMT4">
                  <p:embed/>
                  <p:pic>
                    <p:nvPicPr>
                      <p:cNvPr id="0" name="图片 3193"/>
                      <p:cNvPicPr/>
                      <p:nvPr/>
                    </p:nvPicPr>
                    <p:blipFill>
                      <a:blip r:embed="rId10"/>
                      <a:stretch>
                        <a:fillRect/>
                      </a:stretch>
                    </p:blipFill>
                    <p:spPr>
                      <a:xfrm>
                        <a:off x="1000125" y="3971925"/>
                        <a:ext cx="4149725" cy="725488"/>
                      </a:xfrm>
                      <a:prstGeom prst="rect">
                        <a:avLst/>
                      </a:prstGeom>
                      <a:noFill/>
                      <a:ln w="38100">
                        <a:noFill/>
                        <a:miter/>
                      </a:ln>
                    </p:spPr>
                  </p:pic>
                </p:oleObj>
              </mc:Fallback>
            </mc:AlternateContent>
          </a:graphicData>
        </a:graphic>
      </p:graphicFrame>
      <p:sp>
        <p:nvSpPr>
          <p:cNvPr id="2" name="Text Box 5"/>
          <p:cNvSpPr txBox="1"/>
          <p:nvPr/>
        </p:nvSpPr>
        <p:spPr>
          <a:xfrm>
            <a:off x="3224213" y="0"/>
            <a:ext cx="5919788" cy="706438"/>
          </a:xfrm>
          <a:prstGeom prst="rect">
            <a:avLst/>
          </a:prstGeom>
          <a:noFill/>
          <a:ln w="9525">
            <a:noFill/>
          </a:ln>
        </p:spPr>
        <p:txBody>
          <a:bodyPr>
            <a:spAutoFit/>
          </a:bodyPr>
          <a:lstStyle/>
          <a:p>
            <a:pPr marR="0" algn="ctr" defTabSz="914400" eaLnBrk="1" hangingPunct="1">
              <a:buClrTx/>
              <a:buSzTx/>
              <a:buFontTx/>
              <a:buNone/>
              <a:defRPr/>
            </a:pPr>
            <a:r>
              <a:rPr kumimoji="0" lang="en-US" altLang="zh-CN" sz="4000" b="1" kern="1200" cap="none" spc="0" normalizeH="0" baseline="0" noProof="1">
                <a:solidFill>
                  <a:srgbClr val="0000FF"/>
                </a:solidFill>
                <a:latin typeface="Arial" panose="020B0604020202020204" pitchFamily="34" charset="0"/>
                <a:ea typeface="宋体" panose="02010600030101010101" pitchFamily="2" charset="-122"/>
                <a:cs typeface="+mn-cs"/>
                <a:sym typeface="宋体" panose="02010600030101010101" pitchFamily="2" charset="-122"/>
              </a:rPr>
              <a:t>4.</a:t>
            </a:r>
            <a:r>
              <a:rPr kumimoji="0" lang="en-US" altLang="zh-CN" sz="4000" b="1" kern="1200" cap="none" spc="0" normalizeH="0" baseline="0" noProof="1">
                <a:solidFill>
                  <a:srgbClr val="0000FF"/>
                </a:solidFill>
                <a:latin typeface="Arial" panose="020B0604020202020204" pitchFamily="34" charset="0"/>
                <a:ea typeface="宋体" panose="02010600030101010101" pitchFamily="2" charset="-122"/>
                <a:cs typeface="+mn-cs"/>
                <a:sym typeface="+mn-ea"/>
              </a:rPr>
              <a:t>3.2</a:t>
            </a:r>
            <a:r>
              <a:rPr kumimoji="1" lang="en-US" altLang="zh-CN" sz="4000" b="1" kern="0" cap="none" spc="0" normalizeH="0" baseline="0" noProof="0" dirty="0">
                <a:solidFill>
                  <a:srgbClr val="0000CC"/>
                </a:solidFill>
                <a:effectLst>
                  <a:outerShdw blurRad="38100" dist="38100" dir="2700000" algn="tl">
                    <a:srgbClr val="C0C0C0"/>
                  </a:outerShdw>
                </a:effectLst>
                <a:latin typeface="黑体" panose="02010609060101010101" pitchFamily="49" charset="-122"/>
                <a:ea typeface="黑体" panose="02010609060101010101" pitchFamily="49" charset="-122"/>
                <a:cs typeface="Times New Roman" panose="02020603050405020304" pitchFamily="18" charset="0"/>
                <a:sym typeface="+mn-ea"/>
              </a:rPr>
              <a:t> </a:t>
            </a:r>
            <a:r>
              <a:rPr kumimoji="0" lang="en-US" altLang="zh-CN" sz="4000" b="1" kern="1200" cap="none" spc="0" normalizeH="0" baseline="0" noProof="1">
                <a:solidFill>
                  <a:srgbClr val="0000FF"/>
                </a:solidFill>
                <a:latin typeface="Arial" panose="020B0604020202020204" pitchFamily="34" charset="0"/>
                <a:ea typeface="宋体" panose="02010600030101010101" pitchFamily="2" charset="-122"/>
                <a:cs typeface="+mn-cs"/>
                <a:sym typeface="+mn-ea"/>
              </a:rPr>
              <a:t>自下而上的</a:t>
            </a:r>
            <a:r>
              <a:rPr kumimoji="0" lang="en-US" altLang="zh-CN" sz="4000" b="1" kern="1200" cap="none" spc="0" normalizeH="0" baseline="0" noProof="1">
                <a:solidFill>
                  <a:srgbClr val="0000FF"/>
                </a:solidFill>
                <a:latin typeface="Arial" panose="020B0604020202020204" pitchFamily="34" charset="0"/>
                <a:ea typeface="宋体" panose="02010600030101010101" pitchFamily="2" charset="-122"/>
                <a:cs typeface="+mn-cs"/>
                <a:sym typeface="宋体" panose="02010600030101010101" pitchFamily="2" charset="-122"/>
              </a:rPr>
              <a:t>算法</a:t>
            </a:r>
            <a:endParaRPr kumimoji="0" lang="en-US" altLang="zh-CN" sz="4000" b="1" kern="1200" cap="none" spc="0" normalizeH="0" baseline="0" noProof="1">
              <a:solidFill>
                <a:srgbClr val="0000FF"/>
              </a:solidFill>
              <a:latin typeface="Arial" panose="020B0604020202020204" pitchFamily="34" charset="0"/>
              <a:ea typeface="宋体" panose="02010600030101010101" pitchFamily="2" charset="-122"/>
              <a:cs typeface="+mn-cs"/>
              <a:sym typeface="宋体" panose="02010600030101010101" pitchFamily="2" charset="-122"/>
            </a:endParaRPr>
          </a:p>
        </p:txBody>
      </p:sp>
    </p:spTree>
  </p:cSld>
  <p:clrMapOvr>
    <a:masterClrMapping/>
  </p:clrMapOvr>
  <p:transition/>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1074" name="Rectangle 5"/>
          <p:cNvSpPr/>
          <p:nvPr/>
        </p:nvSpPr>
        <p:spPr>
          <a:xfrm>
            <a:off x="811213" y="1276350"/>
            <a:ext cx="7970837" cy="4484688"/>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华文新魏" panose="02010800040101010101" pitchFamily="2" charset="-122"/>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ea typeface="+mn-ea"/>
                <a:cs typeface="华文新魏" panose="02010800040101010101" pitchFamily="2" charset="-122"/>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ea typeface="+mn-ea"/>
                <a:cs typeface="华文新魏" panose="02010800040101010101" pitchFamily="2" charset="-122"/>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ea typeface="+mn-ea"/>
                <a:cs typeface="华文新魏" panose="02010800040101010101" pitchFamily="2" charset="-122"/>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ea typeface="+mn-ea"/>
                <a:cs typeface="华文新魏" panose="02010800040101010101" pitchFamily="2" charset="-122"/>
              </a:defRPr>
            </a:lvl5pPr>
          </a:lstStyle>
          <a:p>
            <a:pPr marL="0" lvl="0" indent="0" algn="just" eaLnBrk="1" hangingPunct="1">
              <a:spcBef>
                <a:spcPts val="575"/>
              </a:spcBef>
              <a:buClr>
                <a:srgbClr val="D34817"/>
              </a:buClr>
              <a:buSzPct val="85000"/>
              <a:buNone/>
            </a:pPr>
            <a:r>
              <a:rPr lang="zh-CN" altLang="en-US" sz="2800" b="1" dirty="0">
                <a:solidFill>
                  <a:srgbClr val="000000"/>
                </a:solidFill>
              </a:rPr>
              <a:t>（</a:t>
            </a:r>
            <a:r>
              <a:rPr lang="en-US" altLang="zh-CN" sz="2800" b="1" dirty="0">
                <a:solidFill>
                  <a:srgbClr val="000000"/>
                </a:solidFill>
              </a:rPr>
              <a:t>2</a:t>
            </a:r>
            <a:r>
              <a:rPr lang="zh-CN" altLang="en-US" sz="2800" b="1" dirty="0">
                <a:solidFill>
                  <a:srgbClr val="000000"/>
                </a:solidFill>
              </a:rPr>
              <a:t>）全连锁：</a:t>
            </a:r>
            <a:endParaRPr lang="zh-CN" altLang="en-US" sz="2800" b="1" dirty="0">
              <a:solidFill>
                <a:srgbClr val="000000"/>
              </a:solidFill>
            </a:endParaRPr>
          </a:p>
          <a:p>
            <a:pPr marL="0" lvl="0" indent="0" algn="just" eaLnBrk="1" hangingPunct="1">
              <a:spcBef>
                <a:spcPts val="575"/>
              </a:spcBef>
              <a:buClr>
                <a:srgbClr val="D34817"/>
              </a:buClr>
              <a:buSzPct val="85000"/>
              <a:buNone/>
            </a:pPr>
            <a:endParaRPr lang="zh-CN" altLang="en-US" sz="2800" b="1" dirty="0">
              <a:solidFill>
                <a:srgbClr val="000000"/>
              </a:solidFill>
            </a:endParaRPr>
          </a:p>
          <a:p>
            <a:pPr marL="0" lvl="0" indent="0" algn="just" eaLnBrk="1" hangingPunct="1">
              <a:spcBef>
                <a:spcPts val="575"/>
              </a:spcBef>
              <a:buClr>
                <a:srgbClr val="D34817"/>
              </a:buClr>
              <a:buSzPct val="85000"/>
              <a:buNone/>
            </a:pPr>
            <a:endParaRPr lang="zh-CN" altLang="en-US" sz="2800" b="1" dirty="0">
              <a:solidFill>
                <a:srgbClr val="000000"/>
              </a:solidFill>
            </a:endParaRPr>
          </a:p>
          <a:p>
            <a:pPr marL="0" lvl="0" indent="0" algn="just" eaLnBrk="1" hangingPunct="1">
              <a:spcBef>
                <a:spcPts val="575"/>
              </a:spcBef>
              <a:buClr>
                <a:srgbClr val="D34817"/>
              </a:buClr>
              <a:buSzPct val="85000"/>
              <a:buNone/>
            </a:pPr>
            <a:endParaRPr lang="zh-CN" altLang="en-US" sz="2800" b="1" dirty="0">
              <a:solidFill>
                <a:srgbClr val="000000"/>
              </a:solidFill>
            </a:endParaRPr>
          </a:p>
          <a:p>
            <a:pPr marL="0" lvl="0" indent="0" algn="just" eaLnBrk="1" hangingPunct="1">
              <a:spcBef>
                <a:spcPts val="575"/>
              </a:spcBef>
              <a:buClr>
                <a:srgbClr val="D34817"/>
              </a:buClr>
              <a:buSzPct val="85000"/>
              <a:buNone/>
            </a:pPr>
            <a:r>
              <a:rPr lang="zh-CN" altLang="en-US" sz="2800" b="1" dirty="0">
                <a:solidFill>
                  <a:srgbClr val="000000"/>
                </a:solidFill>
              </a:rPr>
              <a:t>         </a:t>
            </a:r>
            <a:endParaRPr lang="zh-CN" altLang="en-US" sz="2800" b="1" dirty="0">
              <a:solidFill>
                <a:srgbClr val="000000"/>
              </a:solidFill>
            </a:endParaRPr>
          </a:p>
          <a:p>
            <a:pPr marL="0" lvl="0" indent="0" algn="just" eaLnBrk="1" hangingPunct="1">
              <a:spcBef>
                <a:spcPts val="575"/>
              </a:spcBef>
              <a:buClr>
                <a:srgbClr val="D34817"/>
              </a:buClr>
              <a:buSzPct val="85000"/>
              <a:buNone/>
            </a:pPr>
            <a:endParaRPr lang="zh-CN" altLang="en-US" sz="2800" b="1" dirty="0">
              <a:solidFill>
                <a:srgbClr val="000000"/>
              </a:solidFill>
            </a:endParaRPr>
          </a:p>
          <a:p>
            <a:pPr marL="0" lvl="0" indent="0" algn="just" eaLnBrk="1" hangingPunct="1">
              <a:spcBef>
                <a:spcPts val="575"/>
              </a:spcBef>
              <a:buClr>
                <a:srgbClr val="D34817"/>
              </a:buClr>
              <a:buSzPct val="85000"/>
              <a:buNone/>
            </a:pPr>
            <a:endParaRPr lang="zh-CN" altLang="en-US" sz="2800" b="1" dirty="0">
              <a:solidFill>
                <a:srgbClr val="000000"/>
              </a:solidFill>
            </a:endParaRPr>
          </a:p>
          <a:p>
            <a:pPr marL="0" lvl="0" indent="0" algn="just" eaLnBrk="1" hangingPunct="1">
              <a:spcBef>
                <a:spcPts val="575"/>
              </a:spcBef>
              <a:buClr>
                <a:srgbClr val="D34817"/>
              </a:buClr>
              <a:buSzPct val="85000"/>
              <a:buNone/>
            </a:pPr>
            <a:r>
              <a:rPr lang="zh-CN" altLang="en-US" sz="2800" b="1" dirty="0">
                <a:solidFill>
                  <a:srgbClr val="000000"/>
                </a:solidFill>
              </a:rPr>
              <a:t>把两个簇中</a:t>
            </a:r>
            <a:r>
              <a:rPr lang="zh-CN" altLang="en-US" sz="2800" b="1" dirty="0">
                <a:solidFill>
                  <a:srgbClr val="FF0000"/>
                </a:solidFill>
              </a:rPr>
              <a:t>相距最远的两个点</a:t>
            </a:r>
            <a:r>
              <a:rPr lang="zh-CN" altLang="en-US" sz="2800" b="1" dirty="0">
                <a:solidFill>
                  <a:srgbClr val="000000"/>
                </a:solidFill>
              </a:rPr>
              <a:t>之间的距离作为簇间距离。</a:t>
            </a:r>
            <a:endParaRPr lang="zh-CN" altLang="en-US" sz="2800" b="1" dirty="0">
              <a:solidFill>
                <a:srgbClr val="000000"/>
              </a:solidFill>
            </a:endParaRPr>
          </a:p>
        </p:txBody>
      </p:sp>
      <p:sp>
        <p:nvSpPr>
          <p:cNvPr id="131075" name="Rectangle 5"/>
          <p:cNvSpPr/>
          <p:nvPr/>
        </p:nvSpPr>
        <p:spPr>
          <a:xfrm>
            <a:off x="0" y="0"/>
            <a:ext cx="9144000" cy="0"/>
          </a:xfrm>
          <a:prstGeom prst="rect">
            <a:avLst/>
          </a:prstGeom>
          <a:noFill/>
          <a:ln w="9525">
            <a:noFill/>
          </a:ln>
        </p:spPr>
        <p:txBody>
          <a:bodyPr wrap="none" anchor="ctr" anchorCtr="0">
            <a:spAutoFit/>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华文新魏" panose="02010800040101010101" pitchFamily="2" charset="-122"/>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ea typeface="+mn-ea"/>
                <a:cs typeface="华文新魏" panose="02010800040101010101" pitchFamily="2" charset="-122"/>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ea typeface="+mn-ea"/>
                <a:cs typeface="华文新魏" panose="02010800040101010101" pitchFamily="2" charset="-122"/>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ea typeface="+mn-ea"/>
                <a:cs typeface="华文新魏" panose="02010800040101010101" pitchFamily="2" charset="-122"/>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ea typeface="+mn-ea"/>
                <a:cs typeface="华文新魏" panose="02010800040101010101" pitchFamily="2" charset="-122"/>
              </a:defRPr>
            </a:lvl5pPr>
          </a:lstStyle>
          <a:p>
            <a:pPr marL="0" lvl="0" indent="0" eaLnBrk="1" hangingPunct="1">
              <a:spcBef>
                <a:spcPct val="0"/>
              </a:spcBef>
              <a:buClrTx/>
              <a:buSzTx/>
              <a:buFontTx/>
              <a:buNone/>
            </a:pPr>
            <a:endParaRPr lang="zh-CN" altLang="en-US" sz="1800" dirty="0">
              <a:latin typeface="Arial" panose="020B0604020202020204" pitchFamily="34" charset="0"/>
            </a:endParaRPr>
          </a:p>
        </p:txBody>
      </p:sp>
      <p:graphicFrame>
        <p:nvGraphicFramePr>
          <p:cNvPr id="131076" name="内容占位符 -2147482508"/>
          <p:cNvGraphicFramePr>
            <a:graphicFrameLocks noGrp="1" noChangeAspect="1"/>
          </p:cNvGraphicFramePr>
          <p:nvPr>
            <p:ph sz="half" idx="2"/>
          </p:nvPr>
        </p:nvGraphicFramePr>
        <p:xfrm>
          <a:off x="566738" y="1876425"/>
          <a:ext cx="4162425" cy="2690813"/>
        </p:xfrm>
        <a:graphic>
          <a:graphicData uri="http://schemas.openxmlformats.org/presentationml/2006/ole">
            <mc:AlternateContent xmlns:mc="http://schemas.openxmlformats.org/markup-compatibility/2006">
              <mc:Choice xmlns:v="urn:schemas-microsoft-com:vml" Requires="v">
                <p:oleObj spid="_x0000_s3196" name="" r:id="rId1" imgW="1485900" imgH="963295" progId="Visio.Drawing.15">
                  <p:embed/>
                </p:oleObj>
              </mc:Choice>
              <mc:Fallback>
                <p:oleObj name="" r:id="rId1" imgW="1485900" imgH="963295" progId="Visio.Drawing.15">
                  <p:embed/>
                  <p:pic>
                    <p:nvPicPr>
                      <p:cNvPr id="0" name="图片 3195"/>
                      <p:cNvPicPr/>
                      <p:nvPr/>
                    </p:nvPicPr>
                    <p:blipFill>
                      <a:blip r:embed="rId2"/>
                      <a:srcRect/>
                      <a:stretch>
                        <a:fillRect/>
                      </a:stretch>
                    </p:blipFill>
                    <p:spPr>
                      <a:xfrm>
                        <a:off x="566738" y="1876425"/>
                        <a:ext cx="4162425" cy="2690813"/>
                      </a:xfrm>
                      <a:prstGeom prst="rect">
                        <a:avLst/>
                      </a:prstGeom>
                      <a:noFill/>
                      <a:ln w="38100">
                        <a:miter/>
                      </a:ln>
                    </p:spPr>
                  </p:pic>
                </p:oleObj>
              </mc:Fallback>
            </mc:AlternateContent>
          </a:graphicData>
        </a:graphic>
      </p:graphicFrame>
      <p:graphicFrame>
        <p:nvGraphicFramePr>
          <p:cNvPr id="131077" name="对象 -2147482507"/>
          <p:cNvGraphicFramePr>
            <a:graphicFrameLocks noChangeAspect="1"/>
          </p:cNvGraphicFramePr>
          <p:nvPr/>
        </p:nvGraphicFramePr>
        <p:xfrm>
          <a:off x="4873625" y="3086100"/>
          <a:ext cx="3908425" cy="684213"/>
        </p:xfrm>
        <a:graphic>
          <a:graphicData uri="http://schemas.openxmlformats.org/presentationml/2006/ole">
            <mc:AlternateContent xmlns:mc="http://schemas.openxmlformats.org/markup-compatibility/2006">
              <mc:Choice xmlns:v="urn:schemas-microsoft-com:vml" Requires="v">
                <p:oleObj spid="_x0000_s3197" name="" r:id="rId3" imgW="1739900" imgH="304800" progId="Equation.DSMT4">
                  <p:embed/>
                </p:oleObj>
              </mc:Choice>
              <mc:Fallback>
                <p:oleObj name="" r:id="rId3" imgW="1739900" imgH="304800" progId="Equation.DSMT4">
                  <p:embed/>
                  <p:pic>
                    <p:nvPicPr>
                      <p:cNvPr id="0" name="图片 3196"/>
                      <p:cNvPicPr/>
                      <p:nvPr/>
                    </p:nvPicPr>
                    <p:blipFill>
                      <a:blip r:embed="rId4"/>
                      <a:stretch>
                        <a:fillRect/>
                      </a:stretch>
                    </p:blipFill>
                    <p:spPr>
                      <a:xfrm>
                        <a:off x="4873625" y="3086100"/>
                        <a:ext cx="3908425" cy="684213"/>
                      </a:xfrm>
                      <a:prstGeom prst="rect">
                        <a:avLst/>
                      </a:prstGeom>
                      <a:noFill/>
                      <a:ln w="38100">
                        <a:noFill/>
                        <a:miter/>
                      </a:ln>
                    </p:spPr>
                  </p:pic>
                </p:oleObj>
              </mc:Fallback>
            </mc:AlternateContent>
          </a:graphicData>
        </a:graphic>
      </p:graphicFrame>
      <p:sp>
        <p:nvSpPr>
          <p:cNvPr id="2" name="Text Box 5"/>
          <p:cNvSpPr txBox="1"/>
          <p:nvPr/>
        </p:nvSpPr>
        <p:spPr>
          <a:xfrm>
            <a:off x="3224213" y="0"/>
            <a:ext cx="5919788" cy="706438"/>
          </a:xfrm>
          <a:prstGeom prst="rect">
            <a:avLst/>
          </a:prstGeom>
          <a:noFill/>
          <a:ln w="9525">
            <a:noFill/>
          </a:ln>
        </p:spPr>
        <p:txBody>
          <a:bodyPr>
            <a:spAutoFit/>
          </a:bodyPr>
          <a:lstStyle/>
          <a:p>
            <a:pPr marR="0" algn="ctr" defTabSz="914400" eaLnBrk="1" hangingPunct="1">
              <a:buClrTx/>
              <a:buSzTx/>
              <a:buFontTx/>
              <a:buNone/>
              <a:defRPr/>
            </a:pPr>
            <a:r>
              <a:rPr kumimoji="0" lang="en-US" altLang="zh-CN" sz="4000" b="1" kern="1200" cap="none" spc="0" normalizeH="0" baseline="0" noProof="1">
                <a:solidFill>
                  <a:srgbClr val="0000FF"/>
                </a:solidFill>
                <a:latin typeface="Arial" panose="020B0604020202020204" pitchFamily="34" charset="0"/>
                <a:ea typeface="宋体" panose="02010600030101010101" pitchFamily="2" charset="-122"/>
                <a:cs typeface="+mn-cs"/>
                <a:sym typeface="宋体" panose="02010600030101010101" pitchFamily="2" charset="-122"/>
              </a:rPr>
              <a:t>4.</a:t>
            </a:r>
            <a:r>
              <a:rPr kumimoji="0" lang="en-US" altLang="zh-CN" sz="4000" b="1" kern="1200" cap="none" spc="0" normalizeH="0" baseline="0" noProof="1">
                <a:solidFill>
                  <a:srgbClr val="0000FF"/>
                </a:solidFill>
                <a:latin typeface="Arial" panose="020B0604020202020204" pitchFamily="34" charset="0"/>
                <a:ea typeface="宋体" panose="02010600030101010101" pitchFamily="2" charset="-122"/>
                <a:cs typeface="+mn-cs"/>
                <a:sym typeface="+mn-ea"/>
              </a:rPr>
              <a:t>3.2</a:t>
            </a:r>
            <a:r>
              <a:rPr kumimoji="1" lang="en-US" altLang="zh-CN" sz="4000" b="1" kern="0" cap="none" spc="0" normalizeH="0" baseline="0" noProof="0" dirty="0">
                <a:solidFill>
                  <a:srgbClr val="0000CC"/>
                </a:solidFill>
                <a:effectLst>
                  <a:outerShdw blurRad="38100" dist="38100" dir="2700000" algn="tl">
                    <a:srgbClr val="C0C0C0"/>
                  </a:outerShdw>
                </a:effectLst>
                <a:latin typeface="黑体" panose="02010609060101010101" pitchFamily="49" charset="-122"/>
                <a:ea typeface="黑体" panose="02010609060101010101" pitchFamily="49" charset="-122"/>
                <a:cs typeface="Times New Roman" panose="02020603050405020304" pitchFamily="18" charset="0"/>
                <a:sym typeface="+mn-ea"/>
              </a:rPr>
              <a:t> </a:t>
            </a:r>
            <a:r>
              <a:rPr kumimoji="0" lang="en-US" altLang="zh-CN" sz="4000" b="1" kern="1200" cap="none" spc="0" normalizeH="0" baseline="0" noProof="1">
                <a:solidFill>
                  <a:srgbClr val="0000FF"/>
                </a:solidFill>
                <a:latin typeface="Arial" panose="020B0604020202020204" pitchFamily="34" charset="0"/>
                <a:ea typeface="宋体" panose="02010600030101010101" pitchFamily="2" charset="-122"/>
                <a:cs typeface="+mn-cs"/>
                <a:sym typeface="+mn-ea"/>
              </a:rPr>
              <a:t>自下而上的</a:t>
            </a:r>
            <a:r>
              <a:rPr kumimoji="0" lang="en-US" altLang="zh-CN" sz="4000" b="1" kern="1200" cap="none" spc="0" normalizeH="0" baseline="0" noProof="1">
                <a:solidFill>
                  <a:srgbClr val="0000FF"/>
                </a:solidFill>
                <a:latin typeface="Arial" panose="020B0604020202020204" pitchFamily="34" charset="0"/>
                <a:ea typeface="宋体" panose="02010600030101010101" pitchFamily="2" charset="-122"/>
                <a:cs typeface="+mn-cs"/>
                <a:sym typeface="宋体" panose="02010600030101010101" pitchFamily="2" charset="-122"/>
              </a:rPr>
              <a:t>算法</a:t>
            </a:r>
            <a:endParaRPr kumimoji="0" lang="en-US" altLang="zh-CN" sz="4000" b="1" kern="1200" cap="none" spc="0" normalizeH="0" baseline="0" noProof="1">
              <a:solidFill>
                <a:srgbClr val="0000FF"/>
              </a:solidFill>
              <a:latin typeface="Arial" panose="020B0604020202020204" pitchFamily="34" charset="0"/>
              <a:ea typeface="宋体" panose="02010600030101010101" pitchFamily="2" charset="-122"/>
              <a:cs typeface="+mn-cs"/>
              <a:sym typeface="宋体" panose="02010600030101010101" pitchFamily="2" charset="-122"/>
            </a:endParaRPr>
          </a:p>
        </p:txBody>
      </p:sp>
    </p:spTree>
  </p:cSld>
  <p:clrMapOvr>
    <a:masterClrMapping/>
  </p:clrMapOvr>
  <p:transition/>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2098" name="Rectangle 5"/>
          <p:cNvSpPr/>
          <p:nvPr/>
        </p:nvSpPr>
        <p:spPr>
          <a:xfrm>
            <a:off x="811213" y="1276350"/>
            <a:ext cx="7970837" cy="4484688"/>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华文新魏" panose="02010800040101010101" pitchFamily="2" charset="-122"/>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ea typeface="+mn-ea"/>
                <a:cs typeface="华文新魏" panose="02010800040101010101" pitchFamily="2" charset="-122"/>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ea typeface="+mn-ea"/>
                <a:cs typeface="华文新魏" panose="02010800040101010101" pitchFamily="2" charset="-122"/>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ea typeface="+mn-ea"/>
                <a:cs typeface="华文新魏" panose="02010800040101010101" pitchFamily="2" charset="-122"/>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ea typeface="+mn-ea"/>
                <a:cs typeface="华文新魏" panose="02010800040101010101" pitchFamily="2" charset="-122"/>
              </a:defRPr>
            </a:lvl5pPr>
          </a:lstStyle>
          <a:p>
            <a:pPr marL="0" lvl="0" indent="0" algn="just" eaLnBrk="1" hangingPunct="1">
              <a:spcBef>
                <a:spcPts val="575"/>
              </a:spcBef>
              <a:buClr>
                <a:srgbClr val="D34817"/>
              </a:buClr>
              <a:buSzPct val="85000"/>
              <a:buNone/>
            </a:pPr>
            <a:r>
              <a:rPr lang="zh-CN" altLang="en-US" sz="2800" b="1" dirty="0">
                <a:solidFill>
                  <a:srgbClr val="000000"/>
                </a:solidFill>
              </a:rPr>
              <a:t>（</a:t>
            </a:r>
            <a:r>
              <a:rPr lang="en-US" altLang="zh-CN" sz="2800" b="1" dirty="0">
                <a:solidFill>
                  <a:srgbClr val="000000"/>
                </a:solidFill>
              </a:rPr>
              <a:t>3</a:t>
            </a:r>
            <a:r>
              <a:rPr lang="zh-CN" altLang="en-US" sz="2800" b="1" dirty="0">
                <a:solidFill>
                  <a:srgbClr val="000000"/>
                </a:solidFill>
              </a:rPr>
              <a:t>）平均连锁：</a:t>
            </a:r>
            <a:endParaRPr lang="zh-CN" altLang="en-US" sz="2800" b="1" dirty="0">
              <a:solidFill>
                <a:srgbClr val="000000"/>
              </a:solidFill>
            </a:endParaRPr>
          </a:p>
          <a:p>
            <a:pPr marL="0" lvl="0" indent="0" algn="just" eaLnBrk="1" hangingPunct="1">
              <a:spcBef>
                <a:spcPts val="575"/>
              </a:spcBef>
              <a:buClr>
                <a:srgbClr val="D34817"/>
              </a:buClr>
              <a:buSzPct val="85000"/>
              <a:buNone/>
            </a:pPr>
            <a:endParaRPr lang="zh-CN" altLang="en-US" sz="2800" b="1" dirty="0">
              <a:solidFill>
                <a:srgbClr val="000000"/>
              </a:solidFill>
            </a:endParaRPr>
          </a:p>
          <a:p>
            <a:pPr marL="0" lvl="0" indent="0" algn="just" eaLnBrk="1" hangingPunct="1">
              <a:spcBef>
                <a:spcPts val="575"/>
              </a:spcBef>
              <a:buClr>
                <a:srgbClr val="D34817"/>
              </a:buClr>
              <a:buSzPct val="85000"/>
              <a:buNone/>
            </a:pPr>
            <a:endParaRPr lang="zh-CN" altLang="en-US" sz="2800" b="1" dirty="0">
              <a:solidFill>
                <a:srgbClr val="000000"/>
              </a:solidFill>
            </a:endParaRPr>
          </a:p>
          <a:p>
            <a:pPr marL="0" lvl="0" indent="0" algn="just" eaLnBrk="1" hangingPunct="1">
              <a:spcBef>
                <a:spcPts val="575"/>
              </a:spcBef>
              <a:buClr>
                <a:srgbClr val="D34817"/>
              </a:buClr>
              <a:buSzPct val="85000"/>
              <a:buNone/>
            </a:pPr>
            <a:endParaRPr lang="zh-CN" altLang="en-US" sz="2800" b="1" dirty="0">
              <a:solidFill>
                <a:srgbClr val="000000"/>
              </a:solidFill>
            </a:endParaRPr>
          </a:p>
          <a:p>
            <a:pPr marL="0" lvl="0" indent="0" algn="just" eaLnBrk="1" hangingPunct="1">
              <a:spcBef>
                <a:spcPts val="575"/>
              </a:spcBef>
              <a:buClr>
                <a:srgbClr val="D34817"/>
              </a:buClr>
              <a:buSzPct val="85000"/>
              <a:buNone/>
            </a:pPr>
            <a:r>
              <a:rPr lang="zh-CN" altLang="en-US" sz="2800" b="1" dirty="0">
                <a:solidFill>
                  <a:srgbClr val="000000"/>
                </a:solidFill>
              </a:rPr>
              <a:t>         </a:t>
            </a:r>
            <a:endParaRPr lang="zh-CN" altLang="en-US" sz="2800" b="1" dirty="0">
              <a:solidFill>
                <a:srgbClr val="000000"/>
              </a:solidFill>
            </a:endParaRPr>
          </a:p>
          <a:p>
            <a:pPr marL="0" lvl="0" indent="0" algn="just" eaLnBrk="1" hangingPunct="1">
              <a:spcBef>
                <a:spcPts val="575"/>
              </a:spcBef>
              <a:buClr>
                <a:srgbClr val="D34817"/>
              </a:buClr>
              <a:buSzPct val="85000"/>
              <a:buNone/>
            </a:pPr>
            <a:endParaRPr lang="zh-CN" altLang="en-US" sz="2800" b="1" dirty="0">
              <a:solidFill>
                <a:srgbClr val="000000"/>
              </a:solidFill>
            </a:endParaRPr>
          </a:p>
          <a:p>
            <a:pPr marL="0" lvl="0" indent="0" algn="just" eaLnBrk="1" hangingPunct="1">
              <a:spcBef>
                <a:spcPts val="575"/>
              </a:spcBef>
              <a:buClr>
                <a:srgbClr val="D34817"/>
              </a:buClr>
              <a:buSzPct val="85000"/>
              <a:buNone/>
            </a:pPr>
            <a:endParaRPr lang="zh-CN" altLang="en-US" sz="2800" b="1" dirty="0">
              <a:solidFill>
                <a:srgbClr val="000000"/>
              </a:solidFill>
            </a:endParaRPr>
          </a:p>
          <a:p>
            <a:pPr marL="0" lvl="0" indent="0" algn="just" eaLnBrk="1" hangingPunct="1">
              <a:spcBef>
                <a:spcPts val="575"/>
              </a:spcBef>
              <a:buClr>
                <a:srgbClr val="D34817"/>
              </a:buClr>
              <a:buSzPct val="85000"/>
              <a:buNone/>
            </a:pPr>
            <a:r>
              <a:rPr lang="zh-CN" altLang="en-US" sz="2800" b="1" dirty="0">
                <a:solidFill>
                  <a:srgbClr val="000000"/>
                </a:solidFill>
              </a:rPr>
              <a:t>把</a:t>
            </a:r>
            <a:r>
              <a:rPr lang="zh-CN" altLang="en-US" sz="2800" b="1" dirty="0"/>
              <a:t>两个簇之间两两点之间距离的平均值</a:t>
            </a:r>
            <a:r>
              <a:rPr lang="zh-CN" altLang="en-US" sz="2800" b="1" dirty="0">
                <a:solidFill>
                  <a:srgbClr val="000000"/>
                </a:solidFill>
              </a:rPr>
              <a:t>作为簇间距离。</a:t>
            </a:r>
            <a:endParaRPr lang="zh-CN" altLang="en-US" sz="2800" b="1" dirty="0">
              <a:solidFill>
                <a:srgbClr val="000000"/>
              </a:solidFill>
            </a:endParaRPr>
          </a:p>
        </p:txBody>
      </p:sp>
      <p:sp>
        <p:nvSpPr>
          <p:cNvPr id="132099" name="Rectangle 5"/>
          <p:cNvSpPr/>
          <p:nvPr/>
        </p:nvSpPr>
        <p:spPr>
          <a:xfrm>
            <a:off x="0" y="0"/>
            <a:ext cx="9144000" cy="0"/>
          </a:xfrm>
          <a:prstGeom prst="rect">
            <a:avLst/>
          </a:prstGeom>
          <a:noFill/>
          <a:ln w="9525">
            <a:noFill/>
          </a:ln>
        </p:spPr>
        <p:txBody>
          <a:bodyPr wrap="none" anchor="ctr" anchorCtr="0">
            <a:spAutoFit/>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华文新魏" panose="02010800040101010101" pitchFamily="2" charset="-122"/>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ea typeface="+mn-ea"/>
                <a:cs typeface="华文新魏" panose="02010800040101010101" pitchFamily="2" charset="-122"/>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ea typeface="+mn-ea"/>
                <a:cs typeface="华文新魏" panose="02010800040101010101" pitchFamily="2" charset="-122"/>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ea typeface="+mn-ea"/>
                <a:cs typeface="华文新魏" panose="02010800040101010101" pitchFamily="2" charset="-122"/>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ea typeface="+mn-ea"/>
                <a:cs typeface="华文新魏" panose="02010800040101010101" pitchFamily="2" charset="-122"/>
              </a:defRPr>
            </a:lvl5pPr>
          </a:lstStyle>
          <a:p>
            <a:pPr marL="0" lvl="0" indent="0" eaLnBrk="1" hangingPunct="1">
              <a:spcBef>
                <a:spcPct val="0"/>
              </a:spcBef>
              <a:buClrTx/>
              <a:buSzTx/>
              <a:buFontTx/>
              <a:buNone/>
            </a:pPr>
            <a:endParaRPr lang="zh-CN" altLang="en-US" sz="1800" dirty="0">
              <a:latin typeface="Arial" panose="020B0604020202020204" pitchFamily="34" charset="0"/>
            </a:endParaRPr>
          </a:p>
        </p:txBody>
      </p:sp>
      <p:graphicFrame>
        <p:nvGraphicFramePr>
          <p:cNvPr id="132100" name="内容占位符 -2147482506"/>
          <p:cNvGraphicFramePr>
            <a:graphicFrameLocks noGrp="1" noChangeAspect="1"/>
          </p:cNvGraphicFramePr>
          <p:nvPr>
            <p:ph sz="half" idx="1"/>
          </p:nvPr>
        </p:nvGraphicFramePr>
        <p:xfrm>
          <a:off x="811213" y="2097088"/>
          <a:ext cx="4130675" cy="2662237"/>
        </p:xfrm>
        <a:graphic>
          <a:graphicData uri="http://schemas.openxmlformats.org/presentationml/2006/ole">
            <mc:AlternateContent xmlns:mc="http://schemas.openxmlformats.org/markup-compatibility/2006">
              <mc:Choice xmlns:v="urn:schemas-microsoft-com:vml" Requires="v">
                <p:oleObj spid="_x0000_s3201" name="" r:id="rId1" imgW="2298700" imgH="1485900" progId="Visio.Drawing.15">
                  <p:embed/>
                </p:oleObj>
              </mc:Choice>
              <mc:Fallback>
                <p:oleObj name="" r:id="rId1" imgW="2298700" imgH="1485900" progId="Visio.Drawing.15">
                  <p:embed/>
                  <p:pic>
                    <p:nvPicPr>
                      <p:cNvPr id="0" name="图片 3200"/>
                      <p:cNvPicPr/>
                      <p:nvPr/>
                    </p:nvPicPr>
                    <p:blipFill>
                      <a:blip r:embed="rId2"/>
                      <a:srcRect/>
                      <a:stretch>
                        <a:fillRect/>
                      </a:stretch>
                    </p:blipFill>
                    <p:spPr>
                      <a:xfrm>
                        <a:off x="811213" y="2097088"/>
                        <a:ext cx="4130675" cy="2662237"/>
                      </a:xfrm>
                      <a:prstGeom prst="rect">
                        <a:avLst/>
                      </a:prstGeom>
                      <a:noFill/>
                      <a:ln w="38100">
                        <a:miter/>
                      </a:ln>
                    </p:spPr>
                  </p:pic>
                </p:oleObj>
              </mc:Fallback>
            </mc:AlternateContent>
          </a:graphicData>
        </a:graphic>
      </p:graphicFrame>
      <p:graphicFrame>
        <p:nvGraphicFramePr>
          <p:cNvPr id="132101" name="内容占位符 -2147482500"/>
          <p:cNvGraphicFramePr>
            <a:graphicFrameLocks noGrp="1" noChangeAspect="1"/>
          </p:cNvGraphicFramePr>
          <p:nvPr>
            <p:ph sz="half" idx="2"/>
          </p:nvPr>
        </p:nvGraphicFramePr>
        <p:xfrm>
          <a:off x="5051425" y="3259138"/>
          <a:ext cx="3730625" cy="741362"/>
        </p:xfrm>
        <a:graphic>
          <a:graphicData uri="http://schemas.openxmlformats.org/presentationml/2006/ole">
            <mc:AlternateContent xmlns:mc="http://schemas.openxmlformats.org/markup-compatibility/2006">
              <mc:Choice xmlns:v="urn:schemas-microsoft-com:vml" Requires="v">
                <p:oleObj spid="_x0000_s3200" name="" r:id="rId3" imgW="2247900" imgH="444500" progId="Equation.DSMT4">
                  <p:embed/>
                </p:oleObj>
              </mc:Choice>
              <mc:Fallback>
                <p:oleObj name="" r:id="rId3" imgW="2247900" imgH="444500" progId="Equation.DSMT4">
                  <p:embed/>
                  <p:pic>
                    <p:nvPicPr>
                      <p:cNvPr id="0" name="图片 3199"/>
                      <p:cNvPicPr/>
                      <p:nvPr/>
                    </p:nvPicPr>
                    <p:blipFill>
                      <a:blip r:embed="rId4"/>
                      <a:srcRect/>
                      <a:stretch>
                        <a:fillRect/>
                      </a:stretch>
                    </p:blipFill>
                    <p:spPr>
                      <a:xfrm>
                        <a:off x="5051425" y="3259138"/>
                        <a:ext cx="3730625" cy="741362"/>
                      </a:xfrm>
                      <a:prstGeom prst="rect">
                        <a:avLst/>
                      </a:prstGeom>
                      <a:noFill/>
                      <a:ln w="38100">
                        <a:miter/>
                      </a:ln>
                    </p:spPr>
                  </p:pic>
                </p:oleObj>
              </mc:Fallback>
            </mc:AlternateContent>
          </a:graphicData>
        </a:graphic>
      </p:graphicFrame>
      <p:sp>
        <p:nvSpPr>
          <p:cNvPr id="37891" name="Text Box 5"/>
          <p:cNvSpPr txBox="1"/>
          <p:nvPr/>
        </p:nvSpPr>
        <p:spPr>
          <a:xfrm>
            <a:off x="3224213" y="0"/>
            <a:ext cx="5919788" cy="706438"/>
          </a:xfrm>
          <a:prstGeom prst="rect">
            <a:avLst/>
          </a:prstGeom>
          <a:noFill/>
          <a:ln w="9525">
            <a:noFill/>
          </a:ln>
        </p:spPr>
        <p:txBody>
          <a:bodyPr>
            <a:spAutoFit/>
          </a:bodyPr>
          <a:lstStyle/>
          <a:p>
            <a:pPr marR="0" algn="ctr" defTabSz="914400" eaLnBrk="1" hangingPunct="1">
              <a:buClrTx/>
              <a:buSzTx/>
              <a:buFontTx/>
              <a:buNone/>
              <a:defRPr/>
            </a:pPr>
            <a:r>
              <a:rPr kumimoji="0" lang="en-US" altLang="zh-CN" sz="4000" b="1" kern="1200" cap="none" spc="0" normalizeH="0" baseline="0" noProof="1">
                <a:solidFill>
                  <a:srgbClr val="0000FF"/>
                </a:solidFill>
                <a:latin typeface="Arial" panose="020B0604020202020204" pitchFamily="34" charset="0"/>
                <a:ea typeface="宋体" panose="02010600030101010101" pitchFamily="2" charset="-122"/>
                <a:cs typeface="+mn-cs"/>
                <a:sym typeface="宋体" panose="02010600030101010101" pitchFamily="2" charset="-122"/>
              </a:rPr>
              <a:t>4.</a:t>
            </a:r>
            <a:r>
              <a:rPr kumimoji="0" lang="en-US" altLang="zh-CN" sz="4000" b="1" kern="1200" cap="none" spc="0" normalizeH="0" baseline="0" noProof="1">
                <a:solidFill>
                  <a:srgbClr val="0000FF"/>
                </a:solidFill>
                <a:latin typeface="Arial" panose="020B0604020202020204" pitchFamily="34" charset="0"/>
                <a:ea typeface="宋体" panose="02010600030101010101" pitchFamily="2" charset="-122"/>
                <a:cs typeface="+mn-cs"/>
                <a:sym typeface="+mn-ea"/>
              </a:rPr>
              <a:t>3.2</a:t>
            </a:r>
            <a:r>
              <a:rPr kumimoji="1" lang="en-US" altLang="zh-CN" sz="4000" b="1" kern="0" cap="none" spc="0" normalizeH="0" baseline="0" noProof="0" dirty="0">
                <a:solidFill>
                  <a:srgbClr val="0000CC"/>
                </a:solidFill>
                <a:effectLst>
                  <a:outerShdw blurRad="38100" dist="38100" dir="2700000" algn="tl">
                    <a:srgbClr val="C0C0C0"/>
                  </a:outerShdw>
                </a:effectLst>
                <a:latin typeface="黑体" panose="02010609060101010101" pitchFamily="49" charset="-122"/>
                <a:ea typeface="黑体" panose="02010609060101010101" pitchFamily="49" charset="-122"/>
                <a:cs typeface="Times New Roman" panose="02020603050405020304" pitchFamily="18" charset="0"/>
                <a:sym typeface="+mn-ea"/>
              </a:rPr>
              <a:t> </a:t>
            </a:r>
            <a:r>
              <a:rPr kumimoji="0" lang="en-US" altLang="zh-CN" sz="4000" b="1" kern="1200" cap="none" spc="0" normalizeH="0" baseline="0" noProof="1">
                <a:solidFill>
                  <a:srgbClr val="0000FF"/>
                </a:solidFill>
                <a:latin typeface="Arial" panose="020B0604020202020204" pitchFamily="34" charset="0"/>
                <a:ea typeface="宋体" panose="02010600030101010101" pitchFamily="2" charset="-122"/>
                <a:cs typeface="+mn-cs"/>
                <a:sym typeface="+mn-ea"/>
              </a:rPr>
              <a:t>自下而上的</a:t>
            </a:r>
            <a:r>
              <a:rPr kumimoji="0" lang="en-US" altLang="zh-CN" sz="4000" b="1" kern="1200" cap="none" spc="0" normalizeH="0" baseline="0" noProof="1">
                <a:solidFill>
                  <a:srgbClr val="0000FF"/>
                </a:solidFill>
                <a:latin typeface="Arial" panose="020B0604020202020204" pitchFamily="34" charset="0"/>
                <a:ea typeface="宋体" panose="02010600030101010101" pitchFamily="2" charset="-122"/>
                <a:cs typeface="+mn-cs"/>
                <a:sym typeface="宋体" panose="02010600030101010101" pitchFamily="2" charset="-122"/>
              </a:rPr>
              <a:t>算法</a:t>
            </a:r>
            <a:endParaRPr kumimoji="0" lang="en-US" altLang="zh-CN" sz="4000" b="1" kern="1200" cap="none" spc="0" normalizeH="0" baseline="0" noProof="1">
              <a:solidFill>
                <a:srgbClr val="0000FF"/>
              </a:solidFill>
              <a:latin typeface="Arial" panose="020B0604020202020204" pitchFamily="34" charset="0"/>
              <a:ea typeface="宋体" panose="02010600030101010101" pitchFamily="2" charset="-122"/>
              <a:cs typeface="+mn-cs"/>
              <a:sym typeface="宋体" panose="02010600030101010101" pitchFamily="2" charset="-122"/>
            </a:endParaRPr>
          </a:p>
        </p:txBody>
      </p:sp>
    </p:spTree>
  </p:cSld>
  <p:clrMapOvr>
    <a:masterClrMapping/>
  </p:clrMapOvr>
  <p:transition/>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133122" name="Picture 2" descr="在这里插入图片描述"/>
          <p:cNvPicPr>
            <a:picLocks noChangeAspect="1"/>
          </p:cNvPicPr>
          <p:nvPr/>
        </p:nvPicPr>
        <p:blipFill>
          <a:blip r:embed="rId1"/>
          <a:stretch>
            <a:fillRect/>
          </a:stretch>
        </p:blipFill>
        <p:spPr>
          <a:xfrm>
            <a:off x="250825" y="1341438"/>
            <a:ext cx="8537575" cy="4946650"/>
          </a:xfrm>
          <a:prstGeom prst="rect">
            <a:avLst/>
          </a:prstGeom>
          <a:noFill/>
          <a:ln w="9525">
            <a:noFill/>
          </a:ln>
        </p:spPr>
      </p:pic>
    </p:spTree>
  </p:cSld>
  <p:clrMapOvr>
    <a:masterClrMapping/>
  </p:clrMapOvr>
  <p:transition/>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3426" name="Rectangle 2"/>
          <p:cNvSpPr>
            <a:spLocks noGrp="1" noChangeArrowheads="1"/>
          </p:cNvSpPr>
          <p:nvPr>
            <p:ph type="title"/>
          </p:nvPr>
        </p:nvSpPr>
        <p:spPr>
          <a:xfrm>
            <a:off x="827088" y="404813"/>
            <a:ext cx="7793038" cy="1143000"/>
          </a:xfrm>
        </p:spPr>
        <p:txBody>
          <a:bodyPr vert="horz" wrap="square" lIns="91440" tIns="45720" rIns="91440" bIns="45720" numCol="1" anchor="b" anchorCtr="0" compatLnSpc="1">
            <a:noAutofit/>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zh-CN" altLang="en-US" sz="3200" b="1" i="0" u="none" strike="noStrike" kern="1200" cap="none" spc="0" normalizeH="0" baseline="0" noProof="0" dirty="0">
                <a:ln>
                  <a:noFill/>
                </a:ln>
                <a:solidFill>
                  <a:srgbClr val="0000CC"/>
                </a:solidFill>
                <a:effectLst/>
                <a:uLnTx/>
                <a:uFillTx/>
                <a:latin typeface="Times New Roman" panose="02020603050405020304" pitchFamily="18" charset="0"/>
                <a:ea typeface="黑体" panose="02010609060101010101" pitchFamily="49" charset="-122"/>
                <a:cs typeface="Times New Roman" panose="02020603050405020304" pitchFamily="18" charset="0"/>
              </a:rPr>
              <a:t>算法实例</a:t>
            </a:r>
            <a:endParaRPr kumimoji="1" lang="zh-CN" altLang="en-US" sz="3200" b="1" i="0" u="none" strike="noStrike" kern="1200" cap="none" spc="0" normalizeH="0" baseline="0" noProof="0" dirty="0">
              <a:ln>
                <a:noFill/>
              </a:ln>
              <a:solidFill>
                <a:srgbClr val="0000CC"/>
              </a:solidFill>
              <a:effectLst/>
              <a:uLnTx/>
              <a:uFillTx/>
              <a:latin typeface="Times New Roman" panose="02020603050405020304" pitchFamily="18" charset="0"/>
              <a:ea typeface="黑体" panose="02010609060101010101" pitchFamily="49" charset="-122"/>
              <a:cs typeface="Times New Roman" panose="02020603050405020304" pitchFamily="18" charset="0"/>
            </a:endParaRPr>
          </a:p>
        </p:txBody>
      </p:sp>
      <p:sp>
        <p:nvSpPr>
          <p:cNvPr id="5" name="Rectangle 5"/>
          <p:cNvSpPr>
            <a:spLocks noChangeArrowheads="1"/>
          </p:cNvSpPr>
          <p:nvPr/>
        </p:nvSpPr>
        <p:spPr bwMode="auto">
          <a:xfrm>
            <a:off x="827088" y="1912938"/>
            <a:ext cx="8205788" cy="522288"/>
          </a:xfrm>
          <a:prstGeom prst="rect">
            <a:avLst/>
          </a:prstGeom>
          <a:noFill/>
          <a:ln w="9525">
            <a:noFill/>
            <a:miter lim="800000"/>
          </a:ln>
          <a:effectLst/>
        </p:spPr>
        <p:txBody>
          <a:bodyPr>
            <a:spAutoFit/>
          </a:bodyPr>
          <a:lstStyle/>
          <a:p>
            <a:pPr marL="273050" marR="0" lvl="0" indent="-273050" algn="l" defTabSz="914400" rtl="0" eaLnBrk="1" fontAlgn="base" latinLnBrk="0" hangingPunct="1">
              <a:lnSpc>
                <a:spcPct val="100000"/>
              </a:lnSpc>
              <a:spcBef>
                <a:spcPts val="575"/>
              </a:spcBef>
              <a:spcAft>
                <a:spcPct val="0"/>
              </a:spcAft>
              <a:buClr>
                <a:srgbClr val="D34817"/>
              </a:buClr>
              <a:buSzTx/>
              <a:buFont typeface="Wingdings" panose="05000000000000000000" pitchFamily="2" charset="2"/>
              <a:buChar char="n"/>
              <a:defRPr/>
            </a:pPr>
            <a:r>
              <a:rPr kumimoji="0" lang="zh-CN" altLang="en-US" sz="2800" b="1" i="0" u="none" strike="noStrike" kern="1200" cap="none" spc="0" normalizeH="0" baseline="0" noProof="0" dirty="0">
                <a:ln>
                  <a:noFill/>
                </a:ln>
                <a:solidFill>
                  <a:srgbClr val="0070C0"/>
                </a:solidFill>
                <a:effectLst/>
                <a:uLnTx/>
                <a:uFillTx/>
                <a:latin typeface="宋体" panose="02010600030101010101" pitchFamily="2" charset="-122"/>
                <a:ea typeface="宋体" panose="02010600030101010101" pitchFamily="2" charset="-122"/>
                <a:cs typeface="+mn-cs"/>
              </a:rPr>
              <a:t>例</a:t>
            </a:r>
            <a:r>
              <a:rPr kumimoji="0" lang="zh-CN" altLang="en-US" sz="2800" b="1" i="0" u="none" strike="noStrike" kern="1200" cap="none" spc="0" normalizeH="0" baseline="0" noProof="0" dirty="0">
                <a:ln>
                  <a:noFill/>
                </a:ln>
                <a:solidFill>
                  <a:srgbClr val="0070C0"/>
                </a:solidFill>
                <a:effectLst/>
                <a:uLnTx/>
                <a:uFillTx/>
                <a:latin typeface="华文中宋" panose="02010600040101010101" pitchFamily="2" charset="-122"/>
                <a:ea typeface="华文中宋" panose="02010600040101010101" pitchFamily="2" charset="-122"/>
                <a:cs typeface="+mn-cs"/>
              </a:rPr>
              <a:t>：</a:t>
            </a:r>
            <a:r>
              <a:rPr kumimoji="0" sz="2800" b="1" i="0" u="none" strike="noStrike" kern="1200" cap="none" spc="0" normalizeH="0" baseline="0" noProof="0" dirty="0" err="1">
                <a:ln>
                  <a:noFill/>
                </a:ln>
                <a:solidFill>
                  <a:schemeClr val="tx1"/>
                </a:solidFill>
                <a:effectLst/>
                <a:uLnTx/>
                <a:uFillTx/>
                <a:latin typeface="宋体" panose="02010600030101010101" pitchFamily="2" charset="-122"/>
                <a:ea typeface="宋体" panose="02010600030101010101" pitchFamily="2" charset="-122"/>
                <a:cs typeface="+mn-cs"/>
              </a:rPr>
              <a:t>使用凝聚聚类算法对于如下数据进行聚类</a:t>
            </a:r>
            <a:r>
              <a:rPr kumimoji="0" sz="2800" b="1" i="0" u="none" strike="noStrike" kern="120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rPr>
              <a:t>：</a:t>
            </a:r>
            <a:endParaRPr kumimoji="0" lang="zh-CN" altLang="en-US" sz="2800" b="1" i="0" u="none" strike="noStrike" kern="1200" cap="none" spc="0" normalizeH="0" baseline="0" noProof="0" dirty="0">
              <a:ln>
                <a:noFill/>
              </a:ln>
              <a:solidFill>
                <a:schemeClr val="tx1"/>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endParaRPr>
          </a:p>
        </p:txBody>
      </p:sp>
      <p:graphicFrame>
        <p:nvGraphicFramePr>
          <p:cNvPr id="134148" name="内容占位符 -2147482504"/>
          <p:cNvGraphicFramePr>
            <a:graphicFrameLocks noGrp="1" noChangeAspect="1"/>
          </p:cNvGraphicFramePr>
          <p:nvPr>
            <p:ph sz="quarter" idx="1"/>
          </p:nvPr>
        </p:nvGraphicFramePr>
        <p:xfrm>
          <a:off x="2659063" y="2806700"/>
          <a:ext cx="3878262" cy="2530475"/>
        </p:xfrm>
        <a:graphic>
          <a:graphicData uri="http://schemas.openxmlformats.org/presentationml/2006/ole">
            <mc:AlternateContent xmlns:mc="http://schemas.openxmlformats.org/markup-compatibility/2006">
              <mc:Choice xmlns:v="urn:schemas-microsoft-com:vml" Requires="v">
                <p:oleObj spid="_x0000_s3204" name="" r:id="rId1" imgW="952500" imgH="622300" progId="Visio.Drawing.15">
                  <p:embed/>
                </p:oleObj>
              </mc:Choice>
              <mc:Fallback>
                <p:oleObj name="" r:id="rId1" imgW="952500" imgH="622300" progId="Visio.Drawing.15">
                  <p:embed/>
                  <p:pic>
                    <p:nvPicPr>
                      <p:cNvPr id="0" name="图片 3203"/>
                      <p:cNvPicPr/>
                      <p:nvPr/>
                    </p:nvPicPr>
                    <p:blipFill>
                      <a:blip r:embed="rId2"/>
                      <a:srcRect/>
                      <a:stretch>
                        <a:fillRect/>
                      </a:stretch>
                    </p:blipFill>
                    <p:spPr>
                      <a:xfrm>
                        <a:off x="2659063" y="2806700"/>
                        <a:ext cx="3878262" cy="2530475"/>
                      </a:xfrm>
                      <a:prstGeom prst="rect">
                        <a:avLst/>
                      </a:prstGeom>
                      <a:noFill/>
                      <a:ln w="38100">
                        <a:miter/>
                      </a:ln>
                    </p:spPr>
                  </p:pic>
                </p:oleObj>
              </mc:Fallback>
            </mc:AlternateContent>
          </a:graphicData>
        </a:graphic>
      </p:graphicFrame>
      <p:sp>
        <p:nvSpPr>
          <p:cNvPr id="2" name="Text Box 5"/>
          <p:cNvSpPr txBox="1"/>
          <p:nvPr/>
        </p:nvSpPr>
        <p:spPr>
          <a:xfrm>
            <a:off x="3224213" y="0"/>
            <a:ext cx="5919788" cy="706438"/>
          </a:xfrm>
          <a:prstGeom prst="rect">
            <a:avLst/>
          </a:prstGeom>
          <a:noFill/>
          <a:ln w="9525">
            <a:noFill/>
          </a:ln>
        </p:spPr>
        <p:txBody>
          <a:bodyPr>
            <a:spAutoFit/>
          </a:bodyPr>
          <a:lstStyle/>
          <a:p>
            <a:pPr marR="0" algn="ctr" defTabSz="914400" eaLnBrk="1" hangingPunct="1">
              <a:buClrTx/>
              <a:buSzTx/>
              <a:buFontTx/>
              <a:buNone/>
              <a:defRPr/>
            </a:pPr>
            <a:r>
              <a:rPr kumimoji="0" lang="en-US" altLang="zh-CN" sz="4000" b="1" kern="1200" cap="none" spc="0" normalizeH="0" baseline="0" noProof="1">
                <a:solidFill>
                  <a:srgbClr val="0000FF"/>
                </a:solidFill>
                <a:latin typeface="Arial" panose="020B0604020202020204" pitchFamily="34" charset="0"/>
                <a:ea typeface="宋体" panose="02010600030101010101" pitchFamily="2" charset="-122"/>
                <a:cs typeface="+mn-cs"/>
                <a:sym typeface="宋体" panose="02010600030101010101" pitchFamily="2" charset="-122"/>
              </a:rPr>
              <a:t>4.</a:t>
            </a:r>
            <a:r>
              <a:rPr kumimoji="0" lang="en-US" altLang="zh-CN" sz="4000" b="1" kern="1200" cap="none" spc="0" normalizeH="0" baseline="0" noProof="1">
                <a:solidFill>
                  <a:srgbClr val="0000FF"/>
                </a:solidFill>
                <a:latin typeface="Arial" panose="020B0604020202020204" pitchFamily="34" charset="0"/>
                <a:ea typeface="宋体" panose="02010600030101010101" pitchFamily="2" charset="-122"/>
                <a:cs typeface="+mn-cs"/>
                <a:sym typeface="+mn-ea"/>
              </a:rPr>
              <a:t>3.2</a:t>
            </a:r>
            <a:r>
              <a:rPr kumimoji="1" lang="en-US" altLang="zh-CN" sz="4000" b="1" kern="0" cap="none" spc="0" normalizeH="0" baseline="0" noProof="0" dirty="0">
                <a:solidFill>
                  <a:srgbClr val="0000CC"/>
                </a:solidFill>
                <a:effectLst>
                  <a:outerShdw blurRad="38100" dist="38100" dir="2700000" algn="tl">
                    <a:srgbClr val="C0C0C0"/>
                  </a:outerShdw>
                </a:effectLst>
                <a:latin typeface="黑体" panose="02010609060101010101" pitchFamily="49" charset="-122"/>
                <a:ea typeface="黑体" panose="02010609060101010101" pitchFamily="49" charset="-122"/>
                <a:cs typeface="Times New Roman" panose="02020603050405020304" pitchFamily="18" charset="0"/>
                <a:sym typeface="+mn-ea"/>
              </a:rPr>
              <a:t> </a:t>
            </a:r>
            <a:r>
              <a:rPr kumimoji="0" lang="en-US" altLang="zh-CN" sz="4000" b="1" kern="1200" cap="none" spc="0" normalizeH="0" baseline="0" noProof="1">
                <a:solidFill>
                  <a:srgbClr val="0000FF"/>
                </a:solidFill>
                <a:latin typeface="Arial" panose="020B0604020202020204" pitchFamily="34" charset="0"/>
                <a:ea typeface="宋体" panose="02010600030101010101" pitchFamily="2" charset="-122"/>
                <a:cs typeface="+mn-cs"/>
                <a:sym typeface="+mn-ea"/>
              </a:rPr>
              <a:t>自下而上的</a:t>
            </a:r>
            <a:r>
              <a:rPr kumimoji="0" lang="en-US" altLang="zh-CN" sz="4000" b="1" kern="1200" cap="none" spc="0" normalizeH="0" baseline="0" noProof="1">
                <a:solidFill>
                  <a:srgbClr val="0000FF"/>
                </a:solidFill>
                <a:latin typeface="Arial" panose="020B0604020202020204" pitchFamily="34" charset="0"/>
                <a:ea typeface="宋体" panose="02010600030101010101" pitchFamily="2" charset="-122"/>
                <a:cs typeface="+mn-cs"/>
                <a:sym typeface="宋体" panose="02010600030101010101" pitchFamily="2" charset="-122"/>
              </a:rPr>
              <a:t>算法</a:t>
            </a:r>
            <a:endParaRPr kumimoji="0" lang="en-US" altLang="zh-CN" sz="4000" b="1" kern="1200" cap="none" spc="0" normalizeH="0" baseline="0" noProof="1">
              <a:solidFill>
                <a:srgbClr val="0000FF"/>
              </a:solidFill>
              <a:latin typeface="Arial" panose="020B0604020202020204" pitchFamily="34" charset="0"/>
              <a:ea typeface="宋体" panose="02010600030101010101" pitchFamily="2" charset="-122"/>
              <a:cs typeface="+mn-cs"/>
              <a:sym typeface="宋体" panose="02010600030101010101" pitchFamily="2" charset="-122"/>
            </a:endParaRPr>
          </a:p>
        </p:txBody>
      </p:sp>
    </p:spTree>
  </p:cSld>
  <p:clrMapOvr>
    <a:masterClrMapping/>
  </p:clrMapOvr>
  <p:transition/>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 name="Rectangle 5"/>
          <p:cNvSpPr>
            <a:spLocks noChangeArrowheads="1"/>
          </p:cNvSpPr>
          <p:nvPr/>
        </p:nvSpPr>
        <p:spPr bwMode="auto">
          <a:xfrm>
            <a:off x="731838" y="1371600"/>
            <a:ext cx="8088313" cy="2749550"/>
          </a:xfrm>
          <a:prstGeom prst="rect">
            <a:avLst/>
          </a:prstGeom>
          <a:noFill/>
          <a:ln w="9525">
            <a:noFill/>
            <a:miter lim="800000"/>
          </a:ln>
          <a:effectLst/>
        </p:spPr>
        <p:txBody>
          <a:bodyPr>
            <a:spAutoFit/>
          </a:bodyPr>
          <a:lstStyle/>
          <a:p>
            <a:pPr marL="0" marR="0" lvl="0" indent="0" algn="just" defTabSz="914400" rtl="0" eaLnBrk="1" fontAlgn="base" latinLnBrk="0" hangingPunct="1">
              <a:lnSpc>
                <a:spcPct val="100000"/>
              </a:lnSpc>
              <a:spcBef>
                <a:spcPts val="575"/>
              </a:spcBef>
              <a:spcAft>
                <a:spcPct val="0"/>
              </a:spcAft>
              <a:buClr>
                <a:srgbClr val="D34817"/>
              </a:buClr>
              <a:buSzTx/>
              <a:buFont typeface="Wingdings" panose="05000000000000000000" pitchFamily="2" charset="2"/>
              <a:buNone/>
              <a:defRPr/>
            </a:pPr>
            <a:r>
              <a:rPr kumimoji="0" lang="en-US" altLang="zh-CN" sz="2800" b="1" i="0" u="none" strike="noStrike" kern="1200" cap="none" spc="0" normalizeH="0" baseline="0" noProof="1">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sym typeface="+mn-ea"/>
              </a:rPr>
              <a:t>Step 1：</a:t>
            </a:r>
            <a:r>
              <a:rPr kumimoji="0" sz="2800" b="1" i="0" u="none" strike="noStrike" kern="1200" cap="none" spc="0" normalizeH="0" baseline="0" noProof="0" dirty="0" err="1">
                <a:ln>
                  <a:noFill/>
                </a:ln>
                <a:solidFill>
                  <a:schemeClr val="tx1"/>
                </a:solidFill>
                <a:effectLst/>
                <a:uLnTx/>
                <a:uFillTx/>
                <a:latin typeface="Times New Roman" panose="02020603050405020304" pitchFamily="18" charset="0"/>
                <a:ea typeface="宋体" panose="02010600030101010101" pitchFamily="2" charset="-122"/>
                <a:cs typeface="Times New Roman" panose="02020603050405020304" pitchFamily="18" charset="0"/>
              </a:rPr>
              <a:t>将A到F六个点，每个点单独看成一个簇</a:t>
            </a:r>
            <a:r>
              <a:rPr kumimoji="0" sz="2800" b="1"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Times New Roman" panose="02020603050405020304" pitchFamily="18" charset="0"/>
              </a:rPr>
              <a:t>。 </a:t>
            </a:r>
            <a:endParaRPr kumimoji="0" sz="2800" b="1"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just" defTabSz="914400" rtl="0" eaLnBrk="1" fontAlgn="base" latinLnBrk="0" hangingPunct="1">
              <a:lnSpc>
                <a:spcPct val="100000"/>
              </a:lnSpc>
              <a:spcBef>
                <a:spcPts val="575"/>
              </a:spcBef>
              <a:spcAft>
                <a:spcPct val="0"/>
              </a:spcAft>
              <a:buClr>
                <a:srgbClr val="D34817"/>
              </a:buClr>
              <a:buSzTx/>
              <a:buFont typeface="Wingdings" panose="05000000000000000000" pitchFamily="2" charset="2"/>
              <a:buNone/>
              <a:defRPr/>
            </a:pPr>
            <a:r>
              <a:rPr kumimoji="0" lang="en-US" altLang="zh-CN" sz="2800" b="1" i="0" u="none" strike="noStrike" kern="1200" cap="none" spc="0" normalizeH="0" baseline="0" noProof="1">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sym typeface="+mn-ea"/>
              </a:rPr>
              <a:t>Step-2：</a:t>
            </a:r>
            <a:r>
              <a:rPr kumimoji="0" sz="2800" b="1" i="0" u="none" strike="noStrike" kern="1200" cap="none" spc="0" normalizeH="0" baseline="0" noProof="0" dirty="0" err="1">
                <a:ln>
                  <a:noFill/>
                </a:ln>
                <a:solidFill>
                  <a:schemeClr val="tx1"/>
                </a:solidFill>
                <a:effectLst/>
                <a:uLnTx/>
                <a:uFillTx/>
                <a:latin typeface="Times New Roman" panose="02020603050405020304" pitchFamily="18" charset="0"/>
                <a:ea typeface="宋体" panose="02010600030101010101" pitchFamily="2" charset="-122"/>
                <a:cs typeface="Times New Roman" panose="02020603050405020304" pitchFamily="18" charset="0"/>
              </a:rPr>
              <a:t>找出当前距离最近的两个簇，如果采用</a:t>
            </a:r>
            <a:r>
              <a:rPr kumimoji="0" lang="en-US" sz="2800" b="1"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Times New Roman" panose="02020603050405020304" pitchFamily="18" charset="0"/>
              </a:rPr>
              <a:t>	    </a:t>
            </a:r>
            <a:r>
              <a:rPr kumimoji="0" sz="2800" b="1" i="0" u="none" strike="noStrike" kern="1200" cap="none" spc="0" normalizeH="0" baseline="0" noProof="0" dirty="0" err="1">
                <a:ln>
                  <a:noFill/>
                </a:ln>
                <a:solidFill>
                  <a:schemeClr val="tx1"/>
                </a:solidFill>
                <a:effectLst/>
                <a:uLnTx/>
                <a:uFillTx/>
                <a:latin typeface="Times New Roman" panose="02020603050405020304" pitchFamily="18" charset="0"/>
                <a:ea typeface="宋体" panose="02010600030101010101" pitchFamily="2" charset="-122"/>
                <a:cs typeface="Times New Roman" panose="02020603050405020304" pitchFamily="18" charset="0"/>
              </a:rPr>
              <a:t>单链锁计算距离，发现簇A和簇B之间的</a:t>
            </a:r>
            <a:r>
              <a:rPr kumimoji="0" lang="en-US" sz="2800" b="1"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Times New Roman" panose="02020603050405020304" pitchFamily="18" charset="0"/>
              </a:rPr>
              <a:t>	    </a:t>
            </a:r>
            <a:r>
              <a:rPr kumimoji="0" sz="2800" b="1" i="0" u="none" strike="noStrike" kern="1200" cap="none" spc="0" normalizeH="0" baseline="0" noProof="0" dirty="0" err="1">
                <a:ln>
                  <a:noFill/>
                </a:ln>
                <a:solidFill>
                  <a:schemeClr val="tx1"/>
                </a:solidFill>
                <a:effectLst/>
                <a:uLnTx/>
                <a:uFillTx/>
                <a:latin typeface="Times New Roman" panose="02020603050405020304" pitchFamily="18" charset="0"/>
                <a:ea typeface="宋体" panose="02010600030101010101" pitchFamily="2" charset="-122"/>
                <a:cs typeface="Times New Roman" panose="02020603050405020304" pitchFamily="18" charset="0"/>
              </a:rPr>
              <a:t>距离最短，因此将簇A和簇B合形成一个</a:t>
            </a:r>
            <a:r>
              <a:rPr kumimoji="0" lang="en-US" sz="2800" b="1"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Times New Roman" panose="02020603050405020304" pitchFamily="18" charset="0"/>
              </a:rPr>
              <a:t>	    </a:t>
            </a:r>
            <a:r>
              <a:rPr kumimoji="0" sz="2800" b="1" i="0" u="none" strike="noStrike" kern="1200" cap="none" spc="0" normalizeH="0" baseline="0" noProof="0" dirty="0" err="1">
                <a:ln>
                  <a:noFill/>
                </a:ln>
                <a:solidFill>
                  <a:schemeClr val="tx1"/>
                </a:solidFill>
                <a:effectLst/>
                <a:uLnTx/>
                <a:uFillTx/>
                <a:latin typeface="Times New Roman" panose="02020603050405020304" pitchFamily="18" charset="0"/>
                <a:ea typeface="宋体" panose="02010600030101010101" pitchFamily="2" charset="-122"/>
                <a:cs typeface="Times New Roman" panose="02020603050405020304" pitchFamily="18" charset="0"/>
              </a:rPr>
              <a:t>新的簇，此时簇集合C中包含五个簇</a:t>
            </a:r>
            <a:r>
              <a:rPr kumimoji="0" sz="2800" b="1"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Times New Roman" panose="02020603050405020304" pitchFamily="18" charset="0"/>
              </a:rPr>
              <a:t>{A、</a:t>
            </a:r>
            <a:r>
              <a:rPr kumimoji="0" lang="en-US" sz="2800" b="1"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Times New Roman" panose="02020603050405020304" pitchFamily="18" charset="0"/>
              </a:rPr>
              <a:t>	     </a:t>
            </a:r>
            <a:r>
              <a:rPr kumimoji="0" sz="2800" b="1"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Times New Roman" panose="02020603050405020304" pitchFamily="18" charset="0"/>
              </a:rPr>
              <a:t>B}、{C}、{D}、{E}、{F}，</a:t>
            </a:r>
            <a:r>
              <a:rPr kumimoji="0" sz="2800" b="1" i="0" u="none" strike="noStrike" kern="1200" cap="none" spc="0" normalizeH="0" baseline="0" noProof="0" dirty="0" err="1">
                <a:ln>
                  <a:noFill/>
                </a:ln>
                <a:solidFill>
                  <a:schemeClr val="tx1"/>
                </a:solidFill>
                <a:effectLst/>
                <a:uLnTx/>
                <a:uFillTx/>
                <a:latin typeface="Times New Roman" panose="02020603050405020304" pitchFamily="18" charset="0"/>
                <a:ea typeface="宋体" panose="02010600030101010101" pitchFamily="2" charset="-122"/>
                <a:cs typeface="Times New Roman" panose="02020603050405020304" pitchFamily="18" charset="0"/>
              </a:rPr>
              <a:t>如下图所示</a:t>
            </a:r>
            <a:r>
              <a:rPr kumimoji="0" sz="2800" b="1"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Times New Roman" panose="02020603050405020304" pitchFamily="18" charset="0"/>
              </a:rPr>
              <a:t>：</a:t>
            </a:r>
            <a:endParaRPr kumimoji="0" lang="zh-CN" altLang="en-US" sz="2800" b="1" i="0" u="none" strike="noStrike" kern="1200" cap="none" spc="0" normalizeH="0" baseline="0" noProof="0" dirty="0">
              <a:ln>
                <a:noFill/>
              </a:ln>
              <a:solidFill>
                <a:schemeClr val="tx1"/>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graphicFrame>
        <p:nvGraphicFramePr>
          <p:cNvPr id="135171" name="内容占位符 -2147482503"/>
          <p:cNvGraphicFramePr>
            <a:graphicFrameLocks noGrp="1" noChangeAspect="1"/>
          </p:cNvGraphicFramePr>
          <p:nvPr>
            <p:ph sz="quarter" idx="1"/>
          </p:nvPr>
        </p:nvGraphicFramePr>
        <p:xfrm>
          <a:off x="2916238" y="4149725"/>
          <a:ext cx="3887787" cy="2684463"/>
        </p:xfrm>
        <a:graphic>
          <a:graphicData uri="http://schemas.openxmlformats.org/presentationml/2006/ole">
            <mc:AlternateContent xmlns:mc="http://schemas.openxmlformats.org/markup-compatibility/2006">
              <mc:Choice xmlns:v="urn:schemas-microsoft-com:vml" Requires="v">
                <p:oleObj spid="_x0000_s3202" name="" r:id="rId1" imgW="2146300" imgH="1485900" progId="Visio.Drawing.15">
                  <p:embed/>
                </p:oleObj>
              </mc:Choice>
              <mc:Fallback>
                <p:oleObj name="" r:id="rId1" imgW="2146300" imgH="1485900" progId="Visio.Drawing.15">
                  <p:embed/>
                  <p:pic>
                    <p:nvPicPr>
                      <p:cNvPr id="0" name="图片 3201"/>
                      <p:cNvPicPr/>
                      <p:nvPr/>
                    </p:nvPicPr>
                    <p:blipFill>
                      <a:blip r:embed="rId2"/>
                      <a:srcRect/>
                      <a:stretch>
                        <a:fillRect/>
                      </a:stretch>
                    </p:blipFill>
                    <p:spPr>
                      <a:xfrm>
                        <a:off x="2916238" y="4149725"/>
                        <a:ext cx="3887787" cy="2684463"/>
                      </a:xfrm>
                      <a:prstGeom prst="rect">
                        <a:avLst/>
                      </a:prstGeom>
                      <a:noFill/>
                      <a:ln w="38100">
                        <a:miter/>
                      </a:ln>
                    </p:spPr>
                  </p:pic>
                </p:oleObj>
              </mc:Fallback>
            </mc:AlternateContent>
          </a:graphicData>
        </a:graphic>
      </p:graphicFrame>
      <p:sp>
        <p:nvSpPr>
          <p:cNvPr id="135172" name="Rectangle 2"/>
          <p:cNvSpPr>
            <a:spLocks noGrp="1"/>
          </p:cNvSpPr>
          <p:nvPr/>
        </p:nvSpPr>
        <p:spPr>
          <a:xfrm>
            <a:off x="731838" y="239713"/>
            <a:ext cx="7793037" cy="1143000"/>
          </a:xfrm>
          <a:prstGeom prst="rect">
            <a:avLst/>
          </a:prstGeom>
          <a:noFill/>
          <a:ln w="9525">
            <a:noFill/>
          </a:ln>
        </p:spPr>
        <p:txBody>
          <a:bodyPr anchor="b" anchorCtr="0"/>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华文新魏" panose="02010800040101010101" pitchFamily="2" charset="-122"/>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ea typeface="+mn-ea"/>
                <a:cs typeface="华文新魏" panose="02010800040101010101" pitchFamily="2" charset="-122"/>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ea typeface="+mn-ea"/>
                <a:cs typeface="华文新魏" panose="02010800040101010101" pitchFamily="2" charset="-122"/>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ea typeface="+mn-ea"/>
                <a:cs typeface="华文新魏" panose="02010800040101010101" pitchFamily="2" charset="-122"/>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ea typeface="+mn-ea"/>
                <a:cs typeface="华文新魏" panose="02010800040101010101" pitchFamily="2" charset="-122"/>
              </a:defRPr>
            </a:lvl5pPr>
          </a:lstStyle>
          <a:p>
            <a:pPr marL="0" lvl="0" indent="0" algn="ctr" eaLnBrk="1" hangingPunct="1">
              <a:spcBef>
                <a:spcPct val="0"/>
              </a:spcBef>
              <a:buClrTx/>
              <a:buSzTx/>
              <a:buFontTx/>
              <a:buNone/>
            </a:pPr>
            <a:r>
              <a:rPr lang="zh-CN" altLang="en-US" b="1" dirty="0">
                <a:solidFill>
                  <a:srgbClr val="0000CC"/>
                </a:solidFill>
                <a:latin typeface="Times New Roman" panose="02020603050405020304" pitchFamily="18" charset="0"/>
                <a:ea typeface="黑体" panose="02010609060101010101" pitchFamily="49" charset="-122"/>
              </a:rPr>
              <a:t>算法实例</a:t>
            </a:r>
            <a:endParaRPr lang="zh-CN" altLang="en-US" b="1" dirty="0">
              <a:solidFill>
                <a:srgbClr val="0000CC"/>
              </a:solidFill>
              <a:latin typeface="Times New Roman" panose="02020603050405020304" pitchFamily="18" charset="0"/>
              <a:ea typeface="黑体" panose="02010609060101010101" pitchFamily="49" charset="-122"/>
            </a:endParaRPr>
          </a:p>
        </p:txBody>
      </p:sp>
      <p:sp>
        <p:nvSpPr>
          <p:cNvPr id="2" name="Text Box 5"/>
          <p:cNvSpPr txBox="1"/>
          <p:nvPr/>
        </p:nvSpPr>
        <p:spPr>
          <a:xfrm>
            <a:off x="3224213" y="0"/>
            <a:ext cx="5919788" cy="706438"/>
          </a:xfrm>
          <a:prstGeom prst="rect">
            <a:avLst/>
          </a:prstGeom>
          <a:noFill/>
          <a:ln w="9525">
            <a:noFill/>
          </a:ln>
        </p:spPr>
        <p:txBody>
          <a:bodyPr>
            <a:spAutoFit/>
          </a:bodyPr>
          <a:lstStyle/>
          <a:p>
            <a:pPr marR="0" algn="ctr" defTabSz="914400" eaLnBrk="1" hangingPunct="1">
              <a:buClrTx/>
              <a:buSzTx/>
              <a:buFontTx/>
              <a:buNone/>
              <a:defRPr/>
            </a:pPr>
            <a:r>
              <a:rPr kumimoji="0" lang="en-US" altLang="zh-CN" sz="4000" b="1" kern="1200" cap="none" spc="0" normalizeH="0" baseline="0" noProof="1">
                <a:solidFill>
                  <a:srgbClr val="0000FF"/>
                </a:solidFill>
                <a:latin typeface="Arial" panose="020B0604020202020204" pitchFamily="34" charset="0"/>
                <a:ea typeface="宋体" panose="02010600030101010101" pitchFamily="2" charset="-122"/>
                <a:cs typeface="+mn-cs"/>
                <a:sym typeface="宋体" panose="02010600030101010101" pitchFamily="2" charset="-122"/>
              </a:rPr>
              <a:t>4.</a:t>
            </a:r>
            <a:r>
              <a:rPr kumimoji="0" lang="en-US" altLang="zh-CN" sz="4000" b="1" kern="1200" cap="none" spc="0" normalizeH="0" baseline="0" noProof="1">
                <a:solidFill>
                  <a:srgbClr val="0000FF"/>
                </a:solidFill>
                <a:latin typeface="Arial" panose="020B0604020202020204" pitchFamily="34" charset="0"/>
                <a:ea typeface="宋体" panose="02010600030101010101" pitchFamily="2" charset="-122"/>
                <a:cs typeface="+mn-cs"/>
                <a:sym typeface="+mn-ea"/>
              </a:rPr>
              <a:t>3.2</a:t>
            </a:r>
            <a:r>
              <a:rPr kumimoji="1" lang="en-US" altLang="zh-CN" sz="4000" b="1" kern="0" cap="none" spc="0" normalizeH="0" baseline="0" noProof="0" dirty="0">
                <a:solidFill>
                  <a:srgbClr val="0000CC"/>
                </a:solidFill>
                <a:effectLst>
                  <a:outerShdw blurRad="38100" dist="38100" dir="2700000" algn="tl">
                    <a:srgbClr val="C0C0C0"/>
                  </a:outerShdw>
                </a:effectLst>
                <a:latin typeface="黑体" panose="02010609060101010101" pitchFamily="49" charset="-122"/>
                <a:ea typeface="黑体" panose="02010609060101010101" pitchFamily="49" charset="-122"/>
                <a:cs typeface="Times New Roman" panose="02020603050405020304" pitchFamily="18" charset="0"/>
                <a:sym typeface="+mn-ea"/>
              </a:rPr>
              <a:t> </a:t>
            </a:r>
            <a:r>
              <a:rPr kumimoji="0" lang="en-US" altLang="zh-CN" sz="4000" b="1" kern="1200" cap="none" spc="0" normalizeH="0" baseline="0" noProof="1">
                <a:solidFill>
                  <a:srgbClr val="0000FF"/>
                </a:solidFill>
                <a:latin typeface="Arial" panose="020B0604020202020204" pitchFamily="34" charset="0"/>
                <a:ea typeface="宋体" panose="02010600030101010101" pitchFamily="2" charset="-122"/>
                <a:cs typeface="+mn-cs"/>
                <a:sym typeface="+mn-ea"/>
              </a:rPr>
              <a:t>自下而上的</a:t>
            </a:r>
            <a:r>
              <a:rPr kumimoji="0" lang="en-US" altLang="zh-CN" sz="4000" b="1" kern="1200" cap="none" spc="0" normalizeH="0" baseline="0" noProof="1">
                <a:solidFill>
                  <a:srgbClr val="0000FF"/>
                </a:solidFill>
                <a:latin typeface="Arial" panose="020B0604020202020204" pitchFamily="34" charset="0"/>
                <a:ea typeface="宋体" panose="02010600030101010101" pitchFamily="2" charset="-122"/>
                <a:cs typeface="+mn-cs"/>
                <a:sym typeface="宋体" panose="02010600030101010101" pitchFamily="2" charset="-122"/>
              </a:rPr>
              <a:t>算法</a:t>
            </a:r>
            <a:endParaRPr kumimoji="0" lang="en-US" altLang="zh-CN" sz="4000" b="1" kern="1200" cap="none" spc="0" normalizeH="0" baseline="0" noProof="1">
              <a:solidFill>
                <a:srgbClr val="0000FF"/>
              </a:solidFill>
              <a:latin typeface="Arial" panose="020B0604020202020204" pitchFamily="34" charset="0"/>
              <a:ea typeface="宋体" panose="02010600030101010101" pitchFamily="2" charset="-122"/>
              <a:cs typeface="+mn-cs"/>
              <a:sym typeface="宋体" panose="02010600030101010101" pitchFamily="2" charset="-122"/>
            </a:endParaRPr>
          </a:p>
        </p:txBody>
      </p:sp>
    </p:spTree>
  </p:cSld>
  <p:clrMapOvr>
    <a:masterClrMapping/>
  </p:clrMapOvr>
  <p:transition/>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3426" name="Rectangle 2"/>
          <p:cNvSpPr>
            <a:spLocks noGrp="1" noChangeArrowheads="1"/>
          </p:cNvSpPr>
          <p:nvPr>
            <p:ph type="title"/>
          </p:nvPr>
        </p:nvSpPr>
        <p:spPr>
          <a:xfrm>
            <a:off x="731838" y="239713"/>
            <a:ext cx="7793038" cy="1143000"/>
          </a:xfrm>
        </p:spPr>
        <p:txBody>
          <a:bodyPr vert="horz" wrap="square" lIns="91440" tIns="45720" rIns="91440" bIns="45720" numCol="1" anchor="b" anchorCtr="0" compatLnSpc="1">
            <a:noAutofit/>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zh-CN" altLang="en-US" sz="3200" b="1" i="0" u="none" strike="noStrike" kern="1200" cap="none" spc="0" normalizeH="0" baseline="0" noProof="0" dirty="0">
                <a:ln>
                  <a:noFill/>
                </a:ln>
                <a:solidFill>
                  <a:srgbClr val="0000CC"/>
                </a:solidFill>
                <a:effectLst/>
                <a:uLnTx/>
                <a:uFillTx/>
                <a:latin typeface="Times New Roman" panose="02020603050405020304" pitchFamily="18" charset="0"/>
                <a:ea typeface="黑体" panose="02010609060101010101" pitchFamily="49" charset="-122"/>
                <a:cs typeface="Times New Roman" panose="02020603050405020304" pitchFamily="18" charset="0"/>
              </a:rPr>
              <a:t>算法实例</a:t>
            </a:r>
            <a:endParaRPr kumimoji="1" lang="zh-CN" altLang="en-US" sz="3200" b="1" i="0" u="none" strike="noStrike" kern="1200" cap="none" spc="0" normalizeH="0" baseline="0" noProof="0" dirty="0">
              <a:ln>
                <a:noFill/>
              </a:ln>
              <a:solidFill>
                <a:srgbClr val="0000CC"/>
              </a:solidFill>
              <a:effectLst/>
              <a:uLnTx/>
              <a:uFillTx/>
              <a:latin typeface="Times New Roman" panose="02020603050405020304" pitchFamily="18" charset="0"/>
              <a:ea typeface="黑体" panose="02010609060101010101" pitchFamily="49" charset="-122"/>
              <a:cs typeface="Times New Roman" panose="02020603050405020304" pitchFamily="18" charset="0"/>
            </a:endParaRPr>
          </a:p>
        </p:txBody>
      </p:sp>
      <p:sp>
        <p:nvSpPr>
          <p:cNvPr id="5" name="Rectangle 5"/>
          <p:cNvSpPr>
            <a:spLocks noChangeArrowheads="1"/>
          </p:cNvSpPr>
          <p:nvPr/>
        </p:nvSpPr>
        <p:spPr bwMode="auto">
          <a:xfrm>
            <a:off x="731838" y="1301750"/>
            <a:ext cx="7678738" cy="3106738"/>
          </a:xfrm>
          <a:prstGeom prst="rect">
            <a:avLst/>
          </a:prstGeom>
          <a:noFill/>
          <a:ln w="9525">
            <a:noFill/>
            <a:miter lim="800000"/>
          </a:ln>
          <a:effectLst/>
        </p:spPr>
        <p:txBody>
          <a:bodyPr>
            <a:spAutoFit/>
          </a:bodyPr>
          <a:lstStyle/>
          <a:p>
            <a:pPr marL="0" marR="0" lvl="0" indent="0" algn="just" defTabSz="914400" rtl="0" eaLnBrk="1" fontAlgn="base" latinLnBrk="0" hangingPunct="1">
              <a:lnSpc>
                <a:spcPct val="100000"/>
              </a:lnSpc>
              <a:spcBef>
                <a:spcPts val="575"/>
              </a:spcBef>
              <a:spcAft>
                <a:spcPct val="0"/>
              </a:spcAft>
              <a:buClr>
                <a:srgbClr val="D34817"/>
              </a:buClr>
              <a:buSzTx/>
              <a:buFont typeface="Wingdings" panose="05000000000000000000" pitchFamily="2" charset="2"/>
              <a:buNone/>
              <a:defRPr/>
            </a:pPr>
            <a:r>
              <a:rPr kumimoji="0" lang="en-US" altLang="zh-CN" sz="2800" b="1" i="0" u="none" strike="noStrike" kern="1200" cap="none" spc="0" normalizeH="0" baseline="0" noProof="1">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sym typeface="+mn-ea"/>
              </a:rPr>
              <a:t>Step 3：</a:t>
            </a:r>
            <a:r>
              <a:rPr kumimoji="0" sz="28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Times New Roman" panose="02020603050405020304" pitchFamily="18" charset="0"/>
              </a:rPr>
              <a:t>重复</a:t>
            </a:r>
            <a:r>
              <a:rPr kumimoji="0" lang="en-US" altLang="zh-CN" sz="2800" b="1" i="0" u="none" strike="noStrike" kern="1200" cap="none" spc="0" normalizeH="0" baseline="0" noProof="1">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sym typeface="+mn-ea"/>
              </a:rPr>
              <a:t>Step 2</a:t>
            </a:r>
            <a:r>
              <a:rPr kumimoji="0" sz="28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Times New Roman" panose="02020603050405020304" pitchFamily="18" charset="0"/>
              </a:rPr>
              <a:t>，找出当前距离最近的两个</a:t>
            </a:r>
            <a:r>
              <a:rPr kumimoji="0" lang="en-US" sz="28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Times New Roman" panose="02020603050405020304" pitchFamily="18" charset="0"/>
              </a:rPr>
              <a:t>		     </a:t>
            </a:r>
            <a:r>
              <a:rPr kumimoji="0" sz="28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Times New Roman" panose="02020603050405020304" pitchFamily="18" charset="0"/>
              </a:rPr>
              <a:t>簇。经计算发现簇{C}和簇{D}之间的距</a:t>
            </a:r>
            <a:r>
              <a:rPr kumimoji="0" lang="en-US" sz="28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Times New Roman" panose="02020603050405020304" pitchFamily="18" charset="0"/>
              </a:rPr>
              <a:t>	     </a:t>
            </a:r>
            <a:r>
              <a:rPr kumimoji="0" sz="28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Times New Roman" panose="02020603050405020304" pitchFamily="18" charset="0"/>
              </a:rPr>
              <a:t>离最短，于是将它们合并为一个新簇，</a:t>
            </a:r>
            <a:r>
              <a:rPr kumimoji="0" lang="en-US" sz="28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Times New Roman" panose="02020603050405020304" pitchFamily="18" charset="0"/>
              </a:rPr>
              <a:t>	     </a:t>
            </a:r>
            <a:r>
              <a:rPr kumimoji="0" sz="28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Times New Roman" panose="02020603050405020304" pitchFamily="18" charset="0"/>
              </a:rPr>
              <a:t>加入簇集合C，然后是簇{C,D}和簇{E}</a:t>
            </a:r>
            <a:r>
              <a:rPr kumimoji="0" lang="en-US" sz="28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Times New Roman" panose="02020603050405020304" pitchFamily="18" charset="0"/>
              </a:rPr>
              <a:t>		     </a:t>
            </a:r>
            <a:r>
              <a:rPr kumimoji="0" sz="28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Times New Roman" panose="02020603050405020304" pitchFamily="18" charset="0"/>
              </a:rPr>
              <a:t>距离最短，也将他们合并后加入C。依</a:t>
            </a:r>
            <a:r>
              <a:rPr kumimoji="0" lang="en-US" sz="28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Times New Roman" panose="02020603050405020304" pitchFamily="18" charset="0"/>
              </a:rPr>
              <a:t>	     </a:t>
            </a:r>
            <a:r>
              <a:rPr kumimoji="0" sz="28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Times New Roman" panose="02020603050405020304" pitchFamily="18" charset="0"/>
              </a:rPr>
              <a:t>次类推，直到最后C中只剩下一个簇，</a:t>
            </a:r>
            <a:r>
              <a:rPr kumimoji="0" lang="en-US" sz="28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Times New Roman" panose="02020603050405020304" pitchFamily="18" charset="0"/>
              </a:rPr>
              <a:t>	      </a:t>
            </a:r>
            <a:r>
              <a:rPr kumimoji="0" sz="28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Times New Roman" panose="02020603050405020304" pitchFamily="18" charset="0"/>
              </a:rPr>
              <a:t>就得到了如下所示的层次聚类图：</a:t>
            </a:r>
            <a:endParaRPr kumimoji="0" lang="zh-CN" altLang="en-US" sz="2800" b="1" i="0" u="none" strike="noStrike" kern="1200" cap="none" spc="0" normalizeH="0" baseline="0" noProof="0">
              <a:ln>
                <a:noFill/>
              </a:ln>
              <a:solidFill>
                <a:schemeClr val="tx1"/>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graphicFrame>
        <p:nvGraphicFramePr>
          <p:cNvPr id="136196" name="内容占位符 -2147482502"/>
          <p:cNvGraphicFramePr>
            <a:graphicFrameLocks noGrp="1" noChangeAspect="1"/>
          </p:cNvGraphicFramePr>
          <p:nvPr>
            <p:ph sz="quarter" idx="1"/>
          </p:nvPr>
        </p:nvGraphicFramePr>
        <p:xfrm>
          <a:off x="2908300" y="4225925"/>
          <a:ext cx="3325813" cy="2298700"/>
        </p:xfrm>
        <a:graphic>
          <a:graphicData uri="http://schemas.openxmlformats.org/presentationml/2006/ole">
            <mc:AlternateContent xmlns:mc="http://schemas.openxmlformats.org/markup-compatibility/2006">
              <mc:Choice xmlns:v="urn:schemas-microsoft-com:vml" Requires="v">
                <p:oleObj spid="_x0000_s3203" name="" r:id="rId1" imgW="2146300" imgH="1485900" progId="Visio.Drawing.15">
                  <p:embed/>
                </p:oleObj>
              </mc:Choice>
              <mc:Fallback>
                <p:oleObj name="" r:id="rId1" imgW="2146300" imgH="1485900" progId="Visio.Drawing.15">
                  <p:embed/>
                  <p:pic>
                    <p:nvPicPr>
                      <p:cNvPr id="0" name="图片 3202"/>
                      <p:cNvPicPr/>
                      <p:nvPr/>
                    </p:nvPicPr>
                    <p:blipFill>
                      <a:blip r:embed="rId2"/>
                      <a:srcRect/>
                      <a:stretch>
                        <a:fillRect/>
                      </a:stretch>
                    </p:blipFill>
                    <p:spPr>
                      <a:xfrm>
                        <a:off x="2908300" y="4225925"/>
                        <a:ext cx="3325813" cy="2298700"/>
                      </a:xfrm>
                      <a:prstGeom prst="rect">
                        <a:avLst/>
                      </a:prstGeom>
                      <a:noFill/>
                      <a:ln w="38100">
                        <a:miter/>
                      </a:ln>
                    </p:spPr>
                  </p:pic>
                </p:oleObj>
              </mc:Fallback>
            </mc:AlternateContent>
          </a:graphicData>
        </a:graphic>
      </p:graphicFrame>
      <p:sp>
        <p:nvSpPr>
          <p:cNvPr id="2" name="Text Box 5"/>
          <p:cNvSpPr txBox="1"/>
          <p:nvPr/>
        </p:nvSpPr>
        <p:spPr>
          <a:xfrm>
            <a:off x="3224213" y="0"/>
            <a:ext cx="5919788" cy="706438"/>
          </a:xfrm>
          <a:prstGeom prst="rect">
            <a:avLst/>
          </a:prstGeom>
          <a:noFill/>
          <a:ln w="9525">
            <a:noFill/>
          </a:ln>
        </p:spPr>
        <p:txBody>
          <a:bodyPr>
            <a:spAutoFit/>
          </a:bodyPr>
          <a:lstStyle/>
          <a:p>
            <a:pPr marR="0" algn="ctr" defTabSz="914400" eaLnBrk="1" hangingPunct="1">
              <a:buClrTx/>
              <a:buSzTx/>
              <a:buFontTx/>
              <a:buNone/>
              <a:defRPr/>
            </a:pPr>
            <a:r>
              <a:rPr kumimoji="0" lang="en-US" altLang="zh-CN" sz="4000" b="1" kern="1200" cap="none" spc="0" normalizeH="0" baseline="0" noProof="1">
                <a:solidFill>
                  <a:srgbClr val="0000FF"/>
                </a:solidFill>
                <a:latin typeface="Arial" panose="020B0604020202020204" pitchFamily="34" charset="0"/>
                <a:ea typeface="宋体" panose="02010600030101010101" pitchFamily="2" charset="-122"/>
                <a:cs typeface="+mn-cs"/>
                <a:sym typeface="宋体" panose="02010600030101010101" pitchFamily="2" charset="-122"/>
              </a:rPr>
              <a:t>4.</a:t>
            </a:r>
            <a:r>
              <a:rPr kumimoji="0" lang="en-US" altLang="zh-CN" sz="4000" b="1" kern="1200" cap="none" spc="0" normalizeH="0" baseline="0" noProof="1">
                <a:solidFill>
                  <a:srgbClr val="0000FF"/>
                </a:solidFill>
                <a:latin typeface="Arial" panose="020B0604020202020204" pitchFamily="34" charset="0"/>
                <a:ea typeface="宋体" panose="02010600030101010101" pitchFamily="2" charset="-122"/>
                <a:cs typeface="+mn-cs"/>
                <a:sym typeface="+mn-ea"/>
              </a:rPr>
              <a:t>3.2</a:t>
            </a:r>
            <a:r>
              <a:rPr kumimoji="1" lang="en-US" altLang="zh-CN" sz="4000" b="1" kern="0" cap="none" spc="0" normalizeH="0" baseline="0" noProof="0" dirty="0">
                <a:solidFill>
                  <a:srgbClr val="0000CC"/>
                </a:solidFill>
                <a:effectLst>
                  <a:outerShdw blurRad="38100" dist="38100" dir="2700000" algn="tl">
                    <a:srgbClr val="C0C0C0"/>
                  </a:outerShdw>
                </a:effectLst>
                <a:latin typeface="黑体" panose="02010609060101010101" pitchFamily="49" charset="-122"/>
                <a:ea typeface="黑体" panose="02010609060101010101" pitchFamily="49" charset="-122"/>
                <a:cs typeface="Times New Roman" panose="02020603050405020304" pitchFamily="18" charset="0"/>
                <a:sym typeface="+mn-ea"/>
              </a:rPr>
              <a:t> </a:t>
            </a:r>
            <a:r>
              <a:rPr kumimoji="0" lang="en-US" altLang="zh-CN" sz="4000" b="1" kern="1200" cap="none" spc="0" normalizeH="0" baseline="0" noProof="1">
                <a:solidFill>
                  <a:srgbClr val="0000FF"/>
                </a:solidFill>
                <a:latin typeface="Arial" panose="020B0604020202020204" pitchFamily="34" charset="0"/>
                <a:ea typeface="宋体" panose="02010600030101010101" pitchFamily="2" charset="-122"/>
                <a:cs typeface="+mn-cs"/>
                <a:sym typeface="+mn-ea"/>
              </a:rPr>
              <a:t>自下而上的</a:t>
            </a:r>
            <a:r>
              <a:rPr kumimoji="0" lang="en-US" altLang="zh-CN" sz="4000" b="1" kern="1200" cap="none" spc="0" normalizeH="0" baseline="0" noProof="1">
                <a:solidFill>
                  <a:srgbClr val="0000FF"/>
                </a:solidFill>
                <a:latin typeface="Arial" panose="020B0604020202020204" pitchFamily="34" charset="0"/>
                <a:ea typeface="宋体" panose="02010600030101010101" pitchFamily="2" charset="-122"/>
                <a:cs typeface="+mn-cs"/>
                <a:sym typeface="宋体" panose="02010600030101010101" pitchFamily="2" charset="-122"/>
              </a:rPr>
              <a:t>算法</a:t>
            </a:r>
            <a:endParaRPr kumimoji="0" lang="en-US" altLang="zh-CN" sz="4000" b="1" kern="1200" cap="none" spc="0" normalizeH="0" baseline="0" noProof="1">
              <a:solidFill>
                <a:srgbClr val="0000FF"/>
              </a:solidFill>
              <a:latin typeface="Arial" panose="020B0604020202020204" pitchFamily="34" charset="0"/>
              <a:ea typeface="宋体" panose="02010600030101010101" pitchFamily="2" charset="-122"/>
              <a:cs typeface="+mn-cs"/>
              <a:sym typeface="宋体" panose="02010600030101010101" pitchFamily="2" charset="-122"/>
            </a:endParaRPr>
          </a:p>
        </p:txBody>
      </p:sp>
    </p:spTree>
  </p:cSld>
  <p:clrMapOvr>
    <a:masterClrMapping/>
  </p:clrMapOvr>
  <p:transition/>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7218" name="Rectangle 5"/>
          <p:cNvSpPr/>
          <p:nvPr/>
        </p:nvSpPr>
        <p:spPr>
          <a:xfrm>
            <a:off x="731838" y="1301750"/>
            <a:ext cx="7678737" cy="2676525"/>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华文新魏" panose="02010800040101010101" pitchFamily="2" charset="-122"/>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ea typeface="+mn-ea"/>
                <a:cs typeface="华文新魏" panose="02010800040101010101" pitchFamily="2" charset="-122"/>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ea typeface="+mn-ea"/>
                <a:cs typeface="华文新魏" panose="02010800040101010101" pitchFamily="2" charset="-122"/>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ea typeface="+mn-ea"/>
                <a:cs typeface="华文新魏" panose="02010800040101010101" pitchFamily="2" charset="-122"/>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ea typeface="+mn-ea"/>
                <a:cs typeface="华文新魏" panose="02010800040101010101" pitchFamily="2" charset="-122"/>
              </a:defRPr>
            </a:lvl5pPr>
          </a:lstStyle>
          <a:p>
            <a:pPr marL="0" lvl="0" indent="0" algn="just" eaLnBrk="1" hangingPunct="1">
              <a:spcBef>
                <a:spcPts val="575"/>
              </a:spcBef>
              <a:buClr>
                <a:srgbClr val="D34817"/>
              </a:buClr>
              <a:buSzTx/>
              <a:buNone/>
            </a:pPr>
            <a:r>
              <a:rPr lang="en-US" altLang="zh-CN" sz="2800" b="1" dirty="0">
                <a:solidFill>
                  <a:srgbClr val="000000"/>
                </a:solidFill>
                <a:latin typeface="Times New Roman" panose="02020603050405020304" pitchFamily="18" charset="0"/>
                <a:sym typeface="宋体" panose="02010600030101010101" pitchFamily="2" charset="-122"/>
              </a:rPr>
              <a:t>Step 4：</a:t>
            </a:r>
            <a:r>
              <a:rPr lang="zh-CN" altLang="zh-CN" sz="2800" b="1" dirty="0">
                <a:latin typeface="Times New Roman" panose="02020603050405020304" pitchFamily="18" charset="0"/>
              </a:rPr>
              <a:t>此时原始数据的聚类关系是按照层次来</a:t>
            </a:r>
            <a:r>
              <a:rPr lang="en-US" altLang="zh-CN" sz="2800" b="1" dirty="0">
                <a:latin typeface="Times New Roman" panose="02020603050405020304" pitchFamily="18" charset="0"/>
              </a:rPr>
              <a:t>	    </a:t>
            </a:r>
            <a:r>
              <a:rPr lang="zh-CN" altLang="zh-CN" sz="2800" b="1" dirty="0">
                <a:latin typeface="Times New Roman" panose="02020603050405020304" pitchFamily="18" charset="0"/>
              </a:rPr>
              <a:t>组织的，如果我们设定一个簇间距离的</a:t>
            </a:r>
            <a:r>
              <a:rPr lang="en-US" altLang="zh-CN" sz="2800" b="1" dirty="0">
                <a:latin typeface="Times New Roman" panose="02020603050405020304" pitchFamily="18" charset="0"/>
              </a:rPr>
              <a:t>	    </a:t>
            </a:r>
            <a:r>
              <a:rPr lang="zh-CN" altLang="zh-CN" sz="2800" b="1" dirty="0">
                <a:latin typeface="Times New Roman" panose="02020603050405020304" pitchFamily="18" charset="0"/>
              </a:rPr>
              <a:t>阈值把层次图截断，就可以得到一个聚</a:t>
            </a:r>
            <a:r>
              <a:rPr lang="en-US" altLang="zh-CN" sz="2800" b="1" dirty="0">
                <a:latin typeface="Times New Roman" panose="02020603050405020304" pitchFamily="18" charset="0"/>
              </a:rPr>
              <a:t>	    </a:t>
            </a:r>
            <a:r>
              <a:rPr lang="zh-CN" altLang="zh-CN" sz="2800" b="1" dirty="0">
                <a:latin typeface="Times New Roman" panose="02020603050405020304" pitchFamily="18" charset="0"/>
              </a:rPr>
              <a:t>类结果，例如，在下面的红色虚线的阈</a:t>
            </a:r>
            <a:r>
              <a:rPr lang="en-US" altLang="zh-CN" sz="2800" b="1" dirty="0">
                <a:latin typeface="Times New Roman" panose="02020603050405020304" pitchFamily="18" charset="0"/>
              </a:rPr>
              <a:t>	    </a:t>
            </a:r>
            <a:r>
              <a:rPr lang="zh-CN" altLang="zh-CN" sz="2800" b="1" dirty="0">
                <a:latin typeface="Times New Roman" panose="02020603050405020304" pitchFamily="18" charset="0"/>
              </a:rPr>
              <a:t>值下，数据被分成两个聚类簇：{A，B，</a:t>
            </a:r>
            <a:r>
              <a:rPr lang="en-US" altLang="zh-CN" sz="2800" b="1" dirty="0">
                <a:latin typeface="Times New Roman" panose="02020603050405020304" pitchFamily="18" charset="0"/>
              </a:rPr>
              <a:t>	     </a:t>
            </a:r>
            <a:r>
              <a:rPr lang="zh-CN" altLang="zh-CN" sz="2800" b="1" dirty="0">
                <a:latin typeface="Times New Roman" panose="02020603050405020304" pitchFamily="18" charset="0"/>
              </a:rPr>
              <a:t>C，D，E}和{F}。</a:t>
            </a:r>
            <a:endParaRPr lang="zh-CN" altLang="zh-CN" sz="2800" b="1" dirty="0">
              <a:latin typeface="Times New Roman" panose="02020603050405020304" pitchFamily="18" charset="0"/>
            </a:endParaRPr>
          </a:p>
        </p:txBody>
      </p:sp>
      <p:graphicFrame>
        <p:nvGraphicFramePr>
          <p:cNvPr id="137219" name="内容占位符 -2147482501"/>
          <p:cNvGraphicFramePr>
            <a:graphicFrameLocks noGrp="1" noChangeAspect="1"/>
          </p:cNvGraphicFramePr>
          <p:nvPr>
            <p:ph sz="quarter" idx="1"/>
          </p:nvPr>
        </p:nvGraphicFramePr>
        <p:xfrm>
          <a:off x="3303588" y="3978275"/>
          <a:ext cx="3309937" cy="2465388"/>
        </p:xfrm>
        <a:graphic>
          <a:graphicData uri="http://schemas.openxmlformats.org/presentationml/2006/ole">
            <mc:AlternateContent xmlns:mc="http://schemas.openxmlformats.org/markup-compatibility/2006">
              <mc:Choice xmlns:v="urn:schemas-microsoft-com:vml" Requires="v">
                <p:oleObj spid="_x0000_s3207" name="" r:id="rId1" imgW="2146300" imgH="1600200" progId="Visio.Drawing.15">
                  <p:embed/>
                </p:oleObj>
              </mc:Choice>
              <mc:Fallback>
                <p:oleObj name="" r:id="rId1" imgW="2146300" imgH="1600200" progId="Visio.Drawing.15">
                  <p:embed/>
                  <p:pic>
                    <p:nvPicPr>
                      <p:cNvPr id="0" name="图片 3206"/>
                      <p:cNvPicPr/>
                      <p:nvPr/>
                    </p:nvPicPr>
                    <p:blipFill>
                      <a:blip r:embed="rId2"/>
                      <a:srcRect/>
                      <a:stretch>
                        <a:fillRect/>
                      </a:stretch>
                    </p:blipFill>
                    <p:spPr>
                      <a:xfrm>
                        <a:off x="3303588" y="3978275"/>
                        <a:ext cx="3309937" cy="2465388"/>
                      </a:xfrm>
                      <a:prstGeom prst="rect">
                        <a:avLst/>
                      </a:prstGeom>
                      <a:noFill/>
                      <a:ln w="38100">
                        <a:miter/>
                      </a:ln>
                    </p:spPr>
                  </p:pic>
                </p:oleObj>
              </mc:Fallback>
            </mc:AlternateContent>
          </a:graphicData>
        </a:graphic>
      </p:graphicFrame>
      <p:sp>
        <p:nvSpPr>
          <p:cNvPr id="137220" name="Rectangle 2"/>
          <p:cNvSpPr>
            <a:spLocks noGrp="1"/>
          </p:cNvSpPr>
          <p:nvPr/>
        </p:nvSpPr>
        <p:spPr>
          <a:xfrm>
            <a:off x="731838" y="239713"/>
            <a:ext cx="7793037" cy="1143000"/>
          </a:xfrm>
          <a:prstGeom prst="rect">
            <a:avLst/>
          </a:prstGeom>
          <a:noFill/>
          <a:ln w="9525">
            <a:noFill/>
          </a:ln>
        </p:spPr>
        <p:txBody>
          <a:bodyPr anchor="b" anchorCtr="0"/>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华文新魏" panose="02010800040101010101" pitchFamily="2" charset="-122"/>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ea typeface="+mn-ea"/>
                <a:cs typeface="华文新魏" panose="02010800040101010101" pitchFamily="2" charset="-122"/>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ea typeface="+mn-ea"/>
                <a:cs typeface="华文新魏" panose="02010800040101010101" pitchFamily="2" charset="-122"/>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ea typeface="+mn-ea"/>
                <a:cs typeface="华文新魏" panose="02010800040101010101" pitchFamily="2" charset="-122"/>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ea typeface="+mn-ea"/>
                <a:cs typeface="华文新魏" panose="02010800040101010101" pitchFamily="2" charset="-122"/>
              </a:defRPr>
            </a:lvl5pPr>
          </a:lstStyle>
          <a:p>
            <a:pPr marL="0" lvl="0" indent="0" algn="ctr" eaLnBrk="1" hangingPunct="1">
              <a:spcBef>
                <a:spcPct val="0"/>
              </a:spcBef>
              <a:buClrTx/>
              <a:buSzTx/>
              <a:buFontTx/>
              <a:buNone/>
            </a:pPr>
            <a:r>
              <a:rPr lang="zh-CN" altLang="en-US" b="1" dirty="0">
                <a:solidFill>
                  <a:srgbClr val="0000CC"/>
                </a:solidFill>
                <a:latin typeface="Times New Roman" panose="02020603050405020304" pitchFamily="18" charset="0"/>
                <a:ea typeface="黑体" panose="02010609060101010101" pitchFamily="49" charset="-122"/>
              </a:rPr>
              <a:t>算法实例</a:t>
            </a:r>
            <a:endParaRPr lang="zh-CN" altLang="en-US" b="1" dirty="0">
              <a:solidFill>
                <a:srgbClr val="0000CC"/>
              </a:solidFill>
              <a:latin typeface="Times New Roman" panose="02020603050405020304" pitchFamily="18" charset="0"/>
              <a:ea typeface="黑体" panose="02010609060101010101" pitchFamily="49" charset="-122"/>
            </a:endParaRPr>
          </a:p>
        </p:txBody>
      </p:sp>
      <p:sp>
        <p:nvSpPr>
          <p:cNvPr id="2" name="Text Box 5"/>
          <p:cNvSpPr txBox="1"/>
          <p:nvPr/>
        </p:nvSpPr>
        <p:spPr>
          <a:xfrm>
            <a:off x="3224213" y="0"/>
            <a:ext cx="5919788" cy="706438"/>
          </a:xfrm>
          <a:prstGeom prst="rect">
            <a:avLst/>
          </a:prstGeom>
          <a:noFill/>
          <a:ln w="9525">
            <a:noFill/>
          </a:ln>
        </p:spPr>
        <p:txBody>
          <a:bodyPr>
            <a:spAutoFit/>
          </a:bodyPr>
          <a:lstStyle/>
          <a:p>
            <a:pPr marR="0" algn="ctr" defTabSz="914400" eaLnBrk="1" hangingPunct="1">
              <a:buClrTx/>
              <a:buSzTx/>
              <a:buFontTx/>
              <a:buNone/>
              <a:defRPr/>
            </a:pPr>
            <a:r>
              <a:rPr kumimoji="0" lang="en-US" altLang="zh-CN" sz="4000" b="1" kern="1200" cap="none" spc="0" normalizeH="0" baseline="0" noProof="1">
                <a:solidFill>
                  <a:srgbClr val="0000FF"/>
                </a:solidFill>
                <a:latin typeface="Arial" panose="020B0604020202020204" pitchFamily="34" charset="0"/>
                <a:ea typeface="宋体" panose="02010600030101010101" pitchFamily="2" charset="-122"/>
                <a:cs typeface="+mn-cs"/>
                <a:sym typeface="宋体" panose="02010600030101010101" pitchFamily="2" charset="-122"/>
              </a:rPr>
              <a:t>4.</a:t>
            </a:r>
            <a:r>
              <a:rPr kumimoji="0" lang="en-US" altLang="zh-CN" sz="4000" b="1" kern="1200" cap="none" spc="0" normalizeH="0" baseline="0" noProof="1">
                <a:solidFill>
                  <a:srgbClr val="0000FF"/>
                </a:solidFill>
                <a:latin typeface="Arial" panose="020B0604020202020204" pitchFamily="34" charset="0"/>
                <a:ea typeface="宋体" panose="02010600030101010101" pitchFamily="2" charset="-122"/>
                <a:cs typeface="+mn-cs"/>
                <a:sym typeface="+mn-ea"/>
              </a:rPr>
              <a:t>3.2</a:t>
            </a:r>
            <a:r>
              <a:rPr kumimoji="1" lang="en-US" altLang="zh-CN" sz="4000" b="1" kern="0" cap="none" spc="0" normalizeH="0" baseline="0" noProof="0" dirty="0">
                <a:solidFill>
                  <a:srgbClr val="0000CC"/>
                </a:solidFill>
                <a:effectLst>
                  <a:outerShdw blurRad="38100" dist="38100" dir="2700000" algn="tl">
                    <a:srgbClr val="C0C0C0"/>
                  </a:outerShdw>
                </a:effectLst>
                <a:latin typeface="黑体" panose="02010609060101010101" pitchFamily="49" charset="-122"/>
                <a:ea typeface="黑体" panose="02010609060101010101" pitchFamily="49" charset="-122"/>
                <a:cs typeface="Times New Roman" panose="02020603050405020304" pitchFamily="18" charset="0"/>
                <a:sym typeface="+mn-ea"/>
              </a:rPr>
              <a:t> </a:t>
            </a:r>
            <a:r>
              <a:rPr kumimoji="0" lang="en-US" altLang="zh-CN" sz="4000" b="1" kern="1200" cap="none" spc="0" normalizeH="0" baseline="0" noProof="1">
                <a:solidFill>
                  <a:srgbClr val="0000FF"/>
                </a:solidFill>
                <a:latin typeface="Arial" panose="020B0604020202020204" pitchFamily="34" charset="0"/>
                <a:ea typeface="宋体" panose="02010600030101010101" pitchFamily="2" charset="-122"/>
                <a:cs typeface="+mn-cs"/>
                <a:sym typeface="+mn-ea"/>
              </a:rPr>
              <a:t>自下而上的</a:t>
            </a:r>
            <a:r>
              <a:rPr kumimoji="0" lang="en-US" altLang="zh-CN" sz="4000" b="1" kern="1200" cap="none" spc="0" normalizeH="0" baseline="0" noProof="1">
                <a:solidFill>
                  <a:srgbClr val="0000FF"/>
                </a:solidFill>
                <a:latin typeface="Arial" panose="020B0604020202020204" pitchFamily="34" charset="0"/>
                <a:ea typeface="宋体" panose="02010600030101010101" pitchFamily="2" charset="-122"/>
                <a:cs typeface="+mn-cs"/>
                <a:sym typeface="宋体" panose="02010600030101010101" pitchFamily="2" charset="-122"/>
              </a:rPr>
              <a:t>算法</a:t>
            </a:r>
            <a:endParaRPr kumimoji="0" lang="en-US" altLang="zh-CN" sz="4000" b="1" kern="1200" cap="none" spc="0" normalizeH="0" baseline="0" noProof="1">
              <a:solidFill>
                <a:srgbClr val="0000FF"/>
              </a:solidFill>
              <a:latin typeface="Arial" panose="020B0604020202020204" pitchFamily="34" charset="0"/>
              <a:ea typeface="宋体" panose="02010600030101010101" pitchFamily="2" charset="-122"/>
              <a:cs typeface="+mn-cs"/>
              <a:sym typeface="宋体" panose="02010600030101010101" pitchFamily="2" charset="-122"/>
            </a:endParaRPr>
          </a:p>
        </p:txBody>
      </p:sp>
    </p:spTree>
  </p:cSld>
  <p:clrMapOvr>
    <a:masterClrMapping/>
  </p:clrMapOvr>
  <p:transition/>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138242" name="Picture 2" descr="在这里插入图片描述"/>
          <p:cNvPicPr>
            <a:picLocks noChangeAspect="1"/>
          </p:cNvPicPr>
          <p:nvPr/>
        </p:nvPicPr>
        <p:blipFill>
          <a:blip r:embed="rId1"/>
          <a:stretch>
            <a:fillRect/>
          </a:stretch>
        </p:blipFill>
        <p:spPr>
          <a:xfrm>
            <a:off x="323850" y="-26987"/>
            <a:ext cx="8529638" cy="6858000"/>
          </a:xfrm>
          <a:prstGeom prst="rect">
            <a:avLst/>
          </a:prstGeom>
          <a:noFill/>
          <a:ln w="9525">
            <a:noFill/>
          </a:ln>
        </p:spPr>
      </p:pic>
    </p:spTree>
  </p:cSld>
  <p:clrMapOvr>
    <a:masterClrMapping/>
  </p:clrMapOvr>
  <p:transition/>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139266" name="Picture 2" descr="在这里插入图片描述"/>
          <p:cNvPicPr>
            <a:picLocks noChangeAspect="1"/>
          </p:cNvPicPr>
          <p:nvPr/>
        </p:nvPicPr>
        <p:blipFill>
          <a:blip r:embed="rId1"/>
          <a:stretch>
            <a:fillRect/>
          </a:stretch>
        </p:blipFill>
        <p:spPr>
          <a:xfrm>
            <a:off x="258763" y="1196975"/>
            <a:ext cx="8626475" cy="4679950"/>
          </a:xfrm>
          <a:prstGeom prst="rect">
            <a:avLst/>
          </a:prstGeom>
          <a:noFill/>
          <a:ln w="9525">
            <a:noFill/>
          </a:ln>
        </p:spPr>
      </p:pic>
    </p:spTree>
  </p:cSld>
  <p:clrMapOvr>
    <a:masterClrMapping/>
  </p:clrMapOvr>
  <p:transition/>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40290" name="文本框 4"/>
          <p:cNvSpPr txBox="1"/>
          <p:nvPr/>
        </p:nvSpPr>
        <p:spPr>
          <a:xfrm>
            <a:off x="827088" y="1341438"/>
            <a:ext cx="7848600" cy="4540250"/>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华文新魏" panose="02010800040101010101" pitchFamily="2" charset="-122"/>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ea typeface="+mn-ea"/>
                <a:cs typeface="华文新魏" panose="02010800040101010101" pitchFamily="2" charset="-122"/>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ea typeface="+mn-ea"/>
                <a:cs typeface="华文新魏" panose="02010800040101010101" pitchFamily="2" charset="-122"/>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ea typeface="+mn-ea"/>
                <a:cs typeface="华文新魏" panose="02010800040101010101" pitchFamily="2" charset="-122"/>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ea typeface="+mn-ea"/>
                <a:cs typeface="华文新魏" panose="02010800040101010101" pitchFamily="2" charset="-122"/>
              </a:defRPr>
            </a:lvl5pPr>
          </a:lstStyle>
          <a:p>
            <a:pPr marL="0" lvl="0" indent="0" algn="just">
              <a:lnSpc>
                <a:spcPct val="150000"/>
              </a:lnSpc>
              <a:spcBef>
                <a:spcPct val="0"/>
              </a:spcBef>
              <a:buClrTx/>
              <a:buSzTx/>
              <a:buFontTx/>
              <a:buNone/>
            </a:pPr>
            <a:r>
              <a:rPr lang="zh-CN" altLang="en-US" sz="2800" b="1" dirty="0">
                <a:latin typeface="微软雅黑" panose="020B0503020204020204" pitchFamily="34" charset="-122"/>
                <a:ea typeface="微软雅黑" panose="020B0503020204020204" pitchFamily="34" charset="-122"/>
              </a:rPr>
              <a:t>层次聚类算法的优点</a:t>
            </a:r>
            <a:endParaRPr lang="zh-CN" altLang="en-US" sz="2800" dirty="0">
              <a:latin typeface="微软雅黑" panose="020B0503020204020204" pitchFamily="34" charset="-122"/>
              <a:ea typeface="微软雅黑" panose="020B0503020204020204" pitchFamily="34" charset="-122"/>
            </a:endParaRPr>
          </a:p>
          <a:p>
            <a:pPr marL="0" lvl="0" indent="0" algn="just">
              <a:lnSpc>
                <a:spcPct val="150000"/>
              </a:lnSpc>
              <a:spcBef>
                <a:spcPct val="0"/>
              </a:spcBef>
              <a:buClrTx/>
              <a:buSzTx/>
              <a:buFontTx/>
              <a:buNone/>
            </a:pPr>
            <a:r>
              <a:rPr lang="zh-CN" altLang="en-US" sz="2800" b="1" dirty="0">
                <a:latin typeface="微软雅黑" panose="020B0503020204020204" pitchFamily="34" charset="-122"/>
                <a:ea typeface="微软雅黑" panose="020B0503020204020204" pitchFamily="34" charset="-122"/>
              </a:rPr>
              <a:t>优点：</a:t>
            </a:r>
            <a:endParaRPr lang="zh-CN" altLang="en-US" sz="2800" b="1" dirty="0">
              <a:latin typeface="微软雅黑" panose="020B0503020204020204" pitchFamily="34" charset="-122"/>
              <a:ea typeface="微软雅黑" panose="020B0503020204020204" pitchFamily="34" charset="-122"/>
            </a:endParaRPr>
          </a:p>
          <a:p>
            <a:pPr marL="457200" lvl="1" indent="0" algn="just">
              <a:lnSpc>
                <a:spcPct val="150000"/>
              </a:lnSpc>
              <a:spcBef>
                <a:spcPct val="0"/>
              </a:spcBef>
              <a:buClrTx/>
              <a:buSzTx/>
              <a:buFontTx/>
              <a:buNone/>
            </a:pPr>
            <a:r>
              <a:rPr lang="zh-CN" altLang="en-US" dirty="0">
                <a:latin typeface="微软雅黑" panose="020B0503020204020204" pitchFamily="34" charset="-122"/>
                <a:ea typeface="微软雅黑" panose="020B0503020204020204" pitchFamily="34" charset="-122"/>
              </a:rPr>
              <a:t>算法简单，易于理解</a:t>
            </a:r>
            <a:r>
              <a:rPr lang="en-US" altLang="zh-CN" dirty="0">
                <a:latin typeface="微软雅黑" panose="020B0503020204020204" pitchFamily="34" charset="-122"/>
                <a:ea typeface="微软雅黑" panose="020B0503020204020204" pitchFamily="34" charset="-122"/>
              </a:rPr>
              <a:t>;</a:t>
            </a:r>
            <a:endParaRPr lang="zh-CN" altLang="en-US" dirty="0">
              <a:latin typeface="微软雅黑" panose="020B0503020204020204" pitchFamily="34" charset="-122"/>
              <a:ea typeface="微软雅黑" panose="020B0503020204020204" pitchFamily="34" charset="-122"/>
            </a:endParaRPr>
          </a:p>
          <a:p>
            <a:pPr marL="457200" lvl="1" indent="0" algn="just">
              <a:lnSpc>
                <a:spcPct val="150000"/>
              </a:lnSpc>
              <a:spcBef>
                <a:spcPct val="0"/>
              </a:spcBef>
              <a:buClrTx/>
              <a:buSzTx/>
              <a:buFontTx/>
              <a:buNone/>
            </a:pPr>
            <a:r>
              <a:rPr lang="zh-CN" altLang="en-US" dirty="0">
                <a:latin typeface="微软雅黑" panose="020B0503020204020204" pitchFamily="34" charset="-122"/>
                <a:ea typeface="微软雅黑" panose="020B0503020204020204" pitchFamily="34" charset="-122"/>
              </a:rPr>
              <a:t>树状图包含了整个算法过程的信息。</a:t>
            </a:r>
            <a:endParaRPr lang="zh-CN" altLang="en-US" dirty="0">
              <a:latin typeface="微软雅黑" panose="020B0503020204020204" pitchFamily="34" charset="-122"/>
              <a:ea typeface="微软雅黑" panose="020B0503020204020204" pitchFamily="34" charset="-122"/>
            </a:endParaRPr>
          </a:p>
          <a:p>
            <a:pPr marL="0" lvl="0" indent="0" algn="just">
              <a:lnSpc>
                <a:spcPct val="150000"/>
              </a:lnSpc>
              <a:spcBef>
                <a:spcPct val="0"/>
              </a:spcBef>
              <a:buClrTx/>
              <a:buSzTx/>
              <a:buFontTx/>
              <a:buNone/>
            </a:pPr>
            <a:r>
              <a:rPr lang="zh-CN" altLang="en-US" sz="2800" b="1" dirty="0">
                <a:latin typeface="微软雅黑" panose="020B0503020204020204" pitchFamily="34" charset="-122"/>
                <a:ea typeface="微软雅黑" panose="020B0503020204020204" pitchFamily="34" charset="-122"/>
              </a:rPr>
              <a:t>缺点：</a:t>
            </a:r>
            <a:endParaRPr lang="zh-CN" altLang="en-US" sz="2800" b="1" dirty="0">
              <a:latin typeface="微软雅黑" panose="020B0503020204020204" pitchFamily="34" charset="-122"/>
              <a:ea typeface="微软雅黑" panose="020B0503020204020204" pitchFamily="34" charset="-122"/>
            </a:endParaRPr>
          </a:p>
          <a:p>
            <a:pPr marL="457200" lvl="1" indent="0" algn="just">
              <a:lnSpc>
                <a:spcPct val="150000"/>
              </a:lnSpc>
              <a:spcBef>
                <a:spcPct val="0"/>
              </a:spcBef>
              <a:buClrTx/>
              <a:buSzTx/>
              <a:buFontTx/>
              <a:buNone/>
            </a:pPr>
            <a:r>
              <a:rPr lang="zh-CN" altLang="en-US" dirty="0">
                <a:latin typeface="微软雅黑" panose="020B0503020204020204" pitchFamily="34" charset="-122"/>
                <a:ea typeface="微软雅黑" panose="020B0503020204020204" pitchFamily="34" charset="-122"/>
              </a:rPr>
              <a:t>选择合适的距离度量与簇类的链接准则较难；</a:t>
            </a:r>
            <a:endParaRPr lang="zh-CN" altLang="en-US" dirty="0">
              <a:latin typeface="微软雅黑" panose="020B0503020204020204" pitchFamily="34" charset="-122"/>
              <a:ea typeface="微软雅黑" panose="020B0503020204020204" pitchFamily="34" charset="-122"/>
            </a:endParaRPr>
          </a:p>
          <a:p>
            <a:pPr marL="457200" lvl="1" indent="0" algn="just">
              <a:lnSpc>
                <a:spcPct val="150000"/>
              </a:lnSpc>
              <a:spcBef>
                <a:spcPct val="0"/>
              </a:spcBef>
              <a:buClrTx/>
              <a:buSzTx/>
              <a:buFontTx/>
              <a:buNone/>
            </a:pPr>
            <a:r>
              <a:rPr lang="zh-CN" altLang="en-US" dirty="0">
                <a:latin typeface="微软雅黑" panose="020B0503020204020204" pitchFamily="34" charset="-122"/>
                <a:ea typeface="微软雅黑" panose="020B0503020204020204" pitchFamily="34" charset="-122"/>
              </a:rPr>
              <a:t>高的时间复杂度和空间复杂度。</a:t>
            </a:r>
            <a:endParaRPr lang="zh-CN" altLang="en-US" dirty="0">
              <a:latin typeface="微软雅黑" panose="020B0503020204020204" pitchFamily="34" charset="-122"/>
              <a:ea typeface="微软雅黑" panose="020B0503020204020204" pitchFamily="34" charset="-122"/>
            </a:endParaRPr>
          </a:p>
        </p:txBody>
      </p:sp>
    </p:spTree>
  </p:cSld>
  <p:clrMapOvr>
    <a:masterClrMapping/>
  </p:clrMapOvr>
  <p:transition/>
</p:sld>
</file>

<file path=ppt/tags/tag1.xml><?xml version="1.0" encoding="utf-8"?>
<p:tagLst xmlns:p="http://schemas.openxmlformats.org/presentationml/2006/main">
  <p:tag name="REFSHAPE" val="339860036"/>
</p:tagLst>
</file>

<file path=ppt/theme/theme1.xml><?xml version="1.0" encoding="utf-8"?>
<a:theme xmlns:a="http://schemas.openxmlformats.org/drawingml/2006/main" name="Blends">
  <a:themeElements>
    <a:clrScheme name="Blends 2">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miter lim="800000"/>
          <a:headEnd type="none" w="med" len="med"/>
          <a:tailEnd type="none" w="med" len="med"/>
        </a:ln>
      </a:spPr>
      <a:bodyPr vert="horz" wrap="non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1" lang="zh-CN" altLang="en-US" sz="2400" b="0" i="0" u="none" strike="noStrike" cap="none" normalizeH="0" baseline="0" smtClean="0">
            <a:ln>
              <a:noFill/>
            </a:ln>
            <a:solidFill>
              <a:schemeClr val="tx1"/>
            </a:solidFill>
            <a:effectLst/>
            <a:latin typeface="Times New Roman" panose="02020603050405020304" pitchFamily="18" charset="0"/>
            <a:ea typeface="楷体_GB2312" panose="02010609030101010101" pitchFamily="49"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miter lim="800000"/>
          <a:headEnd type="none" w="med" len="med"/>
          <a:tailEnd type="none" w="med" len="med"/>
        </a:ln>
      </a:spPr>
      <a:bodyPr vert="horz" wrap="non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1" lang="zh-CN" altLang="en-US" sz="2400" b="0" i="0" u="none" strike="noStrike" cap="none" normalizeH="0" baseline="0" smtClean="0">
            <a:ln>
              <a:noFill/>
            </a:ln>
            <a:solidFill>
              <a:schemeClr val="tx1"/>
            </a:solidFill>
            <a:effectLst/>
            <a:latin typeface="Times New Roman" panose="02020603050405020304" pitchFamily="18" charset="0"/>
            <a:ea typeface="楷体_GB2312" panose="02010609030101010101" pitchFamily="49" charset="-122"/>
          </a:defRPr>
        </a:defPPr>
      </a:lstStyle>
    </a:lnDef>
    <a:txDef>
      <a:spPr>
        <a:noFill/>
      </a:spPr>
      <a:bodyPr wrap="square" rtlCol="0">
        <a:spAutoFit/>
      </a:bodyPr>
      <a:lstStyle>
        <a:defPPr>
          <a:defRPr sz="3200" dirty="0" smtClean="0">
            <a:solidFill>
              <a:srgbClr val="FF0000"/>
            </a:solidFill>
          </a:defRPr>
        </a:defPPr>
      </a:lstStyle>
    </a:txDef>
  </a:objectDefaults>
  <a:extraClrSchemeLst>
    <a:extraClrScheme>
      <a:clrScheme name="Blends 1">
        <a:dk1>
          <a:srgbClr val="969696"/>
        </a:dk1>
        <a:lt1>
          <a:srgbClr val="FFFFFF"/>
        </a:lt1>
        <a:dk2>
          <a:srgbClr val="000000"/>
        </a:dk2>
        <a:lt2>
          <a:srgbClr val="DDDDDD"/>
        </a:lt2>
        <a:accent1>
          <a:srgbClr val="00E4A8"/>
        </a:accent1>
        <a:accent2>
          <a:srgbClr val="3333CC"/>
        </a:accent2>
        <a:accent3>
          <a:srgbClr val="AAAAAA"/>
        </a:accent3>
        <a:accent4>
          <a:srgbClr val="DADADA"/>
        </a:accent4>
        <a:accent5>
          <a:srgbClr val="AAEFD1"/>
        </a:accent5>
        <a:accent6>
          <a:srgbClr val="2D2DB9"/>
        </a:accent6>
        <a:hlink>
          <a:srgbClr val="FF5050"/>
        </a:hlink>
        <a:folHlink>
          <a:srgbClr val="FFCF01"/>
        </a:folHlink>
      </a:clrScheme>
      <a:clrMap bg1="dk2" tx1="lt1" bg2="dk1" tx2="lt2" accent1="accent1" accent2="accent2" accent3="accent3" accent4="accent4" accent5="accent5" accent6="accent6" hlink="hlink" folHlink="folHlink"/>
    </a:extraClrScheme>
    <a:extraClrScheme>
      <a:clrScheme name="Blends 2">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clrMap bg1="lt1" tx1="dk1" bg2="lt2" tx2="dk2" accent1="accent1" accent2="accent2" accent3="accent3" accent4="accent4" accent5="accent5" accent6="accent6" hlink="hlink" folHlink="folHlink"/>
    </a:extraClrScheme>
    <a:extraClrScheme>
      <a:clrScheme name="Blends 3">
        <a:dk1>
          <a:srgbClr val="000000"/>
        </a:dk1>
        <a:lt1>
          <a:srgbClr val="FFFFFF"/>
        </a:lt1>
        <a:dk2>
          <a:srgbClr val="000000"/>
        </a:dk2>
        <a:lt2>
          <a:srgbClr val="5F5F5F"/>
        </a:lt2>
        <a:accent1>
          <a:srgbClr val="EAEAEA"/>
        </a:accent1>
        <a:accent2>
          <a:srgbClr val="808080"/>
        </a:accent2>
        <a:accent3>
          <a:srgbClr val="FFFFFF"/>
        </a:accent3>
        <a:accent4>
          <a:srgbClr val="000000"/>
        </a:accent4>
        <a:accent5>
          <a:srgbClr val="F3F3F3"/>
        </a:accent5>
        <a:accent6>
          <a:srgbClr val="737373"/>
        </a:accent6>
        <a:hlink>
          <a:srgbClr val="4D4D4D"/>
        </a:hlink>
        <a:folHlink>
          <a:srgbClr val="C0C0C0"/>
        </a:folHlink>
      </a:clrScheme>
      <a:clrMap bg1="lt1" tx1="dk1" bg2="lt2" tx2="dk2" accent1="accent1" accent2="accent2" accent3="accent3" accent4="accent4" accent5="accent5" accent6="accent6" hlink="hlink" folHlink="folHlink"/>
    </a:extraClrScheme>
    <a:extraClrScheme>
      <a:clrScheme name="Blends 4">
        <a:dk1>
          <a:srgbClr val="000094"/>
        </a:dk1>
        <a:lt1>
          <a:srgbClr val="FFFFFF"/>
        </a:lt1>
        <a:dk2>
          <a:srgbClr val="0000CC"/>
        </a:dk2>
        <a:lt2>
          <a:srgbClr val="FFFFCC"/>
        </a:lt2>
        <a:accent1>
          <a:srgbClr val="3193FF"/>
        </a:accent1>
        <a:accent2>
          <a:srgbClr val="9900FF"/>
        </a:accent2>
        <a:accent3>
          <a:srgbClr val="AAAAE2"/>
        </a:accent3>
        <a:accent4>
          <a:srgbClr val="DADADA"/>
        </a:accent4>
        <a:accent5>
          <a:srgbClr val="ADC8FF"/>
        </a:accent5>
        <a:accent6>
          <a:srgbClr val="8A00E7"/>
        </a:accent6>
        <a:hlink>
          <a:srgbClr val="FF3399"/>
        </a:hlink>
        <a:folHlink>
          <a:srgbClr val="FFCC00"/>
        </a:folHlink>
      </a:clrScheme>
      <a:clrMap bg1="dk2" tx1="lt1" bg2="dk1" tx2="lt2" accent1="accent1" accent2="accent2" accent3="accent3" accent4="accent4" accent5="accent5" accent6="accent6" hlink="hlink" folHlink="folHlink"/>
    </a:extraClrScheme>
    <a:extraClrScheme>
      <a:clrScheme name="Blends 5">
        <a:dk1>
          <a:srgbClr val="000000"/>
        </a:dk1>
        <a:lt1>
          <a:srgbClr val="FFFFFF"/>
        </a:lt1>
        <a:dk2>
          <a:srgbClr val="000066"/>
        </a:dk2>
        <a:lt2>
          <a:srgbClr val="333333"/>
        </a:lt2>
        <a:accent1>
          <a:srgbClr val="C4709A"/>
        </a:accent1>
        <a:accent2>
          <a:srgbClr val="4B4EB5"/>
        </a:accent2>
        <a:accent3>
          <a:srgbClr val="FFFFFF"/>
        </a:accent3>
        <a:accent4>
          <a:srgbClr val="000000"/>
        </a:accent4>
        <a:accent5>
          <a:srgbClr val="DEBBCA"/>
        </a:accent5>
        <a:accent6>
          <a:srgbClr val="4346A4"/>
        </a:accent6>
        <a:hlink>
          <a:srgbClr val="C481CF"/>
        </a:hlink>
        <a:folHlink>
          <a:srgbClr val="76B749"/>
        </a:folHlink>
      </a:clrScheme>
      <a:clrMap bg1="lt1" tx1="dk1" bg2="lt2" tx2="dk2" accent1="accent1" accent2="accent2" accent3="accent3" accent4="accent4" accent5="accent5" accent6="accent6" hlink="hlink" folHlink="folHlink"/>
    </a:extraClrScheme>
    <a:extraClrScheme>
      <a:clrScheme name="Blends 6">
        <a:dk1>
          <a:srgbClr val="000000"/>
        </a:dk1>
        <a:lt1>
          <a:srgbClr val="FFFFFF"/>
        </a:lt1>
        <a:dk2>
          <a:srgbClr val="6A4076"/>
        </a:dk2>
        <a:lt2>
          <a:srgbClr val="969696"/>
        </a:lt2>
        <a:accent1>
          <a:srgbClr val="DBA9C2"/>
        </a:accent1>
        <a:accent2>
          <a:srgbClr val="E1BF91"/>
        </a:accent2>
        <a:accent3>
          <a:srgbClr val="FFFFFF"/>
        </a:accent3>
        <a:accent4>
          <a:srgbClr val="000000"/>
        </a:accent4>
        <a:accent5>
          <a:srgbClr val="EAD1DD"/>
        </a:accent5>
        <a:accent6>
          <a:srgbClr val="CCAD83"/>
        </a:accent6>
        <a:hlink>
          <a:srgbClr val="B3CE82"/>
        </a:hlink>
        <a:folHlink>
          <a:srgbClr val="B8AD48"/>
        </a:folHlink>
      </a:clrScheme>
      <a:clrMap bg1="lt1" tx1="dk1" bg2="lt2" tx2="dk2" accent1="accent1" accent2="accent2" accent3="accent3" accent4="accent4" accent5="accent5" accent6="accent6" hlink="hlink" folHlink="folHlink"/>
    </a:extraClrScheme>
    <a:extraClrScheme>
      <a:clrScheme name="Blends 7">
        <a:dk1>
          <a:srgbClr val="000000"/>
        </a:dk1>
        <a:lt1>
          <a:srgbClr val="FFFFFF"/>
        </a:lt1>
        <a:dk2>
          <a:srgbClr val="515F7B"/>
        </a:dk2>
        <a:lt2>
          <a:srgbClr val="808080"/>
        </a:lt2>
        <a:accent1>
          <a:srgbClr val="9FCAD3"/>
        </a:accent1>
        <a:accent2>
          <a:srgbClr val="C0C0C0"/>
        </a:accent2>
        <a:accent3>
          <a:srgbClr val="FFFFFF"/>
        </a:accent3>
        <a:accent4>
          <a:srgbClr val="000000"/>
        </a:accent4>
        <a:accent5>
          <a:srgbClr val="CDE1E6"/>
        </a:accent5>
        <a:accent6>
          <a:srgbClr val="AEAEAE"/>
        </a:accent6>
        <a:hlink>
          <a:srgbClr val="91AFBF"/>
        </a:hlink>
        <a:folHlink>
          <a:srgbClr val="ECEAAC"/>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Blends">
  <a:themeElements>
    <a:clrScheme name="Blends 2">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miter lim="800000"/>
          <a:headEnd type="none" w="med" len="med"/>
          <a:tailEnd type="none" w="med" len="med"/>
        </a:ln>
      </a:spPr>
      <a:bodyPr vert="horz" wrap="non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1" lang="zh-CN" altLang="en-US" sz="2400" b="0" i="0" u="none" strike="noStrike" cap="none" normalizeH="0" baseline="0" smtClean="0">
            <a:ln>
              <a:noFill/>
            </a:ln>
            <a:solidFill>
              <a:schemeClr val="tx1"/>
            </a:solidFill>
            <a:effectLst/>
            <a:latin typeface="Times New Roman" panose="02020603050405020304" pitchFamily="18" charset="0"/>
            <a:ea typeface="楷体_GB2312" panose="02010609030101010101" pitchFamily="49"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miter lim="800000"/>
          <a:headEnd type="none" w="med" len="med"/>
          <a:tailEnd type="none" w="med" len="med"/>
        </a:ln>
      </a:spPr>
      <a:bodyPr vert="horz" wrap="non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1" lang="zh-CN" altLang="en-US" sz="2400" b="0" i="0" u="none" strike="noStrike" cap="none" normalizeH="0" baseline="0" smtClean="0">
            <a:ln>
              <a:noFill/>
            </a:ln>
            <a:solidFill>
              <a:schemeClr val="tx1"/>
            </a:solidFill>
            <a:effectLst/>
            <a:latin typeface="Times New Roman" panose="02020603050405020304" pitchFamily="18" charset="0"/>
            <a:ea typeface="楷体_GB2312" panose="02010609030101010101" pitchFamily="49" charset="-122"/>
          </a:defRPr>
        </a:defPPr>
      </a:lstStyle>
    </a:lnDef>
    <a:txDef>
      <a:spPr>
        <a:noFill/>
      </a:spPr>
      <a:bodyPr wrap="square" rtlCol="0">
        <a:spAutoFit/>
      </a:bodyPr>
      <a:lstStyle>
        <a:defPPr>
          <a:defRPr sz="3200" dirty="0" smtClean="0">
            <a:solidFill>
              <a:srgbClr val="FF0000"/>
            </a:solidFill>
          </a:defRPr>
        </a:defPPr>
      </a:lstStyle>
    </a:txDef>
  </a:objectDefaults>
  <a:extraClrSchemeLst>
    <a:extraClrScheme>
      <a:clrScheme name="Blends 1">
        <a:dk1>
          <a:srgbClr val="969696"/>
        </a:dk1>
        <a:lt1>
          <a:srgbClr val="FFFFFF"/>
        </a:lt1>
        <a:dk2>
          <a:srgbClr val="000000"/>
        </a:dk2>
        <a:lt2>
          <a:srgbClr val="DDDDDD"/>
        </a:lt2>
        <a:accent1>
          <a:srgbClr val="00E4A8"/>
        </a:accent1>
        <a:accent2>
          <a:srgbClr val="3333CC"/>
        </a:accent2>
        <a:accent3>
          <a:srgbClr val="AAAAAA"/>
        </a:accent3>
        <a:accent4>
          <a:srgbClr val="DADADA"/>
        </a:accent4>
        <a:accent5>
          <a:srgbClr val="AAEFD1"/>
        </a:accent5>
        <a:accent6>
          <a:srgbClr val="2D2DB9"/>
        </a:accent6>
        <a:hlink>
          <a:srgbClr val="FF5050"/>
        </a:hlink>
        <a:folHlink>
          <a:srgbClr val="FFCF01"/>
        </a:folHlink>
      </a:clrScheme>
      <a:clrMap bg1="dk2" tx1="lt1" bg2="dk1" tx2="lt2" accent1="accent1" accent2="accent2" accent3="accent3" accent4="accent4" accent5="accent5" accent6="accent6" hlink="hlink" folHlink="folHlink"/>
    </a:extraClrScheme>
    <a:extraClrScheme>
      <a:clrScheme name="Blends 2">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clrMap bg1="lt1" tx1="dk1" bg2="lt2" tx2="dk2" accent1="accent1" accent2="accent2" accent3="accent3" accent4="accent4" accent5="accent5" accent6="accent6" hlink="hlink" folHlink="folHlink"/>
    </a:extraClrScheme>
    <a:extraClrScheme>
      <a:clrScheme name="Blends 3">
        <a:dk1>
          <a:srgbClr val="000000"/>
        </a:dk1>
        <a:lt1>
          <a:srgbClr val="FFFFFF"/>
        </a:lt1>
        <a:dk2>
          <a:srgbClr val="000000"/>
        </a:dk2>
        <a:lt2>
          <a:srgbClr val="5F5F5F"/>
        </a:lt2>
        <a:accent1>
          <a:srgbClr val="EAEAEA"/>
        </a:accent1>
        <a:accent2>
          <a:srgbClr val="808080"/>
        </a:accent2>
        <a:accent3>
          <a:srgbClr val="FFFFFF"/>
        </a:accent3>
        <a:accent4>
          <a:srgbClr val="000000"/>
        </a:accent4>
        <a:accent5>
          <a:srgbClr val="F3F3F3"/>
        </a:accent5>
        <a:accent6>
          <a:srgbClr val="737373"/>
        </a:accent6>
        <a:hlink>
          <a:srgbClr val="4D4D4D"/>
        </a:hlink>
        <a:folHlink>
          <a:srgbClr val="C0C0C0"/>
        </a:folHlink>
      </a:clrScheme>
      <a:clrMap bg1="lt1" tx1="dk1" bg2="lt2" tx2="dk2" accent1="accent1" accent2="accent2" accent3="accent3" accent4="accent4" accent5="accent5" accent6="accent6" hlink="hlink" folHlink="folHlink"/>
    </a:extraClrScheme>
    <a:extraClrScheme>
      <a:clrScheme name="Blends 4">
        <a:dk1>
          <a:srgbClr val="000094"/>
        </a:dk1>
        <a:lt1>
          <a:srgbClr val="FFFFFF"/>
        </a:lt1>
        <a:dk2>
          <a:srgbClr val="0000CC"/>
        </a:dk2>
        <a:lt2>
          <a:srgbClr val="FFFFCC"/>
        </a:lt2>
        <a:accent1>
          <a:srgbClr val="3193FF"/>
        </a:accent1>
        <a:accent2>
          <a:srgbClr val="9900FF"/>
        </a:accent2>
        <a:accent3>
          <a:srgbClr val="AAAAE2"/>
        </a:accent3>
        <a:accent4>
          <a:srgbClr val="DADADA"/>
        </a:accent4>
        <a:accent5>
          <a:srgbClr val="ADC8FF"/>
        </a:accent5>
        <a:accent6>
          <a:srgbClr val="8A00E7"/>
        </a:accent6>
        <a:hlink>
          <a:srgbClr val="FF3399"/>
        </a:hlink>
        <a:folHlink>
          <a:srgbClr val="FFCC00"/>
        </a:folHlink>
      </a:clrScheme>
      <a:clrMap bg1="dk2" tx1="lt1" bg2="dk1" tx2="lt2" accent1="accent1" accent2="accent2" accent3="accent3" accent4="accent4" accent5="accent5" accent6="accent6" hlink="hlink" folHlink="folHlink"/>
    </a:extraClrScheme>
    <a:extraClrScheme>
      <a:clrScheme name="Blends 5">
        <a:dk1>
          <a:srgbClr val="000000"/>
        </a:dk1>
        <a:lt1>
          <a:srgbClr val="FFFFFF"/>
        </a:lt1>
        <a:dk2>
          <a:srgbClr val="000066"/>
        </a:dk2>
        <a:lt2>
          <a:srgbClr val="333333"/>
        </a:lt2>
        <a:accent1>
          <a:srgbClr val="C4709A"/>
        </a:accent1>
        <a:accent2>
          <a:srgbClr val="4B4EB5"/>
        </a:accent2>
        <a:accent3>
          <a:srgbClr val="FFFFFF"/>
        </a:accent3>
        <a:accent4>
          <a:srgbClr val="000000"/>
        </a:accent4>
        <a:accent5>
          <a:srgbClr val="DEBBCA"/>
        </a:accent5>
        <a:accent6>
          <a:srgbClr val="4346A4"/>
        </a:accent6>
        <a:hlink>
          <a:srgbClr val="C481CF"/>
        </a:hlink>
        <a:folHlink>
          <a:srgbClr val="76B749"/>
        </a:folHlink>
      </a:clrScheme>
      <a:clrMap bg1="lt1" tx1="dk1" bg2="lt2" tx2="dk2" accent1="accent1" accent2="accent2" accent3="accent3" accent4="accent4" accent5="accent5" accent6="accent6" hlink="hlink" folHlink="folHlink"/>
    </a:extraClrScheme>
    <a:extraClrScheme>
      <a:clrScheme name="Blends 6">
        <a:dk1>
          <a:srgbClr val="000000"/>
        </a:dk1>
        <a:lt1>
          <a:srgbClr val="FFFFFF"/>
        </a:lt1>
        <a:dk2>
          <a:srgbClr val="6A4076"/>
        </a:dk2>
        <a:lt2>
          <a:srgbClr val="969696"/>
        </a:lt2>
        <a:accent1>
          <a:srgbClr val="DBA9C2"/>
        </a:accent1>
        <a:accent2>
          <a:srgbClr val="E1BF91"/>
        </a:accent2>
        <a:accent3>
          <a:srgbClr val="FFFFFF"/>
        </a:accent3>
        <a:accent4>
          <a:srgbClr val="000000"/>
        </a:accent4>
        <a:accent5>
          <a:srgbClr val="EAD1DD"/>
        </a:accent5>
        <a:accent6>
          <a:srgbClr val="CCAD83"/>
        </a:accent6>
        <a:hlink>
          <a:srgbClr val="B3CE82"/>
        </a:hlink>
        <a:folHlink>
          <a:srgbClr val="B8AD48"/>
        </a:folHlink>
      </a:clrScheme>
      <a:clrMap bg1="lt1" tx1="dk1" bg2="lt2" tx2="dk2" accent1="accent1" accent2="accent2" accent3="accent3" accent4="accent4" accent5="accent5" accent6="accent6" hlink="hlink" folHlink="folHlink"/>
    </a:extraClrScheme>
    <a:extraClrScheme>
      <a:clrScheme name="Blends 7">
        <a:dk1>
          <a:srgbClr val="000000"/>
        </a:dk1>
        <a:lt1>
          <a:srgbClr val="FFFFFF"/>
        </a:lt1>
        <a:dk2>
          <a:srgbClr val="515F7B"/>
        </a:dk2>
        <a:lt2>
          <a:srgbClr val="808080"/>
        </a:lt2>
        <a:accent1>
          <a:srgbClr val="9FCAD3"/>
        </a:accent1>
        <a:accent2>
          <a:srgbClr val="C0C0C0"/>
        </a:accent2>
        <a:accent3>
          <a:srgbClr val="FFFFFF"/>
        </a:accent3>
        <a:accent4>
          <a:srgbClr val="000000"/>
        </a:accent4>
        <a:accent5>
          <a:srgbClr val="CDE1E6"/>
        </a:accent5>
        <a:accent6>
          <a:srgbClr val="AEAEAE"/>
        </a:accent6>
        <a:hlink>
          <a:srgbClr val="91AFBF"/>
        </a:hlink>
        <a:folHlink>
          <a:srgbClr val="ECEAAC"/>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2_Blends">
  <a:themeElements>
    <a:clrScheme name="Blends 2">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miter lim="800000"/>
          <a:headEnd type="none" w="med" len="med"/>
          <a:tailEnd type="none" w="med" len="med"/>
        </a:ln>
      </a:spPr>
      <a:bodyPr vert="horz" wrap="non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1" lang="zh-CN" altLang="en-US" sz="2400" b="0" i="0" u="none" strike="noStrike" cap="none" normalizeH="0" baseline="0" smtClean="0">
            <a:ln>
              <a:noFill/>
            </a:ln>
            <a:solidFill>
              <a:schemeClr val="tx1"/>
            </a:solidFill>
            <a:effectLst/>
            <a:latin typeface="Times New Roman" panose="02020603050405020304" pitchFamily="18" charset="0"/>
            <a:ea typeface="楷体_GB2312" panose="02010609030101010101" pitchFamily="49"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miter lim="800000"/>
          <a:headEnd type="none" w="med" len="med"/>
          <a:tailEnd type="none" w="med" len="med"/>
        </a:ln>
      </a:spPr>
      <a:bodyPr vert="horz" wrap="non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1" lang="zh-CN" altLang="en-US" sz="2400" b="0" i="0" u="none" strike="noStrike" cap="none" normalizeH="0" baseline="0" smtClean="0">
            <a:ln>
              <a:noFill/>
            </a:ln>
            <a:solidFill>
              <a:schemeClr val="tx1"/>
            </a:solidFill>
            <a:effectLst/>
            <a:latin typeface="Times New Roman" panose="02020603050405020304" pitchFamily="18" charset="0"/>
            <a:ea typeface="楷体_GB2312" panose="02010609030101010101" pitchFamily="49" charset="-122"/>
          </a:defRPr>
        </a:defPPr>
      </a:lstStyle>
    </a:lnDef>
    <a:txDef>
      <a:spPr>
        <a:noFill/>
      </a:spPr>
      <a:bodyPr wrap="square" rtlCol="0">
        <a:spAutoFit/>
      </a:bodyPr>
      <a:lstStyle>
        <a:defPPr>
          <a:defRPr sz="3200" dirty="0" smtClean="0">
            <a:solidFill>
              <a:srgbClr val="FF0000"/>
            </a:solidFill>
          </a:defRPr>
        </a:defPPr>
      </a:lstStyle>
    </a:txDef>
  </a:objectDefaults>
  <a:extraClrSchemeLst>
    <a:extraClrScheme>
      <a:clrScheme name="Blends 1">
        <a:dk1>
          <a:srgbClr val="969696"/>
        </a:dk1>
        <a:lt1>
          <a:srgbClr val="FFFFFF"/>
        </a:lt1>
        <a:dk2>
          <a:srgbClr val="000000"/>
        </a:dk2>
        <a:lt2>
          <a:srgbClr val="DDDDDD"/>
        </a:lt2>
        <a:accent1>
          <a:srgbClr val="00E4A8"/>
        </a:accent1>
        <a:accent2>
          <a:srgbClr val="3333CC"/>
        </a:accent2>
        <a:accent3>
          <a:srgbClr val="AAAAAA"/>
        </a:accent3>
        <a:accent4>
          <a:srgbClr val="DADADA"/>
        </a:accent4>
        <a:accent5>
          <a:srgbClr val="AAEFD1"/>
        </a:accent5>
        <a:accent6>
          <a:srgbClr val="2D2DB9"/>
        </a:accent6>
        <a:hlink>
          <a:srgbClr val="FF5050"/>
        </a:hlink>
        <a:folHlink>
          <a:srgbClr val="FFCF01"/>
        </a:folHlink>
      </a:clrScheme>
      <a:clrMap bg1="dk2" tx1="lt1" bg2="dk1" tx2="lt2" accent1="accent1" accent2="accent2" accent3="accent3" accent4="accent4" accent5="accent5" accent6="accent6" hlink="hlink" folHlink="folHlink"/>
    </a:extraClrScheme>
    <a:extraClrScheme>
      <a:clrScheme name="Blends 2">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clrMap bg1="lt1" tx1="dk1" bg2="lt2" tx2="dk2" accent1="accent1" accent2="accent2" accent3="accent3" accent4="accent4" accent5="accent5" accent6="accent6" hlink="hlink" folHlink="folHlink"/>
    </a:extraClrScheme>
    <a:extraClrScheme>
      <a:clrScheme name="Blends 3">
        <a:dk1>
          <a:srgbClr val="000000"/>
        </a:dk1>
        <a:lt1>
          <a:srgbClr val="FFFFFF"/>
        </a:lt1>
        <a:dk2>
          <a:srgbClr val="000000"/>
        </a:dk2>
        <a:lt2>
          <a:srgbClr val="5F5F5F"/>
        </a:lt2>
        <a:accent1>
          <a:srgbClr val="EAEAEA"/>
        </a:accent1>
        <a:accent2>
          <a:srgbClr val="808080"/>
        </a:accent2>
        <a:accent3>
          <a:srgbClr val="FFFFFF"/>
        </a:accent3>
        <a:accent4>
          <a:srgbClr val="000000"/>
        </a:accent4>
        <a:accent5>
          <a:srgbClr val="F3F3F3"/>
        </a:accent5>
        <a:accent6>
          <a:srgbClr val="737373"/>
        </a:accent6>
        <a:hlink>
          <a:srgbClr val="4D4D4D"/>
        </a:hlink>
        <a:folHlink>
          <a:srgbClr val="C0C0C0"/>
        </a:folHlink>
      </a:clrScheme>
      <a:clrMap bg1="lt1" tx1="dk1" bg2="lt2" tx2="dk2" accent1="accent1" accent2="accent2" accent3="accent3" accent4="accent4" accent5="accent5" accent6="accent6" hlink="hlink" folHlink="folHlink"/>
    </a:extraClrScheme>
    <a:extraClrScheme>
      <a:clrScheme name="Blends 4">
        <a:dk1>
          <a:srgbClr val="000094"/>
        </a:dk1>
        <a:lt1>
          <a:srgbClr val="FFFFFF"/>
        </a:lt1>
        <a:dk2>
          <a:srgbClr val="0000CC"/>
        </a:dk2>
        <a:lt2>
          <a:srgbClr val="FFFFCC"/>
        </a:lt2>
        <a:accent1>
          <a:srgbClr val="3193FF"/>
        </a:accent1>
        <a:accent2>
          <a:srgbClr val="9900FF"/>
        </a:accent2>
        <a:accent3>
          <a:srgbClr val="AAAAE2"/>
        </a:accent3>
        <a:accent4>
          <a:srgbClr val="DADADA"/>
        </a:accent4>
        <a:accent5>
          <a:srgbClr val="ADC8FF"/>
        </a:accent5>
        <a:accent6>
          <a:srgbClr val="8A00E7"/>
        </a:accent6>
        <a:hlink>
          <a:srgbClr val="FF3399"/>
        </a:hlink>
        <a:folHlink>
          <a:srgbClr val="FFCC00"/>
        </a:folHlink>
      </a:clrScheme>
      <a:clrMap bg1="dk2" tx1="lt1" bg2="dk1" tx2="lt2" accent1="accent1" accent2="accent2" accent3="accent3" accent4="accent4" accent5="accent5" accent6="accent6" hlink="hlink" folHlink="folHlink"/>
    </a:extraClrScheme>
    <a:extraClrScheme>
      <a:clrScheme name="Blends 5">
        <a:dk1>
          <a:srgbClr val="000000"/>
        </a:dk1>
        <a:lt1>
          <a:srgbClr val="FFFFFF"/>
        </a:lt1>
        <a:dk2>
          <a:srgbClr val="000066"/>
        </a:dk2>
        <a:lt2>
          <a:srgbClr val="333333"/>
        </a:lt2>
        <a:accent1>
          <a:srgbClr val="C4709A"/>
        </a:accent1>
        <a:accent2>
          <a:srgbClr val="4B4EB5"/>
        </a:accent2>
        <a:accent3>
          <a:srgbClr val="FFFFFF"/>
        </a:accent3>
        <a:accent4>
          <a:srgbClr val="000000"/>
        </a:accent4>
        <a:accent5>
          <a:srgbClr val="DEBBCA"/>
        </a:accent5>
        <a:accent6>
          <a:srgbClr val="4346A4"/>
        </a:accent6>
        <a:hlink>
          <a:srgbClr val="C481CF"/>
        </a:hlink>
        <a:folHlink>
          <a:srgbClr val="76B749"/>
        </a:folHlink>
      </a:clrScheme>
      <a:clrMap bg1="lt1" tx1="dk1" bg2="lt2" tx2="dk2" accent1="accent1" accent2="accent2" accent3="accent3" accent4="accent4" accent5="accent5" accent6="accent6" hlink="hlink" folHlink="folHlink"/>
    </a:extraClrScheme>
    <a:extraClrScheme>
      <a:clrScheme name="Blends 6">
        <a:dk1>
          <a:srgbClr val="000000"/>
        </a:dk1>
        <a:lt1>
          <a:srgbClr val="FFFFFF"/>
        </a:lt1>
        <a:dk2>
          <a:srgbClr val="6A4076"/>
        </a:dk2>
        <a:lt2>
          <a:srgbClr val="969696"/>
        </a:lt2>
        <a:accent1>
          <a:srgbClr val="DBA9C2"/>
        </a:accent1>
        <a:accent2>
          <a:srgbClr val="E1BF91"/>
        </a:accent2>
        <a:accent3>
          <a:srgbClr val="FFFFFF"/>
        </a:accent3>
        <a:accent4>
          <a:srgbClr val="000000"/>
        </a:accent4>
        <a:accent5>
          <a:srgbClr val="EAD1DD"/>
        </a:accent5>
        <a:accent6>
          <a:srgbClr val="CCAD83"/>
        </a:accent6>
        <a:hlink>
          <a:srgbClr val="B3CE82"/>
        </a:hlink>
        <a:folHlink>
          <a:srgbClr val="B8AD48"/>
        </a:folHlink>
      </a:clrScheme>
      <a:clrMap bg1="lt1" tx1="dk1" bg2="lt2" tx2="dk2" accent1="accent1" accent2="accent2" accent3="accent3" accent4="accent4" accent5="accent5" accent6="accent6" hlink="hlink" folHlink="folHlink"/>
    </a:extraClrScheme>
    <a:extraClrScheme>
      <a:clrScheme name="Blends 7">
        <a:dk1>
          <a:srgbClr val="000000"/>
        </a:dk1>
        <a:lt1>
          <a:srgbClr val="FFFFFF"/>
        </a:lt1>
        <a:dk2>
          <a:srgbClr val="515F7B"/>
        </a:dk2>
        <a:lt2>
          <a:srgbClr val="808080"/>
        </a:lt2>
        <a:accent1>
          <a:srgbClr val="9FCAD3"/>
        </a:accent1>
        <a:accent2>
          <a:srgbClr val="C0C0C0"/>
        </a:accent2>
        <a:accent3>
          <a:srgbClr val="FFFFFF"/>
        </a:accent3>
        <a:accent4>
          <a:srgbClr val="000000"/>
        </a:accent4>
        <a:accent5>
          <a:srgbClr val="CDE1E6"/>
        </a:accent5>
        <a:accent6>
          <a:srgbClr val="AEAEAE"/>
        </a:accent6>
        <a:hlink>
          <a:srgbClr val="91AFBF"/>
        </a:hlink>
        <a:folHlink>
          <a:srgbClr val="ECEAAC"/>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3_Blends">
  <a:themeElements>
    <a:clrScheme name="Blends 2">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miter lim="800000"/>
          <a:headEnd type="none" w="med" len="med"/>
          <a:tailEnd type="none" w="med" len="med"/>
        </a:ln>
      </a:spPr>
      <a:bodyPr vert="horz" wrap="non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1" lang="zh-CN" altLang="en-US" sz="2400" b="0" i="0" u="none" strike="noStrike" cap="none" normalizeH="0" baseline="0" smtClean="0">
            <a:ln>
              <a:noFill/>
            </a:ln>
            <a:solidFill>
              <a:schemeClr val="tx1"/>
            </a:solidFill>
            <a:effectLst/>
            <a:latin typeface="Times New Roman" panose="02020603050405020304" pitchFamily="18" charset="0"/>
            <a:ea typeface="楷体_GB2312" panose="02010609030101010101" pitchFamily="49"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miter lim="800000"/>
          <a:headEnd type="none" w="med" len="med"/>
          <a:tailEnd type="none" w="med" len="med"/>
        </a:ln>
      </a:spPr>
      <a:bodyPr vert="horz" wrap="non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1" lang="zh-CN" altLang="en-US" sz="2400" b="0" i="0" u="none" strike="noStrike" cap="none" normalizeH="0" baseline="0" smtClean="0">
            <a:ln>
              <a:noFill/>
            </a:ln>
            <a:solidFill>
              <a:schemeClr val="tx1"/>
            </a:solidFill>
            <a:effectLst/>
            <a:latin typeface="Times New Roman" panose="02020603050405020304" pitchFamily="18" charset="0"/>
            <a:ea typeface="楷体_GB2312" panose="02010609030101010101" pitchFamily="49" charset="-122"/>
          </a:defRPr>
        </a:defPPr>
      </a:lstStyle>
    </a:lnDef>
    <a:txDef>
      <a:spPr>
        <a:noFill/>
      </a:spPr>
      <a:bodyPr wrap="square" rtlCol="0">
        <a:spAutoFit/>
      </a:bodyPr>
      <a:lstStyle>
        <a:defPPr>
          <a:defRPr sz="3200" dirty="0" smtClean="0">
            <a:solidFill>
              <a:srgbClr val="FF0000"/>
            </a:solidFill>
          </a:defRPr>
        </a:defPPr>
      </a:lstStyle>
    </a:txDef>
  </a:objectDefaults>
  <a:extraClrSchemeLst>
    <a:extraClrScheme>
      <a:clrScheme name="Blends 1">
        <a:dk1>
          <a:srgbClr val="969696"/>
        </a:dk1>
        <a:lt1>
          <a:srgbClr val="FFFFFF"/>
        </a:lt1>
        <a:dk2>
          <a:srgbClr val="000000"/>
        </a:dk2>
        <a:lt2>
          <a:srgbClr val="DDDDDD"/>
        </a:lt2>
        <a:accent1>
          <a:srgbClr val="00E4A8"/>
        </a:accent1>
        <a:accent2>
          <a:srgbClr val="3333CC"/>
        </a:accent2>
        <a:accent3>
          <a:srgbClr val="AAAAAA"/>
        </a:accent3>
        <a:accent4>
          <a:srgbClr val="DADADA"/>
        </a:accent4>
        <a:accent5>
          <a:srgbClr val="AAEFD1"/>
        </a:accent5>
        <a:accent6>
          <a:srgbClr val="2D2DB9"/>
        </a:accent6>
        <a:hlink>
          <a:srgbClr val="FF5050"/>
        </a:hlink>
        <a:folHlink>
          <a:srgbClr val="FFCF01"/>
        </a:folHlink>
      </a:clrScheme>
      <a:clrMap bg1="dk2" tx1="lt1" bg2="dk1" tx2="lt2" accent1="accent1" accent2="accent2" accent3="accent3" accent4="accent4" accent5="accent5" accent6="accent6" hlink="hlink" folHlink="folHlink"/>
    </a:extraClrScheme>
    <a:extraClrScheme>
      <a:clrScheme name="Blends 2">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clrMap bg1="lt1" tx1="dk1" bg2="lt2" tx2="dk2" accent1="accent1" accent2="accent2" accent3="accent3" accent4="accent4" accent5="accent5" accent6="accent6" hlink="hlink" folHlink="folHlink"/>
    </a:extraClrScheme>
    <a:extraClrScheme>
      <a:clrScheme name="Blends 3">
        <a:dk1>
          <a:srgbClr val="000000"/>
        </a:dk1>
        <a:lt1>
          <a:srgbClr val="FFFFFF"/>
        </a:lt1>
        <a:dk2>
          <a:srgbClr val="000000"/>
        </a:dk2>
        <a:lt2>
          <a:srgbClr val="5F5F5F"/>
        </a:lt2>
        <a:accent1>
          <a:srgbClr val="EAEAEA"/>
        </a:accent1>
        <a:accent2>
          <a:srgbClr val="808080"/>
        </a:accent2>
        <a:accent3>
          <a:srgbClr val="FFFFFF"/>
        </a:accent3>
        <a:accent4>
          <a:srgbClr val="000000"/>
        </a:accent4>
        <a:accent5>
          <a:srgbClr val="F3F3F3"/>
        </a:accent5>
        <a:accent6>
          <a:srgbClr val="737373"/>
        </a:accent6>
        <a:hlink>
          <a:srgbClr val="4D4D4D"/>
        </a:hlink>
        <a:folHlink>
          <a:srgbClr val="C0C0C0"/>
        </a:folHlink>
      </a:clrScheme>
      <a:clrMap bg1="lt1" tx1="dk1" bg2="lt2" tx2="dk2" accent1="accent1" accent2="accent2" accent3="accent3" accent4="accent4" accent5="accent5" accent6="accent6" hlink="hlink" folHlink="folHlink"/>
    </a:extraClrScheme>
    <a:extraClrScheme>
      <a:clrScheme name="Blends 4">
        <a:dk1>
          <a:srgbClr val="000094"/>
        </a:dk1>
        <a:lt1>
          <a:srgbClr val="FFFFFF"/>
        </a:lt1>
        <a:dk2>
          <a:srgbClr val="0000CC"/>
        </a:dk2>
        <a:lt2>
          <a:srgbClr val="FFFFCC"/>
        </a:lt2>
        <a:accent1>
          <a:srgbClr val="3193FF"/>
        </a:accent1>
        <a:accent2>
          <a:srgbClr val="9900FF"/>
        </a:accent2>
        <a:accent3>
          <a:srgbClr val="AAAAE2"/>
        </a:accent3>
        <a:accent4>
          <a:srgbClr val="DADADA"/>
        </a:accent4>
        <a:accent5>
          <a:srgbClr val="ADC8FF"/>
        </a:accent5>
        <a:accent6>
          <a:srgbClr val="8A00E7"/>
        </a:accent6>
        <a:hlink>
          <a:srgbClr val="FF3399"/>
        </a:hlink>
        <a:folHlink>
          <a:srgbClr val="FFCC00"/>
        </a:folHlink>
      </a:clrScheme>
      <a:clrMap bg1="dk2" tx1="lt1" bg2="dk1" tx2="lt2" accent1="accent1" accent2="accent2" accent3="accent3" accent4="accent4" accent5="accent5" accent6="accent6" hlink="hlink" folHlink="folHlink"/>
    </a:extraClrScheme>
    <a:extraClrScheme>
      <a:clrScheme name="Blends 5">
        <a:dk1>
          <a:srgbClr val="000000"/>
        </a:dk1>
        <a:lt1>
          <a:srgbClr val="FFFFFF"/>
        </a:lt1>
        <a:dk2>
          <a:srgbClr val="000066"/>
        </a:dk2>
        <a:lt2>
          <a:srgbClr val="333333"/>
        </a:lt2>
        <a:accent1>
          <a:srgbClr val="C4709A"/>
        </a:accent1>
        <a:accent2>
          <a:srgbClr val="4B4EB5"/>
        </a:accent2>
        <a:accent3>
          <a:srgbClr val="FFFFFF"/>
        </a:accent3>
        <a:accent4>
          <a:srgbClr val="000000"/>
        </a:accent4>
        <a:accent5>
          <a:srgbClr val="DEBBCA"/>
        </a:accent5>
        <a:accent6>
          <a:srgbClr val="4346A4"/>
        </a:accent6>
        <a:hlink>
          <a:srgbClr val="C481CF"/>
        </a:hlink>
        <a:folHlink>
          <a:srgbClr val="76B749"/>
        </a:folHlink>
      </a:clrScheme>
      <a:clrMap bg1="lt1" tx1="dk1" bg2="lt2" tx2="dk2" accent1="accent1" accent2="accent2" accent3="accent3" accent4="accent4" accent5="accent5" accent6="accent6" hlink="hlink" folHlink="folHlink"/>
    </a:extraClrScheme>
    <a:extraClrScheme>
      <a:clrScheme name="Blends 6">
        <a:dk1>
          <a:srgbClr val="000000"/>
        </a:dk1>
        <a:lt1>
          <a:srgbClr val="FFFFFF"/>
        </a:lt1>
        <a:dk2>
          <a:srgbClr val="6A4076"/>
        </a:dk2>
        <a:lt2>
          <a:srgbClr val="969696"/>
        </a:lt2>
        <a:accent1>
          <a:srgbClr val="DBA9C2"/>
        </a:accent1>
        <a:accent2>
          <a:srgbClr val="E1BF91"/>
        </a:accent2>
        <a:accent3>
          <a:srgbClr val="FFFFFF"/>
        </a:accent3>
        <a:accent4>
          <a:srgbClr val="000000"/>
        </a:accent4>
        <a:accent5>
          <a:srgbClr val="EAD1DD"/>
        </a:accent5>
        <a:accent6>
          <a:srgbClr val="CCAD83"/>
        </a:accent6>
        <a:hlink>
          <a:srgbClr val="B3CE82"/>
        </a:hlink>
        <a:folHlink>
          <a:srgbClr val="B8AD48"/>
        </a:folHlink>
      </a:clrScheme>
      <a:clrMap bg1="lt1" tx1="dk1" bg2="lt2" tx2="dk2" accent1="accent1" accent2="accent2" accent3="accent3" accent4="accent4" accent5="accent5" accent6="accent6" hlink="hlink" folHlink="folHlink"/>
    </a:extraClrScheme>
    <a:extraClrScheme>
      <a:clrScheme name="Blends 7">
        <a:dk1>
          <a:srgbClr val="000000"/>
        </a:dk1>
        <a:lt1>
          <a:srgbClr val="FFFFFF"/>
        </a:lt1>
        <a:dk2>
          <a:srgbClr val="515F7B"/>
        </a:dk2>
        <a:lt2>
          <a:srgbClr val="808080"/>
        </a:lt2>
        <a:accent1>
          <a:srgbClr val="9FCAD3"/>
        </a:accent1>
        <a:accent2>
          <a:srgbClr val="C0C0C0"/>
        </a:accent2>
        <a:accent3>
          <a:srgbClr val="FFFFFF"/>
        </a:accent3>
        <a:accent4>
          <a:srgbClr val="000000"/>
        </a:accent4>
        <a:accent5>
          <a:srgbClr val="CDE1E6"/>
        </a:accent5>
        <a:accent6>
          <a:srgbClr val="AEAEAE"/>
        </a:accent6>
        <a:hlink>
          <a:srgbClr val="91AFBF"/>
        </a:hlink>
        <a:folHlink>
          <a:srgbClr val="ECEAAC"/>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4_Blends">
  <a:themeElements>
    <a:clrScheme name="Blends 2">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miter lim="800000"/>
          <a:headEnd type="none" w="med" len="med"/>
          <a:tailEnd type="none" w="med" len="med"/>
        </a:ln>
      </a:spPr>
      <a:bodyPr vert="horz" wrap="non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1" lang="zh-CN" altLang="en-US" sz="2400" b="0" i="0" u="none" strike="noStrike" cap="none" normalizeH="0" baseline="0" smtClean="0">
            <a:ln>
              <a:noFill/>
            </a:ln>
            <a:solidFill>
              <a:schemeClr val="tx1"/>
            </a:solidFill>
            <a:effectLst/>
            <a:latin typeface="Times New Roman" panose="02020603050405020304" pitchFamily="18" charset="0"/>
            <a:ea typeface="楷体_GB2312" panose="02010609030101010101" pitchFamily="49"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miter lim="800000"/>
          <a:headEnd type="none" w="med" len="med"/>
          <a:tailEnd type="none" w="med" len="med"/>
        </a:ln>
      </a:spPr>
      <a:bodyPr vert="horz" wrap="non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1" lang="zh-CN" altLang="en-US" sz="2400" b="0" i="0" u="none" strike="noStrike" cap="none" normalizeH="0" baseline="0" smtClean="0">
            <a:ln>
              <a:noFill/>
            </a:ln>
            <a:solidFill>
              <a:schemeClr val="tx1"/>
            </a:solidFill>
            <a:effectLst/>
            <a:latin typeface="Times New Roman" panose="02020603050405020304" pitchFamily="18" charset="0"/>
            <a:ea typeface="楷体_GB2312" panose="02010609030101010101" pitchFamily="49" charset="-122"/>
          </a:defRPr>
        </a:defPPr>
      </a:lstStyle>
    </a:lnDef>
    <a:txDef>
      <a:spPr>
        <a:noFill/>
      </a:spPr>
      <a:bodyPr wrap="square" rtlCol="0">
        <a:spAutoFit/>
      </a:bodyPr>
      <a:lstStyle>
        <a:defPPr>
          <a:defRPr sz="3200" dirty="0" smtClean="0">
            <a:solidFill>
              <a:srgbClr val="FF0000"/>
            </a:solidFill>
          </a:defRPr>
        </a:defPPr>
      </a:lstStyle>
    </a:txDef>
  </a:objectDefaults>
  <a:extraClrSchemeLst>
    <a:extraClrScheme>
      <a:clrScheme name="Blends 1">
        <a:dk1>
          <a:srgbClr val="969696"/>
        </a:dk1>
        <a:lt1>
          <a:srgbClr val="FFFFFF"/>
        </a:lt1>
        <a:dk2>
          <a:srgbClr val="000000"/>
        </a:dk2>
        <a:lt2>
          <a:srgbClr val="DDDDDD"/>
        </a:lt2>
        <a:accent1>
          <a:srgbClr val="00E4A8"/>
        </a:accent1>
        <a:accent2>
          <a:srgbClr val="3333CC"/>
        </a:accent2>
        <a:accent3>
          <a:srgbClr val="AAAAAA"/>
        </a:accent3>
        <a:accent4>
          <a:srgbClr val="DADADA"/>
        </a:accent4>
        <a:accent5>
          <a:srgbClr val="AAEFD1"/>
        </a:accent5>
        <a:accent6>
          <a:srgbClr val="2D2DB9"/>
        </a:accent6>
        <a:hlink>
          <a:srgbClr val="FF5050"/>
        </a:hlink>
        <a:folHlink>
          <a:srgbClr val="FFCF01"/>
        </a:folHlink>
      </a:clrScheme>
      <a:clrMap bg1="dk2" tx1="lt1" bg2="dk1" tx2="lt2" accent1="accent1" accent2="accent2" accent3="accent3" accent4="accent4" accent5="accent5" accent6="accent6" hlink="hlink" folHlink="folHlink"/>
    </a:extraClrScheme>
    <a:extraClrScheme>
      <a:clrScheme name="Blends 2">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clrMap bg1="lt1" tx1="dk1" bg2="lt2" tx2="dk2" accent1="accent1" accent2="accent2" accent3="accent3" accent4="accent4" accent5="accent5" accent6="accent6" hlink="hlink" folHlink="folHlink"/>
    </a:extraClrScheme>
    <a:extraClrScheme>
      <a:clrScheme name="Blends 3">
        <a:dk1>
          <a:srgbClr val="000000"/>
        </a:dk1>
        <a:lt1>
          <a:srgbClr val="FFFFFF"/>
        </a:lt1>
        <a:dk2>
          <a:srgbClr val="000000"/>
        </a:dk2>
        <a:lt2>
          <a:srgbClr val="5F5F5F"/>
        </a:lt2>
        <a:accent1>
          <a:srgbClr val="EAEAEA"/>
        </a:accent1>
        <a:accent2>
          <a:srgbClr val="808080"/>
        </a:accent2>
        <a:accent3>
          <a:srgbClr val="FFFFFF"/>
        </a:accent3>
        <a:accent4>
          <a:srgbClr val="000000"/>
        </a:accent4>
        <a:accent5>
          <a:srgbClr val="F3F3F3"/>
        </a:accent5>
        <a:accent6>
          <a:srgbClr val="737373"/>
        </a:accent6>
        <a:hlink>
          <a:srgbClr val="4D4D4D"/>
        </a:hlink>
        <a:folHlink>
          <a:srgbClr val="C0C0C0"/>
        </a:folHlink>
      </a:clrScheme>
      <a:clrMap bg1="lt1" tx1="dk1" bg2="lt2" tx2="dk2" accent1="accent1" accent2="accent2" accent3="accent3" accent4="accent4" accent5="accent5" accent6="accent6" hlink="hlink" folHlink="folHlink"/>
    </a:extraClrScheme>
    <a:extraClrScheme>
      <a:clrScheme name="Blends 4">
        <a:dk1>
          <a:srgbClr val="000094"/>
        </a:dk1>
        <a:lt1>
          <a:srgbClr val="FFFFFF"/>
        </a:lt1>
        <a:dk2>
          <a:srgbClr val="0000CC"/>
        </a:dk2>
        <a:lt2>
          <a:srgbClr val="FFFFCC"/>
        </a:lt2>
        <a:accent1>
          <a:srgbClr val="3193FF"/>
        </a:accent1>
        <a:accent2>
          <a:srgbClr val="9900FF"/>
        </a:accent2>
        <a:accent3>
          <a:srgbClr val="AAAAE2"/>
        </a:accent3>
        <a:accent4>
          <a:srgbClr val="DADADA"/>
        </a:accent4>
        <a:accent5>
          <a:srgbClr val="ADC8FF"/>
        </a:accent5>
        <a:accent6>
          <a:srgbClr val="8A00E7"/>
        </a:accent6>
        <a:hlink>
          <a:srgbClr val="FF3399"/>
        </a:hlink>
        <a:folHlink>
          <a:srgbClr val="FFCC00"/>
        </a:folHlink>
      </a:clrScheme>
      <a:clrMap bg1="dk2" tx1="lt1" bg2="dk1" tx2="lt2" accent1="accent1" accent2="accent2" accent3="accent3" accent4="accent4" accent5="accent5" accent6="accent6" hlink="hlink" folHlink="folHlink"/>
    </a:extraClrScheme>
    <a:extraClrScheme>
      <a:clrScheme name="Blends 5">
        <a:dk1>
          <a:srgbClr val="000000"/>
        </a:dk1>
        <a:lt1>
          <a:srgbClr val="FFFFFF"/>
        </a:lt1>
        <a:dk2>
          <a:srgbClr val="000066"/>
        </a:dk2>
        <a:lt2>
          <a:srgbClr val="333333"/>
        </a:lt2>
        <a:accent1>
          <a:srgbClr val="C4709A"/>
        </a:accent1>
        <a:accent2>
          <a:srgbClr val="4B4EB5"/>
        </a:accent2>
        <a:accent3>
          <a:srgbClr val="FFFFFF"/>
        </a:accent3>
        <a:accent4>
          <a:srgbClr val="000000"/>
        </a:accent4>
        <a:accent5>
          <a:srgbClr val="DEBBCA"/>
        </a:accent5>
        <a:accent6>
          <a:srgbClr val="4346A4"/>
        </a:accent6>
        <a:hlink>
          <a:srgbClr val="C481CF"/>
        </a:hlink>
        <a:folHlink>
          <a:srgbClr val="76B749"/>
        </a:folHlink>
      </a:clrScheme>
      <a:clrMap bg1="lt1" tx1="dk1" bg2="lt2" tx2="dk2" accent1="accent1" accent2="accent2" accent3="accent3" accent4="accent4" accent5="accent5" accent6="accent6" hlink="hlink" folHlink="folHlink"/>
    </a:extraClrScheme>
    <a:extraClrScheme>
      <a:clrScheme name="Blends 6">
        <a:dk1>
          <a:srgbClr val="000000"/>
        </a:dk1>
        <a:lt1>
          <a:srgbClr val="FFFFFF"/>
        </a:lt1>
        <a:dk2>
          <a:srgbClr val="6A4076"/>
        </a:dk2>
        <a:lt2>
          <a:srgbClr val="969696"/>
        </a:lt2>
        <a:accent1>
          <a:srgbClr val="DBA9C2"/>
        </a:accent1>
        <a:accent2>
          <a:srgbClr val="E1BF91"/>
        </a:accent2>
        <a:accent3>
          <a:srgbClr val="FFFFFF"/>
        </a:accent3>
        <a:accent4>
          <a:srgbClr val="000000"/>
        </a:accent4>
        <a:accent5>
          <a:srgbClr val="EAD1DD"/>
        </a:accent5>
        <a:accent6>
          <a:srgbClr val="CCAD83"/>
        </a:accent6>
        <a:hlink>
          <a:srgbClr val="B3CE82"/>
        </a:hlink>
        <a:folHlink>
          <a:srgbClr val="B8AD48"/>
        </a:folHlink>
      </a:clrScheme>
      <a:clrMap bg1="lt1" tx1="dk1" bg2="lt2" tx2="dk2" accent1="accent1" accent2="accent2" accent3="accent3" accent4="accent4" accent5="accent5" accent6="accent6" hlink="hlink" folHlink="folHlink"/>
    </a:extraClrScheme>
    <a:extraClrScheme>
      <a:clrScheme name="Blends 7">
        <a:dk1>
          <a:srgbClr val="000000"/>
        </a:dk1>
        <a:lt1>
          <a:srgbClr val="FFFFFF"/>
        </a:lt1>
        <a:dk2>
          <a:srgbClr val="515F7B"/>
        </a:dk2>
        <a:lt2>
          <a:srgbClr val="808080"/>
        </a:lt2>
        <a:accent1>
          <a:srgbClr val="9FCAD3"/>
        </a:accent1>
        <a:accent2>
          <a:srgbClr val="C0C0C0"/>
        </a:accent2>
        <a:accent3>
          <a:srgbClr val="FFFFFF"/>
        </a:accent3>
        <a:accent4>
          <a:srgbClr val="000000"/>
        </a:accent4>
        <a:accent5>
          <a:srgbClr val="CDE1E6"/>
        </a:accent5>
        <a:accent6>
          <a:srgbClr val="AEAEAE"/>
        </a:accent6>
        <a:hlink>
          <a:srgbClr val="91AFBF"/>
        </a:hlink>
        <a:folHlink>
          <a:srgbClr val="ECEAAC"/>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7.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复件 模板2</Template>
  <TotalTime>0</TotalTime>
  <Words>13710</Words>
  <Application>WPS 演示</Application>
  <PresentationFormat>全屏显示(4:3)</PresentationFormat>
  <Paragraphs>1166</Paragraphs>
  <Slides>113</Slides>
  <Notes>7</Notes>
  <HiddenSlides>0</HiddenSlides>
  <MMClips>0</MMClips>
  <ScaleCrop>false</ScaleCrop>
  <HeadingPairs>
    <vt:vector size="8" baseType="variant">
      <vt:variant>
        <vt:lpstr>已用的字体</vt:lpstr>
      </vt:variant>
      <vt:variant>
        <vt:i4>15</vt:i4>
      </vt:variant>
      <vt:variant>
        <vt:lpstr>主题</vt:lpstr>
      </vt:variant>
      <vt:variant>
        <vt:i4>5</vt:i4>
      </vt:variant>
      <vt:variant>
        <vt:lpstr>嵌入 OLE 服务器</vt:lpstr>
      </vt:variant>
      <vt:variant>
        <vt:i4>132</vt:i4>
      </vt:variant>
      <vt:variant>
        <vt:lpstr>幻灯片标题</vt:lpstr>
      </vt:variant>
      <vt:variant>
        <vt:i4>113</vt:i4>
      </vt:variant>
    </vt:vector>
  </HeadingPairs>
  <TitlesOfParts>
    <vt:vector size="265" baseType="lpstr">
      <vt:lpstr>Arial</vt:lpstr>
      <vt:lpstr>宋体</vt:lpstr>
      <vt:lpstr>Wingdings</vt:lpstr>
      <vt:lpstr>Times New Roman</vt:lpstr>
      <vt:lpstr>楷体_GB2312</vt:lpstr>
      <vt:lpstr>Tahoma</vt:lpstr>
      <vt:lpstr>Calibri</vt:lpstr>
      <vt:lpstr>华文新魏</vt:lpstr>
      <vt:lpstr>黑体</vt:lpstr>
      <vt:lpstr>Wingdings</vt:lpstr>
      <vt:lpstr>微软雅黑</vt:lpstr>
      <vt:lpstr>Arial Unicode MS</vt:lpstr>
      <vt:lpstr>Fences</vt:lpstr>
      <vt:lpstr>汉仪君黑-45简</vt:lpstr>
      <vt:lpstr>华文中宋</vt:lpstr>
      <vt:lpstr>Blends</vt:lpstr>
      <vt:lpstr>1_Blends</vt:lpstr>
      <vt:lpstr>2_Blends</vt:lpstr>
      <vt:lpstr>3_Blends</vt:lpstr>
      <vt:lpstr>4_Blends</vt:lpstr>
      <vt:lpstr>Equation.KSEE3</vt:lpstr>
      <vt:lpstr>Equation.DSMT4</vt:lpstr>
      <vt:lpstr>Equation.DSMT4</vt:lpstr>
      <vt:lpstr>Equation.DSMT4</vt:lpstr>
      <vt:lpstr>Equation.DSMT4</vt:lpstr>
      <vt:lpstr>Equation.DSMT4</vt:lpstr>
      <vt:lpstr>Equation.DSMT4</vt:lpstr>
      <vt:lpstr>Equation.DSMT4</vt:lpstr>
      <vt:lpstr>Visio.Drawing.15</vt:lpstr>
      <vt:lpstr>Visio.Drawing.15</vt:lpstr>
      <vt:lpstr>Visio.Drawing.15</vt:lpstr>
      <vt:lpstr>Visio.Drawing.15</vt:lpstr>
      <vt:lpstr>Equation.KSEE3</vt:lpstr>
      <vt:lpstr>Visio.Drawing.15</vt:lpstr>
      <vt:lpstr>Visio.Drawing.15</vt:lpstr>
      <vt:lpstr>Equation.DSMT4</vt:lpstr>
      <vt:lpstr>Equation.DSMT4</vt:lpstr>
      <vt:lpstr>Equation.DSMT4</vt:lpstr>
      <vt:lpstr>Equation.DSMT4</vt:lpstr>
      <vt:lpstr>Equation.DSMT4</vt:lpstr>
      <vt:lpstr>Equation.DSMT4</vt:lpstr>
      <vt:lpstr>Equation.DSMT4</vt:lpstr>
      <vt:lpstr>Equation.DSMT4</vt:lpstr>
      <vt:lpstr>Equation.KSEE3</vt:lpstr>
      <vt:lpstr>Equation.DSMT4</vt:lpstr>
      <vt:lpstr>Equation.DSMT4</vt:lpstr>
      <vt:lpstr>Equation.DSMT4</vt:lpstr>
      <vt:lpstr>Visio.Drawing.15</vt:lpstr>
      <vt:lpstr>Equation.DSMT4</vt:lpstr>
      <vt:lpstr>Visio.Drawing.15</vt:lpstr>
      <vt:lpstr>Equation.DSMT4</vt:lpstr>
      <vt:lpstr>Visio.Drawing.15</vt:lpstr>
      <vt:lpstr>Equation.DSMT4</vt:lpstr>
      <vt:lpstr>Visio.Drawing.15</vt:lpstr>
      <vt:lpstr>Equation.KSEE3</vt:lpstr>
      <vt:lpstr>Visio.Drawing.15</vt:lpstr>
      <vt:lpstr>Visio.Drawing.15</vt:lpstr>
      <vt:lpstr>Visio.Drawing.15</vt:lpstr>
      <vt:lpstr>Equation.KSEE3</vt:lpstr>
      <vt:lpstr>Equation.KSEE3</vt:lpstr>
      <vt:lpstr>Equation.DSMT4</vt:lpstr>
      <vt:lpstr>Equation.DSMT4</vt:lpstr>
      <vt:lpstr>Equation.DSMT4</vt:lpstr>
      <vt:lpstr>Visio.Drawing.15</vt:lpstr>
      <vt:lpstr>Equation.DSMT4</vt:lpstr>
      <vt:lpstr>Visio.Drawing.15</vt:lpstr>
      <vt:lpstr>Equation.DSMT4</vt:lpstr>
      <vt:lpstr>Equation.KSEE3</vt:lpstr>
      <vt:lpstr>Equation.KSEE3</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Equation.KSEE3</vt:lpstr>
      <vt:lpstr>Equation.KSEE3</vt:lpstr>
      <vt:lpstr>Equation.KSEE3</vt:lpstr>
      <vt:lpstr>Equation.DSMT4</vt:lpstr>
      <vt:lpstr>Equation.KSEE3</vt:lpstr>
      <vt:lpstr>Equation.KSEE3</vt:lpstr>
      <vt:lpstr>Equation.KSEE3</vt:lpstr>
      <vt:lpstr>Equation.DSMT4</vt:lpstr>
      <vt:lpstr>Equation.DSMT4</vt:lpstr>
      <vt:lpstr>Equation.DSMT4</vt:lpstr>
      <vt:lpstr>Equation.DSMT4</vt:lpstr>
      <vt:lpstr>Equation.DSMT4</vt:lpstr>
      <vt:lpstr>Equation.KSEE3</vt:lpstr>
      <vt:lpstr>Equation.KSEE3</vt:lpstr>
      <vt:lpstr>Equation.DSMT4</vt:lpstr>
      <vt:lpstr>Equation.DSMT4</vt:lpstr>
      <vt:lpstr>Equation.DSMT4</vt:lpstr>
      <vt:lpstr>Equation.DSMT4</vt:lpstr>
      <vt:lpstr>Equation.DSMT4</vt:lpstr>
      <vt:lpstr>Equation.DSMT4</vt:lpstr>
      <vt:lpstr>Equation.DSMT4</vt:lpstr>
      <vt:lpstr>Equation.DSMT4</vt:lpstr>
      <vt:lpstr>Visio.Drawing.15</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Equation.KSEE3</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Equation.KSEE3</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Equation.KSEE3</vt:lpstr>
      <vt:lpstr>Equation.DSMT4</vt:lpstr>
      <vt:lpstr>Equation.3</vt:lpstr>
      <vt:lpstr>Equation.DSMT4</vt:lpstr>
      <vt:lpstr>Equation.DSMT4</vt:lpstr>
      <vt:lpstr>Equation.DSMT4</vt:lpstr>
      <vt:lpstr>Equation.DSMT4</vt:lpstr>
      <vt:lpstr>Equation.DSMT4</vt:lpstr>
      <vt:lpstr>Equation.DSMT4</vt:lpstr>
      <vt:lpstr>Equation.DSMT4</vt:lpstr>
      <vt:lpstr>Equation.DSMT4</vt:lpstr>
      <vt:lpstr>PowerPoint 演示文稿</vt:lpstr>
      <vt:lpstr>PowerPoint 演示文稿</vt:lpstr>
      <vt:lpstr>PowerPoint 演示文稿</vt:lpstr>
      <vt:lpstr>PowerPoint 演示文稿</vt:lpstr>
      <vt:lpstr>PowerPoint 演示文稿</vt:lpstr>
      <vt:lpstr>PowerPoint 演示文稿</vt:lpstr>
      <vt:lpstr>4.1 高斯混合模型</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4.2 动态聚类算法</vt:lpstr>
      <vt:lpstr>PowerPoint 演示文稿</vt:lpstr>
      <vt:lpstr>PowerPoint 演示文稿</vt:lpstr>
      <vt:lpstr>基于相似性度量的间接方法</vt:lpstr>
      <vt:lpstr>PowerPoint 演示文稿</vt:lpstr>
      <vt:lpstr>PowerPoint 演示文稿</vt:lpstr>
      <vt:lpstr>PowerPoint 演示文稿</vt:lpstr>
      <vt:lpstr>k-均值聚类模型</vt:lpstr>
      <vt:lpstr>k-均值聚类算法流程</vt:lpstr>
      <vt:lpstr>算法实例</vt:lpstr>
      <vt:lpstr>算法实例</vt:lpstr>
      <vt:lpstr>算法实例</vt:lpstr>
      <vt:lpstr>算法实例</vt:lpstr>
      <vt:lpstr>算法实例</vt:lpstr>
      <vt:lpstr>算法实例</vt:lpstr>
      <vt:lpstr>算法实例</vt:lpstr>
      <vt:lpstr>算法实例</vt:lpstr>
      <vt:lpstr>算法实例</vt:lpstr>
      <vt:lpstr>k-均值聚类的特点</vt:lpstr>
      <vt:lpstr>k-means算法图例演示</vt:lpstr>
      <vt:lpstr>k-means算法图例演示</vt:lpstr>
      <vt:lpstr>k-means算法图例演示</vt:lpstr>
      <vt:lpstr>k-means算法图例演示</vt:lpstr>
      <vt:lpstr>k-means算法图例演示</vt:lpstr>
      <vt:lpstr>PowerPoint 演示文稿</vt:lpstr>
      <vt:lpstr>PowerPoint 演示文稿</vt:lpstr>
      <vt:lpstr>PowerPoint 演示文稿</vt:lpstr>
      <vt:lpstr>PowerPoint 演示文稿</vt:lpstr>
      <vt:lpstr>k-均值聚类算法分析</vt:lpstr>
      <vt:lpstr>k-means算法在图像分割上的应用</vt:lpstr>
      <vt:lpstr>k-means算法在图像分割上的应用</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算法实例</vt:lpstr>
      <vt:lpstr>PowerPoint 演示文稿</vt:lpstr>
      <vt:lpstr>算法实例</vt:lpstr>
      <vt:lpstr>算法实例</vt:lpstr>
      <vt:lpstr>算法实例</vt:lpstr>
      <vt:lpstr>算法实例</vt:lpstr>
      <vt:lpstr>算法实例</vt:lpstr>
      <vt:lpstr>算法实例</vt:lpstr>
      <vt:lpstr>PowerPoint 演示文稿</vt:lpstr>
      <vt:lpstr>PowerPoint 演示文稿</vt:lpstr>
      <vt:lpstr>PowerPoint 演示文稿</vt:lpstr>
      <vt:lpstr>PowerPoint 演示文稿</vt:lpstr>
      <vt:lpstr>4.3 层次聚类算法</vt:lpstr>
      <vt:lpstr>4.3 层次聚类算法</vt:lpstr>
      <vt:lpstr>4.3 层次聚类算法</vt:lpstr>
      <vt:lpstr>PowerPoint 演示文稿</vt:lpstr>
      <vt:lpstr>PowerPoint 演示文稿</vt:lpstr>
      <vt:lpstr>PowerPoint 演示文稿</vt:lpstr>
      <vt:lpstr>PowerPoint 演示文稿</vt:lpstr>
      <vt:lpstr>PowerPoint 演示文稿</vt:lpstr>
      <vt:lpstr>算法实例</vt:lpstr>
      <vt:lpstr>算法实例</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算法实例</vt:lpstr>
      <vt:lpstr>PowerPoint 演示文稿</vt:lpstr>
      <vt:lpstr>算法实例</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K-means</dc:title>
  <dc:creator>Administrator</dc:creator>
  <cp:lastModifiedBy>刘旭</cp:lastModifiedBy>
  <cp:revision>591</cp:revision>
  <dcterms:created xsi:type="dcterms:W3CDTF">2020-05-22T07:57:00Z</dcterms:created>
  <dcterms:modified xsi:type="dcterms:W3CDTF">2025-10-13T09:51:30Z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2052-12.1.0.22529</vt:lpwstr>
  </property>
  <property fmtid="{D5CDD505-2E9C-101B-9397-08002B2CF9AE}" pid="3" name="ICV">
    <vt:lpwstr>5D99176CFB43407FBE38BDDF5DF8A444_12</vt:lpwstr>
  </property>
</Properties>
</file>